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57.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handoutMasters/handoutMaster1.xml" ContentType="application/vnd.openxmlformats-officedocument.presentationml.handoutMaster+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8.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 id="2147483665" r:id="rId4"/>
  </p:sldMasterIdLst>
  <p:notesMasterIdLst>
    <p:notesMasterId r:id="rId6"/>
  </p:notesMasterIdLst>
  <p:handoutMasterIdLst>
    <p:handoutMasterId r:id="rId87"/>
  </p:handoutMasterIdLst>
  <p:sldIdLst>
    <p:sldId id="256" r:id="rId5"/>
    <p:sldId id="1202" r:id="rId7"/>
    <p:sldId id="1121" r:id="rId8"/>
    <p:sldId id="1262" r:id="rId9"/>
    <p:sldId id="1263" r:id="rId10"/>
    <p:sldId id="1290" r:id="rId11"/>
    <p:sldId id="1292" r:id="rId12"/>
    <p:sldId id="1291" r:id="rId13"/>
    <p:sldId id="1293" r:id="rId14"/>
    <p:sldId id="1294" r:id="rId15"/>
    <p:sldId id="1295" r:id="rId16"/>
    <p:sldId id="1296" r:id="rId17"/>
    <p:sldId id="1297" r:id="rId18"/>
    <p:sldId id="1298" r:id="rId19"/>
    <p:sldId id="1299" r:id="rId20"/>
    <p:sldId id="1300" r:id="rId21"/>
    <p:sldId id="1301" r:id="rId22"/>
    <p:sldId id="1302" r:id="rId23"/>
    <p:sldId id="1303" r:id="rId24"/>
    <p:sldId id="1304" r:id="rId25"/>
    <p:sldId id="1305" r:id="rId26"/>
    <p:sldId id="1306" r:id="rId27"/>
    <p:sldId id="1307" r:id="rId28"/>
    <p:sldId id="1308" r:id="rId29"/>
    <p:sldId id="1309" r:id="rId30"/>
    <p:sldId id="1310" r:id="rId31"/>
    <p:sldId id="1311" r:id="rId32"/>
    <p:sldId id="1312" r:id="rId33"/>
    <p:sldId id="1313" r:id="rId34"/>
    <p:sldId id="1314" r:id="rId35"/>
    <p:sldId id="1315" r:id="rId36"/>
    <p:sldId id="1316" r:id="rId37"/>
    <p:sldId id="1340" r:id="rId38"/>
    <p:sldId id="1317" r:id="rId39"/>
    <p:sldId id="1318" r:id="rId40"/>
    <p:sldId id="1319" r:id="rId41"/>
    <p:sldId id="1325" r:id="rId42"/>
    <p:sldId id="1326" r:id="rId43"/>
    <p:sldId id="1328" r:id="rId44"/>
    <p:sldId id="1329" r:id="rId45"/>
    <p:sldId id="1331" r:id="rId46"/>
    <p:sldId id="1330" r:id="rId47"/>
    <p:sldId id="1332" r:id="rId48"/>
    <p:sldId id="1333" r:id="rId49"/>
    <p:sldId id="1334" r:id="rId50"/>
    <p:sldId id="1335" r:id="rId51"/>
    <p:sldId id="1338" r:id="rId52"/>
    <p:sldId id="1337" r:id="rId53"/>
    <p:sldId id="1336" r:id="rId54"/>
    <p:sldId id="1231" r:id="rId55"/>
    <p:sldId id="1339" r:id="rId56"/>
    <p:sldId id="1341" r:id="rId57"/>
    <p:sldId id="1342" r:id="rId58"/>
    <p:sldId id="1343" r:id="rId59"/>
    <p:sldId id="1344" r:id="rId60"/>
    <p:sldId id="1345" r:id="rId61"/>
    <p:sldId id="1346" r:id="rId62"/>
    <p:sldId id="1347" r:id="rId63"/>
    <p:sldId id="1348" r:id="rId64"/>
    <p:sldId id="1349" r:id="rId65"/>
    <p:sldId id="1350" r:id="rId66"/>
    <p:sldId id="1351" r:id="rId67"/>
    <p:sldId id="1352" r:id="rId68"/>
    <p:sldId id="1353" r:id="rId69"/>
    <p:sldId id="1354" r:id="rId70"/>
    <p:sldId id="1355" r:id="rId71"/>
    <p:sldId id="1356" r:id="rId72"/>
    <p:sldId id="1357" r:id="rId73"/>
    <p:sldId id="1358" r:id="rId74"/>
    <p:sldId id="1360" r:id="rId75"/>
    <p:sldId id="1361" r:id="rId76"/>
    <p:sldId id="1362" r:id="rId77"/>
    <p:sldId id="1363" r:id="rId78"/>
    <p:sldId id="1364" r:id="rId79"/>
    <p:sldId id="1365" r:id="rId80"/>
    <p:sldId id="1366" r:id="rId81"/>
    <p:sldId id="1367" r:id="rId82"/>
    <p:sldId id="1368" r:id="rId83"/>
    <p:sldId id="1369" r:id="rId84"/>
    <p:sldId id="1370" r:id="rId85"/>
    <p:sldId id="260" r:id="rId86"/>
  </p:sldIdLst>
  <p:sldSz cx="12192000" cy="6858000"/>
  <p:notesSz cx="6858000" cy="9144000"/>
  <p:embeddedFontLst>
    <p:embeddedFont>
      <p:font typeface="汉仪中宋S" panose="00020600040101010101" charset="-122"/>
      <p:regular r:id="rId93"/>
    </p:embeddedFont>
    <p:embeddedFont>
      <p:font typeface="汉仪君黑-45简" panose="020B0604020202020204" charset="-122"/>
      <p:regular r:id="rId94"/>
    </p:embeddedFont>
    <p:embeddedFont>
      <p:font typeface="Calibri" panose="020F0502020204030204" charset="0"/>
      <p:regular r:id="rId95"/>
    </p:embeddedFont>
    <p:embeddedFont>
      <p:font typeface="PingFang SC" panose="020B0400000000000000" charset="-122"/>
      <p:regular r:id="rId96"/>
    </p:embeddedFont>
  </p:embeddedFontLst>
  <p:custDataLst>
    <p:tags r:id="rId9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7" userDrawn="1">
          <p15:clr>
            <a:srgbClr val="A4A3A4"/>
          </p15:clr>
        </p15:guide>
        <p15:guide id="2" pos="38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26476A"/>
    <a:srgbClr val="1E355F"/>
    <a:srgbClr val="424D6D"/>
    <a:srgbClr val="36465F"/>
    <a:srgbClr val="756379"/>
    <a:srgbClr val="427092"/>
    <a:srgbClr val="F8F6F9"/>
    <a:srgbClr val="F7DBD8"/>
    <a:srgbClr val="5979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22" autoAdjust="0"/>
    <p:restoredTop sz="94660"/>
  </p:normalViewPr>
  <p:slideViewPr>
    <p:cSldViewPr snapToGrid="0" showGuides="1">
      <p:cViewPr varScale="1">
        <p:scale>
          <a:sx n="108" d="100"/>
          <a:sy n="108" d="100"/>
        </p:scale>
        <p:origin x="632" y="200"/>
      </p:cViewPr>
      <p:guideLst>
        <p:guide orient="horz" pos="2217"/>
        <p:guide pos="3875"/>
      </p:guideLst>
    </p:cSldViewPr>
  </p:slideViewPr>
  <p:notesTextViewPr>
    <p:cViewPr>
      <p:scale>
        <a:sx n="3" d="2"/>
        <a:sy n="3" d="2"/>
      </p:scale>
      <p:origin x="0" y="0"/>
    </p:cViewPr>
  </p:notesTextViewPr>
  <p:sorterViewPr>
    <p:cViewPr>
      <p:scale>
        <a:sx n="1" d="1"/>
        <a:sy n="1" d="1"/>
      </p:scale>
      <p:origin x="0" y="0"/>
    </p:cViewPr>
  </p:sorter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7" Type="http://schemas.openxmlformats.org/officeDocument/2006/relationships/tags" Target="tags/tag158.xml"/><Relationship Id="rId96" Type="http://schemas.openxmlformats.org/officeDocument/2006/relationships/font" Target="fonts/font4.fntdata"/><Relationship Id="rId95" Type="http://schemas.openxmlformats.org/officeDocument/2006/relationships/font" Target="fonts/font3.fntdata"/><Relationship Id="rId94" Type="http://schemas.openxmlformats.org/officeDocument/2006/relationships/font" Target="fonts/font2.fntdata"/><Relationship Id="rId93" Type="http://schemas.openxmlformats.org/officeDocument/2006/relationships/font" Target="fonts/font1.fntdata"/><Relationship Id="rId92" Type="http://schemas.openxmlformats.org/officeDocument/2006/relationships/customXml" Target="../customXml/item1.xml"/><Relationship Id="rId91" Type="http://schemas.openxmlformats.org/officeDocument/2006/relationships/customXmlProps" Target="../customXml/itemProps157.xml"/><Relationship Id="rId90" Type="http://schemas.openxmlformats.org/officeDocument/2006/relationships/tableStyles" Target="tableStyles.xml"/><Relationship Id="rId9" Type="http://schemas.openxmlformats.org/officeDocument/2006/relationships/slide" Target="slides/slide4.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handoutMaster" Target="handoutMasters/handoutMaster1.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image" Target="../media/image4.svg"/><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66.xml"/><Relationship Id="rId4" Type="http://schemas.openxmlformats.org/officeDocument/2006/relationships/image" Target="../media/image2.svg"/><Relationship Id="rId3" Type="http://schemas.openxmlformats.org/officeDocument/2006/relationships/image" Target="../media/image1.png"/><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tags" Target="../tags/tag67.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image" Target="../media/image4.svg"/><Relationship Id="rId4" Type="http://schemas.openxmlformats.org/officeDocument/2006/relationships/image" Target="../media/image3.png"/><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p:cNvSpPr/>
          <p:nvPr userDrawn="1">
            <p:custDataLst>
              <p:tags r:id="rId2"/>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7" name="PA-矩形 7"/>
          <p:cNvSpPr/>
          <p:nvPr userDrawn="1">
            <p:custDataLst>
              <p:tags r:id="rId3"/>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pic>
        <p:nvPicPr>
          <p:cNvPr id="323" name="图形 32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r="49575"/>
          <a:stretch>
            <a:fillRect/>
          </a:stretch>
        </p:blipFill>
        <p:spPr>
          <a:xfrm>
            <a:off x="8212214" y="-731905"/>
            <a:ext cx="3995718" cy="7588381"/>
          </a:xfrm>
          <a:custGeom>
            <a:avLst/>
            <a:gdLst>
              <a:gd name="connsiteX0" fmla="*/ 0 w 3995718"/>
              <a:gd name="connsiteY0" fmla="*/ 0 h 7588381"/>
              <a:gd name="connsiteX1" fmla="*/ 3995718 w 3995718"/>
              <a:gd name="connsiteY1" fmla="*/ 0 h 7588381"/>
              <a:gd name="connsiteX2" fmla="*/ 3995718 w 3995718"/>
              <a:gd name="connsiteY2" fmla="*/ 7588381 h 7588381"/>
              <a:gd name="connsiteX3" fmla="*/ 0 w 3995718"/>
              <a:gd name="connsiteY3" fmla="*/ 7588381 h 7588381"/>
            </a:gdLst>
            <a:ahLst/>
            <a:cxnLst>
              <a:cxn ang="0">
                <a:pos x="connsiteX0" y="connsiteY0"/>
              </a:cxn>
              <a:cxn ang="0">
                <a:pos x="connsiteX1" y="connsiteY1"/>
              </a:cxn>
              <a:cxn ang="0">
                <a:pos x="connsiteX2" y="connsiteY2"/>
              </a:cxn>
              <a:cxn ang="0">
                <a:pos x="connsiteX3" y="connsiteY3"/>
              </a:cxn>
            </a:cxnLst>
            <a:rect l="l" t="t" r="r" b="b"/>
            <a:pathLst>
              <a:path w="3995718" h="7588381">
                <a:moveTo>
                  <a:pt x="0" y="0"/>
                </a:moveTo>
                <a:lnTo>
                  <a:pt x="3995718" y="0"/>
                </a:lnTo>
                <a:lnTo>
                  <a:pt x="3995718" y="7588381"/>
                </a:lnTo>
                <a:lnTo>
                  <a:pt x="0" y="7588381"/>
                </a:lnTo>
                <a:close/>
              </a:path>
            </a:pathLst>
          </a:custGeom>
        </p:spPr>
      </p:pic>
      <p:sp>
        <p:nvSpPr>
          <p:cNvPr id="52" name="任意多边形: 形状 51"/>
          <p:cNvSpPr/>
          <p:nvPr userDrawn="1"/>
        </p:nvSpPr>
        <p:spPr>
          <a:xfrm>
            <a:off x="246270" y="0"/>
            <a:ext cx="7536857" cy="6859978"/>
          </a:xfrm>
          <a:custGeom>
            <a:avLst/>
            <a:gdLst>
              <a:gd name="connsiteX0" fmla="*/ 6061826 w 7536857"/>
              <a:gd name="connsiteY0" fmla="*/ 0 h 6859978"/>
              <a:gd name="connsiteX1" fmla="*/ 6369661 w 7536857"/>
              <a:gd name="connsiteY1" fmla="*/ 0 h 6859978"/>
              <a:gd name="connsiteX2" fmla="*/ 6432300 w 7536857"/>
              <a:gd name="connsiteY2" fmla="*/ 80240 h 6859978"/>
              <a:gd name="connsiteX3" fmla="*/ 7536857 w 7536857"/>
              <a:gd name="connsiteY3" fmla="*/ 3429000 h 6859978"/>
              <a:gd name="connsiteX4" fmla="*/ 6432300 w 7536857"/>
              <a:gd name="connsiteY4" fmla="*/ 6777760 h 6859978"/>
              <a:gd name="connsiteX5" fmla="*/ 6368118 w 7536857"/>
              <a:gd name="connsiteY5" fmla="*/ 6859978 h 6859978"/>
              <a:gd name="connsiteX6" fmla="*/ 0 w 7536857"/>
              <a:gd name="connsiteY6" fmla="*/ 6859978 h 6859978"/>
              <a:gd name="connsiteX7" fmla="*/ 0 w 7536857"/>
              <a:gd name="connsiteY7" fmla="*/ 6858000 h 6859978"/>
              <a:gd name="connsiteX8" fmla="*/ 6061826 w 7536857"/>
              <a:gd name="connsiteY8" fmla="*/ 6858000 h 6859978"/>
              <a:gd name="connsiteX9" fmla="*/ 6145280 w 7536857"/>
              <a:gd name="connsiteY9" fmla="*/ 6755583 h 6859978"/>
              <a:gd name="connsiteX10" fmla="*/ 7290589 w 7536857"/>
              <a:gd name="connsiteY10" fmla="*/ 3429000 h 6859978"/>
              <a:gd name="connsiteX11" fmla="*/ 6145280 w 7536857"/>
              <a:gd name="connsiteY11" fmla="*/ 102417 h 6859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36857" h="6859978">
                <a:moveTo>
                  <a:pt x="6061826" y="0"/>
                </a:moveTo>
                <a:lnTo>
                  <a:pt x="6369661" y="0"/>
                </a:lnTo>
                <a:lnTo>
                  <a:pt x="6432300" y="80240"/>
                </a:lnTo>
                <a:cubicBezTo>
                  <a:pt x="7126033" y="1014054"/>
                  <a:pt x="7536857" y="2173231"/>
                  <a:pt x="7536857" y="3429000"/>
                </a:cubicBezTo>
                <a:cubicBezTo>
                  <a:pt x="7536857" y="4684771"/>
                  <a:pt x="7126033" y="5843946"/>
                  <a:pt x="6432300" y="6777760"/>
                </a:cubicBezTo>
                <a:lnTo>
                  <a:pt x="6368118" y="6859978"/>
                </a:lnTo>
                <a:lnTo>
                  <a:pt x="0" y="6859978"/>
                </a:lnTo>
                <a:lnTo>
                  <a:pt x="0" y="6858000"/>
                </a:lnTo>
                <a:lnTo>
                  <a:pt x="6061826" y="6858000"/>
                </a:lnTo>
                <a:lnTo>
                  <a:pt x="6145280" y="6755583"/>
                </a:lnTo>
                <a:cubicBezTo>
                  <a:pt x="6864608" y="5827953"/>
                  <a:pt x="7290589" y="4676454"/>
                  <a:pt x="7290589" y="3429000"/>
                </a:cubicBezTo>
                <a:cubicBezTo>
                  <a:pt x="7290589" y="2181547"/>
                  <a:pt x="6864608" y="1030047"/>
                  <a:pt x="6145280" y="102417"/>
                </a:cubicBez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9" name="任意多边形: 形状 39"/>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46" name="任意多边形: 形状 45"/>
          <p:cNvSpPr/>
          <p:nvPr userDrawn="1"/>
        </p:nvSpPr>
        <p:spPr>
          <a:xfrm>
            <a:off x="-16050" y="0"/>
            <a:ext cx="7552909" cy="6858000"/>
          </a:xfrm>
          <a:custGeom>
            <a:avLst/>
            <a:gdLst>
              <a:gd name="connsiteX0" fmla="*/ 0 w 7552909"/>
              <a:gd name="connsiteY0" fmla="*/ 0 h 6858000"/>
              <a:gd name="connsiteX1" fmla="*/ 6324146 w 7552909"/>
              <a:gd name="connsiteY1" fmla="*/ 0 h 6858000"/>
              <a:gd name="connsiteX2" fmla="*/ 6407600 w 7552909"/>
              <a:gd name="connsiteY2" fmla="*/ 102417 h 6858000"/>
              <a:gd name="connsiteX3" fmla="*/ 7552909 w 7552909"/>
              <a:gd name="connsiteY3" fmla="*/ 3429000 h 6858000"/>
              <a:gd name="connsiteX4" fmla="*/ 6407600 w 7552909"/>
              <a:gd name="connsiteY4" fmla="*/ 6755583 h 6858000"/>
              <a:gd name="connsiteX5" fmla="*/ 6324146 w 7552909"/>
              <a:gd name="connsiteY5" fmla="*/ 6858000 h 6858000"/>
              <a:gd name="connsiteX6" fmla="*/ 0 w 755290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52909" h="6858000">
                <a:moveTo>
                  <a:pt x="0" y="0"/>
                </a:moveTo>
                <a:lnTo>
                  <a:pt x="6324146" y="0"/>
                </a:lnTo>
                <a:lnTo>
                  <a:pt x="6407600" y="102417"/>
                </a:lnTo>
                <a:cubicBezTo>
                  <a:pt x="7126928" y="1030047"/>
                  <a:pt x="7552909" y="2181547"/>
                  <a:pt x="7552909" y="3429000"/>
                </a:cubicBezTo>
                <a:cubicBezTo>
                  <a:pt x="7552909" y="4676454"/>
                  <a:pt x="7126928" y="5827953"/>
                  <a:pt x="6407600" y="6755583"/>
                </a:cubicBezTo>
                <a:lnTo>
                  <a:pt x="632414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11" name="任意多边形: 形状 74"/>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sym typeface="+mn-lt"/>
            </a:endParaRPr>
          </a:p>
        </p:txBody>
      </p:sp>
      <p:sp>
        <p:nvSpPr>
          <p:cNvPr id="12" name="标题 47"/>
          <p:cNvSpPr>
            <a:spLocks noGrp="1"/>
          </p:cNvSpPr>
          <p:nvPr>
            <p:ph type="title" hasCustomPrompt="1"/>
          </p:nvPr>
        </p:nvSpPr>
        <p:spPr>
          <a:xfrm>
            <a:off x="671368" y="2616692"/>
            <a:ext cx="7015008" cy="1200329"/>
          </a:xfrm>
          <a:prstGeom prst="rect">
            <a:avLst/>
          </a:prstGeom>
          <a:noFill/>
        </p:spPr>
        <p:txBody>
          <a:bodyPr wrap="square" lIns="0" rtlCol="0">
            <a:spAutoFit/>
          </a:bodyPr>
          <a:lstStyle>
            <a:lvl1pPr>
              <a:lnSpc>
                <a:spcPct val="100000"/>
              </a:lnSpc>
              <a:defRPr lang="zh-CN" altLang="en-US" sz="3600" b="1" spc="100" dirty="0">
                <a:latin typeface="微软雅黑" charset="-122"/>
                <a:ea typeface="微软雅黑" charset="-122"/>
                <a:cs typeface="+mn-ea"/>
              </a:defRPr>
            </a:lvl1pPr>
          </a:lstStyle>
          <a:p>
            <a:pPr marL="0" lvl="0"/>
            <a:r>
              <a:rPr lang="zh-CN" altLang="en-US" dirty="0"/>
              <a:t>请在此输入标题</a:t>
            </a:r>
            <a:br>
              <a:rPr lang="zh-CN" altLang="en-US" dirty="0"/>
            </a:br>
            <a:r>
              <a:rPr lang="zh-CN" altLang="en-US" dirty="0"/>
              <a:t>尽量回车保证标题为两行</a:t>
            </a:r>
            <a:endParaRPr lang="zh-CN" altLang="en-US" dirty="0"/>
          </a:p>
        </p:txBody>
      </p:sp>
      <p:sp>
        <p:nvSpPr>
          <p:cNvPr id="13" name="文本占位符 87"/>
          <p:cNvSpPr>
            <a:spLocks noGrp="1"/>
          </p:cNvSpPr>
          <p:nvPr>
            <p:ph type="body" sz="quarter" idx="13" hasCustomPrompt="1"/>
          </p:nvPr>
        </p:nvSpPr>
        <p:spPr>
          <a:xfrm>
            <a:off x="671367" y="2352090"/>
            <a:ext cx="5137927"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endParaRPr lang="zh-CN" altLang="en-US" dirty="0"/>
          </a:p>
        </p:txBody>
      </p:sp>
      <p:sp>
        <p:nvSpPr>
          <p:cNvPr id="14" name="文本占位符 53"/>
          <p:cNvSpPr>
            <a:spLocks noGrp="1"/>
          </p:cNvSpPr>
          <p:nvPr>
            <p:ph type="body" sz="quarter" idx="16" hasCustomPrompt="1"/>
          </p:nvPr>
        </p:nvSpPr>
        <p:spPr>
          <a:xfrm>
            <a:off x="671366" y="4094394"/>
            <a:ext cx="6221139"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grpSp>
        <p:nvGrpSpPr>
          <p:cNvPr id="2" name="组合 1"/>
          <p:cNvGrpSpPr/>
          <p:nvPr userDrawn="1"/>
        </p:nvGrpSpPr>
        <p:grpSpPr>
          <a:xfrm>
            <a:off x="671368" y="6061309"/>
            <a:ext cx="2479573" cy="304965"/>
            <a:chOff x="671368" y="6061309"/>
            <a:chExt cx="2479573" cy="304965"/>
          </a:xfrm>
        </p:grpSpPr>
        <p:grpSp>
          <p:nvGrpSpPr>
            <p:cNvPr id="74" name="组合 73"/>
            <p:cNvGrpSpPr/>
            <p:nvPr userDrawn="1"/>
          </p:nvGrpSpPr>
          <p:grpSpPr>
            <a:xfrm>
              <a:off x="2098445" y="6064781"/>
              <a:ext cx="1052496" cy="298683"/>
              <a:chOff x="2373567" y="1096524"/>
              <a:chExt cx="2578404" cy="731714"/>
            </a:xfrm>
          </p:grpSpPr>
          <p:sp>
            <p:nvSpPr>
              <p:cNvPr id="89"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90" name="Freeform 6"/>
              <p:cNvSpPr/>
              <p:nvPr/>
            </p:nvSpPr>
            <p:spPr bwMode="auto">
              <a:xfrm>
                <a:off x="4620305" y="1246611"/>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nvGrpSpPr>
              <p:cNvPr id="91" name="组合 90"/>
              <p:cNvGrpSpPr/>
              <p:nvPr/>
            </p:nvGrpSpPr>
            <p:grpSpPr>
              <a:xfrm>
                <a:off x="2373567" y="1096524"/>
                <a:ext cx="589817" cy="731714"/>
                <a:chOff x="5548313" y="2084388"/>
                <a:chExt cx="547688" cy="679451"/>
              </a:xfrm>
              <a:solidFill>
                <a:schemeClr val="accent3"/>
              </a:solidFill>
            </p:grpSpPr>
            <p:sp>
              <p:nvSpPr>
                <p:cNvPr id="9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9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92" name="组合 91"/>
              <p:cNvGrpSpPr/>
              <p:nvPr/>
            </p:nvGrpSpPr>
            <p:grpSpPr>
              <a:xfrm>
                <a:off x="3194779" y="1296598"/>
                <a:ext cx="356817" cy="382445"/>
                <a:chOff x="3792874" y="3156423"/>
                <a:chExt cx="331330" cy="355128"/>
              </a:xfrm>
              <a:solidFill>
                <a:schemeClr val="accent3"/>
              </a:solidFill>
            </p:grpSpPr>
            <p:sp>
              <p:nvSpPr>
                <p:cNvPr id="93"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94"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95"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grpSp>
          <p:nvGrpSpPr>
            <p:cNvPr id="75" name="组合 74"/>
            <p:cNvGrpSpPr/>
            <p:nvPr userDrawn="1"/>
          </p:nvGrpSpPr>
          <p:grpSpPr>
            <a:xfrm>
              <a:off x="671368" y="6061309"/>
              <a:ext cx="1100339" cy="304965"/>
              <a:chOff x="2372715" y="161759"/>
              <a:chExt cx="2695608" cy="747103"/>
            </a:xfrm>
          </p:grpSpPr>
          <p:grpSp>
            <p:nvGrpSpPr>
              <p:cNvPr id="76" name="组合 75"/>
              <p:cNvGrpSpPr/>
              <p:nvPr/>
            </p:nvGrpSpPr>
            <p:grpSpPr>
              <a:xfrm>
                <a:off x="3804781" y="283376"/>
                <a:ext cx="521428" cy="548788"/>
                <a:chOff x="6113463" y="3541713"/>
                <a:chExt cx="484188" cy="509588"/>
              </a:xfrm>
              <a:solidFill>
                <a:schemeClr val="accent3"/>
              </a:solidFill>
            </p:grpSpPr>
            <p:sp>
              <p:nvSpPr>
                <p:cNvPr id="8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77" name="组合 76"/>
              <p:cNvGrpSpPr/>
              <p:nvPr/>
            </p:nvGrpSpPr>
            <p:grpSpPr>
              <a:xfrm>
                <a:off x="2372715" y="161759"/>
                <a:ext cx="591521" cy="747103"/>
                <a:chOff x="6108700" y="2066926"/>
                <a:chExt cx="549275" cy="693738"/>
              </a:xfrm>
              <a:solidFill>
                <a:schemeClr val="accent3"/>
              </a:solidFill>
            </p:grpSpPr>
            <p:sp>
              <p:nvSpPr>
                <p:cNvPr id="8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78" name="组合 77"/>
              <p:cNvGrpSpPr/>
              <p:nvPr/>
            </p:nvGrpSpPr>
            <p:grpSpPr>
              <a:xfrm>
                <a:off x="3173775" y="375308"/>
                <a:ext cx="396626" cy="341923"/>
                <a:chOff x="6186488" y="2930526"/>
                <a:chExt cx="368300" cy="317500"/>
              </a:xfrm>
              <a:solidFill>
                <a:schemeClr val="accent3"/>
              </a:solidFill>
            </p:grpSpPr>
            <p:sp>
              <p:nvSpPr>
                <p:cNvPr id="8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79" name="组合 78"/>
              <p:cNvGrpSpPr/>
              <p:nvPr/>
            </p:nvGrpSpPr>
            <p:grpSpPr>
              <a:xfrm>
                <a:off x="4613362" y="313351"/>
                <a:ext cx="454961" cy="453362"/>
                <a:chOff x="11893465" y="1994536"/>
                <a:chExt cx="274986" cy="274018"/>
              </a:xfrm>
              <a:solidFill>
                <a:schemeClr val="accent3"/>
              </a:solidFill>
            </p:grpSpPr>
            <p:sp>
              <p:nvSpPr>
                <p:cNvPr id="80"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81"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grpSp>
      <p:sp>
        <p:nvSpPr>
          <p:cNvPr id="39" name="文本框 38"/>
          <p:cNvSpPr txBox="1"/>
          <p:nvPr userDrawn="1"/>
        </p:nvSpPr>
        <p:spPr>
          <a:xfrm>
            <a:off x="700962" y="616225"/>
            <a:ext cx="2449979" cy="288221"/>
          </a:xfrm>
          <a:custGeom>
            <a:avLst/>
            <a:gdLst/>
            <a:ahLst/>
            <a:cxnLst/>
            <a:rect l="l" t="t" r="r" b="b"/>
            <a:pathLst>
              <a:path w="1660787" h="195379">
                <a:moveTo>
                  <a:pt x="29161" y="90222"/>
                </a:moveTo>
                <a:lnTo>
                  <a:pt x="29161" y="127778"/>
                </a:lnTo>
                <a:lnTo>
                  <a:pt x="46481" y="127778"/>
                </a:lnTo>
                <a:cubicBezTo>
                  <a:pt x="53844" y="127778"/>
                  <a:pt x="59603" y="126070"/>
                  <a:pt x="63756" y="122653"/>
                </a:cubicBezTo>
                <a:cubicBezTo>
                  <a:pt x="67910" y="119236"/>
                  <a:pt x="69986" y="114494"/>
                  <a:pt x="69986" y="108426"/>
                </a:cubicBezTo>
                <a:cubicBezTo>
                  <a:pt x="69986" y="102652"/>
                  <a:pt x="67924" y="98175"/>
                  <a:pt x="63800" y="94994"/>
                </a:cubicBezTo>
                <a:cubicBezTo>
                  <a:pt x="59677" y="91813"/>
                  <a:pt x="53815" y="90222"/>
                  <a:pt x="46216" y="90222"/>
                </a:cubicBezTo>
                <a:close/>
                <a:moveTo>
                  <a:pt x="1496048" y="49397"/>
                </a:moveTo>
                <a:cubicBezTo>
                  <a:pt x="1493220" y="54699"/>
                  <a:pt x="1489170" y="61120"/>
                  <a:pt x="1483898" y="68661"/>
                </a:cubicBezTo>
                <a:cubicBezTo>
                  <a:pt x="1478625" y="76201"/>
                  <a:pt x="1470716" y="86511"/>
                  <a:pt x="1460171" y="99589"/>
                </a:cubicBezTo>
                <a:lnTo>
                  <a:pt x="1496048" y="99589"/>
                </a:lnTo>
                <a:close/>
                <a:moveTo>
                  <a:pt x="29161" y="34374"/>
                </a:moveTo>
                <a:lnTo>
                  <a:pt x="29161" y="68219"/>
                </a:lnTo>
                <a:lnTo>
                  <a:pt x="43034" y="68219"/>
                </a:lnTo>
                <a:cubicBezTo>
                  <a:pt x="49691" y="68219"/>
                  <a:pt x="54934" y="66628"/>
                  <a:pt x="58764" y="63447"/>
                </a:cubicBezTo>
                <a:cubicBezTo>
                  <a:pt x="62593" y="60266"/>
                  <a:pt x="64507" y="55818"/>
                  <a:pt x="64507" y="50104"/>
                </a:cubicBezTo>
                <a:cubicBezTo>
                  <a:pt x="64507" y="39618"/>
                  <a:pt x="56849" y="34374"/>
                  <a:pt x="41532" y="34374"/>
                </a:cubicBezTo>
                <a:close/>
                <a:moveTo>
                  <a:pt x="1612362" y="32254"/>
                </a:moveTo>
                <a:cubicBezTo>
                  <a:pt x="1598518" y="32254"/>
                  <a:pt x="1591596" y="49043"/>
                  <a:pt x="1591596" y="82623"/>
                </a:cubicBezTo>
                <a:cubicBezTo>
                  <a:pt x="1591596" y="114199"/>
                  <a:pt x="1598341" y="129987"/>
                  <a:pt x="1611832" y="129987"/>
                </a:cubicBezTo>
                <a:cubicBezTo>
                  <a:pt x="1625087" y="129987"/>
                  <a:pt x="1631714" y="113728"/>
                  <a:pt x="1631714" y="81209"/>
                </a:cubicBezTo>
                <a:cubicBezTo>
                  <a:pt x="1631714" y="48572"/>
                  <a:pt x="1625263" y="32254"/>
                  <a:pt x="1612362" y="32254"/>
                </a:cubicBezTo>
                <a:close/>
                <a:moveTo>
                  <a:pt x="1362679" y="32254"/>
                </a:moveTo>
                <a:cubicBezTo>
                  <a:pt x="1356965" y="32254"/>
                  <a:pt x="1352385" y="34522"/>
                  <a:pt x="1348938" y="39058"/>
                </a:cubicBezTo>
                <a:cubicBezTo>
                  <a:pt x="1345492" y="43594"/>
                  <a:pt x="1343769" y="49191"/>
                  <a:pt x="1343769" y="55848"/>
                </a:cubicBezTo>
                <a:cubicBezTo>
                  <a:pt x="1343769" y="63094"/>
                  <a:pt x="1345521" y="68779"/>
                  <a:pt x="1349027" y="72902"/>
                </a:cubicBezTo>
                <a:cubicBezTo>
                  <a:pt x="1352532" y="77026"/>
                  <a:pt x="1357318" y="79088"/>
                  <a:pt x="1363386" y="79088"/>
                </a:cubicBezTo>
                <a:cubicBezTo>
                  <a:pt x="1368806" y="79088"/>
                  <a:pt x="1373269" y="77114"/>
                  <a:pt x="1376774" y="73167"/>
                </a:cubicBezTo>
                <a:cubicBezTo>
                  <a:pt x="1380279" y="69220"/>
                  <a:pt x="1382032" y="64331"/>
                  <a:pt x="1382032" y="58499"/>
                </a:cubicBezTo>
                <a:cubicBezTo>
                  <a:pt x="1382032" y="51488"/>
                  <a:pt x="1380279" y="45361"/>
                  <a:pt x="1376774" y="40118"/>
                </a:cubicBezTo>
                <a:cubicBezTo>
                  <a:pt x="1373269" y="34875"/>
                  <a:pt x="1368570" y="32254"/>
                  <a:pt x="1362679" y="32254"/>
                </a:cubicBezTo>
                <a:close/>
                <a:moveTo>
                  <a:pt x="1495606" y="12636"/>
                </a:moveTo>
                <a:lnTo>
                  <a:pt x="1522028" y="12636"/>
                </a:lnTo>
                <a:lnTo>
                  <a:pt x="1522028" y="99589"/>
                </a:lnTo>
                <a:lnTo>
                  <a:pt x="1541380" y="99589"/>
                </a:lnTo>
                <a:lnTo>
                  <a:pt x="1541380" y="120355"/>
                </a:lnTo>
                <a:lnTo>
                  <a:pt x="1522028" y="120355"/>
                </a:lnTo>
                <a:lnTo>
                  <a:pt x="1522028" y="149516"/>
                </a:lnTo>
                <a:lnTo>
                  <a:pt x="1496048" y="149516"/>
                </a:lnTo>
                <a:lnTo>
                  <a:pt x="1496048" y="120355"/>
                </a:lnTo>
                <a:lnTo>
                  <a:pt x="1434898" y="120355"/>
                </a:lnTo>
                <a:lnTo>
                  <a:pt x="1434898" y="99412"/>
                </a:lnTo>
                <a:cubicBezTo>
                  <a:pt x="1447564" y="85274"/>
                  <a:pt x="1459435" y="70310"/>
                  <a:pt x="1470510" y="54522"/>
                </a:cubicBezTo>
                <a:cubicBezTo>
                  <a:pt x="1481585" y="38734"/>
                  <a:pt x="1489951" y="24772"/>
                  <a:pt x="1495606" y="12636"/>
                </a:cubicBezTo>
                <a:close/>
                <a:moveTo>
                  <a:pt x="1009650" y="12636"/>
                </a:moveTo>
                <a:lnTo>
                  <a:pt x="1087501" y="12636"/>
                </a:lnTo>
                <a:lnTo>
                  <a:pt x="1087501" y="36495"/>
                </a:lnTo>
                <a:lnTo>
                  <a:pt x="1038811" y="36495"/>
                </a:lnTo>
                <a:lnTo>
                  <a:pt x="1038811" y="68749"/>
                </a:lnTo>
                <a:lnTo>
                  <a:pt x="1084055" y="68749"/>
                </a:lnTo>
                <a:lnTo>
                  <a:pt x="1084055" y="92520"/>
                </a:lnTo>
                <a:lnTo>
                  <a:pt x="1038811" y="92520"/>
                </a:lnTo>
                <a:lnTo>
                  <a:pt x="1038811" y="125657"/>
                </a:lnTo>
                <a:lnTo>
                  <a:pt x="1090682" y="125657"/>
                </a:lnTo>
                <a:lnTo>
                  <a:pt x="1090682" y="149516"/>
                </a:lnTo>
                <a:lnTo>
                  <a:pt x="1009650" y="149516"/>
                </a:lnTo>
                <a:close/>
                <a:moveTo>
                  <a:pt x="714375" y="12636"/>
                </a:moveTo>
                <a:lnTo>
                  <a:pt x="746187" y="12636"/>
                </a:lnTo>
                <a:lnTo>
                  <a:pt x="802034" y="98705"/>
                </a:lnTo>
                <a:cubicBezTo>
                  <a:pt x="805746" y="104420"/>
                  <a:pt x="808014" y="108043"/>
                  <a:pt x="808839" y="109574"/>
                </a:cubicBezTo>
                <a:lnTo>
                  <a:pt x="809281" y="109574"/>
                </a:lnTo>
                <a:cubicBezTo>
                  <a:pt x="808691" y="106275"/>
                  <a:pt x="808397" y="99972"/>
                  <a:pt x="808397" y="90664"/>
                </a:cubicBezTo>
                <a:lnTo>
                  <a:pt x="808397" y="12636"/>
                </a:lnTo>
                <a:lnTo>
                  <a:pt x="836056" y="12636"/>
                </a:lnTo>
                <a:lnTo>
                  <a:pt x="836056" y="149516"/>
                </a:lnTo>
                <a:lnTo>
                  <a:pt x="806188" y="149516"/>
                </a:lnTo>
                <a:lnTo>
                  <a:pt x="748219" y="60973"/>
                </a:lnTo>
                <a:cubicBezTo>
                  <a:pt x="745215" y="56378"/>
                  <a:pt x="743035" y="52666"/>
                  <a:pt x="741680" y="49839"/>
                </a:cubicBezTo>
                <a:lnTo>
                  <a:pt x="741238" y="49839"/>
                </a:lnTo>
                <a:cubicBezTo>
                  <a:pt x="741768" y="54551"/>
                  <a:pt x="742033" y="61827"/>
                  <a:pt x="742033" y="71665"/>
                </a:cubicBezTo>
                <a:lnTo>
                  <a:pt x="742033" y="149516"/>
                </a:lnTo>
                <a:lnTo>
                  <a:pt x="714375" y="149516"/>
                </a:lnTo>
                <a:close/>
                <a:moveTo>
                  <a:pt x="647611" y="12636"/>
                </a:moveTo>
                <a:lnTo>
                  <a:pt x="676772" y="12636"/>
                </a:lnTo>
                <a:lnTo>
                  <a:pt x="676772" y="149516"/>
                </a:lnTo>
                <a:lnTo>
                  <a:pt x="647611" y="149516"/>
                </a:lnTo>
                <a:close/>
                <a:moveTo>
                  <a:pt x="187212" y="12636"/>
                </a:moveTo>
                <a:lnTo>
                  <a:pt x="294489" y="12636"/>
                </a:lnTo>
                <a:lnTo>
                  <a:pt x="294489" y="36495"/>
                </a:lnTo>
                <a:lnTo>
                  <a:pt x="255431" y="36495"/>
                </a:lnTo>
                <a:lnTo>
                  <a:pt x="255431" y="149516"/>
                </a:lnTo>
                <a:lnTo>
                  <a:pt x="226181" y="149516"/>
                </a:lnTo>
                <a:lnTo>
                  <a:pt x="226181" y="36495"/>
                </a:lnTo>
                <a:lnTo>
                  <a:pt x="187212" y="36495"/>
                </a:lnTo>
                <a:close/>
                <a:moveTo>
                  <a:pt x="133261" y="12636"/>
                </a:moveTo>
                <a:lnTo>
                  <a:pt x="162422" y="12636"/>
                </a:lnTo>
                <a:lnTo>
                  <a:pt x="162422" y="149516"/>
                </a:lnTo>
                <a:lnTo>
                  <a:pt x="133261" y="149516"/>
                </a:lnTo>
                <a:close/>
                <a:moveTo>
                  <a:pt x="0" y="12636"/>
                </a:moveTo>
                <a:lnTo>
                  <a:pt x="48601" y="12636"/>
                </a:lnTo>
                <a:cubicBezTo>
                  <a:pt x="63506" y="12636"/>
                  <a:pt x="74994" y="15464"/>
                  <a:pt x="83064" y="21119"/>
                </a:cubicBezTo>
                <a:cubicBezTo>
                  <a:pt x="91135" y="26775"/>
                  <a:pt x="95171" y="34610"/>
                  <a:pt x="95171" y="44625"/>
                </a:cubicBezTo>
                <a:cubicBezTo>
                  <a:pt x="95171" y="52048"/>
                  <a:pt x="92667" y="58557"/>
                  <a:pt x="87659" y="64154"/>
                </a:cubicBezTo>
                <a:cubicBezTo>
                  <a:pt x="82652" y="69751"/>
                  <a:pt x="76349" y="73609"/>
                  <a:pt x="68749" y="75730"/>
                </a:cubicBezTo>
                <a:lnTo>
                  <a:pt x="68749" y="76083"/>
                </a:lnTo>
                <a:cubicBezTo>
                  <a:pt x="78293" y="77262"/>
                  <a:pt x="85995" y="80796"/>
                  <a:pt x="91857" y="86687"/>
                </a:cubicBezTo>
                <a:cubicBezTo>
                  <a:pt x="97719" y="92579"/>
                  <a:pt x="100649" y="99972"/>
                  <a:pt x="100649" y="108868"/>
                </a:cubicBezTo>
                <a:cubicBezTo>
                  <a:pt x="100649" y="121298"/>
                  <a:pt x="96231" y="131180"/>
                  <a:pt x="87394" y="138515"/>
                </a:cubicBezTo>
                <a:cubicBezTo>
                  <a:pt x="78558" y="145849"/>
                  <a:pt x="66481" y="149516"/>
                  <a:pt x="51164" y="149516"/>
                </a:cubicBezTo>
                <a:lnTo>
                  <a:pt x="0" y="149516"/>
                </a:lnTo>
                <a:close/>
                <a:moveTo>
                  <a:pt x="1613599" y="10339"/>
                </a:moveTo>
                <a:cubicBezTo>
                  <a:pt x="1645057" y="10339"/>
                  <a:pt x="1660787" y="33609"/>
                  <a:pt x="1660787" y="80148"/>
                </a:cubicBezTo>
                <a:cubicBezTo>
                  <a:pt x="1660787" y="103065"/>
                  <a:pt x="1656516" y="120753"/>
                  <a:pt x="1647974" y="133213"/>
                </a:cubicBezTo>
                <a:cubicBezTo>
                  <a:pt x="1639431" y="145672"/>
                  <a:pt x="1627090" y="151902"/>
                  <a:pt x="1610948" y="151902"/>
                </a:cubicBezTo>
                <a:cubicBezTo>
                  <a:pt x="1578782" y="151902"/>
                  <a:pt x="1562700" y="129045"/>
                  <a:pt x="1562700" y="83330"/>
                </a:cubicBezTo>
                <a:cubicBezTo>
                  <a:pt x="1562700" y="59647"/>
                  <a:pt x="1567059" y="41562"/>
                  <a:pt x="1575778" y="29072"/>
                </a:cubicBezTo>
                <a:cubicBezTo>
                  <a:pt x="1584497" y="16583"/>
                  <a:pt x="1597104" y="10339"/>
                  <a:pt x="1613599" y="10339"/>
                </a:cubicBezTo>
                <a:close/>
                <a:moveTo>
                  <a:pt x="1363563" y="10339"/>
                </a:moveTo>
                <a:cubicBezTo>
                  <a:pt x="1378350" y="10339"/>
                  <a:pt x="1389955" y="15965"/>
                  <a:pt x="1398380" y="27217"/>
                </a:cubicBezTo>
                <a:cubicBezTo>
                  <a:pt x="1406804" y="38469"/>
                  <a:pt x="1411016" y="54169"/>
                  <a:pt x="1411016" y="74316"/>
                </a:cubicBezTo>
                <a:cubicBezTo>
                  <a:pt x="1411016" y="98234"/>
                  <a:pt x="1405935" y="117145"/>
                  <a:pt x="1395773" y="131048"/>
                </a:cubicBezTo>
                <a:cubicBezTo>
                  <a:pt x="1385611" y="144951"/>
                  <a:pt x="1370986" y="151902"/>
                  <a:pt x="1351899" y="151902"/>
                </a:cubicBezTo>
                <a:cubicBezTo>
                  <a:pt x="1341118" y="151902"/>
                  <a:pt x="1331663" y="150164"/>
                  <a:pt x="1323533" y="146688"/>
                </a:cubicBezTo>
                <a:lnTo>
                  <a:pt x="1323533" y="122918"/>
                </a:lnTo>
                <a:cubicBezTo>
                  <a:pt x="1330838" y="127631"/>
                  <a:pt x="1339439" y="129987"/>
                  <a:pt x="1349336" y="129987"/>
                </a:cubicBezTo>
                <a:cubicBezTo>
                  <a:pt x="1371428" y="129987"/>
                  <a:pt x="1382709" y="115613"/>
                  <a:pt x="1383180" y="86864"/>
                </a:cubicBezTo>
                <a:lnTo>
                  <a:pt x="1382650" y="86687"/>
                </a:lnTo>
                <a:cubicBezTo>
                  <a:pt x="1376641" y="95937"/>
                  <a:pt x="1367363" y="100561"/>
                  <a:pt x="1354815" y="100561"/>
                </a:cubicBezTo>
                <a:cubicBezTo>
                  <a:pt x="1343445" y="100561"/>
                  <a:pt x="1334093" y="96570"/>
                  <a:pt x="1326758" y="88587"/>
                </a:cubicBezTo>
                <a:cubicBezTo>
                  <a:pt x="1319424" y="80605"/>
                  <a:pt x="1315757" y="70546"/>
                  <a:pt x="1315757" y="58410"/>
                </a:cubicBezTo>
                <a:cubicBezTo>
                  <a:pt x="1315757" y="44154"/>
                  <a:pt x="1320175" y="32578"/>
                  <a:pt x="1329012" y="23682"/>
                </a:cubicBezTo>
                <a:cubicBezTo>
                  <a:pt x="1337848" y="14786"/>
                  <a:pt x="1349365" y="10339"/>
                  <a:pt x="1363563" y="10339"/>
                </a:cubicBezTo>
                <a:close/>
                <a:moveTo>
                  <a:pt x="940366" y="10339"/>
                </a:moveTo>
                <a:cubicBezTo>
                  <a:pt x="953738" y="10339"/>
                  <a:pt x="964932" y="12077"/>
                  <a:pt x="973945" y="15552"/>
                </a:cubicBezTo>
                <a:lnTo>
                  <a:pt x="973945" y="43741"/>
                </a:lnTo>
                <a:cubicBezTo>
                  <a:pt x="964696" y="38321"/>
                  <a:pt x="954210" y="35612"/>
                  <a:pt x="942486" y="35612"/>
                </a:cubicBezTo>
                <a:cubicBezTo>
                  <a:pt x="929114" y="35612"/>
                  <a:pt x="918421" y="39883"/>
                  <a:pt x="910409" y="48425"/>
                </a:cubicBezTo>
                <a:cubicBezTo>
                  <a:pt x="902397" y="56967"/>
                  <a:pt x="898391" y="68130"/>
                  <a:pt x="898391" y="81916"/>
                </a:cubicBezTo>
                <a:cubicBezTo>
                  <a:pt x="898391" y="95347"/>
                  <a:pt x="902191" y="106158"/>
                  <a:pt x="909791" y="114346"/>
                </a:cubicBezTo>
                <a:cubicBezTo>
                  <a:pt x="917390" y="122535"/>
                  <a:pt x="927670" y="126629"/>
                  <a:pt x="940631" y="126629"/>
                </a:cubicBezTo>
                <a:cubicBezTo>
                  <a:pt x="952825" y="126629"/>
                  <a:pt x="963930" y="123684"/>
                  <a:pt x="973945" y="117793"/>
                </a:cubicBezTo>
                <a:lnTo>
                  <a:pt x="973945" y="144568"/>
                </a:lnTo>
                <a:cubicBezTo>
                  <a:pt x="963989" y="149457"/>
                  <a:pt x="950999" y="151902"/>
                  <a:pt x="934975" y="151902"/>
                </a:cubicBezTo>
                <a:cubicBezTo>
                  <a:pt x="914356" y="151902"/>
                  <a:pt x="897994" y="145731"/>
                  <a:pt x="885887" y="133389"/>
                </a:cubicBezTo>
                <a:cubicBezTo>
                  <a:pt x="873781" y="121047"/>
                  <a:pt x="867728" y="104597"/>
                  <a:pt x="867728" y="84036"/>
                </a:cubicBezTo>
                <a:cubicBezTo>
                  <a:pt x="867728" y="62416"/>
                  <a:pt x="874488" y="44728"/>
                  <a:pt x="888008" y="30972"/>
                </a:cubicBezTo>
                <a:cubicBezTo>
                  <a:pt x="901528" y="17217"/>
                  <a:pt x="918981" y="10339"/>
                  <a:pt x="940366" y="10339"/>
                </a:cubicBezTo>
                <a:close/>
                <a:moveTo>
                  <a:pt x="579615" y="10339"/>
                </a:moveTo>
                <a:cubicBezTo>
                  <a:pt x="592988" y="10339"/>
                  <a:pt x="604211" y="12077"/>
                  <a:pt x="613283" y="15552"/>
                </a:cubicBezTo>
                <a:lnTo>
                  <a:pt x="613283" y="42946"/>
                </a:lnTo>
                <a:cubicBezTo>
                  <a:pt x="604093" y="36701"/>
                  <a:pt x="593342" y="33579"/>
                  <a:pt x="581029" y="33579"/>
                </a:cubicBezTo>
                <a:cubicBezTo>
                  <a:pt x="573842" y="33579"/>
                  <a:pt x="568098" y="34890"/>
                  <a:pt x="563798" y="37511"/>
                </a:cubicBezTo>
                <a:cubicBezTo>
                  <a:pt x="559497" y="40133"/>
                  <a:pt x="557347" y="43653"/>
                  <a:pt x="557347" y="48071"/>
                </a:cubicBezTo>
                <a:cubicBezTo>
                  <a:pt x="557347" y="51606"/>
                  <a:pt x="558820" y="54861"/>
                  <a:pt x="561765" y="57836"/>
                </a:cubicBezTo>
                <a:cubicBezTo>
                  <a:pt x="564711" y="60811"/>
                  <a:pt x="571986" y="64831"/>
                  <a:pt x="583592" y="69898"/>
                </a:cubicBezTo>
                <a:cubicBezTo>
                  <a:pt x="597200" y="75730"/>
                  <a:pt x="606553" y="81886"/>
                  <a:pt x="611648" y="88366"/>
                </a:cubicBezTo>
                <a:cubicBezTo>
                  <a:pt x="616744" y="94847"/>
                  <a:pt x="619292" y="102564"/>
                  <a:pt x="619292" y="111519"/>
                </a:cubicBezTo>
                <a:cubicBezTo>
                  <a:pt x="619292" y="124656"/>
                  <a:pt x="614638" y="134671"/>
                  <a:pt x="605330" y="141563"/>
                </a:cubicBezTo>
                <a:cubicBezTo>
                  <a:pt x="596022" y="148456"/>
                  <a:pt x="582797" y="151902"/>
                  <a:pt x="565654" y="151902"/>
                </a:cubicBezTo>
                <a:cubicBezTo>
                  <a:pt x="549983" y="151902"/>
                  <a:pt x="537141" y="149369"/>
                  <a:pt x="527126" y="144303"/>
                </a:cubicBezTo>
                <a:lnTo>
                  <a:pt x="527126" y="115053"/>
                </a:lnTo>
                <a:cubicBezTo>
                  <a:pt x="538142" y="124184"/>
                  <a:pt x="550661" y="128750"/>
                  <a:pt x="564682" y="128750"/>
                </a:cubicBezTo>
                <a:cubicBezTo>
                  <a:pt x="572635" y="128750"/>
                  <a:pt x="578614" y="127380"/>
                  <a:pt x="582620" y="124641"/>
                </a:cubicBezTo>
                <a:cubicBezTo>
                  <a:pt x="586626" y="121902"/>
                  <a:pt x="588629" y="118382"/>
                  <a:pt x="588629" y="114081"/>
                </a:cubicBezTo>
                <a:cubicBezTo>
                  <a:pt x="588629" y="110370"/>
                  <a:pt x="587038" y="106865"/>
                  <a:pt x="583857" y="103566"/>
                </a:cubicBezTo>
                <a:cubicBezTo>
                  <a:pt x="580676" y="100267"/>
                  <a:pt x="572281" y="95789"/>
                  <a:pt x="558673" y="90134"/>
                </a:cubicBezTo>
                <a:cubicBezTo>
                  <a:pt x="537288" y="81061"/>
                  <a:pt x="526595" y="67865"/>
                  <a:pt x="526595" y="50546"/>
                </a:cubicBezTo>
                <a:cubicBezTo>
                  <a:pt x="526595" y="37821"/>
                  <a:pt x="531441" y="27938"/>
                  <a:pt x="541132" y="20899"/>
                </a:cubicBezTo>
                <a:cubicBezTo>
                  <a:pt x="550823" y="13859"/>
                  <a:pt x="563651" y="10339"/>
                  <a:pt x="579615" y="10339"/>
                </a:cubicBezTo>
                <a:close/>
                <a:moveTo>
                  <a:pt x="1242919" y="9632"/>
                </a:moveTo>
                <a:lnTo>
                  <a:pt x="1261123" y="9632"/>
                </a:lnTo>
                <a:lnTo>
                  <a:pt x="1261123" y="149516"/>
                </a:lnTo>
                <a:lnTo>
                  <a:pt x="1232404" y="149516"/>
                </a:lnTo>
                <a:lnTo>
                  <a:pt x="1232404" y="41797"/>
                </a:lnTo>
                <a:cubicBezTo>
                  <a:pt x="1228869" y="44861"/>
                  <a:pt x="1224038" y="47615"/>
                  <a:pt x="1217911" y="50060"/>
                </a:cubicBezTo>
                <a:cubicBezTo>
                  <a:pt x="1211785" y="52504"/>
                  <a:pt x="1206159" y="54021"/>
                  <a:pt x="1201033" y="54610"/>
                </a:cubicBezTo>
                <a:lnTo>
                  <a:pt x="1201033" y="30133"/>
                </a:lnTo>
                <a:cubicBezTo>
                  <a:pt x="1217175" y="25420"/>
                  <a:pt x="1231137" y="18586"/>
                  <a:pt x="1242919" y="9632"/>
                </a:cubicBezTo>
                <a:close/>
                <a:moveTo>
                  <a:pt x="403761" y="0"/>
                </a:moveTo>
                <a:lnTo>
                  <a:pt x="426648" y="0"/>
                </a:lnTo>
                <a:lnTo>
                  <a:pt x="426648" y="195379"/>
                </a:lnTo>
                <a:lnTo>
                  <a:pt x="403761" y="195379"/>
                </a:lnTo>
                <a:close/>
              </a:path>
            </a:pathLst>
          </a:custGeom>
          <a:solidFill>
            <a:srgbClr val="A2A2A2"/>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400" b="1" i="0" u="none" strike="noStrike" kern="1200" cap="none" spc="100" normalizeH="0" baseline="0" noProof="0" dirty="0">
              <a:ln>
                <a:noFill/>
              </a:ln>
              <a:solidFill>
                <a:srgbClr val="A2A2A2"/>
              </a:solidFill>
              <a:effectLst/>
              <a:uLnTx/>
              <a:uFillTx/>
              <a:latin typeface="微软雅黑 Light" panose="020B0502040204020203" pitchFamily="34" charset="-122"/>
              <a:ea typeface="微软雅黑 Light" panose="020B0502040204020203" pitchFamily="34" charset="-122"/>
              <a:cs typeface="+mn-cs"/>
            </a:endParaRPr>
          </a:p>
        </p:txBody>
      </p:sp>
      <p:grpSp>
        <p:nvGrpSpPr>
          <p:cNvPr id="282" name="Group 240_1_1"/>
          <p:cNvGrpSpPr/>
          <p:nvPr userDrawn="1"/>
        </p:nvGrpSpPr>
        <p:grpSpPr>
          <a:xfrm>
            <a:off x="8250874" y="2190402"/>
            <a:ext cx="3243162" cy="2477196"/>
            <a:chOff x="3760404" y="241673"/>
            <a:chExt cx="2449979" cy="1871346"/>
          </a:xfrm>
          <a:solidFill>
            <a:schemeClr val="bg1"/>
          </a:solidFill>
        </p:grpSpPr>
        <p:pic>
          <p:nvPicPr>
            <p:cNvPr id="283" name="Graphic 3_1_1"/>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72308" y="241673"/>
              <a:ext cx="1229681" cy="1229680"/>
            </a:xfrm>
            <a:prstGeom prst="rect">
              <a:avLst/>
            </a:prstGeom>
          </p:spPr>
        </p:pic>
        <p:sp>
          <p:nvSpPr>
            <p:cNvPr id="284" name="任意多边形: 形状 283"/>
            <p:cNvSpPr/>
            <p:nvPr/>
          </p:nvSpPr>
          <p:spPr>
            <a:xfrm>
              <a:off x="3782809" y="2013336"/>
              <a:ext cx="73070" cy="98066"/>
            </a:xfrm>
            <a:custGeom>
              <a:avLst/>
              <a:gdLst>
                <a:gd name="connsiteX0" fmla="*/ -365 w 32620"/>
                <a:gd name="connsiteY0" fmla="*/ -121 h 43779"/>
                <a:gd name="connsiteX1" fmla="*/ 18685 w 32620"/>
                <a:gd name="connsiteY1" fmla="*/ -121 h 43779"/>
                <a:gd name="connsiteX2" fmla="*/ 27734 w 32620"/>
                <a:gd name="connsiteY2" fmla="*/ 2831 h 43779"/>
                <a:gd name="connsiteX3" fmla="*/ 30972 w 32620"/>
                <a:gd name="connsiteY3" fmla="*/ 10832 h 43779"/>
                <a:gd name="connsiteX4" fmla="*/ 27257 w 32620"/>
                <a:gd name="connsiteY4" fmla="*/ 19024 h 43779"/>
                <a:gd name="connsiteX5" fmla="*/ 25924 w 32620"/>
                <a:gd name="connsiteY5" fmla="*/ 19881 h 43779"/>
                <a:gd name="connsiteX6" fmla="*/ 28401 w 32620"/>
                <a:gd name="connsiteY6" fmla="*/ 21310 h 43779"/>
                <a:gd name="connsiteX7" fmla="*/ 32211 w 32620"/>
                <a:gd name="connsiteY7" fmla="*/ 29597 h 43779"/>
                <a:gd name="connsiteX8" fmla="*/ 28210 w 32620"/>
                <a:gd name="connsiteY8" fmla="*/ 40074 h 43779"/>
                <a:gd name="connsiteX9" fmla="*/ 17161 w 32620"/>
                <a:gd name="connsiteY9" fmla="*/ 43598 h 43779"/>
                <a:gd name="connsiteX10" fmla="*/ -365 w 32620"/>
                <a:gd name="connsiteY10" fmla="*/ 43598 h 43779"/>
                <a:gd name="connsiteX11" fmla="*/ 7636 w 32620"/>
                <a:gd name="connsiteY11" fmla="*/ 16833 h 43779"/>
                <a:gd name="connsiteX12" fmla="*/ 17161 w 32620"/>
                <a:gd name="connsiteY12" fmla="*/ 16833 h 43779"/>
                <a:gd name="connsiteX13" fmla="*/ 21828 w 32620"/>
                <a:gd name="connsiteY13" fmla="*/ 15595 h 43779"/>
                <a:gd name="connsiteX14" fmla="*/ 23352 w 32620"/>
                <a:gd name="connsiteY14" fmla="*/ 11785 h 43779"/>
                <a:gd name="connsiteX15" fmla="*/ 21733 w 32620"/>
                <a:gd name="connsiteY15" fmla="*/ 8451 h 43779"/>
                <a:gd name="connsiteX16" fmla="*/ 16875 w 32620"/>
                <a:gd name="connsiteY16" fmla="*/ 7308 h 43779"/>
                <a:gd name="connsiteX17" fmla="*/ 7350 w 32620"/>
                <a:gd name="connsiteY17" fmla="*/ 7308 h 43779"/>
                <a:gd name="connsiteX18" fmla="*/ 7636 w 32620"/>
                <a:gd name="connsiteY18" fmla="*/ 35883 h 43779"/>
                <a:gd name="connsiteX19" fmla="*/ 17637 w 32620"/>
                <a:gd name="connsiteY19" fmla="*/ 35883 h 43779"/>
                <a:gd name="connsiteX20" fmla="*/ 22495 w 32620"/>
                <a:gd name="connsiteY20" fmla="*/ 34359 h 43779"/>
                <a:gd name="connsiteX21" fmla="*/ 24115 w 32620"/>
                <a:gd name="connsiteY21" fmla="*/ 29787 h 43779"/>
                <a:gd name="connsiteX22" fmla="*/ 22495 w 32620"/>
                <a:gd name="connsiteY22" fmla="*/ 25691 h 43779"/>
                <a:gd name="connsiteX23" fmla="*/ 17542 w 32620"/>
                <a:gd name="connsiteY23" fmla="*/ 24358 h 43779"/>
                <a:gd name="connsiteX24" fmla="*/ 8017 w 32620"/>
                <a:gd name="connsiteY24" fmla="*/ 24358 h 4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620" h="43779">
                  <a:moveTo>
                    <a:pt x="-365" y="-121"/>
                  </a:moveTo>
                  <a:lnTo>
                    <a:pt x="18685" y="-121"/>
                  </a:lnTo>
                  <a:cubicBezTo>
                    <a:pt x="21961" y="-275"/>
                    <a:pt x="25179" y="776"/>
                    <a:pt x="27734" y="2831"/>
                  </a:cubicBezTo>
                  <a:cubicBezTo>
                    <a:pt x="29934" y="4895"/>
                    <a:pt x="31118" y="7820"/>
                    <a:pt x="30972" y="10832"/>
                  </a:cubicBezTo>
                  <a:cubicBezTo>
                    <a:pt x="31183" y="14012"/>
                    <a:pt x="29788" y="17087"/>
                    <a:pt x="27257" y="19024"/>
                  </a:cubicBezTo>
                  <a:lnTo>
                    <a:pt x="25924" y="19881"/>
                  </a:lnTo>
                  <a:cubicBezTo>
                    <a:pt x="26821" y="20220"/>
                    <a:pt x="27658" y="20703"/>
                    <a:pt x="28401" y="21310"/>
                  </a:cubicBezTo>
                  <a:cubicBezTo>
                    <a:pt x="30996" y="23245"/>
                    <a:pt x="32432" y="26366"/>
                    <a:pt x="32211" y="29597"/>
                  </a:cubicBezTo>
                  <a:cubicBezTo>
                    <a:pt x="32536" y="33515"/>
                    <a:pt x="31065" y="37370"/>
                    <a:pt x="28210" y="40074"/>
                  </a:cubicBezTo>
                  <a:cubicBezTo>
                    <a:pt x="25125" y="42641"/>
                    <a:pt x="21162" y="43905"/>
                    <a:pt x="17161" y="43598"/>
                  </a:cubicBezTo>
                  <a:lnTo>
                    <a:pt x="-365" y="43598"/>
                  </a:lnTo>
                  <a:close/>
                  <a:moveTo>
                    <a:pt x="7636" y="16833"/>
                  </a:moveTo>
                  <a:lnTo>
                    <a:pt x="17161" y="16833"/>
                  </a:lnTo>
                  <a:cubicBezTo>
                    <a:pt x="18813" y="16975"/>
                    <a:pt x="20463" y="16537"/>
                    <a:pt x="21828" y="15595"/>
                  </a:cubicBezTo>
                  <a:cubicBezTo>
                    <a:pt x="22909" y="14637"/>
                    <a:pt x="23475" y="13224"/>
                    <a:pt x="23352" y="11785"/>
                  </a:cubicBezTo>
                  <a:cubicBezTo>
                    <a:pt x="23426" y="10469"/>
                    <a:pt x="22813" y="9208"/>
                    <a:pt x="21733" y="8451"/>
                  </a:cubicBezTo>
                  <a:cubicBezTo>
                    <a:pt x="20270" y="7580"/>
                    <a:pt x="18573" y="7181"/>
                    <a:pt x="16875" y="7308"/>
                  </a:cubicBezTo>
                  <a:lnTo>
                    <a:pt x="7350" y="7308"/>
                  </a:lnTo>
                  <a:close/>
                  <a:moveTo>
                    <a:pt x="7636" y="35883"/>
                  </a:moveTo>
                  <a:lnTo>
                    <a:pt x="17637" y="35883"/>
                  </a:lnTo>
                  <a:cubicBezTo>
                    <a:pt x="19396" y="36049"/>
                    <a:pt x="21146" y="35499"/>
                    <a:pt x="22495" y="34359"/>
                  </a:cubicBezTo>
                  <a:cubicBezTo>
                    <a:pt x="23676" y="33144"/>
                    <a:pt x="24267" y="31475"/>
                    <a:pt x="24115" y="29787"/>
                  </a:cubicBezTo>
                  <a:cubicBezTo>
                    <a:pt x="24245" y="28244"/>
                    <a:pt x="23646" y="26728"/>
                    <a:pt x="22495" y="25691"/>
                  </a:cubicBezTo>
                  <a:cubicBezTo>
                    <a:pt x="21033" y="24722"/>
                    <a:pt x="19294" y="24254"/>
                    <a:pt x="17542" y="24358"/>
                  </a:cubicBezTo>
                  <a:lnTo>
                    <a:pt x="8017" y="24358"/>
                  </a:lnTo>
                  <a:close/>
                </a:path>
              </a:pathLst>
            </a:custGeom>
            <a:grpFill/>
            <a:ln w="9525" cap="flat">
              <a:noFill/>
              <a:prstDash val="solid"/>
              <a:miter/>
            </a:ln>
          </p:spPr>
          <p:txBody>
            <a:bodyPr rtlCol="0" anchor="ctr"/>
            <a:lstStyle/>
            <a:p>
              <a:endParaRPr lang="zh-CN" altLang="en-US"/>
            </a:p>
          </p:txBody>
        </p:sp>
        <p:sp>
          <p:nvSpPr>
            <p:cNvPr id="285" name="任意多边形: 形状 284"/>
            <p:cNvSpPr/>
            <p:nvPr/>
          </p:nvSpPr>
          <p:spPr>
            <a:xfrm>
              <a:off x="3876475" y="2013582"/>
              <a:ext cx="67422" cy="96652"/>
            </a:xfrm>
            <a:custGeom>
              <a:avLst/>
              <a:gdLst>
                <a:gd name="connsiteX0" fmla="*/ 0 w 30099"/>
                <a:gd name="connsiteY0" fmla="*/ 43148 h 43148"/>
                <a:gd name="connsiteX1" fmla="*/ 0 w 30099"/>
                <a:gd name="connsiteY1" fmla="*/ 0 h 43148"/>
                <a:gd name="connsiteX2" fmla="*/ 29242 w 30099"/>
                <a:gd name="connsiteY2" fmla="*/ 0 h 43148"/>
                <a:gd name="connsiteX3" fmla="*/ 29242 w 30099"/>
                <a:gd name="connsiteY3" fmla="*/ 3810 h 43148"/>
                <a:gd name="connsiteX4" fmla="*/ 29242 w 30099"/>
                <a:gd name="connsiteY4" fmla="*/ 7620 h 43148"/>
                <a:gd name="connsiteX5" fmla="*/ 8287 w 30099"/>
                <a:gd name="connsiteY5" fmla="*/ 7620 h 43148"/>
                <a:gd name="connsiteX6" fmla="*/ 8287 w 30099"/>
                <a:gd name="connsiteY6" fmla="*/ 16764 h 43148"/>
                <a:gd name="connsiteX7" fmla="*/ 27718 w 30099"/>
                <a:gd name="connsiteY7" fmla="*/ 16764 h 43148"/>
                <a:gd name="connsiteX8" fmla="*/ 27718 w 30099"/>
                <a:gd name="connsiteY8" fmla="*/ 20479 h 43148"/>
                <a:gd name="connsiteX9" fmla="*/ 27718 w 30099"/>
                <a:gd name="connsiteY9" fmla="*/ 24193 h 43148"/>
                <a:gd name="connsiteX10" fmla="*/ 8287 w 30099"/>
                <a:gd name="connsiteY10" fmla="*/ 24193 h 43148"/>
                <a:gd name="connsiteX11" fmla="*/ 8287 w 30099"/>
                <a:gd name="connsiteY11" fmla="*/ 35433 h 43148"/>
                <a:gd name="connsiteX12" fmla="*/ 30099 w 30099"/>
                <a:gd name="connsiteY12" fmla="*/ 35433 h 43148"/>
                <a:gd name="connsiteX13" fmla="*/ 30099 w 30099"/>
                <a:gd name="connsiteY13" fmla="*/ 39243 h 43148"/>
                <a:gd name="connsiteX14" fmla="*/ 30099 w 30099"/>
                <a:gd name="connsiteY14" fmla="*/ 43148 h 43148"/>
                <a:gd name="connsiteX15" fmla="*/ 0 w 30099"/>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099"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099" y="35433"/>
                  </a:lnTo>
                  <a:lnTo>
                    <a:pt x="30099" y="39243"/>
                  </a:lnTo>
                  <a:lnTo>
                    <a:pt x="30099" y="43148"/>
                  </a:lnTo>
                  <a:lnTo>
                    <a:pt x="0" y="43148"/>
                  </a:lnTo>
                  <a:close/>
                </a:path>
              </a:pathLst>
            </a:custGeom>
            <a:grpFill/>
            <a:ln w="9525" cap="flat">
              <a:noFill/>
              <a:prstDash val="solid"/>
              <a:miter/>
            </a:ln>
          </p:spPr>
          <p:txBody>
            <a:bodyPr rtlCol="0" anchor="ctr"/>
            <a:lstStyle/>
            <a:p>
              <a:endParaRPr lang="zh-CN" altLang="en-US"/>
            </a:p>
          </p:txBody>
        </p:sp>
        <p:sp>
          <p:nvSpPr>
            <p:cNvPr id="286" name="任意多边形: 形状 285"/>
            <p:cNvSpPr/>
            <p:nvPr/>
          </p:nvSpPr>
          <p:spPr>
            <a:xfrm>
              <a:off x="3962458" y="2013582"/>
              <a:ext cx="18561" cy="96652"/>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287" name="任意多边形: 形状 286"/>
            <p:cNvSpPr/>
            <p:nvPr/>
          </p:nvSpPr>
          <p:spPr>
            <a:xfrm>
              <a:off x="3997396" y="2013369"/>
              <a:ext cx="56623" cy="97575"/>
            </a:xfrm>
            <a:custGeom>
              <a:avLst/>
              <a:gdLst>
                <a:gd name="connsiteX0" fmla="*/ 16614 w 25278"/>
                <a:gd name="connsiteY0" fmla="*/ -136 h 43560"/>
                <a:gd name="connsiteX1" fmla="*/ 24901 w 25278"/>
                <a:gd name="connsiteY1" fmla="*/ -136 h 43560"/>
                <a:gd name="connsiteX2" fmla="*/ 24901 w 25278"/>
                <a:gd name="connsiteY2" fmla="*/ 30535 h 43560"/>
                <a:gd name="connsiteX3" fmla="*/ 21662 w 25278"/>
                <a:gd name="connsiteY3" fmla="*/ 40060 h 43560"/>
                <a:gd name="connsiteX4" fmla="*/ 12137 w 25278"/>
                <a:gd name="connsiteY4" fmla="*/ 43393 h 43560"/>
                <a:gd name="connsiteX5" fmla="*/ 2612 w 25278"/>
                <a:gd name="connsiteY5" fmla="*/ 39678 h 43560"/>
                <a:gd name="connsiteX6" fmla="*/ -245 w 25278"/>
                <a:gd name="connsiteY6" fmla="*/ 28248 h 43560"/>
                <a:gd name="connsiteX7" fmla="*/ -245 w 25278"/>
                <a:gd name="connsiteY7" fmla="*/ 25677 h 43560"/>
                <a:gd name="connsiteX8" fmla="*/ 7660 w 25278"/>
                <a:gd name="connsiteY8" fmla="*/ 25677 h 43560"/>
                <a:gd name="connsiteX9" fmla="*/ 7660 w 25278"/>
                <a:gd name="connsiteY9" fmla="*/ 28249 h 43560"/>
                <a:gd name="connsiteX10" fmla="*/ 8708 w 25278"/>
                <a:gd name="connsiteY10" fmla="*/ 34059 h 43560"/>
                <a:gd name="connsiteX11" fmla="*/ 12423 w 25278"/>
                <a:gd name="connsiteY11" fmla="*/ 35964 h 43560"/>
                <a:gd name="connsiteX12" fmla="*/ 15947 w 25278"/>
                <a:gd name="connsiteY12" fmla="*/ 34630 h 43560"/>
                <a:gd name="connsiteX13" fmla="*/ 16995 w 25278"/>
                <a:gd name="connsiteY13" fmla="*/ 30058 h 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78" h="43560">
                  <a:moveTo>
                    <a:pt x="16614" y="-136"/>
                  </a:moveTo>
                  <a:lnTo>
                    <a:pt x="24901" y="-136"/>
                  </a:lnTo>
                  <a:lnTo>
                    <a:pt x="24901" y="30535"/>
                  </a:lnTo>
                  <a:cubicBezTo>
                    <a:pt x="25048" y="34002"/>
                    <a:pt x="23893" y="37400"/>
                    <a:pt x="21662" y="40060"/>
                  </a:cubicBezTo>
                  <a:cubicBezTo>
                    <a:pt x="19080" y="42432"/>
                    <a:pt x="15635" y="43638"/>
                    <a:pt x="12137" y="43393"/>
                  </a:cubicBezTo>
                  <a:cubicBezTo>
                    <a:pt x="8573" y="43597"/>
                    <a:pt x="5097" y="42242"/>
                    <a:pt x="2612" y="39678"/>
                  </a:cubicBezTo>
                  <a:cubicBezTo>
                    <a:pt x="284" y="36351"/>
                    <a:pt x="-734" y="32280"/>
                    <a:pt x="-245" y="28248"/>
                  </a:cubicBezTo>
                  <a:lnTo>
                    <a:pt x="-245" y="25677"/>
                  </a:lnTo>
                  <a:lnTo>
                    <a:pt x="7660" y="25677"/>
                  </a:lnTo>
                  <a:lnTo>
                    <a:pt x="7660" y="28249"/>
                  </a:lnTo>
                  <a:cubicBezTo>
                    <a:pt x="7451" y="30246"/>
                    <a:pt x="7814" y="32261"/>
                    <a:pt x="8708" y="34059"/>
                  </a:cubicBezTo>
                  <a:cubicBezTo>
                    <a:pt x="9475" y="35358"/>
                    <a:pt x="10921" y="36099"/>
                    <a:pt x="12423" y="35964"/>
                  </a:cubicBezTo>
                  <a:cubicBezTo>
                    <a:pt x="13741" y="36087"/>
                    <a:pt x="15041" y="35595"/>
                    <a:pt x="15947" y="34630"/>
                  </a:cubicBezTo>
                  <a:cubicBezTo>
                    <a:pt x="16787" y="33262"/>
                    <a:pt x="17155" y="31656"/>
                    <a:pt x="16995" y="30058"/>
                  </a:cubicBezTo>
                  <a:close/>
                </a:path>
              </a:pathLst>
            </a:custGeom>
            <a:grpFill/>
            <a:ln w="9525" cap="flat">
              <a:noFill/>
              <a:prstDash val="solid"/>
              <a:miter/>
            </a:ln>
          </p:spPr>
          <p:txBody>
            <a:bodyPr rtlCol="0" anchor="ctr"/>
            <a:lstStyle/>
            <a:p>
              <a:endParaRPr lang="zh-CN" altLang="en-US"/>
            </a:p>
          </p:txBody>
        </p:sp>
        <p:sp>
          <p:nvSpPr>
            <p:cNvPr id="288" name="任意多边形: 形状 287"/>
            <p:cNvSpPr/>
            <p:nvPr/>
          </p:nvSpPr>
          <p:spPr>
            <a:xfrm>
              <a:off x="4075754" y="2013582"/>
              <a:ext cx="18561" cy="96652"/>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289" name="任意多边形: 形状 288"/>
            <p:cNvSpPr/>
            <p:nvPr/>
          </p:nvSpPr>
          <p:spPr>
            <a:xfrm>
              <a:off x="4115866" y="2013582"/>
              <a:ext cx="72541" cy="96652"/>
            </a:xfrm>
            <a:custGeom>
              <a:avLst/>
              <a:gdLst>
                <a:gd name="connsiteX0" fmla="*/ 7715 w 32384"/>
                <a:gd name="connsiteY0" fmla="*/ 43148 h 43148"/>
                <a:gd name="connsiteX1" fmla="*/ 3810 w 32384"/>
                <a:gd name="connsiteY1" fmla="*/ 43148 h 43148"/>
                <a:gd name="connsiteX2" fmla="*/ 0 w 32384"/>
                <a:gd name="connsiteY2" fmla="*/ 43148 h 43148"/>
                <a:gd name="connsiteX3" fmla="*/ 0 w 32384"/>
                <a:gd name="connsiteY3" fmla="*/ 0 h 43148"/>
                <a:gd name="connsiteX4" fmla="*/ 4286 w 32384"/>
                <a:gd name="connsiteY4" fmla="*/ 0 h 43148"/>
                <a:gd name="connsiteX5" fmla="*/ 8668 w 32384"/>
                <a:gd name="connsiteY5" fmla="*/ 0 h 43148"/>
                <a:gd name="connsiteX6" fmla="*/ 24575 w 32384"/>
                <a:gd name="connsiteY6" fmla="*/ 30289 h 43148"/>
                <a:gd name="connsiteX7" fmla="*/ 24575 w 32384"/>
                <a:gd name="connsiteY7" fmla="*/ 0 h 43148"/>
                <a:gd name="connsiteX8" fmla="*/ 28480 w 32384"/>
                <a:gd name="connsiteY8" fmla="*/ 0 h 43148"/>
                <a:gd name="connsiteX9" fmla="*/ 32385 w 32384"/>
                <a:gd name="connsiteY9" fmla="*/ 0 h 43148"/>
                <a:gd name="connsiteX10" fmla="*/ 32385 w 32384"/>
                <a:gd name="connsiteY10" fmla="*/ 43148 h 43148"/>
                <a:gd name="connsiteX11" fmla="*/ 28194 w 32384"/>
                <a:gd name="connsiteY11" fmla="*/ 43148 h 43148"/>
                <a:gd name="connsiteX12" fmla="*/ 24098 w 32384"/>
                <a:gd name="connsiteY12" fmla="*/ 43148 h 43148"/>
                <a:gd name="connsiteX13" fmla="*/ 7715 w 32384"/>
                <a:gd name="connsiteY13" fmla="*/ 12001 h 43148"/>
                <a:gd name="connsiteX14" fmla="*/ 7715 w 32384"/>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4" h="43148">
                  <a:moveTo>
                    <a:pt x="7715" y="43148"/>
                  </a:moveTo>
                  <a:lnTo>
                    <a:pt x="3810" y="43148"/>
                  </a:lnTo>
                  <a:lnTo>
                    <a:pt x="0" y="43148"/>
                  </a:lnTo>
                  <a:lnTo>
                    <a:pt x="0" y="0"/>
                  </a:lnTo>
                  <a:lnTo>
                    <a:pt x="4286" y="0"/>
                  </a:lnTo>
                  <a:lnTo>
                    <a:pt x="8668" y="0"/>
                  </a:lnTo>
                  <a:lnTo>
                    <a:pt x="24575" y="30289"/>
                  </a:lnTo>
                  <a:lnTo>
                    <a:pt x="24575" y="0"/>
                  </a:lnTo>
                  <a:lnTo>
                    <a:pt x="28480" y="0"/>
                  </a:lnTo>
                  <a:lnTo>
                    <a:pt x="32385" y="0"/>
                  </a:lnTo>
                  <a:lnTo>
                    <a:pt x="32385" y="43148"/>
                  </a:lnTo>
                  <a:lnTo>
                    <a:pt x="28194" y="43148"/>
                  </a:lnTo>
                  <a:lnTo>
                    <a:pt x="24098" y="43148"/>
                  </a:lnTo>
                  <a:lnTo>
                    <a:pt x="7715" y="12001"/>
                  </a:lnTo>
                  <a:lnTo>
                    <a:pt x="7715" y="43148"/>
                  </a:lnTo>
                  <a:close/>
                </a:path>
              </a:pathLst>
            </a:custGeom>
            <a:grpFill/>
            <a:ln w="9525" cap="flat">
              <a:noFill/>
              <a:prstDash val="solid"/>
              <a:miter/>
            </a:ln>
          </p:spPr>
          <p:txBody>
            <a:bodyPr rtlCol="0" anchor="ctr"/>
            <a:lstStyle/>
            <a:p>
              <a:endParaRPr lang="zh-CN" altLang="en-US"/>
            </a:p>
          </p:txBody>
        </p:sp>
        <p:sp>
          <p:nvSpPr>
            <p:cNvPr id="290" name="任意多边形: 形状 289"/>
            <p:cNvSpPr/>
            <p:nvPr/>
          </p:nvSpPr>
          <p:spPr>
            <a:xfrm>
              <a:off x="4207098" y="2010811"/>
              <a:ext cx="83085" cy="102208"/>
            </a:xfrm>
            <a:custGeom>
              <a:avLst/>
              <a:gdLst>
                <a:gd name="connsiteX0" fmla="*/ 18534 w 37091"/>
                <a:gd name="connsiteY0" fmla="*/ 45392 h 45628"/>
                <a:gd name="connsiteX1" fmla="*/ 4818 w 37091"/>
                <a:gd name="connsiteY1" fmla="*/ 39296 h 45628"/>
                <a:gd name="connsiteX2" fmla="*/ -326 w 37091"/>
                <a:gd name="connsiteY2" fmla="*/ 22818 h 45628"/>
                <a:gd name="connsiteX3" fmla="*/ 5008 w 37091"/>
                <a:gd name="connsiteY3" fmla="*/ 6054 h 45628"/>
                <a:gd name="connsiteX4" fmla="*/ 31202 w 37091"/>
                <a:gd name="connsiteY4" fmla="*/ 3768 h 45628"/>
                <a:gd name="connsiteX5" fmla="*/ 36726 w 37091"/>
                <a:gd name="connsiteY5" fmla="*/ 14436 h 45628"/>
                <a:gd name="connsiteX6" fmla="*/ 28440 w 37091"/>
                <a:gd name="connsiteY6" fmla="*/ 14436 h 45628"/>
                <a:gd name="connsiteX7" fmla="*/ 25487 w 37091"/>
                <a:gd name="connsiteY7" fmla="*/ 9483 h 45628"/>
                <a:gd name="connsiteX8" fmla="*/ 19772 w 37091"/>
                <a:gd name="connsiteY8" fmla="*/ 7388 h 45628"/>
                <a:gd name="connsiteX9" fmla="*/ 11295 w 37091"/>
                <a:gd name="connsiteY9" fmla="*/ 11388 h 45628"/>
                <a:gd name="connsiteX10" fmla="*/ 8246 w 37091"/>
                <a:gd name="connsiteY10" fmla="*/ 22723 h 45628"/>
                <a:gd name="connsiteX11" fmla="*/ 11199 w 37091"/>
                <a:gd name="connsiteY11" fmla="*/ 33868 h 45628"/>
                <a:gd name="connsiteX12" fmla="*/ 19772 w 37091"/>
                <a:gd name="connsiteY12" fmla="*/ 37773 h 45628"/>
                <a:gd name="connsiteX13" fmla="*/ 19772 w 37091"/>
                <a:gd name="connsiteY13" fmla="*/ 37773 h 45628"/>
                <a:gd name="connsiteX14" fmla="*/ 27297 w 37091"/>
                <a:gd name="connsiteY14" fmla="*/ 33772 h 45628"/>
                <a:gd name="connsiteX15" fmla="*/ 29488 w 37091"/>
                <a:gd name="connsiteY15" fmla="*/ 28438 h 45628"/>
                <a:gd name="connsiteX16" fmla="*/ 19962 w 37091"/>
                <a:gd name="connsiteY16" fmla="*/ 28438 h 45628"/>
                <a:gd name="connsiteX17" fmla="*/ 19962 w 37091"/>
                <a:gd name="connsiteY17" fmla="*/ 21008 h 45628"/>
                <a:gd name="connsiteX18" fmla="*/ 36631 w 37091"/>
                <a:gd name="connsiteY18" fmla="*/ 21008 h 45628"/>
                <a:gd name="connsiteX19" fmla="*/ 36631 w 37091"/>
                <a:gd name="connsiteY19" fmla="*/ 44249 h 45628"/>
                <a:gd name="connsiteX20" fmla="*/ 31107 w 37091"/>
                <a:gd name="connsiteY20" fmla="*/ 44249 h 45628"/>
                <a:gd name="connsiteX21" fmla="*/ 30249 w 37091"/>
                <a:gd name="connsiteY21" fmla="*/ 38725 h 45628"/>
                <a:gd name="connsiteX22" fmla="*/ 29773 w 37091"/>
                <a:gd name="connsiteY22" fmla="*/ 39392 h 45628"/>
                <a:gd name="connsiteX23" fmla="*/ 18438 w 37091"/>
                <a:gd name="connsiteY23" fmla="*/ 45488 h 4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7091" h="45628">
                  <a:moveTo>
                    <a:pt x="18534" y="45392"/>
                  </a:moveTo>
                  <a:cubicBezTo>
                    <a:pt x="13254" y="45650"/>
                    <a:pt x="8164" y="43388"/>
                    <a:pt x="4818" y="39296"/>
                  </a:cubicBezTo>
                  <a:cubicBezTo>
                    <a:pt x="1167" y="34606"/>
                    <a:pt x="-661" y="28752"/>
                    <a:pt x="-326" y="22818"/>
                  </a:cubicBezTo>
                  <a:cubicBezTo>
                    <a:pt x="-616" y="16771"/>
                    <a:pt x="1277" y="10822"/>
                    <a:pt x="5008" y="6054"/>
                  </a:cubicBezTo>
                  <a:cubicBezTo>
                    <a:pt x="11903" y="-1227"/>
                    <a:pt x="23150" y="-2208"/>
                    <a:pt x="31202" y="3768"/>
                  </a:cubicBezTo>
                  <a:cubicBezTo>
                    <a:pt x="34359" y="6472"/>
                    <a:pt x="36340" y="10297"/>
                    <a:pt x="36726" y="14436"/>
                  </a:cubicBezTo>
                  <a:lnTo>
                    <a:pt x="28440" y="14436"/>
                  </a:lnTo>
                  <a:cubicBezTo>
                    <a:pt x="28123" y="12469"/>
                    <a:pt x="27067" y="10697"/>
                    <a:pt x="25487" y="9483"/>
                  </a:cubicBezTo>
                  <a:cubicBezTo>
                    <a:pt x="23898" y="8117"/>
                    <a:pt x="21868" y="7372"/>
                    <a:pt x="19772" y="7388"/>
                  </a:cubicBezTo>
                  <a:cubicBezTo>
                    <a:pt x="16458" y="7233"/>
                    <a:pt x="13282" y="8731"/>
                    <a:pt x="11295" y="11388"/>
                  </a:cubicBezTo>
                  <a:cubicBezTo>
                    <a:pt x="9111" y="14752"/>
                    <a:pt x="8044" y="18718"/>
                    <a:pt x="8246" y="22723"/>
                  </a:cubicBezTo>
                  <a:cubicBezTo>
                    <a:pt x="7961" y="26663"/>
                    <a:pt x="9000" y="30586"/>
                    <a:pt x="11199" y="33868"/>
                  </a:cubicBezTo>
                  <a:cubicBezTo>
                    <a:pt x="13226" y="36518"/>
                    <a:pt x="16442" y="37982"/>
                    <a:pt x="19772" y="37773"/>
                  </a:cubicBezTo>
                  <a:lnTo>
                    <a:pt x="19772" y="37773"/>
                  </a:lnTo>
                  <a:cubicBezTo>
                    <a:pt x="22812" y="37868"/>
                    <a:pt x="25676" y="36346"/>
                    <a:pt x="27297" y="33772"/>
                  </a:cubicBezTo>
                  <a:cubicBezTo>
                    <a:pt x="28350" y="32144"/>
                    <a:pt x="29093" y="30336"/>
                    <a:pt x="29488" y="28438"/>
                  </a:cubicBezTo>
                  <a:lnTo>
                    <a:pt x="19962" y="28438"/>
                  </a:lnTo>
                  <a:lnTo>
                    <a:pt x="19962" y="21008"/>
                  </a:lnTo>
                  <a:lnTo>
                    <a:pt x="36631" y="21008"/>
                  </a:lnTo>
                  <a:lnTo>
                    <a:pt x="36631" y="44249"/>
                  </a:lnTo>
                  <a:lnTo>
                    <a:pt x="31107" y="44249"/>
                  </a:lnTo>
                  <a:lnTo>
                    <a:pt x="30249" y="38725"/>
                  </a:lnTo>
                  <a:lnTo>
                    <a:pt x="29773" y="39392"/>
                  </a:lnTo>
                  <a:cubicBezTo>
                    <a:pt x="27343" y="43290"/>
                    <a:pt x="23030" y="45609"/>
                    <a:pt x="18438" y="45488"/>
                  </a:cubicBezTo>
                  <a:close/>
                </a:path>
              </a:pathLst>
            </a:custGeom>
            <a:grpFill/>
            <a:ln w="9525" cap="flat">
              <a:noFill/>
              <a:prstDash val="solid"/>
              <a:miter/>
            </a:ln>
          </p:spPr>
          <p:txBody>
            <a:bodyPr rtlCol="0" anchor="ctr"/>
            <a:lstStyle/>
            <a:p>
              <a:endParaRPr lang="zh-CN" altLang="en-US"/>
            </a:p>
          </p:txBody>
        </p:sp>
        <p:sp>
          <p:nvSpPr>
            <p:cNvPr id="291" name="任意多边形: 形状 290"/>
            <p:cNvSpPr/>
            <p:nvPr/>
          </p:nvSpPr>
          <p:spPr>
            <a:xfrm>
              <a:off x="4350352" y="2013582"/>
              <a:ext cx="18561" cy="96652"/>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292" name="任意多边形: 形状 291"/>
            <p:cNvSpPr/>
            <p:nvPr/>
          </p:nvSpPr>
          <p:spPr>
            <a:xfrm>
              <a:off x="4390464" y="2013582"/>
              <a:ext cx="72541" cy="96652"/>
            </a:xfrm>
            <a:custGeom>
              <a:avLst/>
              <a:gdLst>
                <a:gd name="connsiteX0" fmla="*/ 7715 w 32384"/>
                <a:gd name="connsiteY0" fmla="*/ 43148 h 43148"/>
                <a:gd name="connsiteX1" fmla="*/ 3810 w 32384"/>
                <a:gd name="connsiteY1" fmla="*/ 43148 h 43148"/>
                <a:gd name="connsiteX2" fmla="*/ 0 w 32384"/>
                <a:gd name="connsiteY2" fmla="*/ 43148 h 43148"/>
                <a:gd name="connsiteX3" fmla="*/ 0 w 32384"/>
                <a:gd name="connsiteY3" fmla="*/ 0 h 43148"/>
                <a:gd name="connsiteX4" fmla="*/ 4286 w 32384"/>
                <a:gd name="connsiteY4" fmla="*/ 0 h 43148"/>
                <a:gd name="connsiteX5" fmla="*/ 8668 w 32384"/>
                <a:gd name="connsiteY5" fmla="*/ 0 h 43148"/>
                <a:gd name="connsiteX6" fmla="*/ 24575 w 32384"/>
                <a:gd name="connsiteY6" fmla="*/ 30289 h 43148"/>
                <a:gd name="connsiteX7" fmla="*/ 24575 w 32384"/>
                <a:gd name="connsiteY7" fmla="*/ 0 h 43148"/>
                <a:gd name="connsiteX8" fmla="*/ 28480 w 32384"/>
                <a:gd name="connsiteY8" fmla="*/ 0 h 43148"/>
                <a:gd name="connsiteX9" fmla="*/ 32385 w 32384"/>
                <a:gd name="connsiteY9" fmla="*/ 0 h 43148"/>
                <a:gd name="connsiteX10" fmla="*/ 32385 w 32384"/>
                <a:gd name="connsiteY10" fmla="*/ 43148 h 43148"/>
                <a:gd name="connsiteX11" fmla="*/ 28194 w 32384"/>
                <a:gd name="connsiteY11" fmla="*/ 43148 h 43148"/>
                <a:gd name="connsiteX12" fmla="*/ 24098 w 32384"/>
                <a:gd name="connsiteY12" fmla="*/ 43148 h 43148"/>
                <a:gd name="connsiteX13" fmla="*/ 7715 w 32384"/>
                <a:gd name="connsiteY13" fmla="*/ 12001 h 43148"/>
                <a:gd name="connsiteX14" fmla="*/ 7715 w 32384"/>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4" h="43148">
                  <a:moveTo>
                    <a:pt x="7715" y="43148"/>
                  </a:moveTo>
                  <a:lnTo>
                    <a:pt x="3810" y="43148"/>
                  </a:lnTo>
                  <a:lnTo>
                    <a:pt x="0" y="43148"/>
                  </a:lnTo>
                  <a:lnTo>
                    <a:pt x="0" y="0"/>
                  </a:lnTo>
                  <a:lnTo>
                    <a:pt x="4286" y="0"/>
                  </a:lnTo>
                  <a:lnTo>
                    <a:pt x="8668" y="0"/>
                  </a:lnTo>
                  <a:lnTo>
                    <a:pt x="24575" y="30289"/>
                  </a:lnTo>
                  <a:lnTo>
                    <a:pt x="24575" y="0"/>
                  </a:lnTo>
                  <a:lnTo>
                    <a:pt x="28480" y="0"/>
                  </a:lnTo>
                  <a:lnTo>
                    <a:pt x="32385" y="0"/>
                  </a:lnTo>
                  <a:lnTo>
                    <a:pt x="32385" y="43148"/>
                  </a:lnTo>
                  <a:lnTo>
                    <a:pt x="28194" y="43148"/>
                  </a:lnTo>
                  <a:lnTo>
                    <a:pt x="24098" y="43148"/>
                  </a:lnTo>
                  <a:lnTo>
                    <a:pt x="7715" y="12001"/>
                  </a:lnTo>
                  <a:lnTo>
                    <a:pt x="7715" y="43148"/>
                  </a:lnTo>
                  <a:close/>
                </a:path>
              </a:pathLst>
            </a:custGeom>
            <a:grpFill/>
            <a:ln w="9525" cap="flat">
              <a:noFill/>
              <a:prstDash val="solid"/>
              <a:miter/>
            </a:ln>
          </p:spPr>
          <p:txBody>
            <a:bodyPr rtlCol="0" anchor="ctr"/>
            <a:lstStyle/>
            <a:p>
              <a:endParaRPr lang="zh-CN" altLang="en-US"/>
            </a:p>
          </p:txBody>
        </p:sp>
        <p:sp>
          <p:nvSpPr>
            <p:cNvPr id="293" name="任意多边形: 形状 292"/>
            <p:cNvSpPr/>
            <p:nvPr/>
          </p:nvSpPr>
          <p:spPr>
            <a:xfrm>
              <a:off x="4481142" y="2010325"/>
              <a:ext cx="73298" cy="102118"/>
            </a:xfrm>
            <a:custGeom>
              <a:avLst/>
              <a:gdLst>
                <a:gd name="connsiteX0" fmla="*/ 23257 w 32722"/>
                <a:gd name="connsiteY0" fmla="*/ 14177 h 45588"/>
                <a:gd name="connsiteX1" fmla="*/ 20781 w 32722"/>
                <a:gd name="connsiteY1" fmla="*/ 9319 h 45588"/>
                <a:gd name="connsiteX2" fmla="*/ 14875 w 32722"/>
                <a:gd name="connsiteY2" fmla="*/ 7509 h 45588"/>
                <a:gd name="connsiteX3" fmla="*/ 9922 w 32722"/>
                <a:gd name="connsiteY3" fmla="*/ 9033 h 45588"/>
                <a:gd name="connsiteX4" fmla="*/ 8113 w 32722"/>
                <a:gd name="connsiteY4" fmla="*/ 13224 h 45588"/>
                <a:gd name="connsiteX5" fmla="*/ 10018 w 32722"/>
                <a:gd name="connsiteY5" fmla="*/ 16272 h 45588"/>
                <a:gd name="connsiteX6" fmla="*/ 17828 w 32722"/>
                <a:gd name="connsiteY6" fmla="*/ 18749 h 45588"/>
                <a:gd name="connsiteX7" fmla="*/ 29353 w 32722"/>
                <a:gd name="connsiteY7" fmla="*/ 23607 h 45588"/>
                <a:gd name="connsiteX8" fmla="*/ 32306 w 32722"/>
                <a:gd name="connsiteY8" fmla="*/ 32370 h 45588"/>
                <a:gd name="connsiteX9" fmla="*/ 27925 w 32722"/>
                <a:gd name="connsiteY9" fmla="*/ 41895 h 45588"/>
                <a:gd name="connsiteX10" fmla="*/ 16019 w 32722"/>
                <a:gd name="connsiteY10" fmla="*/ 45419 h 45588"/>
                <a:gd name="connsiteX11" fmla="*/ 4208 w 32722"/>
                <a:gd name="connsiteY11" fmla="*/ 41609 h 45588"/>
                <a:gd name="connsiteX12" fmla="*/ -364 w 32722"/>
                <a:gd name="connsiteY12" fmla="*/ 30846 h 45588"/>
                <a:gd name="connsiteX13" fmla="*/ 7636 w 32722"/>
                <a:gd name="connsiteY13" fmla="*/ 30846 h 45588"/>
                <a:gd name="connsiteX14" fmla="*/ 9922 w 32722"/>
                <a:gd name="connsiteY14" fmla="*/ 36180 h 45588"/>
                <a:gd name="connsiteX15" fmla="*/ 16019 w 32722"/>
                <a:gd name="connsiteY15" fmla="*/ 37989 h 45588"/>
                <a:gd name="connsiteX16" fmla="*/ 22210 w 32722"/>
                <a:gd name="connsiteY16" fmla="*/ 36561 h 45588"/>
                <a:gd name="connsiteX17" fmla="*/ 24401 w 32722"/>
                <a:gd name="connsiteY17" fmla="*/ 32751 h 45588"/>
                <a:gd name="connsiteX18" fmla="*/ 22781 w 32722"/>
                <a:gd name="connsiteY18" fmla="*/ 29131 h 45588"/>
                <a:gd name="connsiteX19" fmla="*/ 16114 w 32722"/>
                <a:gd name="connsiteY19" fmla="*/ 26750 h 45588"/>
                <a:gd name="connsiteX20" fmla="*/ 3445 w 32722"/>
                <a:gd name="connsiteY20" fmla="*/ 21797 h 45588"/>
                <a:gd name="connsiteX21" fmla="*/ 302 w 32722"/>
                <a:gd name="connsiteY21" fmla="*/ 13606 h 45588"/>
                <a:gd name="connsiteX22" fmla="*/ 4493 w 32722"/>
                <a:gd name="connsiteY22" fmla="*/ 3605 h 45588"/>
                <a:gd name="connsiteX23" fmla="*/ 15828 w 32722"/>
                <a:gd name="connsiteY23" fmla="*/ -110 h 45588"/>
                <a:gd name="connsiteX24" fmla="*/ 26687 w 32722"/>
                <a:gd name="connsiteY24" fmla="*/ 3700 h 45588"/>
                <a:gd name="connsiteX25" fmla="*/ 31354 w 32722"/>
                <a:gd name="connsiteY25" fmla="*/ 13986 h 4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722" h="45588">
                  <a:moveTo>
                    <a:pt x="23257" y="14177"/>
                  </a:moveTo>
                  <a:cubicBezTo>
                    <a:pt x="23150" y="12282"/>
                    <a:pt x="22252" y="10519"/>
                    <a:pt x="20781" y="9319"/>
                  </a:cubicBezTo>
                  <a:cubicBezTo>
                    <a:pt x="19068" y="8077"/>
                    <a:pt x="16990" y="7440"/>
                    <a:pt x="14875" y="7509"/>
                  </a:cubicBezTo>
                  <a:cubicBezTo>
                    <a:pt x="13092" y="7379"/>
                    <a:pt x="11324" y="7923"/>
                    <a:pt x="9922" y="9033"/>
                  </a:cubicBezTo>
                  <a:cubicBezTo>
                    <a:pt x="8686" y="10062"/>
                    <a:pt x="8014" y="11619"/>
                    <a:pt x="8113" y="13224"/>
                  </a:cubicBezTo>
                  <a:cubicBezTo>
                    <a:pt x="8122" y="14518"/>
                    <a:pt x="8858" y="15697"/>
                    <a:pt x="10018" y="16272"/>
                  </a:cubicBezTo>
                  <a:cubicBezTo>
                    <a:pt x="12523" y="17381"/>
                    <a:pt x="15142" y="18212"/>
                    <a:pt x="17828" y="18749"/>
                  </a:cubicBezTo>
                  <a:cubicBezTo>
                    <a:pt x="21990" y="19469"/>
                    <a:pt x="25932" y="21130"/>
                    <a:pt x="29353" y="23607"/>
                  </a:cubicBezTo>
                  <a:cubicBezTo>
                    <a:pt x="31539" y="25975"/>
                    <a:pt x="32612" y="29162"/>
                    <a:pt x="32306" y="32370"/>
                  </a:cubicBezTo>
                  <a:cubicBezTo>
                    <a:pt x="32412" y="36055"/>
                    <a:pt x="30791" y="39578"/>
                    <a:pt x="27925" y="41895"/>
                  </a:cubicBezTo>
                  <a:cubicBezTo>
                    <a:pt x="24481" y="44408"/>
                    <a:pt x="20275" y="45653"/>
                    <a:pt x="16019" y="45419"/>
                  </a:cubicBezTo>
                  <a:cubicBezTo>
                    <a:pt x="11741" y="45687"/>
                    <a:pt x="7522" y="44326"/>
                    <a:pt x="4208" y="41609"/>
                  </a:cubicBezTo>
                  <a:cubicBezTo>
                    <a:pt x="1258" y="38810"/>
                    <a:pt x="-398" y="34912"/>
                    <a:pt x="-364" y="30846"/>
                  </a:cubicBezTo>
                  <a:lnTo>
                    <a:pt x="7636" y="30846"/>
                  </a:lnTo>
                  <a:cubicBezTo>
                    <a:pt x="7609" y="32867"/>
                    <a:pt x="8440" y="34805"/>
                    <a:pt x="9922" y="36180"/>
                  </a:cubicBezTo>
                  <a:cubicBezTo>
                    <a:pt x="11687" y="37463"/>
                    <a:pt x="13839" y="38102"/>
                    <a:pt x="16019" y="37989"/>
                  </a:cubicBezTo>
                  <a:cubicBezTo>
                    <a:pt x="18175" y="38093"/>
                    <a:pt x="20317" y="37598"/>
                    <a:pt x="22210" y="36561"/>
                  </a:cubicBezTo>
                  <a:cubicBezTo>
                    <a:pt x="23585" y="35790"/>
                    <a:pt x="24426" y="34327"/>
                    <a:pt x="24401" y="32751"/>
                  </a:cubicBezTo>
                  <a:cubicBezTo>
                    <a:pt x="24539" y="31343"/>
                    <a:pt x="23923" y="29967"/>
                    <a:pt x="22781" y="29131"/>
                  </a:cubicBezTo>
                  <a:cubicBezTo>
                    <a:pt x="20700" y="27987"/>
                    <a:pt x="18449" y="27183"/>
                    <a:pt x="16114" y="26750"/>
                  </a:cubicBezTo>
                  <a:cubicBezTo>
                    <a:pt x="11600" y="25969"/>
                    <a:pt x="7291" y="24284"/>
                    <a:pt x="3445" y="21797"/>
                  </a:cubicBezTo>
                  <a:cubicBezTo>
                    <a:pt x="1192" y="19696"/>
                    <a:pt x="32" y="16674"/>
                    <a:pt x="302" y="13606"/>
                  </a:cubicBezTo>
                  <a:cubicBezTo>
                    <a:pt x="143" y="9815"/>
                    <a:pt x="1679" y="6149"/>
                    <a:pt x="4493" y="3605"/>
                  </a:cubicBezTo>
                  <a:cubicBezTo>
                    <a:pt x="7670" y="986"/>
                    <a:pt x="11717" y="-340"/>
                    <a:pt x="15828" y="-110"/>
                  </a:cubicBezTo>
                  <a:cubicBezTo>
                    <a:pt x="19799" y="-259"/>
                    <a:pt x="23679" y="1103"/>
                    <a:pt x="26687" y="3700"/>
                  </a:cubicBezTo>
                  <a:cubicBezTo>
                    <a:pt x="29495" y="6410"/>
                    <a:pt x="31164" y="10089"/>
                    <a:pt x="31354" y="13986"/>
                  </a:cubicBezTo>
                  <a:close/>
                </a:path>
              </a:pathLst>
            </a:custGeom>
            <a:grpFill/>
            <a:ln w="9525" cap="flat">
              <a:noFill/>
              <a:prstDash val="solid"/>
              <a:miter/>
            </a:ln>
          </p:spPr>
          <p:txBody>
            <a:bodyPr rtlCol="0" anchor="ctr"/>
            <a:lstStyle/>
            <a:p>
              <a:endParaRPr lang="zh-CN" altLang="en-US"/>
            </a:p>
          </p:txBody>
        </p:sp>
        <p:sp>
          <p:nvSpPr>
            <p:cNvPr id="294" name="任意多边形: 形状 293"/>
            <p:cNvSpPr/>
            <p:nvPr/>
          </p:nvSpPr>
          <p:spPr>
            <a:xfrm>
              <a:off x="4565634" y="2013369"/>
              <a:ext cx="72328" cy="96865"/>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3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193" y="43244"/>
                  </a:lnTo>
                  <a:lnTo>
                    <a:pt x="12001" y="43244"/>
                  </a:lnTo>
                  <a:lnTo>
                    <a:pt x="12001" y="7715"/>
                  </a:lnTo>
                  <a:close/>
                </a:path>
              </a:pathLst>
            </a:custGeom>
            <a:grpFill/>
            <a:ln w="9525" cap="flat">
              <a:noFill/>
              <a:prstDash val="solid"/>
              <a:miter/>
            </a:ln>
          </p:spPr>
          <p:txBody>
            <a:bodyPr rtlCol="0" anchor="ctr"/>
            <a:lstStyle/>
            <a:p>
              <a:endParaRPr lang="zh-CN" altLang="en-US"/>
            </a:p>
          </p:txBody>
        </p:sp>
        <p:sp>
          <p:nvSpPr>
            <p:cNvPr id="295" name="任意多边形: 形状 294"/>
            <p:cNvSpPr/>
            <p:nvPr/>
          </p:nvSpPr>
          <p:spPr>
            <a:xfrm>
              <a:off x="4652473" y="2013582"/>
              <a:ext cx="18776" cy="96652"/>
            </a:xfrm>
            <a:custGeom>
              <a:avLst/>
              <a:gdLst>
                <a:gd name="connsiteX0" fmla="*/ 0 w 8382"/>
                <a:gd name="connsiteY0" fmla="*/ 0 h 43148"/>
                <a:gd name="connsiteX1" fmla="*/ 4191 w 8382"/>
                <a:gd name="connsiteY1" fmla="*/ 0 h 43148"/>
                <a:gd name="connsiteX2" fmla="*/ 8382 w 8382"/>
                <a:gd name="connsiteY2" fmla="*/ 0 h 43148"/>
                <a:gd name="connsiteX3" fmla="*/ 8382 w 8382"/>
                <a:gd name="connsiteY3" fmla="*/ 43148 h 43148"/>
                <a:gd name="connsiteX4" fmla="*/ 4191 w 8382"/>
                <a:gd name="connsiteY4" fmla="*/ 43148 h 43148"/>
                <a:gd name="connsiteX5" fmla="*/ 0 w 8382"/>
                <a:gd name="connsiteY5" fmla="*/ 43148 h 43148"/>
                <a:gd name="connsiteX6" fmla="*/ 0 w 8382"/>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2" h="43148">
                  <a:moveTo>
                    <a:pt x="0" y="0"/>
                  </a:moveTo>
                  <a:lnTo>
                    <a:pt x="4191" y="0"/>
                  </a:lnTo>
                  <a:lnTo>
                    <a:pt x="8382" y="0"/>
                  </a:lnTo>
                  <a:lnTo>
                    <a:pt x="8382"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296" name="任意多边形: 形状 295"/>
            <p:cNvSpPr/>
            <p:nvPr/>
          </p:nvSpPr>
          <p:spPr>
            <a:xfrm>
              <a:off x="4685757" y="2013369"/>
              <a:ext cx="72328" cy="96865"/>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2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192" y="43244"/>
                  </a:lnTo>
                  <a:lnTo>
                    <a:pt x="12001" y="43244"/>
                  </a:lnTo>
                  <a:lnTo>
                    <a:pt x="12001" y="7715"/>
                  </a:lnTo>
                  <a:close/>
                </a:path>
              </a:pathLst>
            </a:custGeom>
            <a:grpFill/>
            <a:ln w="9525" cap="flat">
              <a:noFill/>
              <a:prstDash val="solid"/>
              <a:miter/>
            </a:ln>
          </p:spPr>
          <p:txBody>
            <a:bodyPr rtlCol="0" anchor="ctr"/>
            <a:lstStyle/>
            <a:p>
              <a:endParaRPr lang="zh-CN" altLang="en-US"/>
            </a:p>
          </p:txBody>
        </p:sp>
        <p:sp>
          <p:nvSpPr>
            <p:cNvPr id="297" name="任意多边形: 形状 296"/>
            <p:cNvSpPr/>
            <p:nvPr/>
          </p:nvSpPr>
          <p:spPr>
            <a:xfrm>
              <a:off x="4773528" y="2013795"/>
              <a:ext cx="72225" cy="99222"/>
            </a:xfrm>
            <a:custGeom>
              <a:avLst/>
              <a:gdLst>
                <a:gd name="connsiteX0" fmla="*/ 31794 w 32243"/>
                <a:gd name="connsiteY0" fmla="*/ 26629 h 44295"/>
                <a:gd name="connsiteX1" fmla="*/ 27984 w 32243"/>
                <a:gd name="connsiteY1" fmla="*/ 39964 h 44295"/>
                <a:gd name="connsiteX2" fmla="*/ 3600 w 32243"/>
                <a:gd name="connsiteY2" fmla="*/ 39964 h 44295"/>
                <a:gd name="connsiteX3" fmla="*/ -305 w 32243"/>
                <a:gd name="connsiteY3" fmla="*/ 26820 h 44295"/>
                <a:gd name="connsiteX4" fmla="*/ -305 w 32243"/>
                <a:gd name="connsiteY4" fmla="*/ -136 h 44295"/>
                <a:gd name="connsiteX5" fmla="*/ 7982 w 32243"/>
                <a:gd name="connsiteY5" fmla="*/ -136 h 44295"/>
                <a:gd name="connsiteX6" fmla="*/ 7982 w 32243"/>
                <a:gd name="connsiteY6" fmla="*/ 27106 h 44295"/>
                <a:gd name="connsiteX7" fmla="*/ 9887 w 32243"/>
                <a:gd name="connsiteY7" fmla="*/ 34059 h 44295"/>
                <a:gd name="connsiteX8" fmla="*/ 15697 w 32243"/>
                <a:gd name="connsiteY8" fmla="*/ 36345 h 44295"/>
                <a:gd name="connsiteX9" fmla="*/ 21698 w 32243"/>
                <a:gd name="connsiteY9" fmla="*/ 34249 h 44295"/>
                <a:gd name="connsiteX10" fmla="*/ 23412 w 32243"/>
                <a:gd name="connsiteY10" fmla="*/ 27106 h 44295"/>
                <a:gd name="connsiteX11" fmla="*/ 23412 w 32243"/>
                <a:gd name="connsiteY11" fmla="*/ -136 h 44295"/>
                <a:gd name="connsiteX12" fmla="*/ 31794 w 32243"/>
                <a:gd name="connsiteY12" fmla="*/ -136 h 4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243" h="44295">
                  <a:moveTo>
                    <a:pt x="31794" y="26629"/>
                  </a:moveTo>
                  <a:cubicBezTo>
                    <a:pt x="32245" y="31395"/>
                    <a:pt x="30885" y="36156"/>
                    <a:pt x="27984" y="39964"/>
                  </a:cubicBezTo>
                  <a:cubicBezTo>
                    <a:pt x="20819" y="45558"/>
                    <a:pt x="10766" y="45558"/>
                    <a:pt x="3600" y="39964"/>
                  </a:cubicBezTo>
                  <a:cubicBezTo>
                    <a:pt x="712" y="36219"/>
                    <a:pt x="-680" y="31534"/>
                    <a:pt x="-305" y="26820"/>
                  </a:cubicBezTo>
                  <a:lnTo>
                    <a:pt x="-305" y="-136"/>
                  </a:lnTo>
                  <a:lnTo>
                    <a:pt x="7982" y="-136"/>
                  </a:lnTo>
                  <a:lnTo>
                    <a:pt x="7982" y="27106"/>
                  </a:lnTo>
                  <a:cubicBezTo>
                    <a:pt x="7822" y="29571"/>
                    <a:pt x="8492" y="32019"/>
                    <a:pt x="9887" y="34059"/>
                  </a:cubicBezTo>
                  <a:cubicBezTo>
                    <a:pt x="11379" y="35660"/>
                    <a:pt x="13514" y="36500"/>
                    <a:pt x="15697" y="36345"/>
                  </a:cubicBezTo>
                  <a:cubicBezTo>
                    <a:pt x="17908" y="36567"/>
                    <a:pt x="20105" y="35800"/>
                    <a:pt x="21698" y="34249"/>
                  </a:cubicBezTo>
                  <a:cubicBezTo>
                    <a:pt x="23033" y="32119"/>
                    <a:pt x="23635" y="29610"/>
                    <a:pt x="23412" y="27106"/>
                  </a:cubicBezTo>
                  <a:lnTo>
                    <a:pt x="23412" y="-136"/>
                  </a:lnTo>
                  <a:lnTo>
                    <a:pt x="31794" y="-136"/>
                  </a:lnTo>
                  <a:close/>
                </a:path>
              </a:pathLst>
            </a:custGeom>
            <a:grpFill/>
            <a:ln w="9525" cap="flat">
              <a:noFill/>
              <a:prstDash val="solid"/>
              <a:miter/>
            </a:ln>
          </p:spPr>
          <p:txBody>
            <a:bodyPr rtlCol="0" anchor="ctr"/>
            <a:lstStyle/>
            <a:p>
              <a:endParaRPr lang="zh-CN" altLang="en-US"/>
            </a:p>
          </p:txBody>
        </p:sp>
        <p:sp>
          <p:nvSpPr>
            <p:cNvPr id="298" name="任意多边形: 形状 297"/>
            <p:cNvSpPr/>
            <p:nvPr/>
          </p:nvSpPr>
          <p:spPr>
            <a:xfrm>
              <a:off x="4860927" y="2013369"/>
              <a:ext cx="72328" cy="96865"/>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097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097" y="43244"/>
                  </a:lnTo>
                  <a:lnTo>
                    <a:pt x="12001" y="43244"/>
                  </a:lnTo>
                  <a:lnTo>
                    <a:pt x="12001" y="7715"/>
                  </a:lnTo>
                  <a:close/>
                </a:path>
              </a:pathLst>
            </a:custGeom>
            <a:grpFill/>
            <a:ln w="9525" cap="flat">
              <a:noFill/>
              <a:prstDash val="solid"/>
              <a:miter/>
            </a:ln>
          </p:spPr>
          <p:txBody>
            <a:bodyPr rtlCol="0" anchor="ctr"/>
            <a:lstStyle/>
            <a:p>
              <a:endParaRPr lang="zh-CN" altLang="en-US"/>
            </a:p>
          </p:txBody>
        </p:sp>
        <p:sp>
          <p:nvSpPr>
            <p:cNvPr id="299" name="任意多边形: 形状 298"/>
            <p:cNvSpPr/>
            <p:nvPr/>
          </p:nvSpPr>
          <p:spPr>
            <a:xfrm>
              <a:off x="4949260" y="2013582"/>
              <a:ext cx="67420" cy="96652"/>
            </a:xfrm>
            <a:custGeom>
              <a:avLst/>
              <a:gdLst>
                <a:gd name="connsiteX0" fmla="*/ 0 w 30098"/>
                <a:gd name="connsiteY0" fmla="*/ 43148 h 43148"/>
                <a:gd name="connsiteX1" fmla="*/ 0 w 30098"/>
                <a:gd name="connsiteY1" fmla="*/ 0 h 43148"/>
                <a:gd name="connsiteX2" fmla="*/ 29242 w 30098"/>
                <a:gd name="connsiteY2" fmla="*/ 0 h 43148"/>
                <a:gd name="connsiteX3" fmla="*/ 29242 w 30098"/>
                <a:gd name="connsiteY3" fmla="*/ 3810 h 43148"/>
                <a:gd name="connsiteX4" fmla="*/ 29242 w 30098"/>
                <a:gd name="connsiteY4" fmla="*/ 7620 h 43148"/>
                <a:gd name="connsiteX5" fmla="*/ 8287 w 30098"/>
                <a:gd name="connsiteY5" fmla="*/ 7620 h 43148"/>
                <a:gd name="connsiteX6" fmla="*/ 8287 w 30098"/>
                <a:gd name="connsiteY6" fmla="*/ 16764 h 43148"/>
                <a:gd name="connsiteX7" fmla="*/ 27718 w 30098"/>
                <a:gd name="connsiteY7" fmla="*/ 16764 h 43148"/>
                <a:gd name="connsiteX8" fmla="*/ 27718 w 30098"/>
                <a:gd name="connsiteY8" fmla="*/ 20479 h 43148"/>
                <a:gd name="connsiteX9" fmla="*/ 27718 w 30098"/>
                <a:gd name="connsiteY9" fmla="*/ 24193 h 43148"/>
                <a:gd name="connsiteX10" fmla="*/ 8287 w 30098"/>
                <a:gd name="connsiteY10" fmla="*/ 24193 h 43148"/>
                <a:gd name="connsiteX11" fmla="*/ 8287 w 30098"/>
                <a:gd name="connsiteY11" fmla="*/ 35433 h 43148"/>
                <a:gd name="connsiteX12" fmla="*/ 30099 w 30098"/>
                <a:gd name="connsiteY12" fmla="*/ 35433 h 43148"/>
                <a:gd name="connsiteX13" fmla="*/ 30099 w 30098"/>
                <a:gd name="connsiteY13" fmla="*/ 39243 h 43148"/>
                <a:gd name="connsiteX14" fmla="*/ 30099 w 30098"/>
                <a:gd name="connsiteY14" fmla="*/ 43148 h 43148"/>
                <a:gd name="connsiteX15" fmla="*/ 0 w 30098"/>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098"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099" y="35433"/>
                  </a:lnTo>
                  <a:lnTo>
                    <a:pt x="30099" y="39243"/>
                  </a:lnTo>
                  <a:lnTo>
                    <a:pt x="30099" y="43148"/>
                  </a:lnTo>
                  <a:lnTo>
                    <a:pt x="0" y="43148"/>
                  </a:lnTo>
                  <a:close/>
                </a:path>
              </a:pathLst>
            </a:custGeom>
            <a:grpFill/>
            <a:ln w="9525" cap="flat">
              <a:noFill/>
              <a:prstDash val="solid"/>
              <a:miter/>
            </a:ln>
          </p:spPr>
          <p:txBody>
            <a:bodyPr rtlCol="0" anchor="ctr"/>
            <a:lstStyle/>
            <a:p>
              <a:endParaRPr lang="zh-CN" altLang="en-US"/>
            </a:p>
          </p:txBody>
        </p:sp>
        <p:sp>
          <p:nvSpPr>
            <p:cNvPr id="300" name="任意多边形: 形状 299"/>
            <p:cNvSpPr/>
            <p:nvPr/>
          </p:nvSpPr>
          <p:spPr>
            <a:xfrm>
              <a:off x="5072714" y="2011055"/>
              <a:ext cx="85719" cy="101706"/>
            </a:xfrm>
            <a:custGeom>
              <a:avLst/>
              <a:gdLst>
                <a:gd name="connsiteX0" fmla="*/ 4814 w 38267"/>
                <a:gd name="connsiteY0" fmla="*/ 39188 h 45404"/>
                <a:gd name="connsiteX1" fmla="*/ -329 w 38267"/>
                <a:gd name="connsiteY1" fmla="*/ 22805 h 45404"/>
                <a:gd name="connsiteX2" fmla="*/ 4814 w 38267"/>
                <a:gd name="connsiteY2" fmla="*/ 5945 h 45404"/>
                <a:gd name="connsiteX3" fmla="*/ 31737 w 38267"/>
                <a:gd name="connsiteY3" fmla="*/ 4960 h 45404"/>
                <a:gd name="connsiteX4" fmla="*/ 32723 w 38267"/>
                <a:gd name="connsiteY4" fmla="*/ 5945 h 45404"/>
                <a:gd name="connsiteX5" fmla="*/ 37866 w 38267"/>
                <a:gd name="connsiteY5" fmla="*/ 22805 h 45404"/>
                <a:gd name="connsiteX6" fmla="*/ 32723 w 38267"/>
                <a:gd name="connsiteY6" fmla="*/ 39188 h 45404"/>
                <a:gd name="connsiteX7" fmla="*/ 5800 w 38267"/>
                <a:gd name="connsiteY7" fmla="*/ 40173 h 45404"/>
                <a:gd name="connsiteX8" fmla="*/ 4814 w 38267"/>
                <a:gd name="connsiteY8" fmla="*/ 39188 h 45404"/>
                <a:gd name="connsiteX9" fmla="*/ 26627 w 38267"/>
                <a:gd name="connsiteY9" fmla="*/ 33663 h 45404"/>
                <a:gd name="connsiteX10" fmla="*/ 29580 w 38267"/>
                <a:gd name="connsiteY10" fmla="*/ 22709 h 45404"/>
                <a:gd name="connsiteX11" fmla="*/ 26627 w 38267"/>
                <a:gd name="connsiteY11" fmla="*/ 11470 h 45404"/>
                <a:gd name="connsiteX12" fmla="*/ 18721 w 38267"/>
                <a:gd name="connsiteY12" fmla="*/ 7469 h 45404"/>
                <a:gd name="connsiteX13" fmla="*/ 10816 w 38267"/>
                <a:gd name="connsiteY13" fmla="*/ 11470 h 45404"/>
                <a:gd name="connsiteX14" fmla="*/ 7958 w 38267"/>
                <a:gd name="connsiteY14" fmla="*/ 22709 h 45404"/>
                <a:gd name="connsiteX15" fmla="*/ 10816 w 38267"/>
                <a:gd name="connsiteY15" fmla="*/ 33663 h 45404"/>
                <a:gd name="connsiteX16" fmla="*/ 18721 w 38267"/>
                <a:gd name="connsiteY16" fmla="*/ 37664 h 45404"/>
                <a:gd name="connsiteX17" fmla="*/ 26627 w 38267"/>
                <a:gd name="connsiteY17" fmla="*/ 33663 h 4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267" h="45404">
                  <a:moveTo>
                    <a:pt x="4814" y="39188"/>
                  </a:moveTo>
                  <a:cubicBezTo>
                    <a:pt x="1178" y="34527"/>
                    <a:pt x="-649" y="28707"/>
                    <a:pt x="-329" y="22805"/>
                  </a:cubicBezTo>
                  <a:cubicBezTo>
                    <a:pt x="-646" y="16755"/>
                    <a:pt x="1175" y="10788"/>
                    <a:pt x="4814" y="5945"/>
                  </a:cubicBezTo>
                  <a:cubicBezTo>
                    <a:pt x="11977" y="-1761"/>
                    <a:pt x="24030" y="-2202"/>
                    <a:pt x="31737" y="4960"/>
                  </a:cubicBezTo>
                  <a:cubicBezTo>
                    <a:pt x="32078" y="5276"/>
                    <a:pt x="32406" y="5605"/>
                    <a:pt x="32723" y="5945"/>
                  </a:cubicBezTo>
                  <a:cubicBezTo>
                    <a:pt x="36362" y="10788"/>
                    <a:pt x="38183" y="16755"/>
                    <a:pt x="37866" y="22805"/>
                  </a:cubicBezTo>
                  <a:cubicBezTo>
                    <a:pt x="38186" y="28707"/>
                    <a:pt x="36359" y="34527"/>
                    <a:pt x="32723" y="39188"/>
                  </a:cubicBezTo>
                  <a:cubicBezTo>
                    <a:pt x="25560" y="46894"/>
                    <a:pt x="13507" y="47335"/>
                    <a:pt x="5800" y="40173"/>
                  </a:cubicBezTo>
                  <a:cubicBezTo>
                    <a:pt x="5459" y="39857"/>
                    <a:pt x="5131" y="39528"/>
                    <a:pt x="4814" y="39188"/>
                  </a:cubicBezTo>
                  <a:moveTo>
                    <a:pt x="26627" y="33663"/>
                  </a:moveTo>
                  <a:cubicBezTo>
                    <a:pt x="28735" y="30412"/>
                    <a:pt x="29768" y="26580"/>
                    <a:pt x="29580" y="22709"/>
                  </a:cubicBezTo>
                  <a:cubicBezTo>
                    <a:pt x="29790" y="18747"/>
                    <a:pt x="28757" y="14818"/>
                    <a:pt x="26627" y="11470"/>
                  </a:cubicBezTo>
                  <a:cubicBezTo>
                    <a:pt x="24810" y="8917"/>
                    <a:pt x="21854" y="7422"/>
                    <a:pt x="18721" y="7469"/>
                  </a:cubicBezTo>
                  <a:cubicBezTo>
                    <a:pt x="15588" y="7421"/>
                    <a:pt x="12632" y="8917"/>
                    <a:pt x="10816" y="11470"/>
                  </a:cubicBezTo>
                  <a:cubicBezTo>
                    <a:pt x="8718" y="14829"/>
                    <a:pt x="7719" y="18757"/>
                    <a:pt x="7958" y="22709"/>
                  </a:cubicBezTo>
                  <a:cubicBezTo>
                    <a:pt x="7741" y="26570"/>
                    <a:pt x="8741" y="30401"/>
                    <a:pt x="10816" y="33663"/>
                  </a:cubicBezTo>
                  <a:cubicBezTo>
                    <a:pt x="12632" y="36216"/>
                    <a:pt x="15589" y="37711"/>
                    <a:pt x="18721" y="37664"/>
                  </a:cubicBezTo>
                  <a:cubicBezTo>
                    <a:pt x="21854" y="37712"/>
                    <a:pt x="24810" y="36216"/>
                    <a:pt x="26627" y="33663"/>
                  </a:cubicBezTo>
                </a:path>
              </a:pathLst>
            </a:custGeom>
            <a:grpFill/>
            <a:ln w="9525" cap="flat">
              <a:noFill/>
              <a:prstDash val="solid"/>
              <a:miter/>
            </a:ln>
          </p:spPr>
          <p:txBody>
            <a:bodyPr rtlCol="0" anchor="ctr"/>
            <a:lstStyle/>
            <a:p>
              <a:endParaRPr lang="zh-CN" altLang="en-US"/>
            </a:p>
          </p:txBody>
        </p:sp>
        <p:sp>
          <p:nvSpPr>
            <p:cNvPr id="301" name="任意多边形: 形状 300"/>
            <p:cNvSpPr/>
            <p:nvPr/>
          </p:nvSpPr>
          <p:spPr>
            <a:xfrm>
              <a:off x="5177556" y="2013582"/>
              <a:ext cx="63368" cy="96652"/>
            </a:xfrm>
            <a:custGeom>
              <a:avLst/>
              <a:gdLst>
                <a:gd name="connsiteX0" fmla="*/ 0 w 28289"/>
                <a:gd name="connsiteY0" fmla="*/ 43148 h 43148"/>
                <a:gd name="connsiteX1" fmla="*/ 0 w 28289"/>
                <a:gd name="connsiteY1" fmla="*/ 0 h 43148"/>
                <a:gd name="connsiteX2" fmla="*/ 28289 w 28289"/>
                <a:gd name="connsiteY2" fmla="*/ 0 h 43148"/>
                <a:gd name="connsiteX3" fmla="*/ 28289 w 28289"/>
                <a:gd name="connsiteY3" fmla="*/ 3810 h 43148"/>
                <a:gd name="connsiteX4" fmla="*/ 28289 w 28289"/>
                <a:gd name="connsiteY4" fmla="*/ 7620 h 43148"/>
                <a:gd name="connsiteX5" fmla="*/ 8287 w 28289"/>
                <a:gd name="connsiteY5" fmla="*/ 7620 h 43148"/>
                <a:gd name="connsiteX6" fmla="*/ 8287 w 28289"/>
                <a:gd name="connsiteY6" fmla="*/ 17431 h 43148"/>
                <a:gd name="connsiteX7" fmla="*/ 25718 w 28289"/>
                <a:gd name="connsiteY7" fmla="*/ 17431 h 43148"/>
                <a:gd name="connsiteX8" fmla="*/ 25718 w 28289"/>
                <a:gd name="connsiteY8" fmla="*/ 21146 h 43148"/>
                <a:gd name="connsiteX9" fmla="*/ 25718 w 28289"/>
                <a:gd name="connsiteY9" fmla="*/ 24860 h 43148"/>
                <a:gd name="connsiteX10" fmla="*/ 8287 w 28289"/>
                <a:gd name="connsiteY10" fmla="*/ 24860 h 43148"/>
                <a:gd name="connsiteX11" fmla="*/ 8287 w 28289"/>
                <a:gd name="connsiteY11" fmla="*/ 43148 h 43148"/>
                <a:gd name="connsiteX12" fmla="*/ 4191 w 28289"/>
                <a:gd name="connsiteY12" fmla="*/ 43148 h 43148"/>
                <a:gd name="connsiteX13" fmla="*/ 0 w 28289"/>
                <a:gd name="connsiteY13"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289" h="43148">
                  <a:moveTo>
                    <a:pt x="0" y="43148"/>
                  </a:moveTo>
                  <a:lnTo>
                    <a:pt x="0" y="0"/>
                  </a:lnTo>
                  <a:lnTo>
                    <a:pt x="28289" y="0"/>
                  </a:lnTo>
                  <a:lnTo>
                    <a:pt x="28289" y="3810"/>
                  </a:lnTo>
                  <a:lnTo>
                    <a:pt x="28289" y="7620"/>
                  </a:lnTo>
                  <a:lnTo>
                    <a:pt x="8287" y="7620"/>
                  </a:lnTo>
                  <a:lnTo>
                    <a:pt x="8287" y="17431"/>
                  </a:lnTo>
                  <a:lnTo>
                    <a:pt x="25718" y="17431"/>
                  </a:lnTo>
                  <a:lnTo>
                    <a:pt x="25718" y="21146"/>
                  </a:lnTo>
                  <a:lnTo>
                    <a:pt x="25718" y="24860"/>
                  </a:lnTo>
                  <a:lnTo>
                    <a:pt x="8287" y="24860"/>
                  </a:lnTo>
                  <a:lnTo>
                    <a:pt x="8287" y="43148"/>
                  </a:lnTo>
                  <a:lnTo>
                    <a:pt x="4191" y="43148"/>
                  </a:lnTo>
                  <a:lnTo>
                    <a:pt x="0" y="43148"/>
                  </a:lnTo>
                  <a:close/>
                </a:path>
              </a:pathLst>
            </a:custGeom>
            <a:grpFill/>
            <a:ln w="9525" cap="flat">
              <a:noFill/>
              <a:prstDash val="solid"/>
              <a:miter/>
            </a:ln>
          </p:spPr>
          <p:txBody>
            <a:bodyPr rtlCol="0" anchor="ctr"/>
            <a:lstStyle/>
            <a:p>
              <a:endParaRPr lang="zh-CN" altLang="en-US"/>
            </a:p>
          </p:txBody>
        </p:sp>
        <p:sp>
          <p:nvSpPr>
            <p:cNvPr id="302" name="任意多边形: 形状 301"/>
            <p:cNvSpPr/>
            <p:nvPr/>
          </p:nvSpPr>
          <p:spPr>
            <a:xfrm>
              <a:off x="5289998" y="2013369"/>
              <a:ext cx="72328" cy="96865"/>
            </a:xfrm>
            <a:custGeom>
              <a:avLst/>
              <a:gdLst>
                <a:gd name="connsiteX0" fmla="*/ 12002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2 w 32289"/>
                <a:gd name="connsiteY9" fmla="*/ 43244 h 43243"/>
                <a:gd name="connsiteX10" fmla="*/ 12002 w 32289"/>
                <a:gd name="connsiteY10" fmla="*/ 43244 h 43243"/>
                <a:gd name="connsiteX11" fmla="*/ 12002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2" y="7715"/>
                  </a:moveTo>
                  <a:lnTo>
                    <a:pt x="0" y="7715"/>
                  </a:lnTo>
                  <a:lnTo>
                    <a:pt x="0" y="3905"/>
                  </a:lnTo>
                  <a:lnTo>
                    <a:pt x="0" y="0"/>
                  </a:lnTo>
                  <a:lnTo>
                    <a:pt x="32290" y="0"/>
                  </a:lnTo>
                  <a:lnTo>
                    <a:pt x="32290" y="3905"/>
                  </a:lnTo>
                  <a:lnTo>
                    <a:pt x="32290" y="7715"/>
                  </a:lnTo>
                  <a:lnTo>
                    <a:pt x="20288" y="7715"/>
                  </a:lnTo>
                  <a:lnTo>
                    <a:pt x="20288" y="43244"/>
                  </a:lnTo>
                  <a:lnTo>
                    <a:pt x="16192" y="43244"/>
                  </a:lnTo>
                  <a:lnTo>
                    <a:pt x="12002" y="43244"/>
                  </a:lnTo>
                  <a:lnTo>
                    <a:pt x="12002" y="7715"/>
                  </a:lnTo>
                  <a:close/>
                </a:path>
              </a:pathLst>
            </a:custGeom>
            <a:grpFill/>
            <a:ln w="9525" cap="flat">
              <a:noFill/>
              <a:prstDash val="solid"/>
              <a:miter/>
            </a:ln>
          </p:spPr>
          <p:txBody>
            <a:bodyPr rtlCol="0" anchor="ctr"/>
            <a:lstStyle/>
            <a:p>
              <a:endParaRPr lang="zh-CN" altLang="en-US"/>
            </a:p>
          </p:txBody>
        </p:sp>
        <p:sp>
          <p:nvSpPr>
            <p:cNvPr id="303" name="任意多边形: 形状 302"/>
            <p:cNvSpPr/>
            <p:nvPr/>
          </p:nvSpPr>
          <p:spPr>
            <a:xfrm>
              <a:off x="5378329" y="2013582"/>
              <a:ext cx="67635" cy="96652"/>
            </a:xfrm>
            <a:custGeom>
              <a:avLst/>
              <a:gdLst>
                <a:gd name="connsiteX0" fmla="*/ 0 w 30194"/>
                <a:gd name="connsiteY0" fmla="*/ 43148 h 43148"/>
                <a:gd name="connsiteX1" fmla="*/ 0 w 30194"/>
                <a:gd name="connsiteY1" fmla="*/ 0 h 43148"/>
                <a:gd name="connsiteX2" fmla="*/ 29242 w 30194"/>
                <a:gd name="connsiteY2" fmla="*/ 0 h 43148"/>
                <a:gd name="connsiteX3" fmla="*/ 29242 w 30194"/>
                <a:gd name="connsiteY3" fmla="*/ 3810 h 43148"/>
                <a:gd name="connsiteX4" fmla="*/ 29242 w 30194"/>
                <a:gd name="connsiteY4" fmla="*/ 7620 h 43148"/>
                <a:gd name="connsiteX5" fmla="*/ 8287 w 30194"/>
                <a:gd name="connsiteY5" fmla="*/ 7620 h 43148"/>
                <a:gd name="connsiteX6" fmla="*/ 8287 w 30194"/>
                <a:gd name="connsiteY6" fmla="*/ 16764 h 43148"/>
                <a:gd name="connsiteX7" fmla="*/ 27718 w 30194"/>
                <a:gd name="connsiteY7" fmla="*/ 16764 h 43148"/>
                <a:gd name="connsiteX8" fmla="*/ 27718 w 30194"/>
                <a:gd name="connsiteY8" fmla="*/ 20479 h 43148"/>
                <a:gd name="connsiteX9" fmla="*/ 27718 w 30194"/>
                <a:gd name="connsiteY9" fmla="*/ 24193 h 43148"/>
                <a:gd name="connsiteX10" fmla="*/ 8287 w 30194"/>
                <a:gd name="connsiteY10" fmla="*/ 24193 h 43148"/>
                <a:gd name="connsiteX11" fmla="*/ 8287 w 30194"/>
                <a:gd name="connsiteY11" fmla="*/ 35433 h 43148"/>
                <a:gd name="connsiteX12" fmla="*/ 30194 w 30194"/>
                <a:gd name="connsiteY12" fmla="*/ 35433 h 43148"/>
                <a:gd name="connsiteX13" fmla="*/ 30194 w 30194"/>
                <a:gd name="connsiteY13" fmla="*/ 39243 h 43148"/>
                <a:gd name="connsiteX14" fmla="*/ 30194 w 30194"/>
                <a:gd name="connsiteY14" fmla="*/ 43148 h 43148"/>
                <a:gd name="connsiteX15" fmla="*/ 0 w 30194"/>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94"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194" y="35433"/>
                  </a:lnTo>
                  <a:lnTo>
                    <a:pt x="30194" y="39243"/>
                  </a:lnTo>
                  <a:lnTo>
                    <a:pt x="30194" y="43148"/>
                  </a:lnTo>
                  <a:lnTo>
                    <a:pt x="0" y="43148"/>
                  </a:lnTo>
                  <a:close/>
                </a:path>
              </a:pathLst>
            </a:custGeom>
            <a:grpFill/>
            <a:ln w="9525" cap="flat">
              <a:noFill/>
              <a:prstDash val="solid"/>
              <a:miter/>
            </a:ln>
          </p:spPr>
          <p:txBody>
            <a:bodyPr rtlCol="0" anchor="ctr"/>
            <a:lstStyle/>
            <a:p>
              <a:endParaRPr lang="zh-CN" altLang="en-US"/>
            </a:p>
          </p:txBody>
        </p:sp>
        <p:sp>
          <p:nvSpPr>
            <p:cNvPr id="304" name="任意多边形: 形状 303"/>
            <p:cNvSpPr/>
            <p:nvPr/>
          </p:nvSpPr>
          <p:spPr>
            <a:xfrm>
              <a:off x="5461891" y="2010773"/>
              <a:ext cx="79445" cy="102051"/>
            </a:xfrm>
            <a:custGeom>
              <a:avLst/>
              <a:gdLst>
                <a:gd name="connsiteX0" fmla="*/ 35102 w 35466"/>
                <a:gd name="connsiteY0" fmla="*/ 29121 h 45558"/>
                <a:gd name="connsiteX1" fmla="*/ 29768 w 35466"/>
                <a:gd name="connsiteY1" fmla="*/ 41027 h 45558"/>
                <a:gd name="connsiteX2" fmla="*/ 17957 w 35466"/>
                <a:gd name="connsiteY2" fmla="*/ 45409 h 45558"/>
                <a:gd name="connsiteX3" fmla="*/ 4622 w 35466"/>
                <a:gd name="connsiteY3" fmla="*/ 39313 h 45558"/>
                <a:gd name="connsiteX4" fmla="*/ -331 w 35466"/>
                <a:gd name="connsiteY4" fmla="*/ 22834 h 45558"/>
                <a:gd name="connsiteX5" fmla="*/ 4622 w 35466"/>
                <a:gd name="connsiteY5" fmla="*/ 6070 h 45558"/>
                <a:gd name="connsiteX6" fmla="*/ 17957 w 35466"/>
                <a:gd name="connsiteY6" fmla="*/ -121 h 45558"/>
                <a:gd name="connsiteX7" fmla="*/ 35102 w 35466"/>
                <a:gd name="connsiteY7" fmla="*/ 15310 h 45558"/>
                <a:gd name="connsiteX8" fmla="*/ 26815 w 35466"/>
                <a:gd name="connsiteY8" fmla="*/ 15310 h 45558"/>
                <a:gd name="connsiteX9" fmla="*/ 24053 w 35466"/>
                <a:gd name="connsiteY9" fmla="*/ 9785 h 45558"/>
                <a:gd name="connsiteX10" fmla="*/ 18052 w 35466"/>
                <a:gd name="connsiteY10" fmla="*/ 7690 h 45558"/>
                <a:gd name="connsiteX11" fmla="*/ 10813 w 35466"/>
                <a:gd name="connsiteY11" fmla="*/ 11691 h 45558"/>
                <a:gd name="connsiteX12" fmla="*/ 8146 w 35466"/>
                <a:gd name="connsiteY12" fmla="*/ 22835 h 45558"/>
                <a:gd name="connsiteX13" fmla="*/ 10813 w 35466"/>
                <a:gd name="connsiteY13" fmla="*/ 33694 h 45558"/>
                <a:gd name="connsiteX14" fmla="*/ 18052 w 35466"/>
                <a:gd name="connsiteY14" fmla="*/ 37599 h 45558"/>
                <a:gd name="connsiteX15" fmla="*/ 24053 w 35466"/>
                <a:gd name="connsiteY15" fmla="*/ 35313 h 45558"/>
                <a:gd name="connsiteX16" fmla="*/ 26815 w 35466"/>
                <a:gd name="connsiteY16" fmla="*/ 29122 h 45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466" h="45558">
                  <a:moveTo>
                    <a:pt x="35102" y="29121"/>
                  </a:moveTo>
                  <a:cubicBezTo>
                    <a:pt x="34831" y="33606"/>
                    <a:pt x="32934" y="37839"/>
                    <a:pt x="29768" y="41027"/>
                  </a:cubicBezTo>
                  <a:cubicBezTo>
                    <a:pt x="26567" y="43995"/>
                    <a:pt x="22319" y="45571"/>
                    <a:pt x="17957" y="45409"/>
                  </a:cubicBezTo>
                  <a:cubicBezTo>
                    <a:pt x="12794" y="45621"/>
                    <a:pt x="7840" y="43356"/>
                    <a:pt x="4622" y="39313"/>
                  </a:cubicBezTo>
                  <a:cubicBezTo>
                    <a:pt x="1114" y="34559"/>
                    <a:pt x="-637" y="28735"/>
                    <a:pt x="-331" y="22834"/>
                  </a:cubicBezTo>
                  <a:cubicBezTo>
                    <a:pt x="-617" y="16848"/>
                    <a:pt x="1128" y="10940"/>
                    <a:pt x="4622" y="6070"/>
                  </a:cubicBezTo>
                  <a:cubicBezTo>
                    <a:pt x="7830" y="2004"/>
                    <a:pt x="12781" y="-295"/>
                    <a:pt x="17957" y="-121"/>
                  </a:cubicBezTo>
                  <a:cubicBezTo>
                    <a:pt x="26919" y="-501"/>
                    <a:pt x="34540" y="6357"/>
                    <a:pt x="35102" y="15310"/>
                  </a:cubicBezTo>
                  <a:lnTo>
                    <a:pt x="26815" y="15310"/>
                  </a:lnTo>
                  <a:cubicBezTo>
                    <a:pt x="26671" y="13173"/>
                    <a:pt x="25676" y="11183"/>
                    <a:pt x="24053" y="9785"/>
                  </a:cubicBezTo>
                  <a:cubicBezTo>
                    <a:pt x="22390" y="8352"/>
                    <a:pt x="20245" y="7603"/>
                    <a:pt x="18052" y="7690"/>
                  </a:cubicBezTo>
                  <a:cubicBezTo>
                    <a:pt x="15088" y="7597"/>
                    <a:pt x="12311" y="9132"/>
                    <a:pt x="10813" y="11691"/>
                  </a:cubicBezTo>
                  <a:cubicBezTo>
                    <a:pt x="8840" y="15059"/>
                    <a:pt x="7912" y="18938"/>
                    <a:pt x="8146" y="22835"/>
                  </a:cubicBezTo>
                  <a:cubicBezTo>
                    <a:pt x="7929" y="26640"/>
                    <a:pt x="8858" y="30422"/>
                    <a:pt x="10813" y="33694"/>
                  </a:cubicBezTo>
                  <a:cubicBezTo>
                    <a:pt x="12350" y="36200"/>
                    <a:pt x="15113" y="37691"/>
                    <a:pt x="18052" y="37599"/>
                  </a:cubicBezTo>
                  <a:cubicBezTo>
                    <a:pt x="20276" y="37664"/>
                    <a:pt x="22435" y="36841"/>
                    <a:pt x="24053" y="35313"/>
                  </a:cubicBezTo>
                  <a:cubicBezTo>
                    <a:pt x="25702" y="33658"/>
                    <a:pt x="26684" y="31455"/>
                    <a:pt x="26815" y="29122"/>
                  </a:cubicBezTo>
                  <a:close/>
                </a:path>
              </a:pathLst>
            </a:custGeom>
            <a:grpFill/>
            <a:ln w="9525" cap="flat">
              <a:noFill/>
              <a:prstDash val="solid"/>
              <a:miter/>
            </a:ln>
          </p:spPr>
          <p:txBody>
            <a:bodyPr rtlCol="0" anchor="ctr"/>
            <a:lstStyle/>
            <a:p>
              <a:endParaRPr lang="zh-CN" altLang="en-US"/>
            </a:p>
          </p:txBody>
        </p:sp>
        <p:sp>
          <p:nvSpPr>
            <p:cNvPr id="305" name="任意多边形: 形状 304"/>
            <p:cNvSpPr/>
            <p:nvPr/>
          </p:nvSpPr>
          <p:spPr>
            <a:xfrm>
              <a:off x="5559688" y="2013582"/>
              <a:ext cx="72115" cy="96652"/>
            </a:xfrm>
            <a:custGeom>
              <a:avLst/>
              <a:gdLst>
                <a:gd name="connsiteX0" fmla="*/ 0 w 32194"/>
                <a:gd name="connsiteY0" fmla="*/ 0 h 43148"/>
                <a:gd name="connsiteX1" fmla="*/ 4191 w 32194"/>
                <a:gd name="connsiteY1" fmla="*/ 0 h 43148"/>
                <a:gd name="connsiteX2" fmla="*/ 8382 w 32194"/>
                <a:gd name="connsiteY2" fmla="*/ 0 h 43148"/>
                <a:gd name="connsiteX3" fmla="*/ 8382 w 32194"/>
                <a:gd name="connsiteY3" fmla="*/ 16097 h 43148"/>
                <a:gd name="connsiteX4" fmla="*/ 23908 w 32194"/>
                <a:gd name="connsiteY4" fmla="*/ 16097 h 43148"/>
                <a:gd name="connsiteX5" fmla="*/ 23908 w 32194"/>
                <a:gd name="connsiteY5" fmla="*/ 0 h 43148"/>
                <a:gd name="connsiteX6" fmla="*/ 28004 w 32194"/>
                <a:gd name="connsiteY6" fmla="*/ 0 h 43148"/>
                <a:gd name="connsiteX7" fmla="*/ 32194 w 32194"/>
                <a:gd name="connsiteY7" fmla="*/ 0 h 43148"/>
                <a:gd name="connsiteX8" fmla="*/ 32194 w 32194"/>
                <a:gd name="connsiteY8" fmla="*/ 43148 h 43148"/>
                <a:gd name="connsiteX9" fmla="*/ 28004 w 32194"/>
                <a:gd name="connsiteY9" fmla="*/ 43148 h 43148"/>
                <a:gd name="connsiteX10" fmla="*/ 23908 w 32194"/>
                <a:gd name="connsiteY10" fmla="*/ 43148 h 43148"/>
                <a:gd name="connsiteX11" fmla="*/ 23908 w 32194"/>
                <a:gd name="connsiteY11" fmla="*/ 23622 h 43148"/>
                <a:gd name="connsiteX12" fmla="*/ 8382 w 32194"/>
                <a:gd name="connsiteY12" fmla="*/ 23622 h 43148"/>
                <a:gd name="connsiteX13" fmla="*/ 8382 w 32194"/>
                <a:gd name="connsiteY13" fmla="*/ 43148 h 43148"/>
                <a:gd name="connsiteX14" fmla="*/ 4191 w 32194"/>
                <a:gd name="connsiteY14" fmla="*/ 43148 h 43148"/>
                <a:gd name="connsiteX15" fmla="*/ 0 w 32194"/>
                <a:gd name="connsiteY15" fmla="*/ 43148 h 43148"/>
                <a:gd name="connsiteX16" fmla="*/ 0 w 32194"/>
                <a:gd name="connsiteY1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194" h="43148">
                  <a:moveTo>
                    <a:pt x="0" y="0"/>
                  </a:moveTo>
                  <a:lnTo>
                    <a:pt x="4191" y="0"/>
                  </a:lnTo>
                  <a:lnTo>
                    <a:pt x="8382" y="0"/>
                  </a:lnTo>
                  <a:lnTo>
                    <a:pt x="8382" y="16097"/>
                  </a:lnTo>
                  <a:lnTo>
                    <a:pt x="23908" y="16097"/>
                  </a:lnTo>
                  <a:lnTo>
                    <a:pt x="23908" y="0"/>
                  </a:lnTo>
                  <a:lnTo>
                    <a:pt x="28004" y="0"/>
                  </a:lnTo>
                  <a:lnTo>
                    <a:pt x="32194" y="0"/>
                  </a:lnTo>
                  <a:lnTo>
                    <a:pt x="32194" y="43148"/>
                  </a:lnTo>
                  <a:lnTo>
                    <a:pt x="28004" y="43148"/>
                  </a:lnTo>
                  <a:lnTo>
                    <a:pt x="23908" y="43148"/>
                  </a:lnTo>
                  <a:lnTo>
                    <a:pt x="23908" y="23622"/>
                  </a:lnTo>
                  <a:lnTo>
                    <a:pt x="8382" y="23622"/>
                  </a:lnTo>
                  <a:lnTo>
                    <a:pt x="8382" y="43148"/>
                  </a:lnTo>
                  <a:lnTo>
                    <a:pt x="4191" y="43148"/>
                  </a:lnTo>
                  <a:lnTo>
                    <a:pt x="0" y="43148"/>
                  </a:lnTo>
                  <a:lnTo>
                    <a:pt x="0" y="0"/>
                  </a:lnTo>
                  <a:close/>
                </a:path>
              </a:pathLst>
            </a:custGeom>
            <a:grpFill/>
            <a:ln w="9525" cap="flat">
              <a:noFill/>
              <a:prstDash val="solid"/>
              <a:miter/>
            </a:ln>
          </p:spPr>
          <p:txBody>
            <a:bodyPr rtlCol="0" anchor="ctr"/>
            <a:lstStyle/>
            <a:p>
              <a:endParaRPr lang="zh-CN" altLang="en-US"/>
            </a:p>
          </p:txBody>
        </p:sp>
        <p:sp>
          <p:nvSpPr>
            <p:cNvPr id="306" name="任意多边形: 形状 305"/>
            <p:cNvSpPr/>
            <p:nvPr/>
          </p:nvSpPr>
          <p:spPr>
            <a:xfrm>
              <a:off x="5653993" y="2013582"/>
              <a:ext cx="72543" cy="96652"/>
            </a:xfrm>
            <a:custGeom>
              <a:avLst/>
              <a:gdLst>
                <a:gd name="connsiteX0" fmla="*/ 7715 w 32385"/>
                <a:gd name="connsiteY0" fmla="*/ 43148 h 43148"/>
                <a:gd name="connsiteX1" fmla="*/ 3905 w 32385"/>
                <a:gd name="connsiteY1" fmla="*/ 43148 h 43148"/>
                <a:gd name="connsiteX2" fmla="*/ 0 w 32385"/>
                <a:gd name="connsiteY2" fmla="*/ 43148 h 43148"/>
                <a:gd name="connsiteX3" fmla="*/ 0 w 32385"/>
                <a:gd name="connsiteY3" fmla="*/ 0 h 43148"/>
                <a:gd name="connsiteX4" fmla="*/ 4381 w 32385"/>
                <a:gd name="connsiteY4" fmla="*/ 0 h 43148"/>
                <a:gd name="connsiteX5" fmla="*/ 8668 w 32385"/>
                <a:gd name="connsiteY5" fmla="*/ 0 h 43148"/>
                <a:gd name="connsiteX6" fmla="*/ 24670 w 32385"/>
                <a:gd name="connsiteY6" fmla="*/ 30289 h 43148"/>
                <a:gd name="connsiteX7" fmla="*/ 24670 w 32385"/>
                <a:gd name="connsiteY7" fmla="*/ 0 h 43148"/>
                <a:gd name="connsiteX8" fmla="*/ 28480 w 32385"/>
                <a:gd name="connsiteY8" fmla="*/ 0 h 43148"/>
                <a:gd name="connsiteX9" fmla="*/ 32385 w 32385"/>
                <a:gd name="connsiteY9" fmla="*/ 0 h 43148"/>
                <a:gd name="connsiteX10" fmla="*/ 32385 w 32385"/>
                <a:gd name="connsiteY10" fmla="*/ 43148 h 43148"/>
                <a:gd name="connsiteX11" fmla="*/ 28289 w 32385"/>
                <a:gd name="connsiteY11" fmla="*/ 43148 h 43148"/>
                <a:gd name="connsiteX12" fmla="*/ 24098 w 32385"/>
                <a:gd name="connsiteY12" fmla="*/ 43148 h 43148"/>
                <a:gd name="connsiteX13" fmla="*/ 7715 w 32385"/>
                <a:gd name="connsiteY13" fmla="*/ 12001 h 43148"/>
                <a:gd name="connsiteX14" fmla="*/ 7715 w 32385"/>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5" h="43148">
                  <a:moveTo>
                    <a:pt x="7715" y="43148"/>
                  </a:moveTo>
                  <a:lnTo>
                    <a:pt x="3905" y="43148"/>
                  </a:lnTo>
                  <a:lnTo>
                    <a:pt x="0" y="43148"/>
                  </a:lnTo>
                  <a:lnTo>
                    <a:pt x="0" y="0"/>
                  </a:lnTo>
                  <a:lnTo>
                    <a:pt x="4381" y="0"/>
                  </a:lnTo>
                  <a:lnTo>
                    <a:pt x="8668" y="0"/>
                  </a:lnTo>
                  <a:lnTo>
                    <a:pt x="24670" y="30289"/>
                  </a:lnTo>
                  <a:lnTo>
                    <a:pt x="24670" y="0"/>
                  </a:lnTo>
                  <a:lnTo>
                    <a:pt x="28480" y="0"/>
                  </a:lnTo>
                  <a:lnTo>
                    <a:pt x="32385" y="0"/>
                  </a:lnTo>
                  <a:lnTo>
                    <a:pt x="32385" y="43148"/>
                  </a:lnTo>
                  <a:lnTo>
                    <a:pt x="28289" y="43148"/>
                  </a:lnTo>
                  <a:lnTo>
                    <a:pt x="24098" y="43148"/>
                  </a:lnTo>
                  <a:lnTo>
                    <a:pt x="7715" y="12001"/>
                  </a:lnTo>
                  <a:lnTo>
                    <a:pt x="7715" y="43148"/>
                  </a:lnTo>
                  <a:close/>
                </a:path>
              </a:pathLst>
            </a:custGeom>
            <a:grpFill/>
            <a:ln w="9525" cap="flat">
              <a:noFill/>
              <a:prstDash val="solid"/>
              <a:miter/>
            </a:ln>
          </p:spPr>
          <p:txBody>
            <a:bodyPr rtlCol="0" anchor="ctr"/>
            <a:lstStyle/>
            <a:p>
              <a:endParaRPr lang="zh-CN" altLang="en-US"/>
            </a:p>
          </p:txBody>
        </p:sp>
        <p:sp>
          <p:nvSpPr>
            <p:cNvPr id="307" name="任意多边形: 形状 306"/>
            <p:cNvSpPr/>
            <p:nvPr/>
          </p:nvSpPr>
          <p:spPr>
            <a:xfrm>
              <a:off x="5745446" y="2011170"/>
              <a:ext cx="85506" cy="101477"/>
            </a:xfrm>
            <a:custGeom>
              <a:avLst/>
              <a:gdLst>
                <a:gd name="connsiteX0" fmla="*/ 4814 w 38172"/>
                <a:gd name="connsiteY0" fmla="*/ 39137 h 45302"/>
                <a:gd name="connsiteX1" fmla="*/ -329 w 38172"/>
                <a:gd name="connsiteY1" fmla="*/ 22754 h 45302"/>
                <a:gd name="connsiteX2" fmla="*/ 4814 w 38172"/>
                <a:gd name="connsiteY2" fmla="*/ 5894 h 45302"/>
                <a:gd name="connsiteX3" fmla="*/ 31741 w 38172"/>
                <a:gd name="connsiteY3" fmla="*/ 5008 h 45302"/>
                <a:gd name="connsiteX4" fmla="*/ 32628 w 38172"/>
                <a:gd name="connsiteY4" fmla="*/ 5894 h 45302"/>
                <a:gd name="connsiteX5" fmla="*/ 37771 w 38172"/>
                <a:gd name="connsiteY5" fmla="*/ 22754 h 45302"/>
                <a:gd name="connsiteX6" fmla="*/ 32628 w 38172"/>
                <a:gd name="connsiteY6" fmla="*/ 39137 h 45302"/>
                <a:gd name="connsiteX7" fmla="*/ 5701 w 38172"/>
                <a:gd name="connsiteY7" fmla="*/ 40023 h 45302"/>
                <a:gd name="connsiteX8" fmla="*/ 4814 w 38172"/>
                <a:gd name="connsiteY8" fmla="*/ 39137 h 45302"/>
                <a:gd name="connsiteX9" fmla="*/ 26627 w 38172"/>
                <a:gd name="connsiteY9" fmla="*/ 33612 h 45302"/>
                <a:gd name="connsiteX10" fmla="*/ 29484 w 38172"/>
                <a:gd name="connsiteY10" fmla="*/ 22659 h 45302"/>
                <a:gd name="connsiteX11" fmla="*/ 26627 w 38172"/>
                <a:gd name="connsiteY11" fmla="*/ 11419 h 45302"/>
                <a:gd name="connsiteX12" fmla="*/ 18721 w 38172"/>
                <a:gd name="connsiteY12" fmla="*/ 7418 h 45302"/>
                <a:gd name="connsiteX13" fmla="*/ 10816 w 38172"/>
                <a:gd name="connsiteY13" fmla="*/ 11419 h 45302"/>
                <a:gd name="connsiteX14" fmla="*/ 7958 w 38172"/>
                <a:gd name="connsiteY14" fmla="*/ 22659 h 45302"/>
                <a:gd name="connsiteX15" fmla="*/ 10816 w 38172"/>
                <a:gd name="connsiteY15" fmla="*/ 33612 h 45302"/>
                <a:gd name="connsiteX16" fmla="*/ 18721 w 38172"/>
                <a:gd name="connsiteY16" fmla="*/ 37613 h 45302"/>
                <a:gd name="connsiteX17" fmla="*/ 26627 w 38172"/>
                <a:gd name="connsiteY17" fmla="*/ 3361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172" h="45302">
                  <a:moveTo>
                    <a:pt x="4814" y="39137"/>
                  </a:moveTo>
                  <a:cubicBezTo>
                    <a:pt x="1178" y="34476"/>
                    <a:pt x="-649" y="28656"/>
                    <a:pt x="-329" y="22754"/>
                  </a:cubicBezTo>
                  <a:cubicBezTo>
                    <a:pt x="-646" y="16705"/>
                    <a:pt x="1175" y="10737"/>
                    <a:pt x="4814" y="5894"/>
                  </a:cubicBezTo>
                  <a:cubicBezTo>
                    <a:pt x="12005" y="-1786"/>
                    <a:pt x="24060" y="-2183"/>
                    <a:pt x="31741" y="5008"/>
                  </a:cubicBezTo>
                  <a:cubicBezTo>
                    <a:pt x="32046" y="5293"/>
                    <a:pt x="32342" y="5589"/>
                    <a:pt x="32628" y="5894"/>
                  </a:cubicBezTo>
                  <a:cubicBezTo>
                    <a:pt x="36267" y="10737"/>
                    <a:pt x="38088" y="16705"/>
                    <a:pt x="37771" y="22754"/>
                  </a:cubicBezTo>
                  <a:cubicBezTo>
                    <a:pt x="38091" y="28656"/>
                    <a:pt x="36264" y="34476"/>
                    <a:pt x="32628" y="39137"/>
                  </a:cubicBezTo>
                  <a:cubicBezTo>
                    <a:pt x="25437" y="46817"/>
                    <a:pt x="13382" y="47214"/>
                    <a:pt x="5701" y="40023"/>
                  </a:cubicBezTo>
                  <a:cubicBezTo>
                    <a:pt x="5396" y="39738"/>
                    <a:pt x="5100" y="39442"/>
                    <a:pt x="4814" y="39137"/>
                  </a:cubicBezTo>
                  <a:moveTo>
                    <a:pt x="26627" y="33612"/>
                  </a:moveTo>
                  <a:cubicBezTo>
                    <a:pt x="28702" y="30350"/>
                    <a:pt x="29701" y="26519"/>
                    <a:pt x="29484" y="22659"/>
                  </a:cubicBezTo>
                  <a:cubicBezTo>
                    <a:pt x="29723" y="18706"/>
                    <a:pt x="28724" y="14778"/>
                    <a:pt x="26627" y="11419"/>
                  </a:cubicBezTo>
                  <a:cubicBezTo>
                    <a:pt x="24810" y="8866"/>
                    <a:pt x="21854" y="7371"/>
                    <a:pt x="18721" y="7418"/>
                  </a:cubicBezTo>
                  <a:cubicBezTo>
                    <a:pt x="15588" y="7371"/>
                    <a:pt x="12632" y="8866"/>
                    <a:pt x="10816" y="11419"/>
                  </a:cubicBezTo>
                  <a:cubicBezTo>
                    <a:pt x="8718" y="14778"/>
                    <a:pt x="7719" y="18706"/>
                    <a:pt x="7958" y="22659"/>
                  </a:cubicBezTo>
                  <a:cubicBezTo>
                    <a:pt x="7741" y="26519"/>
                    <a:pt x="8741" y="30350"/>
                    <a:pt x="10816" y="33612"/>
                  </a:cubicBezTo>
                  <a:cubicBezTo>
                    <a:pt x="12560" y="36248"/>
                    <a:pt x="15565" y="37768"/>
                    <a:pt x="18721" y="37613"/>
                  </a:cubicBezTo>
                  <a:cubicBezTo>
                    <a:pt x="21854" y="37661"/>
                    <a:pt x="24810" y="36165"/>
                    <a:pt x="26627" y="33612"/>
                  </a:cubicBezTo>
                </a:path>
              </a:pathLst>
            </a:custGeom>
            <a:grpFill/>
            <a:ln w="9525" cap="flat">
              <a:noFill/>
              <a:prstDash val="solid"/>
              <a:miter/>
            </a:ln>
          </p:spPr>
          <p:txBody>
            <a:bodyPr rtlCol="0" anchor="ctr"/>
            <a:lstStyle/>
            <a:p>
              <a:endParaRPr lang="zh-CN" altLang="en-US"/>
            </a:p>
          </p:txBody>
        </p:sp>
        <p:sp>
          <p:nvSpPr>
            <p:cNvPr id="308" name="任意多边形: 形状 307"/>
            <p:cNvSpPr/>
            <p:nvPr/>
          </p:nvSpPr>
          <p:spPr>
            <a:xfrm>
              <a:off x="5850714" y="2013582"/>
              <a:ext cx="62940" cy="96652"/>
            </a:xfrm>
            <a:custGeom>
              <a:avLst/>
              <a:gdLst>
                <a:gd name="connsiteX0" fmla="*/ 0 w 28098"/>
                <a:gd name="connsiteY0" fmla="*/ 43148 h 43148"/>
                <a:gd name="connsiteX1" fmla="*/ 0 w 28098"/>
                <a:gd name="connsiteY1" fmla="*/ 0 h 43148"/>
                <a:gd name="connsiteX2" fmla="*/ 4096 w 28098"/>
                <a:gd name="connsiteY2" fmla="*/ 0 h 43148"/>
                <a:gd name="connsiteX3" fmla="*/ 8287 w 28098"/>
                <a:gd name="connsiteY3" fmla="*/ 0 h 43148"/>
                <a:gd name="connsiteX4" fmla="*/ 8287 w 28098"/>
                <a:gd name="connsiteY4" fmla="*/ 35433 h 43148"/>
                <a:gd name="connsiteX5" fmla="*/ 28099 w 28098"/>
                <a:gd name="connsiteY5" fmla="*/ 35433 h 43148"/>
                <a:gd name="connsiteX6" fmla="*/ 28099 w 28098"/>
                <a:gd name="connsiteY6" fmla="*/ 39243 h 43148"/>
                <a:gd name="connsiteX7" fmla="*/ 28099 w 28098"/>
                <a:gd name="connsiteY7" fmla="*/ 43148 h 43148"/>
                <a:gd name="connsiteX8" fmla="*/ 0 w 28098"/>
                <a:gd name="connsiteY8"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98" h="43148">
                  <a:moveTo>
                    <a:pt x="0" y="43148"/>
                  </a:moveTo>
                  <a:lnTo>
                    <a:pt x="0" y="0"/>
                  </a:lnTo>
                  <a:lnTo>
                    <a:pt x="4096" y="0"/>
                  </a:lnTo>
                  <a:lnTo>
                    <a:pt x="8287" y="0"/>
                  </a:lnTo>
                  <a:lnTo>
                    <a:pt x="8287" y="35433"/>
                  </a:lnTo>
                  <a:lnTo>
                    <a:pt x="28099" y="35433"/>
                  </a:lnTo>
                  <a:lnTo>
                    <a:pt x="28099" y="39243"/>
                  </a:lnTo>
                  <a:lnTo>
                    <a:pt x="28099" y="43148"/>
                  </a:lnTo>
                  <a:lnTo>
                    <a:pt x="0" y="43148"/>
                  </a:lnTo>
                  <a:close/>
                </a:path>
              </a:pathLst>
            </a:custGeom>
            <a:grpFill/>
            <a:ln w="9525" cap="flat">
              <a:noFill/>
              <a:prstDash val="solid"/>
              <a:miter/>
            </a:ln>
          </p:spPr>
          <p:txBody>
            <a:bodyPr rtlCol="0" anchor="ctr"/>
            <a:lstStyle/>
            <a:p>
              <a:endParaRPr lang="zh-CN" altLang="en-US"/>
            </a:p>
          </p:txBody>
        </p:sp>
        <p:sp>
          <p:nvSpPr>
            <p:cNvPr id="309" name="任意多边形: 形状 308"/>
            <p:cNvSpPr/>
            <p:nvPr/>
          </p:nvSpPr>
          <p:spPr>
            <a:xfrm>
              <a:off x="5927444" y="2011170"/>
              <a:ext cx="85506" cy="101477"/>
            </a:xfrm>
            <a:custGeom>
              <a:avLst/>
              <a:gdLst>
                <a:gd name="connsiteX0" fmla="*/ 4814 w 38172"/>
                <a:gd name="connsiteY0" fmla="*/ 39137 h 45302"/>
                <a:gd name="connsiteX1" fmla="*/ -329 w 38172"/>
                <a:gd name="connsiteY1" fmla="*/ 22754 h 45302"/>
                <a:gd name="connsiteX2" fmla="*/ 4814 w 38172"/>
                <a:gd name="connsiteY2" fmla="*/ 5894 h 45302"/>
                <a:gd name="connsiteX3" fmla="*/ 31741 w 38172"/>
                <a:gd name="connsiteY3" fmla="*/ 5008 h 45302"/>
                <a:gd name="connsiteX4" fmla="*/ 32628 w 38172"/>
                <a:gd name="connsiteY4" fmla="*/ 5894 h 45302"/>
                <a:gd name="connsiteX5" fmla="*/ 37771 w 38172"/>
                <a:gd name="connsiteY5" fmla="*/ 22754 h 45302"/>
                <a:gd name="connsiteX6" fmla="*/ 32628 w 38172"/>
                <a:gd name="connsiteY6" fmla="*/ 39137 h 45302"/>
                <a:gd name="connsiteX7" fmla="*/ 5701 w 38172"/>
                <a:gd name="connsiteY7" fmla="*/ 40023 h 45302"/>
                <a:gd name="connsiteX8" fmla="*/ 4814 w 38172"/>
                <a:gd name="connsiteY8" fmla="*/ 39137 h 45302"/>
                <a:gd name="connsiteX9" fmla="*/ 26627 w 38172"/>
                <a:gd name="connsiteY9" fmla="*/ 33612 h 45302"/>
                <a:gd name="connsiteX10" fmla="*/ 29484 w 38172"/>
                <a:gd name="connsiteY10" fmla="*/ 22659 h 45302"/>
                <a:gd name="connsiteX11" fmla="*/ 26627 w 38172"/>
                <a:gd name="connsiteY11" fmla="*/ 11419 h 45302"/>
                <a:gd name="connsiteX12" fmla="*/ 18721 w 38172"/>
                <a:gd name="connsiteY12" fmla="*/ 7418 h 45302"/>
                <a:gd name="connsiteX13" fmla="*/ 10816 w 38172"/>
                <a:gd name="connsiteY13" fmla="*/ 11419 h 45302"/>
                <a:gd name="connsiteX14" fmla="*/ 7958 w 38172"/>
                <a:gd name="connsiteY14" fmla="*/ 22659 h 45302"/>
                <a:gd name="connsiteX15" fmla="*/ 10816 w 38172"/>
                <a:gd name="connsiteY15" fmla="*/ 33612 h 45302"/>
                <a:gd name="connsiteX16" fmla="*/ 18721 w 38172"/>
                <a:gd name="connsiteY16" fmla="*/ 37613 h 45302"/>
                <a:gd name="connsiteX17" fmla="*/ 26627 w 38172"/>
                <a:gd name="connsiteY17" fmla="*/ 3361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172" h="45302">
                  <a:moveTo>
                    <a:pt x="4814" y="39137"/>
                  </a:moveTo>
                  <a:cubicBezTo>
                    <a:pt x="1178" y="34476"/>
                    <a:pt x="-649" y="28656"/>
                    <a:pt x="-329" y="22754"/>
                  </a:cubicBezTo>
                  <a:cubicBezTo>
                    <a:pt x="-646" y="16705"/>
                    <a:pt x="1175" y="10737"/>
                    <a:pt x="4814" y="5894"/>
                  </a:cubicBezTo>
                  <a:cubicBezTo>
                    <a:pt x="12005" y="-1786"/>
                    <a:pt x="24060" y="-2183"/>
                    <a:pt x="31741" y="5008"/>
                  </a:cubicBezTo>
                  <a:cubicBezTo>
                    <a:pt x="32046" y="5293"/>
                    <a:pt x="32342" y="5589"/>
                    <a:pt x="32628" y="5894"/>
                  </a:cubicBezTo>
                  <a:cubicBezTo>
                    <a:pt x="36267" y="10737"/>
                    <a:pt x="38088" y="16705"/>
                    <a:pt x="37771" y="22754"/>
                  </a:cubicBezTo>
                  <a:cubicBezTo>
                    <a:pt x="38091" y="28656"/>
                    <a:pt x="36264" y="34476"/>
                    <a:pt x="32628" y="39137"/>
                  </a:cubicBezTo>
                  <a:cubicBezTo>
                    <a:pt x="25437" y="46817"/>
                    <a:pt x="13382" y="47214"/>
                    <a:pt x="5701" y="40023"/>
                  </a:cubicBezTo>
                  <a:cubicBezTo>
                    <a:pt x="5396" y="39738"/>
                    <a:pt x="5100" y="39442"/>
                    <a:pt x="4814" y="39137"/>
                  </a:cubicBezTo>
                  <a:moveTo>
                    <a:pt x="26627" y="33612"/>
                  </a:moveTo>
                  <a:cubicBezTo>
                    <a:pt x="28702" y="30350"/>
                    <a:pt x="29701" y="26519"/>
                    <a:pt x="29484" y="22659"/>
                  </a:cubicBezTo>
                  <a:cubicBezTo>
                    <a:pt x="29723" y="18706"/>
                    <a:pt x="28724" y="14778"/>
                    <a:pt x="26627" y="11419"/>
                  </a:cubicBezTo>
                  <a:cubicBezTo>
                    <a:pt x="24810" y="8866"/>
                    <a:pt x="21854" y="7371"/>
                    <a:pt x="18721" y="7418"/>
                  </a:cubicBezTo>
                  <a:cubicBezTo>
                    <a:pt x="15588" y="7371"/>
                    <a:pt x="12632" y="8866"/>
                    <a:pt x="10816" y="11419"/>
                  </a:cubicBezTo>
                  <a:cubicBezTo>
                    <a:pt x="8718" y="14778"/>
                    <a:pt x="7719" y="18706"/>
                    <a:pt x="7958" y="22659"/>
                  </a:cubicBezTo>
                  <a:cubicBezTo>
                    <a:pt x="7741" y="26519"/>
                    <a:pt x="8741" y="30350"/>
                    <a:pt x="10816" y="33612"/>
                  </a:cubicBezTo>
                  <a:cubicBezTo>
                    <a:pt x="12632" y="36165"/>
                    <a:pt x="15589" y="37661"/>
                    <a:pt x="18721" y="37613"/>
                  </a:cubicBezTo>
                  <a:cubicBezTo>
                    <a:pt x="21854" y="37661"/>
                    <a:pt x="24810" y="36165"/>
                    <a:pt x="26627" y="33612"/>
                  </a:cubicBezTo>
                </a:path>
              </a:pathLst>
            </a:custGeom>
            <a:grpFill/>
            <a:ln w="9525" cap="flat">
              <a:noFill/>
              <a:prstDash val="solid"/>
              <a:miter/>
            </a:ln>
          </p:spPr>
          <p:txBody>
            <a:bodyPr rtlCol="0" anchor="ctr"/>
            <a:lstStyle/>
            <a:p>
              <a:endParaRPr lang="zh-CN" altLang="en-US"/>
            </a:p>
          </p:txBody>
        </p:sp>
        <p:sp>
          <p:nvSpPr>
            <p:cNvPr id="310" name="任意多边形: 形状 309"/>
            <p:cNvSpPr/>
            <p:nvPr/>
          </p:nvSpPr>
          <p:spPr>
            <a:xfrm>
              <a:off x="6028659" y="2010789"/>
              <a:ext cx="82567" cy="102228"/>
            </a:xfrm>
            <a:custGeom>
              <a:avLst/>
              <a:gdLst>
                <a:gd name="connsiteX0" fmla="*/ 18589 w 36860"/>
                <a:gd name="connsiteY0" fmla="*/ 45402 h 45637"/>
                <a:gd name="connsiteX1" fmla="*/ 4777 w 36860"/>
                <a:gd name="connsiteY1" fmla="*/ 39306 h 45637"/>
                <a:gd name="connsiteX2" fmla="*/ 4777 w 36860"/>
                <a:gd name="connsiteY2" fmla="*/ 6064 h 45637"/>
                <a:gd name="connsiteX3" fmla="*/ 31067 w 36860"/>
                <a:gd name="connsiteY3" fmla="*/ 3778 h 45637"/>
                <a:gd name="connsiteX4" fmla="*/ 36496 w 36860"/>
                <a:gd name="connsiteY4" fmla="*/ 14446 h 45637"/>
                <a:gd name="connsiteX5" fmla="*/ 28209 w 36860"/>
                <a:gd name="connsiteY5" fmla="*/ 14446 h 45637"/>
                <a:gd name="connsiteX6" fmla="*/ 25352 w 36860"/>
                <a:gd name="connsiteY6" fmla="*/ 9493 h 45637"/>
                <a:gd name="connsiteX7" fmla="*/ 19542 w 36860"/>
                <a:gd name="connsiteY7" fmla="*/ 7397 h 45637"/>
                <a:gd name="connsiteX8" fmla="*/ 11160 w 36860"/>
                <a:gd name="connsiteY8" fmla="*/ 11398 h 45637"/>
                <a:gd name="connsiteX9" fmla="*/ 11160 w 36860"/>
                <a:gd name="connsiteY9" fmla="*/ 33877 h 45637"/>
                <a:gd name="connsiteX10" fmla="*/ 19732 w 36860"/>
                <a:gd name="connsiteY10" fmla="*/ 37782 h 45637"/>
                <a:gd name="connsiteX11" fmla="*/ 19732 w 36860"/>
                <a:gd name="connsiteY11" fmla="*/ 37782 h 45637"/>
                <a:gd name="connsiteX12" fmla="*/ 27257 w 36860"/>
                <a:gd name="connsiteY12" fmla="*/ 33782 h 45637"/>
                <a:gd name="connsiteX13" fmla="*/ 29447 w 36860"/>
                <a:gd name="connsiteY13" fmla="*/ 28448 h 45637"/>
                <a:gd name="connsiteX14" fmla="*/ 19922 w 36860"/>
                <a:gd name="connsiteY14" fmla="*/ 28448 h 45637"/>
                <a:gd name="connsiteX15" fmla="*/ 19922 w 36860"/>
                <a:gd name="connsiteY15" fmla="*/ 21018 h 45637"/>
                <a:gd name="connsiteX16" fmla="*/ 36496 w 36860"/>
                <a:gd name="connsiteY16" fmla="*/ 21018 h 45637"/>
                <a:gd name="connsiteX17" fmla="*/ 36496 w 36860"/>
                <a:gd name="connsiteY17" fmla="*/ 44259 h 45637"/>
                <a:gd name="connsiteX18" fmla="*/ 30971 w 36860"/>
                <a:gd name="connsiteY18" fmla="*/ 44259 h 45637"/>
                <a:gd name="connsiteX19" fmla="*/ 30209 w 36860"/>
                <a:gd name="connsiteY19" fmla="*/ 38734 h 45637"/>
                <a:gd name="connsiteX20" fmla="*/ 29733 w 36860"/>
                <a:gd name="connsiteY20" fmla="*/ 39401 h 45637"/>
                <a:gd name="connsiteX21" fmla="*/ 18303 w 36860"/>
                <a:gd name="connsiteY21" fmla="*/ 45497 h 45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860" h="45637">
                  <a:moveTo>
                    <a:pt x="18589" y="45402"/>
                  </a:moveTo>
                  <a:cubicBezTo>
                    <a:pt x="13287" y="45630"/>
                    <a:pt x="8182" y="43377"/>
                    <a:pt x="4777" y="39306"/>
                  </a:cubicBezTo>
                  <a:cubicBezTo>
                    <a:pt x="-2079" y="29286"/>
                    <a:pt x="-2079" y="16084"/>
                    <a:pt x="4777" y="6064"/>
                  </a:cubicBezTo>
                  <a:cubicBezTo>
                    <a:pt x="11704" y="-1231"/>
                    <a:pt x="22984" y="-2212"/>
                    <a:pt x="31067" y="3778"/>
                  </a:cubicBezTo>
                  <a:cubicBezTo>
                    <a:pt x="34229" y="6465"/>
                    <a:pt x="36185" y="10307"/>
                    <a:pt x="36496" y="14446"/>
                  </a:cubicBezTo>
                  <a:lnTo>
                    <a:pt x="28209" y="14446"/>
                  </a:lnTo>
                  <a:cubicBezTo>
                    <a:pt x="27977" y="12473"/>
                    <a:pt x="26944" y="10682"/>
                    <a:pt x="25352" y="9493"/>
                  </a:cubicBezTo>
                  <a:cubicBezTo>
                    <a:pt x="23702" y="8168"/>
                    <a:pt x="21657" y="7431"/>
                    <a:pt x="19542" y="7397"/>
                  </a:cubicBezTo>
                  <a:cubicBezTo>
                    <a:pt x="16243" y="7186"/>
                    <a:pt x="13070" y="8700"/>
                    <a:pt x="11160" y="11398"/>
                  </a:cubicBezTo>
                  <a:cubicBezTo>
                    <a:pt x="7104" y="18342"/>
                    <a:pt x="7104" y="26933"/>
                    <a:pt x="11160" y="33877"/>
                  </a:cubicBezTo>
                  <a:cubicBezTo>
                    <a:pt x="13218" y="36488"/>
                    <a:pt x="16411" y="37942"/>
                    <a:pt x="19732" y="37782"/>
                  </a:cubicBezTo>
                  <a:lnTo>
                    <a:pt x="19732" y="37782"/>
                  </a:lnTo>
                  <a:cubicBezTo>
                    <a:pt x="22772" y="37878"/>
                    <a:pt x="25636" y="36356"/>
                    <a:pt x="27257" y="33782"/>
                  </a:cubicBezTo>
                  <a:cubicBezTo>
                    <a:pt x="28270" y="32134"/>
                    <a:pt x="29010" y="30332"/>
                    <a:pt x="29447" y="28448"/>
                  </a:cubicBezTo>
                  <a:lnTo>
                    <a:pt x="19922" y="28448"/>
                  </a:lnTo>
                  <a:lnTo>
                    <a:pt x="19922" y="21018"/>
                  </a:lnTo>
                  <a:lnTo>
                    <a:pt x="36496" y="21018"/>
                  </a:lnTo>
                  <a:lnTo>
                    <a:pt x="36496" y="44259"/>
                  </a:lnTo>
                  <a:lnTo>
                    <a:pt x="30971" y="44259"/>
                  </a:lnTo>
                  <a:lnTo>
                    <a:pt x="30209" y="38734"/>
                  </a:lnTo>
                  <a:lnTo>
                    <a:pt x="29733" y="39401"/>
                  </a:lnTo>
                  <a:cubicBezTo>
                    <a:pt x="27258" y="43300"/>
                    <a:pt x="22919" y="45614"/>
                    <a:pt x="18303" y="45497"/>
                  </a:cubicBezTo>
                  <a:close/>
                </a:path>
              </a:pathLst>
            </a:custGeom>
            <a:grpFill/>
            <a:ln w="9525" cap="flat">
              <a:noFill/>
              <a:prstDash val="solid"/>
              <a:miter/>
            </a:ln>
          </p:spPr>
          <p:txBody>
            <a:bodyPr rtlCol="0" anchor="ctr"/>
            <a:lstStyle/>
            <a:p>
              <a:endParaRPr lang="zh-CN" altLang="en-US"/>
            </a:p>
          </p:txBody>
        </p:sp>
        <p:sp>
          <p:nvSpPr>
            <p:cNvPr id="311" name="任意多边形: 形状 310"/>
            <p:cNvSpPr/>
            <p:nvPr/>
          </p:nvSpPr>
          <p:spPr>
            <a:xfrm>
              <a:off x="6126591" y="2013582"/>
              <a:ext cx="78943" cy="96652"/>
            </a:xfrm>
            <a:custGeom>
              <a:avLst/>
              <a:gdLst>
                <a:gd name="connsiteX0" fmla="*/ 13811 w 35242"/>
                <a:gd name="connsiteY0" fmla="*/ 26861 h 43148"/>
                <a:gd name="connsiteX1" fmla="*/ 0 w 35242"/>
                <a:gd name="connsiteY1" fmla="*/ 0 h 43148"/>
                <a:gd name="connsiteX2" fmla="*/ 4953 w 35242"/>
                <a:gd name="connsiteY2" fmla="*/ 0 h 43148"/>
                <a:gd name="connsiteX3" fmla="*/ 9811 w 35242"/>
                <a:gd name="connsiteY3" fmla="*/ 0 h 43148"/>
                <a:gd name="connsiteX4" fmla="*/ 18098 w 35242"/>
                <a:gd name="connsiteY4" fmla="*/ 18669 h 43148"/>
                <a:gd name="connsiteX5" fmla="*/ 18098 w 35242"/>
                <a:gd name="connsiteY5" fmla="*/ 18669 h 43148"/>
                <a:gd name="connsiteX6" fmla="*/ 25908 w 35242"/>
                <a:gd name="connsiteY6" fmla="*/ 0 h 43148"/>
                <a:gd name="connsiteX7" fmla="*/ 30575 w 35242"/>
                <a:gd name="connsiteY7" fmla="*/ 0 h 43148"/>
                <a:gd name="connsiteX8" fmla="*/ 35242 w 35242"/>
                <a:gd name="connsiteY8" fmla="*/ 0 h 43148"/>
                <a:gd name="connsiteX9" fmla="*/ 22098 w 35242"/>
                <a:gd name="connsiteY9" fmla="*/ 26670 h 43148"/>
                <a:gd name="connsiteX10" fmla="*/ 22098 w 35242"/>
                <a:gd name="connsiteY10" fmla="*/ 43148 h 43148"/>
                <a:gd name="connsiteX11" fmla="*/ 18002 w 35242"/>
                <a:gd name="connsiteY11" fmla="*/ 43148 h 43148"/>
                <a:gd name="connsiteX12" fmla="*/ 13811 w 35242"/>
                <a:gd name="connsiteY12" fmla="*/ 43148 h 43148"/>
                <a:gd name="connsiteX13" fmla="*/ 13811 w 35242"/>
                <a:gd name="connsiteY13" fmla="*/ 26861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242" h="43148">
                  <a:moveTo>
                    <a:pt x="13811" y="26861"/>
                  </a:moveTo>
                  <a:lnTo>
                    <a:pt x="0" y="0"/>
                  </a:lnTo>
                  <a:lnTo>
                    <a:pt x="4953" y="0"/>
                  </a:lnTo>
                  <a:lnTo>
                    <a:pt x="9811" y="0"/>
                  </a:lnTo>
                  <a:lnTo>
                    <a:pt x="18098" y="18669"/>
                  </a:lnTo>
                  <a:lnTo>
                    <a:pt x="18098" y="18669"/>
                  </a:lnTo>
                  <a:lnTo>
                    <a:pt x="25908" y="0"/>
                  </a:lnTo>
                  <a:lnTo>
                    <a:pt x="30575" y="0"/>
                  </a:lnTo>
                  <a:lnTo>
                    <a:pt x="35242" y="0"/>
                  </a:lnTo>
                  <a:lnTo>
                    <a:pt x="22098" y="26670"/>
                  </a:lnTo>
                  <a:lnTo>
                    <a:pt x="22098" y="43148"/>
                  </a:lnTo>
                  <a:lnTo>
                    <a:pt x="18002" y="43148"/>
                  </a:lnTo>
                  <a:lnTo>
                    <a:pt x="13811" y="43148"/>
                  </a:lnTo>
                  <a:lnTo>
                    <a:pt x="13811" y="26861"/>
                  </a:lnTo>
                  <a:close/>
                </a:path>
              </a:pathLst>
            </a:custGeom>
            <a:grpFill/>
            <a:ln w="9525" cap="flat">
              <a:noFill/>
              <a:prstDash val="solid"/>
              <a:miter/>
            </a:ln>
          </p:spPr>
          <p:txBody>
            <a:bodyPr rtlCol="0" anchor="ctr"/>
            <a:lstStyle/>
            <a:p>
              <a:endParaRPr lang="zh-CN" altLang="en-US"/>
            </a:p>
          </p:txBody>
        </p:sp>
        <p:sp>
          <p:nvSpPr>
            <p:cNvPr id="312" name="任意多边形: 形状 311"/>
            <p:cNvSpPr/>
            <p:nvPr/>
          </p:nvSpPr>
          <p:spPr>
            <a:xfrm>
              <a:off x="4764700" y="1614809"/>
              <a:ext cx="227445" cy="302672"/>
            </a:xfrm>
            <a:custGeom>
              <a:avLst/>
              <a:gdLst>
                <a:gd name="connsiteX0" fmla="*/ 95171 w 101537"/>
                <a:gd name="connsiteY0" fmla="*/ 2912 h 135120"/>
                <a:gd name="connsiteX1" fmla="*/ 83646 w 101537"/>
                <a:gd name="connsiteY1" fmla="*/ 2055 h 135120"/>
                <a:gd name="connsiteX2" fmla="*/ 77645 w 101537"/>
                <a:gd name="connsiteY2" fmla="*/ -136 h 135120"/>
                <a:gd name="connsiteX3" fmla="*/ 51928 w 101537"/>
                <a:gd name="connsiteY3" fmla="*/ 8151 h 135120"/>
                <a:gd name="connsiteX4" fmla="*/ 43355 w 101537"/>
                <a:gd name="connsiteY4" fmla="*/ 9008 h 135120"/>
                <a:gd name="connsiteX5" fmla="*/ 32497 w 101537"/>
                <a:gd name="connsiteY5" fmla="*/ 13485 h 135120"/>
                <a:gd name="connsiteX6" fmla="*/ 26210 w 101537"/>
                <a:gd name="connsiteY6" fmla="*/ 15485 h 135120"/>
                <a:gd name="connsiteX7" fmla="*/ 21352 w 101537"/>
                <a:gd name="connsiteY7" fmla="*/ 15961 h 135120"/>
                <a:gd name="connsiteX8" fmla="*/ 16209 w 101537"/>
                <a:gd name="connsiteY8" fmla="*/ 12913 h 135120"/>
                <a:gd name="connsiteX9" fmla="*/ 12209 w 101537"/>
                <a:gd name="connsiteY9" fmla="*/ 21105 h 135120"/>
                <a:gd name="connsiteX10" fmla="*/ 10589 w 101537"/>
                <a:gd name="connsiteY10" fmla="*/ 29201 h 135120"/>
                <a:gd name="connsiteX11" fmla="*/ 9922 w 101537"/>
                <a:gd name="connsiteY11" fmla="*/ 33868 h 135120"/>
                <a:gd name="connsiteX12" fmla="*/ 11732 w 101537"/>
                <a:gd name="connsiteY12" fmla="*/ 40155 h 135120"/>
                <a:gd name="connsiteX13" fmla="*/ 13256 w 101537"/>
                <a:gd name="connsiteY13" fmla="*/ 54728 h 135120"/>
                <a:gd name="connsiteX14" fmla="*/ 10113 w 101537"/>
                <a:gd name="connsiteY14" fmla="*/ 63777 h 135120"/>
                <a:gd name="connsiteX15" fmla="*/ 11732 w 101537"/>
                <a:gd name="connsiteY15" fmla="*/ 69777 h 135120"/>
                <a:gd name="connsiteX16" fmla="*/ 14590 w 101537"/>
                <a:gd name="connsiteY16" fmla="*/ 75111 h 135120"/>
                <a:gd name="connsiteX17" fmla="*/ 15828 w 101537"/>
                <a:gd name="connsiteY17" fmla="*/ 78826 h 135120"/>
                <a:gd name="connsiteX18" fmla="*/ 17447 w 101537"/>
                <a:gd name="connsiteY18" fmla="*/ 81303 h 135120"/>
                <a:gd name="connsiteX19" fmla="*/ 20686 w 101537"/>
                <a:gd name="connsiteY19" fmla="*/ 81779 h 135120"/>
                <a:gd name="connsiteX20" fmla="*/ 24686 w 101537"/>
                <a:gd name="connsiteY20" fmla="*/ 80922 h 135120"/>
                <a:gd name="connsiteX21" fmla="*/ 29068 w 101537"/>
                <a:gd name="connsiteY21" fmla="*/ 79683 h 135120"/>
                <a:gd name="connsiteX22" fmla="*/ 32402 w 101537"/>
                <a:gd name="connsiteY22" fmla="*/ 79684 h 135120"/>
                <a:gd name="connsiteX23" fmla="*/ 31735 w 101537"/>
                <a:gd name="connsiteY23" fmla="*/ 85303 h 135120"/>
                <a:gd name="connsiteX24" fmla="*/ 29258 w 101537"/>
                <a:gd name="connsiteY24" fmla="*/ 87494 h 135120"/>
                <a:gd name="connsiteX25" fmla="*/ 26496 w 101537"/>
                <a:gd name="connsiteY25" fmla="*/ 87494 h 135120"/>
                <a:gd name="connsiteX26" fmla="*/ 23639 w 101537"/>
                <a:gd name="connsiteY26" fmla="*/ 87970 h 135120"/>
                <a:gd name="connsiteX27" fmla="*/ 21067 w 101537"/>
                <a:gd name="connsiteY27" fmla="*/ 87113 h 135120"/>
                <a:gd name="connsiteX28" fmla="*/ 18495 w 101537"/>
                <a:gd name="connsiteY28" fmla="*/ 90542 h 135120"/>
                <a:gd name="connsiteX29" fmla="*/ 17924 w 101537"/>
                <a:gd name="connsiteY29" fmla="*/ 95304 h 135120"/>
                <a:gd name="connsiteX30" fmla="*/ 17924 w 101537"/>
                <a:gd name="connsiteY30" fmla="*/ 99114 h 135120"/>
                <a:gd name="connsiteX31" fmla="*/ 21924 w 101537"/>
                <a:gd name="connsiteY31" fmla="*/ 101115 h 135120"/>
                <a:gd name="connsiteX32" fmla="*/ 26591 w 101537"/>
                <a:gd name="connsiteY32" fmla="*/ 101782 h 135120"/>
                <a:gd name="connsiteX33" fmla="*/ 28496 w 101537"/>
                <a:gd name="connsiteY33" fmla="*/ 105020 h 135120"/>
                <a:gd name="connsiteX34" fmla="*/ 16971 w 101537"/>
                <a:gd name="connsiteY34" fmla="*/ 110068 h 135120"/>
                <a:gd name="connsiteX35" fmla="*/ 7446 w 101537"/>
                <a:gd name="connsiteY35" fmla="*/ 113211 h 135120"/>
                <a:gd name="connsiteX36" fmla="*/ 4398 w 101537"/>
                <a:gd name="connsiteY36" fmla="*/ 111687 h 135120"/>
                <a:gd name="connsiteX37" fmla="*/ 1922 w 101537"/>
                <a:gd name="connsiteY37" fmla="*/ 113688 h 135120"/>
                <a:gd name="connsiteX38" fmla="*/ -364 w 101537"/>
                <a:gd name="connsiteY38" fmla="*/ 118450 h 135120"/>
                <a:gd name="connsiteX39" fmla="*/ -364 w 101537"/>
                <a:gd name="connsiteY39" fmla="*/ 122546 h 135120"/>
                <a:gd name="connsiteX40" fmla="*/ 1160 w 101537"/>
                <a:gd name="connsiteY40" fmla="*/ 131500 h 135120"/>
                <a:gd name="connsiteX41" fmla="*/ 7827 w 101537"/>
                <a:gd name="connsiteY41" fmla="*/ 134928 h 135120"/>
                <a:gd name="connsiteX42" fmla="*/ 18495 w 101537"/>
                <a:gd name="connsiteY42" fmla="*/ 132261 h 135120"/>
                <a:gd name="connsiteX43" fmla="*/ 28877 w 101537"/>
                <a:gd name="connsiteY43" fmla="*/ 131214 h 135120"/>
                <a:gd name="connsiteX44" fmla="*/ 38402 w 101537"/>
                <a:gd name="connsiteY44" fmla="*/ 129214 h 135120"/>
                <a:gd name="connsiteX45" fmla="*/ 46594 w 101537"/>
                <a:gd name="connsiteY45" fmla="*/ 127880 h 135120"/>
                <a:gd name="connsiteX46" fmla="*/ 53928 w 101537"/>
                <a:gd name="connsiteY46" fmla="*/ 127118 h 135120"/>
                <a:gd name="connsiteX47" fmla="*/ 62310 w 101537"/>
                <a:gd name="connsiteY47" fmla="*/ 127118 h 135120"/>
                <a:gd name="connsiteX48" fmla="*/ 77550 w 101537"/>
                <a:gd name="connsiteY48" fmla="*/ 126546 h 135120"/>
                <a:gd name="connsiteX49" fmla="*/ 87075 w 101537"/>
                <a:gd name="connsiteY49" fmla="*/ 128166 h 135120"/>
                <a:gd name="connsiteX50" fmla="*/ 97267 w 101537"/>
                <a:gd name="connsiteY50" fmla="*/ 113497 h 135120"/>
                <a:gd name="connsiteX51" fmla="*/ 91742 w 101537"/>
                <a:gd name="connsiteY51" fmla="*/ 103972 h 135120"/>
                <a:gd name="connsiteX52" fmla="*/ 84789 w 101537"/>
                <a:gd name="connsiteY52" fmla="*/ 103972 h 135120"/>
                <a:gd name="connsiteX53" fmla="*/ 76788 w 101537"/>
                <a:gd name="connsiteY53" fmla="*/ 105592 h 135120"/>
                <a:gd name="connsiteX54" fmla="*/ 70311 w 101537"/>
                <a:gd name="connsiteY54" fmla="*/ 105592 h 135120"/>
                <a:gd name="connsiteX55" fmla="*/ 61739 w 101537"/>
                <a:gd name="connsiteY55" fmla="*/ 107211 h 135120"/>
                <a:gd name="connsiteX56" fmla="*/ 58595 w 101537"/>
                <a:gd name="connsiteY56" fmla="*/ 104734 h 135120"/>
                <a:gd name="connsiteX57" fmla="*/ 60595 w 101537"/>
                <a:gd name="connsiteY57" fmla="*/ 101019 h 135120"/>
                <a:gd name="connsiteX58" fmla="*/ 67073 w 101537"/>
                <a:gd name="connsiteY58" fmla="*/ 98638 h 135120"/>
                <a:gd name="connsiteX59" fmla="*/ 72692 w 101537"/>
                <a:gd name="connsiteY59" fmla="*/ 94638 h 135120"/>
                <a:gd name="connsiteX60" fmla="*/ 73645 w 101537"/>
                <a:gd name="connsiteY60" fmla="*/ 91399 h 135120"/>
                <a:gd name="connsiteX61" fmla="*/ 72026 w 101537"/>
                <a:gd name="connsiteY61" fmla="*/ 83589 h 135120"/>
                <a:gd name="connsiteX62" fmla="*/ 69549 w 101537"/>
                <a:gd name="connsiteY62" fmla="*/ 80731 h 135120"/>
                <a:gd name="connsiteX63" fmla="*/ 63358 w 101537"/>
                <a:gd name="connsiteY63" fmla="*/ 78731 h 135120"/>
                <a:gd name="connsiteX64" fmla="*/ 58881 w 101537"/>
                <a:gd name="connsiteY64" fmla="*/ 80827 h 135120"/>
                <a:gd name="connsiteX65" fmla="*/ 53261 w 101537"/>
                <a:gd name="connsiteY65" fmla="*/ 81874 h 135120"/>
                <a:gd name="connsiteX66" fmla="*/ 53261 w 101537"/>
                <a:gd name="connsiteY66" fmla="*/ 76159 h 135120"/>
                <a:gd name="connsiteX67" fmla="*/ 60596 w 101537"/>
                <a:gd name="connsiteY67" fmla="*/ 73873 h 135120"/>
                <a:gd name="connsiteX68" fmla="*/ 65549 w 101537"/>
                <a:gd name="connsiteY68" fmla="*/ 72254 h 135120"/>
                <a:gd name="connsiteX69" fmla="*/ 70311 w 101537"/>
                <a:gd name="connsiteY69" fmla="*/ 72254 h 135120"/>
                <a:gd name="connsiteX70" fmla="*/ 74216 w 101537"/>
                <a:gd name="connsiteY70" fmla="*/ 68349 h 135120"/>
                <a:gd name="connsiteX71" fmla="*/ 85742 w 101537"/>
                <a:gd name="connsiteY71" fmla="*/ 44251 h 135120"/>
                <a:gd name="connsiteX72" fmla="*/ 90980 w 101537"/>
                <a:gd name="connsiteY72" fmla="*/ 38250 h 135120"/>
                <a:gd name="connsiteX73" fmla="*/ 96410 w 101537"/>
                <a:gd name="connsiteY73" fmla="*/ 28058 h 135120"/>
                <a:gd name="connsiteX74" fmla="*/ 97934 w 101537"/>
                <a:gd name="connsiteY74" fmla="*/ 21771 h 135120"/>
                <a:gd name="connsiteX75" fmla="*/ 101172 w 101537"/>
                <a:gd name="connsiteY75" fmla="*/ 14913 h 135120"/>
                <a:gd name="connsiteX76" fmla="*/ 97171 w 101537"/>
                <a:gd name="connsiteY76" fmla="*/ 6817 h 135120"/>
                <a:gd name="connsiteX77" fmla="*/ 95171 w 101537"/>
                <a:gd name="connsiteY77" fmla="*/ 2055 h 135120"/>
                <a:gd name="connsiteX78" fmla="*/ 37355 w 101537"/>
                <a:gd name="connsiteY78" fmla="*/ 57300 h 135120"/>
                <a:gd name="connsiteX79" fmla="*/ 31544 w 101537"/>
                <a:gd name="connsiteY79" fmla="*/ 56728 h 135120"/>
                <a:gd name="connsiteX80" fmla="*/ 30973 w 101537"/>
                <a:gd name="connsiteY80" fmla="*/ 53299 h 135120"/>
                <a:gd name="connsiteX81" fmla="*/ 32592 w 101537"/>
                <a:gd name="connsiteY81" fmla="*/ 49680 h 135120"/>
                <a:gd name="connsiteX82" fmla="*/ 39355 w 101537"/>
                <a:gd name="connsiteY82" fmla="*/ 48632 h 135120"/>
                <a:gd name="connsiteX83" fmla="*/ 41267 w 101537"/>
                <a:gd name="connsiteY83" fmla="*/ 50333 h 135120"/>
                <a:gd name="connsiteX84" fmla="*/ 41260 w 101537"/>
                <a:gd name="connsiteY84" fmla="*/ 50632 h 135120"/>
                <a:gd name="connsiteX85" fmla="*/ 37355 w 101537"/>
                <a:gd name="connsiteY85" fmla="*/ 57300 h 135120"/>
                <a:gd name="connsiteX86" fmla="*/ 41546 w 101537"/>
                <a:gd name="connsiteY86" fmla="*/ 31582 h 135120"/>
                <a:gd name="connsiteX87" fmla="*/ 34973 w 101537"/>
                <a:gd name="connsiteY87" fmla="*/ 37773 h 135120"/>
                <a:gd name="connsiteX88" fmla="*/ 32497 w 101537"/>
                <a:gd name="connsiteY88" fmla="*/ 36250 h 135120"/>
                <a:gd name="connsiteX89" fmla="*/ 31925 w 101537"/>
                <a:gd name="connsiteY89" fmla="*/ 30725 h 135120"/>
                <a:gd name="connsiteX90" fmla="*/ 37355 w 101537"/>
                <a:gd name="connsiteY90" fmla="*/ 26725 h 135120"/>
                <a:gd name="connsiteX91" fmla="*/ 41546 w 101537"/>
                <a:gd name="connsiteY91" fmla="*/ 31582 h 135120"/>
                <a:gd name="connsiteX92" fmla="*/ 62405 w 101537"/>
                <a:gd name="connsiteY92" fmla="*/ 48346 h 135120"/>
                <a:gd name="connsiteX93" fmla="*/ 56500 w 101537"/>
                <a:gd name="connsiteY93" fmla="*/ 52728 h 135120"/>
                <a:gd name="connsiteX94" fmla="*/ 53261 w 101537"/>
                <a:gd name="connsiteY94" fmla="*/ 49680 h 135120"/>
                <a:gd name="connsiteX95" fmla="*/ 53928 w 101537"/>
                <a:gd name="connsiteY95" fmla="*/ 44536 h 135120"/>
                <a:gd name="connsiteX96" fmla="*/ 59167 w 101537"/>
                <a:gd name="connsiteY96" fmla="*/ 42727 h 135120"/>
                <a:gd name="connsiteX97" fmla="*/ 62501 w 101537"/>
                <a:gd name="connsiteY97" fmla="*/ 43965 h 135120"/>
                <a:gd name="connsiteX98" fmla="*/ 62501 w 101537"/>
                <a:gd name="connsiteY98" fmla="*/ 48346 h 135120"/>
                <a:gd name="connsiteX99" fmla="*/ 70121 w 101537"/>
                <a:gd name="connsiteY99" fmla="*/ 23486 h 135120"/>
                <a:gd name="connsiteX100" fmla="*/ 65454 w 101537"/>
                <a:gd name="connsiteY100" fmla="*/ 30153 h 135120"/>
                <a:gd name="connsiteX101" fmla="*/ 58310 w 101537"/>
                <a:gd name="connsiteY101" fmla="*/ 30153 h 135120"/>
                <a:gd name="connsiteX102" fmla="*/ 56500 w 101537"/>
                <a:gd name="connsiteY102" fmla="*/ 23867 h 135120"/>
                <a:gd name="connsiteX103" fmla="*/ 69644 w 101537"/>
                <a:gd name="connsiteY103" fmla="*/ 18628 h 135120"/>
                <a:gd name="connsiteX104" fmla="*/ 70120 w 101537"/>
                <a:gd name="connsiteY104" fmla="*/ 23772 h 13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01537" h="135120">
                  <a:moveTo>
                    <a:pt x="95171" y="2912"/>
                  </a:moveTo>
                  <a:cubicBezTo>
                    <a:pt x="91392" y="2067"/>
                    <a:pt x="87509" y="1778"/>
                    <a:pt x="83646" y="2055"/>
                  </a:cubicBezTo>
                  <a:cubicBezTo>
                    <a:pt x="81741" y="2055"/>
                    <a:pt x="80027" y="-136"/>
                    <a:pt x="77645" y="-136"/>
                  </a:cubicBezTo>
                  <a:cubicBezTo>
                    <a:pt x="75264" y="-136"/>
                    <a:pt x="58595" y="6055"/>
                    <a:pt x="51928" y="8151"/>
                  </a:cubicBezTo>
                  <a:cubicBezTo>
                    <a:pt x="49737" y="8913"/>
                    <a:pt x="46022" y="8151"/>
                    <a:pt x="43355" y="9008"/>
                  </a:cubicBezTo>
                  <a:cubicBezTo>
                    <a:pt x="39164" y="10342"/>
                    <a:pt x="36402" y="12056"/>
                    <a:pt x="32497" y="13485"/>
                  </a:cubicBezTo>
                  <a:cubicBezTo>
                    <a:pt x="31163" y="13961"/>
                    <a:pt x="26972" y="15104"/>
                    <a:pt x="26210" y="15485"/>
                  </a:cubicBezTo>
                  <a:cubicBezTo>
                    <a:pt x="24631" y="15925"/>
                    <a:pt x="22987" y="16086"/>
                    <a:pt x="21352" y="15961"/>
                  </a:cubicBezTo>
                  <a:cubicBezTo>
                    <a:pt x="18590" y="15961"/>
                    <a:pt x="18686" y="12913"/>
                    <a:pt x="16209" y="12913"/>
                  </a:cubicBezTo>
                  <a:cubicBezTo>
                    <a:pt x="13733" y="12913"/>
                    <a:pt x="11827" y="17485"/>
                    <a:pt x="12209" y="21105"/>
                  </a:cubicBezTo>
                  <a:cubicBezTo>
                    <a:pt x="11993" y="23858"/>
                    <a:pt x="11450" y="26576"/>
                    <a:pt x="10589" y="29201"/>
                  </a:cubicBezTo>
                  <a:cubicBezTo>
                    <a:pt x="10175" y="30723"/>
                    <a:pt x="9951" y="32291"/>
                    <a:pt x="9922" y="33868"/>
                  </a:cubicBezTo>
                  <a:cubicBezTo>
                    <a:pt x="9923" y="36535"/>
                    <a:pt x="11827" y="38726"/>
                    <a:pt x="11732" y="40155"/>
                  </a:cubicBezTo>
                  <a:cubicBezTo>
                    <a:pt x="11686" y="45054"/>
                    <a:pt x="12197" y="49944"/>
                    <a:pt x="13256" y="54728"/>
                  </a:cubicBezTo>
                  <a:cubicBezTo>
                    <a:pt x="13256" y="57014"/>
                    <a:pt x="10113" y="59967"/>
                    <a:pt x="10113" y="63777"/>
                  </a:cubicBezTo>
                  <a:cubicBezTo>
                    <a:pt x="10272" y="65861"/>
                    <a:pt x="10821" y="67897"/>
                    <a:pt x="11732" y="69777"/>
                  </a:cubicBezTo>
                  <a:cubicBezTo>
                    <a:pt x="11732" y="70635"/>
                    <a:pt x="14876" y="71778"/>
                    <a:pt x="14590" y="75111"/>
                  </a:cubicBezTo>
                  <a:cubicBezTo>
                    <a:pt x="14770" y="76415"/>
                    <a:pt x="15190" y="77675"/>
                    <a:pt x="15828" y="78826"/>
                  </a:cubicBezTo>
                  <a:cubicBezTo>
                    <a:pt x="15828" y="79969"/>
                    <a:pt x="15828" y="80922"/>
                    <a:pt x="17447" y="81303"/>
                  </a:cubicBezTo>
                  <a:cubicBezTo>
                    <a:pt x="18496" y="81627"/>
                    <a:pt x="19588" y="81788"/>
                    <a:pt x="20686" y="81779"/>
                  </a:cubicBezTo>
                  <a:cubicBezTo>
                    <a:pt x="21924" y="81779"/>
                    <a:pt x="23829" y="80922"/>
                    <a:pt x="24686" y="80922"/>
                  </a:cubicBezTo>
                  <a:cubicBezTo>
                    <a:pt x="26178" y="80629"/>
                    <a:pt x="27644" y="80215"/>
                    <a:pt x="29068" y="79683"/>
                  </a:cubicBezTo>
                  <a:cubicBezTo>
                    <a:pt x="30782" y="78826"/>
                    <a:pt x="32211" y="78636"/>
                    <a:pt x="32402" y="79684"/>
                  </a:cubicBezTo>
                  <a:cubicBezTo>
                    <a:pt x="32490" y="81581"/>
                    <a:pt x="32265" y="83480"/>
                    <a:pt x="31735" y="85303"/>
                  </a:cubicBezTo>
                  <a:cubicBezTo>
                    <a:pt x="31157" y="86273"/>
                    <a:pt x="30291" y="87039"/>
                    <a:pt x="29258" y="87494"/>
                  </a:cubicBezTo>
                  <a:cubicBezTo>
                    <a:pt x="28344" y="87651"/>
                    <a:pt x="27410" y="87651"/>
                    <a:pt x="26496" y="87494"/>
                  </a:cubicBezTo>
                  <a:cubicBezTo>
                    <a:pt x="25353" y="87494"/>
                    <a:pt x="24877" y="87970"/>
                    <a:pt x="23639" y="87970"/>
                  </a:cubicBezTo>
                  <a:cubicBezTo>
                    <a:pt x="22400" y="87970"/>
                    <a:pt x="22305" y="87113"/>
                    <a:pt x="21067" y="87113"/>
                  </a:cubicBezTo>
                  <a:cubicBezTo>
                    <a:pt x="19829" y="87113"/>
                    <a:pt x="18686" y="89209"/>
                    <a:pt x="18495" y="90542"/>
                  </a:cubicBezTo>
                  <a:cubicBezTo>
                    <a:pt x="18305" y="91876"/>
                    <a:pt x="18495" y="93685"/>
                    <a:pt x="17924" y="95304"/>
                  </a:cubicBezTo>
                  <a:cubicBezTo>
                    <a:pt x="17352" y="96924"/>
                    <a:pt x="17257" y="98067"/>
                    <a:pt x="17924" y="99114"/>
                  </a:cubicBezTo>
                  <a:cubicBezTo>
                    <a:pt x="18590" y="100162"/>
                    <a:pt x="19543" y="100734"/>
                    <a:pt x="21924" y="101115"/>
                  </a:cubicBezTo>
                  <a:cubicBezTo>
                    <a:pt x="23302" y="102023"/>
                    <a:pt x="25014" y="102268"/>
                    <a:pt x="26591" y="101782"/>
                  </a:cubicBezTo>
                  <a:cubicBezTo>
                    <a:pt x="27544" y="101781"/>
                    <a:pt x="30020" y="102925"/>
                    <a:pt x="28496" y="105020"/>
                  </a:cubicBezTo>
                  <a:cubicBezTo>
                    <a:pt x="24567" y="106497"/>
                    <a:pt x="20720" y="108182"/>
                    <a:pt x="16971" y="110068"/>
                  </a:cubicBezTo>
                  <a:cubicBezTo>
                    <a:pt x="13940" y="111511"/>
                    <a:pt x="10740" y="112567"/>
                    <a:pt x="7446" y="113211"/>
                  </a:cubicBezTo>
                  <a:cubicBezTo>
                    <a:pt x="5732" y="113211"/>
                    <a:pt x="5446" y="111878"/>
                    <a:pt x="4398" y="111687"/>
                  </a:cubicBezTo>
                  <a:cubicBezTo>
                    <a:pt x="3350" y="111497"/>
                    <a:pt x="2207" y="113593"/>
                    <a:pt x="1922" y="113688"/>
                  </a:cubicBezTo>
                  <a:cubicBezTo>
                    <a:pt x="453" y="114827"/>
                    <a:pt x="-394" y="116591"/>
                    <a:pt x="-364" y="118450"/>
                  </a:cubicBezTo>
                  <a:cubicBezTo>
                    <a:pt x="-364" y="119403"/>
                    <a:pt x="-364" y="121308"/>
                    <a:pt x="-364" y="122546"/>
                  </a:cubicBezTo>
                  <a:cubicBezTo>
                    <a:pt x="-364" y="126642"/>
                    <a:pt x="969" y="128547"/>
                    <a:pt x="1160" y="131500"/>
                  </a:cubicBezTo>
                  <a:cubicBezTo>
                    <a:pt x="1350" y="134452"/>
                    <a:pt x="5922" y="135214"/>
                    <a:pt x="7827" y="134928"/>
                  </a:cubicBezTo>
                  <a:cubicBezTo>
                    <a:pt x="11466" y="134413"/>
                    <a:pt x="15042" y="133520"/>
                    <a:pt x="18495" y="132261"/>
                  </a:cubicBezTo>
                  <a:cubicBezTo>
                    <a:pt x="21983" y="132282"/>
                    <a:pt x="25464" y="131931"/>
                    <a:pt x="28877" y="131214"/>
                  </a:cubicBezTo>
                  <a:cubicBezTo>
                    <a:pt x="31884" y="129909"/>
                    <a:pt x="35125" y="129228"/>
                    <a:pt x="38402" y="129214"/>
                  </a:cubicBezTo>
                  <a:cubicBezTo>
                    <a:pt x="41162" y="128970"/>
                    <a:pt x="43900" y="128524"/>
                    <a:pt x="46594" y="127880"/>
                  </a:cubicBezTo>
                  <a:cubicBezTo>
                    <a:pt x="49017" y="127450"/>
                    <a:pt x="51468" y="127195"/>
                    <a:pt x="53928" y="127118"/>
                  </a:cubicBezTo>
                  <a:cubicBezTo>
                    <a:pt x="56718" y="127334"/>
                    <a:pt x="59520" y="127334"/>
                    <a:pt x="62310" y="127118"/>
                  </a:cubicBezTo>
                  <a:cubicBezTo>
                    <a:pt x="63453" y="127118"/>
                    <a:pt x="70025" y="127118"/>
                    <a:pt x="77550" y="126546"/>
                  </a:cubicBezTo>
                  <a:cubicBezTo>
                    <a:pt x="85075" y="125975"/>
                    <a:pt x="84503" y="128356"/>
                    <a:pt x="87075" y="128166"/>
                  </a:cubicBezTo>
                  <a:cubicBezTo>
                    <a:pt x="92981" y="127594"/>
                    <a:pt x="97267" y="120165"/>
                    <a:pt x="97267" y="113497"/>
                  </a:cubicBezTo>
                  <a:cubicBezTo>
                    <a:pt x="97267" y="108735"/>
                    <a:pt x="91742" y="107401"/>
                    <a:pt x="91742" y="103972"/>
                  </a:cubicBezTo>
                  <a:cubicBezTo>
                    <a:pt x="90123" y="102258"/>
                    <a:pt x="87266" y="104639"/>
                    <a:pt x="84789" y="103972"/>
                  </a:cubicBezTo>
                  <a:cubicBezTo>
                    <a:pt x="82058" y="104126"/>
                    <a:pt x="79364" y="104672"/>
                    <a:pt x="76788" y="105592"/>
                  </a:cubicBezTo>
                  <a:cubicBezTo>
                    <a:pt x="74788" y="105592"/>
                    <a:pt x="72692" y="105592"/>
                    <a:pt x="70311" y="105592"/>
                  </a:cubicBezTo>
                  <a:cubicBezTo>
                    <a:pt x="67930" y="105592"/>
                    <a:pt x="62977" y="107211"/>
                    <a:pt x="61739" y="107211"/>
                  </a:cubicBezTo>
                  <a:cubicBezTo>
                    <a:pt x="60500" y="107211"/>
                    <a:pt x="58595" y="107211"/>
                    <a:pt x="58595" y="104734"/>
                  </a:cubicBezTo>
                  <a:cubicBezTo>
                    <a:pt x="58688" y="103263"/>
                    <a:pt x="59418" y="101906"/>
                    <a:pt x="60595" y="101019"/>
                  </a:cubicBezTo>
                  <a:cubicBezTo>
                    <a:pt x="62596" y="99781"/>
                    <a:pt x="65739" y="99495"/>
                    <a:pt x="67073" y="98638"/>
                  </a:cubicBezTo>
                  <a:cubicBezTo>
                    <a:pt x="69125" y="97576"/>
                    <a:pt x="71017" y="96229"/>
                    <a:pt x="72692" y="94638"/>
                  </a:cubicBezTo>
                  <a:cubicBezTo>
                    <a:pt x="73372" y="93699"/>
                    <a:pt x="73708" y="92556"/>
                    <a:pt x="73645" y="91399"/>
                  </a:cubicBezTo>
                  <a:cubicBezTo>
                    <a:pt x="72586" y="88931"/>
                    <a:pt x="72035" y="86274"/>
                    <a:pt x="72026" y="83589"/>
                  </a:cubicBezTo>
                  <a:cubicBezTo>
                    <a:pt x="72083" y="82132"/>
                    <a:pt x="70999" y="80881"/>
                    <a:pt x="69549" y="80731"/>
                  </a:cubicBezTo>
                  <a:cubicBezTo>
                    <a:pt x="67421" y="80284"/>
                    <a:pt x="65345" y="79613"/>
                    <a:pt x="63358" y="78731"/>
                  </a:cubicBezTo>
                  <a:cubicBezTo>
                    <a:pt x="61613" y="78654"/>
                    <a:pt x="59940" y="79437"/>
                    <a:pt x="58881" y="80827"/>
                  </a:cubicBezTo>
                  <a:cubicBezTo>
                    <a:pt x="58119" y="81874"/>
                    <a:pt x="54785" y="83779"/>
                    <a:pt x="53261" y="81874"/>
                  </a:cubicBezTo>
                  <a:cubicBezTo>
                    <a:pt x="52499" y="80045"/>
                    <a:pt x="52499" y="77988"/>
                    <a:pt x="53261" y="76159"/>
                  </a:cubicBezTo>
                  <a:cubicBezTo>
                    <a:pt x="54309" y="74064"/>
                    <a:pt x="59643" y="74826"/>
                    <a:pt x="60596" y="73873"/>
                  </a:cubicBezTo>
                  <a:cubicBezTo>
                    <a:pt x="61548" y="72921"/>
                    <a:pt x="64882" y="72921"/>
                    <a:pt x="65549" y="72254"/>
                  </a:cubicBezTo>
                  <a:cubicBezTo>
                    <a:pt x="67066" y="71586"/>
                    <a:pt x="68794" y="71586"/>
                    <a:pt x="70311" y="72254"/>
                  </a:cubicBezTo>
                  <a:cubicBezTo>
                    <a:pt x="71359" y="72254"/>
                    <a:pt x="73645" y="69777"/>
                    <a:pt x="74216" y="68349"/>
                  </a:cubicBezTo>
                  <a:cubicBezTo>
                    <a:pt x="77360" y="59395"/>
                    <a:pt x="81741" y="53204"/>
                    <a:pt x="85742" y="44251"/>
                  </a:cubicBezTo>
                  <a:cubicBezTo>
                    <a:pt x="86408" y="42822"/>
                    <a:pt x="90314" y="39678"/>
                    <a:pt x="90980" y="38250"/>
                  </a:cubicBezTo>
                  <a:cubicBezTo>
                    <a:pt x="92387" y="34653"/>
                    <a:pt x="94209" y="31232"/>
                    <a:pt x="96410" y="28058"/>
                  </a:cubicBezTo>
                  <a:cubicBezTo>
                    <a:pt x="97580" y="26181"/>
                    <a:pt x="98115" y="23976"/>
                    <a:pt x="97934" y="21771"/>
                  </a:cubicBezTo>
                  <a:cubicBezTo>
                    <a:pt x="97934" y="20819"/>
                    <a:pt x="100982" y="17200"/>
                    <a:pt x="101172" y="14913"/>
                  </a:cubicBezTo>
                  <a:cubicBezTo>
                    <a:pt x="100798" y="11838"/>
                    <a:pt x="99387" y="8982"/>
                    <a:pt x="97171" y="6817"/>
                  </a:cubicBezTo>
                  <a:cubicBezTo>
                    <a:pt x="96410" y="6055"/>
                    <a:pt x="95838" y="2626"/>
                    <a:pt x="95171" y="2055"/>
                  </a:cubicBezTo>
                  <a:moveTo>
                    <a:pt x="37355" y="57300"/>
                  </a:moveTo>
                  <a:cubicBezTo>
                    <a:pt x="36211" y="57967"/>
                    <a:pt x="33544" y="57300"/>
                    <a:pt x="31544" y="56728"/>
                  </a:cubicBezTo>
                  <a:cubicBezTo>
                    <a:pt x="31062" y="55653"/>
                    <a:pt x="30866" y="54472"/>
                    <a:pt x="30973" y="53299"/>
                  </a:cubicBezTo>
                  <a:cubicBezTo>
                    <a:pt x="31160" y="51964"/>
                    <a:pt x="31722" y="50709"/>
                    <a:pt x="32592" y="49680"/>
                  </a:cubicBezTo>
                  <a:cubicBezTo>
                    <a:pt x="34822" y="49187"/>
                    <a:pt x="37081" y="48837"/>
                    <a:pt x="39355" y="48632"/>
                  </a:cubicBezTo>
                  <a:cubicBezTo>
                    <a:pt x="40353" y="48574"/>
                    <a:pt x="41209" y="49335"/>
                    <a:pt x="41267" y="50333"/>
                  </a:cubicBezTo>
                  <a:cubicBezTo>
                    <a:pt x="41273" y="50433"/>
                    <a:pt x="41271" y="50533"/>
                    <a:pt x="41260" y="50632"/>
                  </a:cubicBezTo>
                  <a:cubicBezTo>
                    <a:pt x="40959" y="53307"/>
                    <a:pt x="39540" y="55729"/>
                    <a:pt x="37355" y="57300"/>
                  </a:cubicBezTo>
                  <a:moveTo>
                    <a:pt x="41546" y="31582"/>
                  </a:moveTo>
                  <a:cubicBezTo>
                    <a:pt x="41546" y="34821"/>
                    <a:pt x="37736" y="35678"/>
                    <a:pt x="34973" y="37773"/>
                  </a:cubicBezTo>
                  <a:cubicBezTo>
                    <a:pt x="32211" y="39869"/>
                    <a:pt x="32497" y="36250"/>
                    <a:pt x="32497" y="36250"/>
                  </a:cubicBezTo>
                  <a:cubicBezTo>
                    <a:pt x="32497" y="36250"/>
                    <a:pt x="31925" y="32439"/>
                    <a:pt x="31925" y="30725"/>
                  </a:cubicBezTo>
                  <a:cubicBezTo>
                    <a:pt x="31925" y="26725"/>
                    <a:pt x="36211" y="28058"/>
                    <a:pt x="37355" y="26725"/>
                  </a:cubicBezTo>
                  <a:cubicBezTo>
                    <a:pt x="40974" y="25867"/>
                    <a:pt x="42117" y="26725"/>
                    <a:pt x="41546" y="31582"/>
                  </a:cubicBezTo>
                  <a:moveTo>
                    <a:pt x="62405" y="48346"/>
                  </a:moveTo>
                  <a:cubicBezTo>
                    <a:pt x="61217" y="50638"/>
                    <a:pt x="59038" y="52255"/>
                    <a:pt x="56500" y="52728"/>
                  </a:cubicBezTo>
                  <a:cubicBezTo>
                    <a:pt x="55738" y="52728"/>
                    <a:pt x="53261" y="50918"/>
                    <a:pt x="53261" y="49680"/>
                  </a:cubicBezTo>
                  <a:cubicBezTo>
                    <a:pt x="53261" y="48442"/>
                    <a:pt x="52690" y="45870"/>
                    <a:pt x="53928" y="44536"/>
                  </a:cubicBezTo>
                  <a:cubicBezTo>
                    <a:pt x="56405" y="44536"/>
                    <a:pt x="57548" y="43298"/>
                    <a:pt x="59167" y="42727"/>
                  </a:cubicBezTo>
                  <a:cubicBezTo>
                    <a:pt x="60786" y="42155"/>
                    <a:pt x="62215" y="42727"/>
                    <a:pt x="62501" y="43965"/>
                  </a:cubicBezTo>
                  <a:cubicBezTo>
                    <a:pt x="62622" y="45423"/>
                    <a:pt x="62622" y="46888"/>
                    <a:pt x="62501" y="48346"/>
                  </a:cubicBezTo>
                  <a:moveTo>
                    <a:pt x="70121" y="23486"/>
                  </a:moveTo>
                  <a:cubicBezTo>
                    <a:pt x="69328" y="26155"/>
                    <a:pt x="67690" y="28495"/>
                    <a:pt x="65454" y="30153"/>
                  </a:cubicBezTo>
                  <a:cubicBezTo>
                    <a:pt x="63094" y="30604"/>
                    <a:pt x="60670" y="30604"/>
                    <a:pt x="58310" y="30153"/>
                  </a:cubicBezTo>
                  <a:cubicBezTo>
                    <a:pt x="56309" y="29296"/>
                    <a:pt x="56309" y="25867"/>
                    <a:pt x="56500" y="23867"/>
                  </a:cubicBezTo>
                  <a:cubicBezTo>
                    <a:pt x="56500" y="20057"/>
                    <a:pt x="64786" y="20247"/>
                    <a:pt x="69644" y="18628"/>
                  </a:cubicBezTo>
                  <a:cubicBezTo>
                    <a:pt x="70118" y="20299"/>
                    <a:pt x="70280" y="22043"/>
                    <a:pt x="70120" y="23772"/>
                  </a:cubicBezTo>
                </a:path>
              </a:pathLst>
            </a:custGeom>
            <a:grpFill/>
            <a:ln w="9525" cap="flat">
              <a:noFill/>
              <a:prstDash val="solid"/>
              <a:miter/>
            </a:ln>
          </p:spPr>
          <p:txBody>
            <a:bodyPr rtlCol="0" anchor="ctr"/>
            <a:lstStyle/>
            <a:p>
              <a:endParaRPr lang="zh-CN" altLang="en-US"/>
            </a:p>
          </p:txBody>
        </p:sp>
        <p:sp>
          <p:nvSpPr>
            <p:cNvPr id="313" name="任意多边形: 形状 312"/>
            <p:cNvSpPr/>
            <p:nvPr/>
          </p:nvSpPr>
          <p:spPr>
            <a:xfrm>
              <a:off x="4624035" y="1639673"/>
              <a:ext cx="160489" cy="281452"/>
            </a:xfrm>
            <a:custGeom>
              <a:avLst/>
              <a:gdLst>
                <a:gd name="connsiteX0" fmla="*/ 56144 w 71646"/>
                <a:gd name="connsiteY0" fmla="*/ 81347 h 125647"/>
                <a:gd name="connsiteX1" fmla="*/ 51001 w 71646"/>
                <a:gd name="connsiteY1" fmla="*/ 81347 h 125647"/>
                <a:gd name="connsiteX2" fmla="*/ 50430 w 71646"/>
                <a:gd name="connsiteY2" fmla="*/ 76204 h 125647"/>
                <a:gd name="connsiteX3" fmla="*/ 63955 w 71646"/>
                <a:gd name="connsiteY3" fmla="*/ 63345 h 125647"/>
                <a:gd name="connsiteX4" fmla="*/ 65003 w 71646"/>
                <a:gd name="connsiteY4" fmla="*/ 60583 h 125647"/>
                <a:gd name="connsiteX5" fmla="*/ 62145 w 71646"/>
                <a:gd name="connsiteY5" fmla="*/ 53915 h 125647"/>
                <a:gd name="connsiteX6" fmla="*/ 60621 w 71646"/>
                <a:gd name="connsiteY6" fmla="*/ 49724 h 125647"/>
                <a:gd name="connsiteX7" fmla="*/ 56049 w 71646"/>
                <a:gd name="connsiteY7" fmla="*/ 49724 h 125647"/>
                <a:gd name="connsiteX8" fmla="*/ 55478 w 71646"/>
                <a:gd name="connsiteY8" fmla="*/ 43723 h 125647"/>
                <a:gd name="connsiteX9" fmla="*/ 56240 w 71646"/>
                <a:gd name="connsiteY9" fmla="*/ 35056 h 125647"/>
                <a:gd name="connsiteX10" fmla="*/ 63383 w 71646"/>
                <a:gd name="connsiteY10" fmla="*/ 27245 h 125647"/>
                <a:gd name="connsiteX11" fmla="*/ 67574 w 71646"/>
                <a:gd name="connsiteY11" fmla="*/ 21625 h 125647"/>
                <a:gd name="connsiteX12" fmla="*/ 69956 w 71646"/>
                <a:gd name="connsiteY12" fmla="*/ 13720 h 125647"/>
                <a:gd name="connsiteX13" fmla="*/ 71194 w 71646"/>
                <a:gd name="connsiteY13" fmla="*/ 6957 h 125647"/>
                <a:gd name="connsiteX14" fmla="*/ 65955 w 71646"/>
                <a:gd name="connsiteY14" fmla="*/ 99 h 125647"/>
                <a:gd name="connsiteX15" fmla="*/ 57859 w 71646"/>
                <a:gd name="connsiteY15" fmla="*/ 670 h 125647"/>
                <a:gd name="connsiteX16" fmla="*/ 29284 w 71646"/>
                <a:gd name="connsiteY16" fmla="*/ 14291 h 125647"/>
                <a:gd name="connsiteX17" fmla="*/ 22712 w 71646"/>
                <a:gd name="connsiteY17" fmla="*/ 15053 h 125647"/>
                <a:gd name="connsiteX18" fmla="*/ 17759 w 71646"/>
                <a:gd name="connsiteY18" fmla="*/ 18006 h 125647"/>
                <a:gd name="connsiteX19" fmla="*/ 15377 w 71646"/>
                <a:gd name="connsiteY19" fmla="*/ 21625 h 125647"/>
                <a:gd name="connsiteX20" fmla="*/ 12234 w 71646"/>
                <a:gd name="connsiteY20" fmla="*/ 23626 h 125647"/>
                <a:gd name="connsiteX21" fmla="*/ 13854 w 71646"/>
                <a:gd name="connsiteY21" fmla="*/ 30293 h 125647"/>
                <a:gd name="connsiteX22" fmla="*/ 16901 w 71646"/>
                <a:gd name="connsiteY22" fmla="*/ 32293 h 125647"/>
                <a:gd name="connsiteX23" fmla="*/ 20426 w 71646"/>
                <a:gd name="connsiteY23" fmla="*/ 36294 h 125647"/>
                <a:gd name="connsiteX24" fmla="*/ 26045 w 71646"/>
                <a:gd name="connsiteY24" fmla="*/ 38389 h 125647"/>
                <a:gd name="connsiteX25" fmla="*/ 30903 w 71646"/>
                <a:gd name="connsiteY25" fmla="*/ 42866 h 125647"/>
                <a:gd name="connsiteX26" fmla="*/ 29569 w 71646"/>
                <a:gd name="connsiteY26" fmla="*/ 52391 h 125647"/>
                <a:gd name="connsiteX27" fmla="*/ 23379 w 71646"/>
                <a:gd name="connsiteY27" fmla="*/ 57535 h 125647"/>
                <a:gd name="connsiteX28" fmla="*/ 18806 w 71646"/>
                <a:gd name="connsiteY28" fmla="*/ 57535 h 125647"/>
                <a:gd name="connsiteX29" fmla="*/ 12234 w 71646"/>
                <a:gd name="connsiteY29" fmla="*/ 64393 h 125647"/>
                <a:gd name="connsiteX30" fmla="*/ 16330 w 71646"/>
                <a:gd name="connsiteY30" fmla="*/ 71632 h 125647"/>
                <a:gd name="connsiteX31" fmla="*/ 18521 w 71646"/>
                <a:gd name="connsiteY31" fmla="*/ 74965 h 125647"/>
                <a:gd name="connsiteX32" fmla="*/ 20235 w 71646"/>
                <a:gd name="connsiteY32" fmla="*/ 78775 h 125647"/>
                <a:gd name="connsiteX33" fmla="*/ 19092 w 71646"/>
                <a:gd name="connsiteY33" fmla="*/ 83633 h 125647"/>
                <a:gd name="connsiteX34" fmla="*/ 18140 w 71646"/>
                <a:gd name="connsiteY34" fmla="*/ 87443 h 125647"/>
                <a:gd name="connsiteX35" fmla="*/ 14425 w 71646"/>
                <a:gd name="connsiteY35" fmla="*/ 91253 h 125647"/>
                <a:gd name="connsiteX36" fmla="*/ 9186 w 71646"/>
                <a:gd name="connsiteY36" fmla="*/ 95063 h 125647"/>
                <a:gd name="connsiteX37" fmla="*/ -339 w 71646"/>
                <a:gd name="connsiteY37" fmla="*/ 103921 h 125647"/>
                <a:gd name="connsiteX38" fmla="*/ 1280 w 71646"/>
                <a:gd name="connsiteY38" fmla="*/ 113446 h 125647"/>
                <a:gd name="connsiteX39" fmla="*/ 4900 w 71646"/>
                <a:gd name="connsiteY39" fmla="*/ 118590 h 125647"/>
                <a:gd name="connsiteX40" fmla="*/ 7376 w 71646"/>
                <a:gd name="connsiteY40" fmla="*/ 123638 h 125647"/>
                <a:gd name="connsiteX41" fmla="*/ 13187 w 71646"/>
                <a:gd name="connsiteY41" fmla="*/ 125257 h 125647"/>
                <a:gd name="connsiteX42" fmla="*/ 17282 w 71646"/>
                <a:gd name="connsiteY42" fmla="*/ 125257 h 125647"/>
                <a:gd name="connsiteX43" fmla="*/ 27665 w 71646"/>
                <a:gd name="connsiteY43" fmla="*/ 115732 h 125647"/>
                <a:gd name="connsiteX44" fmla="*/ 48810 w 71646"/>
                <a:gd name="connsiteY44" fmla="*/ 105160 h 125647"/>
                <a:gd name="connsiteX45" fmla="*/ 61764 w 71646"/>
                <a:gd name="connsiteY45" fmla="*/ 89634 h 125647"/>
                <a:gd name="connsiteX46" fmla="*/ 60335 w 71646"/>
                <a:gd name="connsiteY46" fmla="*/ 84681 h 125647"/>
                <a:gd name="connsiteX47" fmla="*/ 55763 w 71646"/>
                <a:gd name="connsiteY47" fmla="*/ 81633 h 125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71646" h="125647">
                  <a:moveTo>
                    <a:pt x="56144" y="81347"/>
                  </a:moveTo>
                  <a:lnTo>
                    <a:pt x="51001" y="81347"/>
                  </a:lnTo>
                  <a:cubicBezTo>
                    <a:pt x="50253" y="79741"/>
                    <a:pt x="50052" y="77935"/>
                    <a:pt x="50430" y="76204"/>
                  </a:cubicBezTo>
                  <a:cubicBezTo>
                    <a:pt x="53901" y="70945"/>
                    <a:pt x="58527" y="66547"/>
                    <a:pt x="63955" y="63345"/>
                  </a:cubicBezTo>
                  <a:cubicBezTo>
                    <a:pt x="64907" y="62773"/>
                    <a:pt x="64907" y="61821"/>
                    <a:pt x="65003" y="60583"/>
                  </a:cubicBezTo>
                  <a:cubicBezTo>
                    <a:pt x="65098" y="59344"/>
                    <a:pt x="64241" y="58011"/>
                    <a:pt x="62145" y="53915"/>
                  </a:cubicBezTo>
                  <a:cubicBezTo>
                    <a:pt x="61002" y="51820"/>
                    <a:pt x="61574" y="49819"/>
                    <a:pt x="60621" y="49724"/>
                  </a:cubicBezTo>
                  <a:cubicBezTo>
                    <a:pt x="59669" y="49629"/>
                    <a:pt x="57764" y="51343"/>
                    <a:pt x="56049" y="49724"/>
                  </a:cubicBezTo>
                  <a:cubicBezTo>
                    <a:pt x="54335" y="48105"/>
                    <a:pt x="55478" y="44962"/>
                    <a:pt x="55478" y="43723"/>
                  </a:cubicBezTo>
                  <a:cubicBezTo>
                    <a:pt x="54791" y="40828"/>
                    <a:pt x="55059" y="37787"/>
                    <a:pt x="56240" y="35056"/>
                  </a:cubicBezTo>
                  <a:cubicBezTo>
                    <a:pt x="58396" y="32255"/>
                    <a:pt x="60786" y="29642"/>
                    <a:pt x="63383" y="27245"/>
                  </a:cubicBezTo>
                  <a:cubicBezTo>
                    <a:pt x="65860" y="24959"/>
                    <a:pt x="67670" y="23435"/>
                    <a:pt x="67574" y="21625"/>
                  </a:cubicBezTo>
                  <a:cubicBezTo>
                    <a:pt x="67574" y="17148"/>
                    <a:pt x="69860" y="15244"/>
                    <a:pt x="69956" y="13720"/>
                  </a:cubicBezTo>
                  <a:cubicBezTo>
                    <a:pt x="70051" y="12196"/>
                    <a:pt x="71670" y="8195"/>
                    <a:pt x="71194" y="6957"/>
                  </a:cubicBezTo>
                  <a:cubicBezTo>
                    <a:pt x="70718" y="5719"/>
                    <a:pt x="68813" y="-1520"/>
                    <a:pt x="65955" y="99"/>
                  </a:cubicBezTo>
                  <a:cubicBezTo>
                    <a:pt x="63098" y="1718"/>
                    <a:pt x="62336" y="956"/>
                    <a:pt x="57859" y="670"/>
                  </a:cubicBezTo>
                  <a:cubicBezTo>
                    <a:pt x="49001" y="194"/>
                    <a:pt x="38809" y="10195"/>
                    <a:pt x="29284" y="14291"/>
                  </a:cubicBezTo>
                  <a:cubicBezTo>
                    <a:pt x="27109" y="14664"/>
                    <a:pt x="24915" y="14919"/>
                    <a:pt x="22712" y="15053"/>
                  </a:cubicBezTo>
                  <a:cubicBezTo>
                    <a:pt x="20807" y="15529"/>
                    <a:pt x="18616" y="16006"/>
                    <a:pt x="17759" y="18006"/>
                  </a:cubicBezTo>
                  <a:cubicBezTo>
                    <a:pt x="16901" y="20006"/>
                    <a:pt x="16806" y="20959"/>
                    <a:pt x="15377" y="21625"/>
                  </a:cubicBezTo>
                  <a:cubicBezTo>
                    <a:pt x="13949" y="22292"/>
                    <a:pt x="12234" y="22959"/>
                    <a:pt x="12234" y="23626"/>
                  </a:cubicBezTo>
                  <a:cubicBezTo>
                    <a:pt x="12234" y="24292"/>
                    <a:pt x="12234" y="29627"/>
                    <a:pt x="13854" y="30293"/>
                  </a:cubicBezTo>
                  <a:cubicBezTo>
                    <a:pt x="15473" y="30960"/>
                    <a:pt x="16139" y="30293"/>
                    <a:pt x="16901" y="32293"/>
                  </a:cubicBezTo>
                  <a:cubicBezTo>
                    <a:pt x="17663" y="34294"/>
                    <a:pt x="18902" y="36198"/>
                    <a:pt x="20426" y="36294"/>
                  </a:cubicBezTo>
                  <a:cubicBezTo>
                    <a:pt x="22393" y="36706"/>
                    <a:pt x="24288" y="37412"/>
                    <a:pt x="26045" y="38389"/>
                  </a:cubicBezTo>
                  <a:cubicBezTo>
                    <a:pt x="27950" y="39152"/>
                    <a:pt x="31665" y="39628"/>
                    <a:pt x="30903" y="42866"/>
                  </a:cubicBezTo>
                  <a:cubicBezTo>
                    <a:pt x="30808" y="46080"/>
                    <a:pt x="30361" y="49274"/>
                    <a:pt x="29569" y="52391"/>
                  </a:cubicBezTo>
                  <a:cubicBezTo>
                    <a:pt x="28046" y="54677"/>
                    <a:pt x="26046" y="57249"/>
                    <a:pt x="23379" y="57535"/>
                  </a:cubicBezTo>
                  <a:cubicBezTo>
                    <a:pt x="20712" y="57820"/>
                    <a:pt x="20045" y="57058"/>
                    <a:pt x="18806" y="57535"/>
                  </a:cubicBezTo>
                  <a:cubicBezTo>
                    <a:pt x="15193" y="57822"/>
                    <a:pt x="12368" y="60770"/>
                    <a:pt x="12234" y="64393"/>
                  </a:cubicBezTo>
                  <a:cubicBezTo>
                    <a:pt x="12234" y="66774"/>
                    <a:pt x="16330" y="71536"/>
                    <a:pt x="16330" y="71632"/>
                  </a:cubicBezTo>
                  <a:cubicBezTo>
                    <a:pt x="16833" y="72876"/>
                    <a:pt x="17578" y="74009"/>
                    <a:pt x="18521" y="74965"/>
                  </a:cubicBezTo>
                  <a:cubicBezTo>
                    <a:pt x="19449" y="76042"/>
                    <a:pt x="20045" y="77366"/>
                    <a:pt x="20235" y="78775"/>
                  </a:cubicBezTo>
                  <a:cubicBezTo>
                    <a:pt x="20235" y="80204"/>
                    <a:pt x="19188" y="81633"/>
                    <a:pt x="19092" y="83633"/>
                  </a:cubicBezTo>
                  <a:cubicBezTo>
                    <a:pt x="18967" y="84944"/>
                    <a:pt x="18646" y="86228"/>
                    <a:pt x="18140" y="87443"/>
                  </a:cubicBezTo>
                  <a:cubicBezTo>
                    <a:pt x="17261" y="89020"/>
                    <a:pt x="15979" y="90334"/>
                    <a:pt x="14425" y="91253"/>
                  </a:cubicBezTo>
                  <a:cubicBezTo>
                    <a:pt x="12754" y="92624"/>
                    <a:pt x="11005" y="93896"/>
                    <a:pt x="9186" y="95063"/>
                  </a:cubicBezTo>
                  <a:cubicBezTo>
                    <a:pt x="4948" y="96613"/>
                    <a:pt x="1514" y="99807"/>
                    <a:pt x="-339" y="103921"/>
                  </a:cubicBezTo>
                  <a:cubicBezTo>
                    <a:pt x="-496" y="107176"/>
                    <a:pt x="57" y="110426"/>
                    <a:pt x="1280" y="113446"/>
                  </a:cubicBezTo>
                  <a:cubicBezTo>
                    <a:pt x="2178" y="115359"/>
                    <a:pt x="3402" y="117099"/>
                    <a:pt x="4900" y="118590"/>
                  </a:cubicBezTo>
                  <a:cubicBezTo>
                    <a:pt x="6329" y="120209"/>
                    <a:pt x="5376" y="123067"/>
                    <a:pt x="7376" y="123638"/>
                  </a:cubicBezTo>
                  <a:cubicBezTo>
                    <a:pt x="9377" y="124210"/>
                    <a:pt x="12330" y="124686"/>
                    <a:pt x="13187" y="125257"/>
                  </a:cubicBezTo>
                  <a:cubicBezTo>
                    <a:pt x="14044" y="125829"/>
                    <a:pt x="17282" y="125257"/>
                    <a:pt x="17282" y="125257"/>
                  </a:cubicBezTo>
                  <a:cubicBezTo>
                    <a:pt x="19664" y="124210"/>
                    <a:pt x="23569" y="118399"/>
                    <a:pt x="27665" y="115732"/>
                  </a:cubicBezTo>
                  <a:cubicBezTo>
                    <a:pt x="31760" y="113065"/>
                    <a:pt x="43000" y="108874"/>
                    <a:pt x="48810" y="105160"/>
                  </a:cubicBezTo>
                  <a:cubicBezTo>
                    <a:pt x="55262" y="102221"/>
                    <a:pt x="60029" y="96508"/>
                    <a:pt x="61764" y="89634"/>
                  </a:cubicBezTo>
                  <a:cubicBezTo>
                    <a:pt x="61671" y="87896"/>
                    <a:pt x="61182" y="86202"/>
                    <a:pt x="60335" y="84681"/>
                  </a:cubicBezTo>
                  <a:cubicBezTo>
                    <a:pt x="59144" y="83238"/>
                    <a:pt x="57554" y="82178"/>
                    <a:pt x="55763" y="81633"/>
                  </a:cubicBezTo>
                </a:path>
              </a:pathLst>
            </a:custGeom>
            <a:grpFill/>
            <a:ln w="9525" cap="flat">
              <a:noFill/>
              <a:prstDash val="solid"/>
              <a:miter/>
            </a:ln>
          </p:spPr>
          <p:txBody>
            <a:bodyPr rtlCol="0" anchor="ctr"/>
            <a:lstStyle/>
            <a:p>
              <a:endParaRPr lang="zh-CN" altLang="en-US" dirty="0"/>
            </a:p>
          </p:txBody>
        </p:sp>
        <p:sp>
          <p:nvSpPr>
            <p:cNvPr id="314" name="任意多边形: 形状 313"/>
            <p:cNvSpPr/>
            <p:nvPr/>
          </p:nvSpPr>
          <p:spPr>
            <a:xfrm>
              <a:off x="4297010" y="1698396"/>
              <a:ext cx="179984" cy="262698"/>
            </a:xfrm>
            <a:custGeom>
              <a:avLst/>
              <a:gdLst>
                <a:gd name="connsiteX0" fmla="*/ 72692 w 80349"/>
                <a:gd name="connsiteY0" fmla="*/ 25985 h 117275"/>
                <a:gd name="connsiteX1" fmla="*/ 79550 w 80349"/>
                <a:gd name="connsiteY1" fmla="*/ 19032 h 117275"/>
                <a:gd name="connsiteX2" fmla="*/ 79550 w 80349"/>
                <a:gd name="connsiteY2" fmla="*/ 13793 h 117275"/>
                <a:gd name="connsiteX3" fmla="*/ 77359 w 80349"/>
                <a:gd name="connsiteY3" fmla="*/ 7126 h 117275"/>
                <a:gd name="connsiteX4" fmla="*/ 69167 w 80349"/>
                <a:gd name="connsiteY4" fmla="*/ 1792 h 117275"/>
                <a:gd name="connsiteX5" fmla="*/ 63643 w 80349"/>
                <a:gd name="connsiteY5" fmla="*/ 1792 h 117275"/>
                <a:gd name="connsiteX6" fmla="*/ 58690 w 80349"/>
                <a:gd name="connsiteY6" fmla="*/ -113 h 117275"/>
                <a:gd name="connsiteX7" fmla="*/ 55356 w 80349"/>
                <a:gd name="connsiteY7" fmla="*/ 1029 h 117275"/>
                <a:gd name="connsiteX8" fmla="*/ 52499 w 80349"/>
                <a:gd name="connsiteY8" fmla="*/ 2553 h 117275"/>
                <a:gd name="connsiteX9" fmla="*/ 49165 w 80349"/>
                <a:gd name="connsiteY9" fmla="*/ 4649 h 117275"/>
                <a:gd name="connsiteX10" fmla="*/ 43640 w 80349"/>
                <a:gd name="connsiteY10" fmla="*/ 6935 h 117275"/>
                <a:gd name="connsiteX11" fmla="*/ 39545 w 80349"/>
                <a:gd name="connsiteY11" fmla="*/ 8078 h 117275"/>
                <a:gd name="connsiteX12" fmla="*/ 34211 w 80349"/>
                <a:gd name="connsiteY12" fmla="*/ 9983 h 117275"/>
                <a:gd name="connsiteX13" fmla="*/ 26972 w 80349"/>
                <a:gd name="connsiteY13" fmla="*/ 11983 h 117275"/>
                <a:gd name="connsiteX14" fmla="*/ 17447 w 80349"/>
                <a:gd name="connsiteY14" fmla="*/ 14841 h 117275"/>
                <a:gd name="connsiteX15" fmla="*/ 15256 w 80349"/>
                <a:gd name="connsiteY15" fmla="*/ 11888 h 117275"/>
                <a:gd name="connsiteX16" fmla="*/ 10493 w 80349"/>
                <a:gd name="connsiteY16" fmla="*/ 9412 h 117275"/>
                <a:gd name="connsiteX17" fmla="*/ 5159 w 80349"/>
                <a:gd name="connsiteY17" fmla="*/ 11793 h 117275"/>
                <a:gd name="connsiteX18" fmla="*/ -365 w 80349"/>
                <a:gd name="connsiteY18" fmla="*/ 22175 h 117275"/>
                <a:gd name="connsiteX19" fmla="*/ -365 w 80349"/>
                <a:gd name="connsiteY19" fmla="*/ 31700 h 117275"/>
                <a:gd name="connsiteX20" fmla="*/ 1159 w 80349"/>
                <a:gd name="connsiteY20" fmla="*/ 41225 h 117275"/>
                <a:gd name="connsiteX21" fmla="*/ 2683 w 80349"/>
                <a:gd name="connsiteY21" fmla="*/ 48274 h 117275"/>
                <a:gd name="connsiteX22" fmla="*/ 3255 w 80349"/>
                <a:gd name="connsiteY22" fmla="*/ 53131 h 117275"/>
                <a:gd name="connsiteX23" fmla="*/ 4302 w 80349"/>
                <a:gd name="connsiteY23" fmla="*/ 55608 h 117275"/>
                <a:gd name="connsiteX24" fmla="*/ 5636 w 80349"/>
                <a:gd name="connsiteY24" fmla="*/ 60275 h 117275"/>
                <a:gd name="connsiteX25" fmla="*/ 7922 w 80349"/>
                <a:gd name="connsiteY25" fmla="*/ 62275 h 117275"/>
                <a:gd name="connsiteX26" fmla="*/ 14113 w 80349"/>
                <a:gd name="connsiteY26" fmla="*/ 62847 h 117275"/>
                <a:gd name="connsiteX27" fmla="*/ 18018 w 80349"/>
                <a:gd name="connsiteY27" fmla="*/ 62180 h 117275"/>
                <a:gd name="connsiteX28" fmla="*/ 22971 w 80349"/>
                <a:gd name="connsiteY28" fmla="*/ 63514 h 117275"/>
                <a:gd name="connsiteX29" fmla="*/ 24686 w 80349"/>
                <a:gd name="connsiteY29" fmla="*/ 66657 h 117275"/>
                <a:gd name="connsiteX30" fmla="*/ 23638 w 80349"/>
                <a:gd name="connsiteY30" fmla="*/ 76182 h 117275"/>
                <a:gd name="connsiteX31" fmla="*/ 23638 w 80349"/>
                <a:gd name="connsiteY31" fmla="*/ 83040 h 117275"/>
                <a:gd name="connsiteX32" fmla="*/ 23638 w 80349"/>
                <a:gd name="connsiteY32" fmla="*/ 88088 h 117275"/>
                <a:gd name="connsiteX33" fmla="*/ 17542 w 80349"/>
                <a:gd name="connsiteY33" fmla="*/ 95232 h 117275"/>
                <a:gd name="connsiteX34" fmla="*/ 9827 w 80349"/>
                <a:gd name="connsiteY34" fmla="*/ 92660 h 117275"/>
                <a:gd name="connsiteX35" fmla="*/ 4683 w 80349"/>
                <a:gd name="connsiteY35" fmla="*/ 94756 h 117275"/>
                <a:gd name="connsiteX36" fmla="*/ 12780 w 80349"/>
                <a:gd name="connsiteY36" fmla="*/ 103042 h 117275"/>
                <a:gd name="connsiteX37" fmla="*/ 15637 w 80349"/>
                <a:gd name="connsiteY37" fmla="*/ 108472 h 117275"/>
                <a:gd name="connsiteX38" fmla="*/ 20971 w 80349"/>
                <a:gd name="connsiteY38" fmla="*/ 111043 h 117275"/>
                <a:gd name="connsiteX39" fmla="*/ 24114 w 80349"/>
                <a:gd name="connsiteY39" fmla="*/ 113520 h 117275"/>
                <a:gd name="connsiteX40" fmla="*/ 28210 w 80349"/>
                <a:gd name="connsiteY40" fmla="*/ 115330 h 117275"/>
                <a:gd name="connsiteX41" fmla="*/ 30782 w 80349"/>
                <a:gd name="connsiteY41" fmla="*/ 117140 h 117275"/>
                <a:gd name="connsiteX42" fmla="*/ 36401 w 80349"/>
                <a:gd name="connsiteY42" fmla="*/ 114187 h 117275"/>
                <a:gd name="connsiteX43" fmla="*/ 42593 w 80349"/>
                <a:gd name="connsiteY43" fmla="*/ 107995 h 117275"/>
                <a:gd name="connsiteX44" fmla="*/ 48403 w 80349"/>
                <a:gd name="connsiteY44" fmla="*/ 99423 h 117275"/>
                <a:gd name="connsiteX45" fmla="*/ 48403 w 80349"/>
                <a:gd name="connsiteY45" fmla="*/ 68943 h 117275"/>
                <a:gd name="connsiteX46" fmla="*/ 47260 w 80349"/>
                <a:gd name="connsiteY46" fmla="*/ 62085 h 117275"/>
                <a:gd name="connsiteX47" fmla="*/ 50594 w 80349"/>
                <a:gd name="connsiteY47" fmla="*/ 58275 h 117275"/>
                <a:gd name="connsiteX48" fmla="*/ 54118 w 80349"/>
                <a:gd name="connsiteY48" fmla="*/ 57799 h 117275"/>
                <a:gd name="connsiteX49" fmla="*/ 58881 w 80349"/>
                <a:gd name="connsiteY49" fmla="*/ 51798 h 117275"/>
                <a:gd name="connsiteX50" fmla="*/ 69644 w 80349"/>
                <a:gd name="connsiteY50" fmla="*/ 32748 h 117275"/>
                <a:gd name="connsiteX51" fmla="*/ 72978 w 80349"/>
                <a:gd name="connsiteY51" fmla="*/ 27223 h 117275"/>
                <a:gd name="connsiteX52" fmla="*/ 45450 w 80349"/>
                <a:gd name="connsiteY52" fmla="*/ 27223 h 117275"/>
                <a:gd name="connsiteX53" fmla="*/ 40307 w 80349"/>
                <a:gd name="connsiteY53" fmla="*/ 31700 h 117275"/>
                <a:gd name="connsiteX54" fmla="*/ 34211 w 80349"/>
                <a:gd name="connsiteY54" fmla="*/ 36462 h 117275"/>
                <a:gd name="connsiteX55" fmla="*/ 27734 w 80349"/>
                <a:gd name="connsiteY55" fmla="*/ 38463 h 117275"/>
                <a:gd name="connsiteX56" fmla="*/ 24019 w 80349"/>
                <a:gd name="connsiteY56" fmla="*/ 34748 h 117275"/>
                <a:gd name="connsiteX57" fmla="*/ 26591 w 80349"/>
                <a:gd name="connsiteY57" fmla="*/ 30366 h 117275"/>
                <a:gd name="connsiteX58" fmla="*/ 35163 w 80349"/>
                <a:gd name="connsiteY58" fmla="*/ 26747 h 117275"/>
                <a:gd name="connsiteX59" fmla="*/ 38402 w 80349"/>
                <a:gd name="connsiteY59" fmla="*/ 24651 h 117275"/>
                <a:gd name="connsiteX60" fmla="*/ 42783 w 80349"/>
                <a:gd name="connsiteY60" fmla="*/ 23223 h 117275"/>
                <a:gd name="connsiteX61" fmla="*/ 47070 w 80349"/>
                <a:gd name="connsiteY61" fmla="*/ 22556 h 117275"/>
                <a:gd name="connsiteX62" fmla="*/ 45450 w 80349"/>
                <a:gd name="connsiteY62" fmla="*/ 27223 h 11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80349" h="117275">
                  <a:moveTo>
                    <a:pt x="72692" y="25985"/>
                  </a:moveTo>
                  <a:cubicBezTo>
                    <a:pt x="74844" y="23539"/>
                    <a:pt x="77133" y="21217"/>
                    <a:pt x="79550" y="19032"/>
                  </a:cubicBezTo>
                  <a:cubicBezTo>
                    <a:pt x="80130" y="17334"/>
                    <a:pt x="80130" y="15491"/>
                    <a:pt x="79550" y="13793"/>
                  </a:cubicBezTo>
                  <a:cubicBezTo>
                    <a:pt x="79011" y="11512"/>
                    <a:pt x="78278" y="9282"/>
                    <a:pt x="77359" y="7126"/>
                  </a:cubicBezTo>
                  <a:cubicBezTo>
                    <a:pt x="74837" y="5046"/>
                    <a:pt x="72089" y="3256"/>
                    <a:pt x="69167" y="1792"/>
                  </a:cubicBezTo>
                  <a:cubicBezTo>
                    <a:pt x="68024" y="1030"/>
                    <a:pt x="64596" y="1792"/>
                    <a:pt x="63643" y="1792"/>
                  </a:cubicBezTo>
                  <a:cubicBezTo>
                    <a:pt x="62046" y="1023"/>
                    <a:pt x="60390" y="386"/>
                    <a:pt x="58690" y="-113"/>
                  </a:cubicBezTo>
                  <a:cubicBezTo>
                    <a:pt x="57465" y="-241"/>
                    <a:pt x="56246" y="177"/>
                    <a:pt x="55356" y="1029"/>
                  </a:cubicBezTo>
                  <a:cubicBezTo>
                    <a:pt x="54357" y="1445"/>
                    <a:pt x="53400" y="1955"/>
                    <a:pt x="52499" y="2553"/>
                  </a:cubicBezTo>
                  <a:lnTo>
                    <a:pt x="49165" y="4649"/>
                  </a:lnTo>
                  <a:cubicBezTo>
                    <a:pt x="47507" y="5795"/>
                    <a:pt x="45623" y="6574"/>
                    <a:pt x="43640" y="6935"/>
                  </a:cubicBezTo>
                  <a:cubicBezTo>
                    <a:pt x="42316" y="7450"/>
                    <a:pt x="40944" y="7833"/>
                    <a:pt x="39545" y="8078"/>
                  </a:cubicBezTo>
                  <a:cubicBezTo>
                    <a:pt x="37682" y="8444"/>
                    <a:pt x="35884" y="9086"/>
                    <a:pt x="34211" y="9983"/>
                  </a:cubicBezTo>
                  <a:cubicBezTo>
                    <a:pt x="31639" y="11126"/>
                    <a:pt x="28591" y="11221"/>
                    <a:pt x="26972" y="11983"/>
                  </a:cubicBezTo>
                  <a:cubicBezTo>
                    <a:pt x="24025" y="13575"/>
                    <a:pt x="20783" y="14548"/>
                    <a:pt x="17447" y="14841"/>
                  </a:cubicBezTo>
                  <a:cubicBezTo>
                    <a:pt x="16770" y="13818"/>
                    <a:pt x="16039" y="12832"/>
                    <a:pt x="15256" y="11888"/>
                  </a:cubicBezTo>
                  <a:cubicBezTo>
                    <a:pt x="13065" y="10364"/>
                    <a:pt x="12494" y="9602"/>
                    <a:pt x="10493" y="9412"/>
                  </a:cubicBezTo>
                  <a:cubicBezTo>
                    <a:pt x="8670" y="10099"/>
                    <a:pt x="6888" y="10894"/>
                    <a:pt x="5159" y="11793"/>
                  </a:cubicBezTo>
                  <a:cubicBezTo>
                    <a:pt x="3635" y="14269"/>
                    <a:pt x="-270" y="15603"/>
                    <a:pt x="-365" y="22175"/>
                  </a:cubicBezTo>
                  <a:cubicBezTo>
                    <a:pt x="-365" y="23318"/>
                    <a:pt x="-365" y="25890"/>
                    <a:pt x="-365" y="31700"/>
                  </a:cubicBezTo>
                  <a:cubicBezTo>
                    <a:pt x="-59" y="34904"/>
                    <a:pt x="450" y="38085"/>
                    <a:pt x="1159" y="41225"/>
                  </a:cubicBezTo>
                  <a:cubicBezTo>
                    <a:pt x="1159" y="43987"/>
                    <a:pt x="2683" y="47226"/>
                    <a:pt x="2683" y="48274"/>
                  </a:cubicBezTo>
                  <a:cubicBezTo>
                    <a:pt x="2683" y="49321"/>
                    <a:pt x="2683" y="51893"/>
                    <a:pt x="3255" y="53131"/>
                  </a:cubicBezTo>
                  <a:cubicBezTo>
                    <a:pt x="3826" y="54370"/>
                    <a:pt x="4112" y="55227"/>
                    <a:pt x="4302" y="55608"/>
                  </a:cubicBezTo>
                  <a:cubicBezTo>
                    <a:pt x="4969" y="57418"/>
                    <a:pt x="4302" y="58656"/>
                    <a:pt x="5636" y="60275"/>
                  </a:cubicBezTo>
                  <a:cubicBezTo>
                    <a:pt x="6269" y="61076"/>
                    <a:pt x="7044" y="61753"/>
                    <a:pt x="7922" y="62275"/>
                  </a:cubicBezTo>
                  <a:cubicBezTo>
                    <a:pt x="9957" y="62701"/>
                    <a:pt x="12034" y="62893"/>
                    <a:pt x="14113" y="62847"/>
                  </a:cubicBezTo>
                  <a:cubicBezTo>
                    <a:pt x="15256" y="62847"/>
                    <a:pt x="16875" y="62180"/>
                    <a:pt x="18018" y="62180"/>
                  </a:cubicBezTo>
                  <a:cubicBezTo>
                    <a:pt x="19161" y="62180"/>
                    <a:pt x="21161" y="63990"/>
                    <a:pt x="22971" y="63514"/>
                  </a:cubicBezTo>
                  <a:cubicBezTo>
                    <a:pt x="24781" y="63037"/>
                    <a:pt x="24686" y="65704"/>
                    <a:pt x="24686" y="66657"/>
                  </a:cubicBezTo>
                  <a:cubicBezTo>
                    <a:pt x="24056" y="69795"/>
                    <a:pt x="23706" y="72982"/>
                    <a:pt x="23638" y="76182"/>
                  </a:cubicBezTo>
                  <a:cubicBezTo>
                    <a:pt x="23395" y="78461"/>
                    <a:pt x="23395" y="80760"/>
                    <a:pt x="23638" y="83040"/>
                  </a:cubicBezTo>
                  <a:cubicBezTo>
                    <a:pt x="23638" y="84183"/>
                    <a:pt x="23638" y="86945"/>
                    <a:pt x="23638" y="88088"/>
                  </a:cubicBezTo>
                  <a:cubicBezTo>
                    <a:pt x="23638" y="93708"/>
                    <a:pt x="21447" y="95232"/>
                    <a:pt x="17542" y="95232"/>
                  </a:cubicBezTo>
                  <a:cubicBezTo>
                    <a:pt x="16399" y="95232"/>
                    <a:pt x="13732" y="92565"/>
                    <a:pt x="9827" y="92660"/>
                  </a:cubicBezTo>
                  <a:cubicBezTo>
                    <a:pt x="9255" y="92660"/>
                    <a:pt x="4493" y="92660"/>
                    <a:pt x="4683" y="94756"/>
                  </a:cubicBezTo>
                  <a:cubicBezTo>
                    <a:pt x="4874" y="96851"/>
                    <a:pt x="10874" y="99709"/>
                    <a:pt x="12780" y="103042"/>
                  </a:cubicBezTo>
                  <a:cubicBezTo>
                    <a:pt x="14684" y="106376"/>
                    <a:pt x="14304" y="107138"/>
                    <a:pt x="15637" y="108472"/>
                  </a:cubicBezTo>
                  <a:cubicBezTo>
                    <a:pt x="17228" y="109672"/>
                    <a:pt x="19041" y="110545"/>
                    <a:pt x="20971" y="111043"/>
                  </a:cubicBezTo>
                  <a:cubicBezTo>
                    <a:pt x="22305" y="111805"/>
                    <a:pt x="22876" y="112758"/>
                    <a:pt x="24114" y="113520"/>
                  </a:cubicBezTo>
                  <a:cubicBezTo>
                    <a:pt x="25352" y="114282"/>
                    <a:pt x="27639" y="114663"/>
                    <a:pt x="28210" y="115330"/>
                  </a:cubicBezTo>
                  <a:cubicBezTo>
                    <a:pt x="28711" y="116325"/>
                    <a:pt x="29676" y="117004"/>
                    <a:pt x="30782" y="117140"/>
                  </a:cubicBezTo>
                  <a:cubicBezTo>
                    <a:pt x="31925" y="117139"/>
                    <a:pt x="34401" y="115139"/>
                    <a:pt x="36401" y="114187"/>
                  </a:cubicBezTo>
                  <a:cubicBezTo>
                    <a:pt x="38402" y="113234"/>
                    <a:pt x="40878" y="108757"/>
                    <a:pt x="42593" y="107995"/>
                  </a:cubicBezTo>
                  <a:cubicBezTo>
                    <a:pt x="45717" y="106153"/>
                    <a:pt x="47849" y="103007"/>
                    <a:pt x="48403" y="99423"/>
                  </a:cubicBezTo>
                  <a:cubicBezTo>
                    <a:pt x="49070" y="89274"/>
                    <a:pt x="49070" y="79092"/>
                    <a:pt x="48403" y="68943"/>
                  </a:cubicBezTo>
                  <a:cubicBezTo>
                    <a:pt x="47555" y="66759"/>
                    <a:pt x="47166" y="64425"/>
                    <a:pt x="47260" y="62085"/>
                  </a:cubicBezTo>
                  <a:cubicBezTo>
                    <a:pt x="47260" y="59703"/>
                    <a:pt x="49832" y="57894"/>
                    <a:pt x="50594" y="58275"/>
                  </a:cubicBezTo>
                  <a:cubicBezTo>
                    <a:pt x="51771" y="58744"/>
                    <a:pt x="53108" y="58563"/>
                    <a:pt x="54118" y="57799"/>
                  </a:cubicBezTo>
                  <a:cubicBezTo>
                    <a:pt x="55839" y="55908"/>
                    <a:pt x="57430" y="53904"/>
                    <a:pt x="58881" y="51798"/>
                  </a:cubicBezTo>
                  <a:cubicBezTo>
                    <a:pt x="62121" y="45258"/>
                    <a:pt x="65714" y="38898"/>
                    <a:pt x="69644" y="32748"/>
                  </a:cubicBezTo>
                  <a:cubicBezTo>
                    <a:pt x="70875" y="30981"/>
                    <a:pt x="71988" y="29136"/>
                    <a:pt x="72978" y="27223"/>
                  </a:cubicBezTo>
                  <a:moveTo>
                    <a:pt x="45450" y="27223"/>
                  </a:moveTo>
                  <a:cubicBezTo>
                    <a:pt x="43961" y="28957"/>
                    <a:pt x="42229" y="30465"/>
                    <a:pt x="40307" y="31700"/>
                  </a:cubicBezTo>
                  <a:cubicBezTo>
                    <a:pt x="37544" y="33415"/>
                    <a:pt x="36401" y="35129"/>
                    <a:pt x="34211" y="36462"/>
                  </a:cubicBezTo>
                  <a:cubicBezTo>
                    <a:pt x="32168" y="37460"/>
                    <a:pt x="29983" y="38134"/>
                    <a:pt x="27734" y="38463"/>
                  </a:cubicBezTo>
                  <a:cubicBezTo>
                    <a:pt x="25703" y="38412"/>
                    <a:pt x="24069" y="36778"/>
                    <a:pt x="24019" y="34748"/>
                  </a:cubicBezTo>
                  <a:cubicBezTo>
                    <a:pt x="23983" y="32920"/>
                    <a:pt x="24977" y="31226"/>
                    <a:pt x="26591" y="30366"/>
                  </a:cubicBezTo>
                  <a:cubicBezTo>
                    <a:pt x="29363" y="28967"/>
                    <a:pt x="32227" y="27757"/>
                    <a:pt x="35163" y="26747"/>
                  </a:cubicBezTo>
                  <a:cubicBezTo>
                    <a:pt x="36307" y="26154"/>
                    <a:pt x="37392" y="25452"/>
                    <a:pt x="38402" y="24651"/>
                  </a:cubicBezTo>
                  <a:cubicBezTo>
                    <a:pt x="39545" y="23699"/>
                    <a:pt x="41164" y="24652"/>
                    <a:pt x="42783" y="23223"/>
                  </a:cubicBezTo>
                  <a:cubicBezTo>
                    <a:pt x="44156" y="22729"/>
                    <a:pt x="45611" y="22503"/>
                    <a:pt x="47070" y="22556"/>
                  </a:cubicBezTo>
                  <a:cubicBezTo>
                    <a:pt x="47927" y="22556"/>
                    <a:pt x="46498" y="25318"/>
                    <a:pt x="45450" y="27223"/>
                  </a:cubicBezTo>
                </a:path>
              </a:pathLst>
            </a:custGeom>
            <a:grpFill/>
            <a:ln w="9525" cap="flat">
              <a:noFill/>
              <a:prstDash val="solid"/>
              <a:miter/>
            </a:ln>
          </p:spPr>
          <p:txBody>
            <a:bodyPr rtlCol="0" anchor="ctr"/>
            <a:lstStyle/>
            <a:p>
              <a:endParaRPr lang="zh-CN" altLang="en-US" dirty="0"/>
            </a:p>
          </p:txBody>
        </p:sp>
        <p:sp>
          <p:nvSpPr>
            <p:cNvPr id="315" name="任意多边形: 形状 314"/>
            <p:cNvSpPr/>
            <p:nvPr/>
          </p:nvSpPr>
          <p:spPr>
            <a:xfrm>
              <a:off x="4434763" y="1823174"/>
              <a:ext cx="81918" cy="87567"/>
            </a:xfrm>
            <a:custGeom>
              <a:avLst/>
              <a:gdLst>
                <a:gd name="connsiteX0" fmla="*/ 33580 w 36570"/>
                <a:gd name="connsiteY0" fmla="*/ 12477 h 39092"/>
                <a:gd name="connsiteX1" fmla="*/ 24055 w 36570"/>
                <a:gd name="connsiteY1" fmla="*/ 4191 h 39092"/>
                <a:gd name="connsiteX2" fmla="*/ 20149 w 36570"/>
                <a:gd name="connsiteY2" fmla="*/ 4762 h 39092"/>
                <a:gd name="connsiteX3" fmla="*/ 15578 w 36570"/>
                <a:gd name="connsiteY3" fmla="*/ 3333 h 39092"/>
                <a:gd name="connsiteX4" fmla="*/ 10910 w 36570"/>
                <a:gd name="connsiteY4" fmla="*/ 3333 h 39092"/>
                <a:gd name="connsiteX5" fmla="*/ 6243 w 36570"/>
                <a:gd name="connsiteY5" fmla="*/ 952 h 39092"/>
                <a:gd name="connsiteX6" fmla="*/ 1576 w 36570"/>
                <a:gd name="connsiteY6" fmla="*/ -96 h 39092"/>
                <a:gd name="connsiteX7" fmla="*/ 52 w 36570"/>
                <a:gd name="connsiteY7" fmla="*/ 6000 h 39092"/>
                <a:gd name="connsiteX8" fmla="*/ 52 w 36570"/>
                <a:gd name="connsiteY8" fmla="*/ 10096 h 39092"/>
                <a:gd name="connsiteX9" fmla="*/ 1862 w 36570"/>
                <a:gd name="connsiteY9" fmla="*/ 16859 h 39092"/>
                <a:gd name="connsiteX10" fmla="*/ 4909 w 36570"/>
                <a:gd name="connsiteY10" fmla="*/ 22859 h 39092"/>
                <a:gd name="connsiteX11" fmla="*/ 8719 w 36570"/>
                <a:gd name="connsiteY11" fmla="*/ 29908 h 39092"/>
                <a:gd name="connsiteX12" fmla="*/ 8720 w 36570"/>
                <a:gd name="connsiteY12" fmla="*/ 35051 h 39092"/>
                <a:gd name="connsiteX13" fmla="*/ 12434 w 36570"/>
                <a:gd name="connsiteY13" fmla="*/ 38957 h 39092"/>
                <a:gd name="connsiteX14" fmla="*/ 17197 w 36570"/>
                <a:gd name="connsiteY14" fmla="*/ 36766 h 39092"/>
                <a:gd name="connsiteX15" fmla="*/ 21673 w 36570"/>
                <a:gd name="connsiteY15" fmla="*/ 36766 h 39092"/>
                <a:gd name="connsiteX16" fmla="*/ 26912 w 36570"/>
                <a:gd name="connsiteY16" fmla="*/ 34670 h 39092"/>
                <a:gd name="connsiteX17" fmla="*/ 30055 w 36570"/>
                <a:gd name="connsiteY17" fmla="*/ 31146 h 39092"/>
                <a:gd name="connsiteX18" fmla="*/ 32627 w 36570"/>
                <a:gd name="connsiteY18" fmla="*/ 25812 h 39092"/>
                <a:gd name="connsiteX19" fmla="*/ 35961 w 36570"/>
                <a:gd name="connsiteY19" fmla="*/ 21431 h 39092"/>
                <a:gd name="connsiteX20" fmla="*/ 35961 w 36570"/>
                <a:gd name="connsiteY20" fmla="*/ 16668 h 39092"/>
                <a:gd name="connsiteX21" fmla="*/ 33484 w 36570"/>
                <a:gd name="connsiteY21" fmla="*/ 13049 h 3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570" h="39092">
                  <a:moveTo>
                    <a:pt x="33580" y="12477"/>
                  </a:moveTo>
                  <a:cubicBezTo>
                    <a:pt x="31770" y="10096"/>
                    <a:pt x="26531" y="3714"/>
                    <a:pt x="24055" y="4191"/>
                  </a:cubicBezTo>
                  <a:cubicBezTo>
                    <a:pt x="22770" y="4481"/>
                    <a:pt x="21464" y="4672"/>
                    <a:pt x="20149" y="4762"/>
                  </a:cubicBezTo>
                  <a:cubicBezTo>
                    <a:pt x="19102" y="4762"/>
                    <a:pt x="16911" y="3143"/>
                    <a:pt x="15578" y="3333"/>
                  </a:cubicBezTo>
                  <a:cubicBezTo>
                    <a:pt x="14034" y="3614"/>
                    <a:pt x="12453" y="3614"/>
                    <a:pt x="10910" y="3333"/>
                  </a:cubicBezTo>
                  <a:cubicBezTo>
                    <a:pt x="9767" y="3333"/>
                    <a:pt x="7005" y="857"/>
                    <a:pt x="6243" y="952"/>
                  </a:cubicBezTo>
                  <a:cubicBezTo>
                    <a:pt x="3862" y="952"/>
                    <a:pt x="3100" y="-382"/>
                    <a:pt x="1576" y="-96"/>
                  </a:cubicBezTo>
                  <a:cubicBezTo>
                    <a:pt x="52" y="190"/>
                    <a:pt x="1004" y="4667"/>
                    <a:pt x="52" y="6000"/>
                  </a:cubicBezTo>
                  <a:cubicBezTo>
                    <a:pt x="-504" y="7309"/>
                    <a:pt x="-504" y="8787"/>
                    <a:pt x="52" y="10096"/>
                  </a:cubicBezTo>
                  <a:cubicBezTo>
                    <a:pt x="1260" y="12143"/>
                    <a:pt x="1885" y="14482"/>
                    <a:pt x="1862" y="16859"/>
                  </a:cubicBezTo>
                  <a:cubicBezTo>
                    <a:pt x="1862" y="18668"/>
                    <a:pt x="4814" y="20097"/>
                    <a:pt x="4909" y="22859"/>
                  </a:cubicBezTo>
                  <a:cubicBezTo>
                    <a:pt x="6042" y="25281"/>
                    <a:pt x="7314" y="27634"/>
                    <a:pt x="8719" y="29908"/>
                  </a:cubicBezTo>
                  <a:cubicBezTo>
                    <a:pt x="9386" y="31432"/>
                    <a:pt x="8720" y="33813"/>
                    <a:pt x="8720" y="35051"/>
                  </a:cubicBezTo>
                  <a:cubicBezTo>
                    <a:pt x="8720" y="36290"/>
                    <a:pt x="10910" y="38957"/>
                    <a:pt x="12434" y="38957"/>
                  </a:cubicBezTo>
                  <a:cubicBezTo>
                    <a:pt x="13958" y="38957"/>
                    <a:pt x="15006" y="37337"/>
                    <a:pt x="17197" y="36766"/>
                  </a:cubicBezTo>
                  <a:cubicBezTo>
                    <a:pt x="19388" y="36194"/>
                    <a:pt x="20340" y="36766"/>
                    <a:pt x="21673" y="36766"/>
                  </a:cubicBezTo>
                  <a:cubicBezTo>
                    <a:pt x="23567" y="36516"/>
                    <a:pt x="25369" y="35796"/>
                    <a:pt x="26912" y="34670"/>
                  </a:cubicBezTo>
                  <a:cubicBezTo>
                    <a:pt x="28073" y="33602"/>
                    <a:pt x="29126" y="32421"/>
                    <a:pt x="30055" y="31146"/>
                  </a:cubicBezTo>
                  <a:cubicBezTo>
                    <a:pt x="31198" y="29717"/>
                    <a:pt x="31580" y="26955"/>
                    <a:pt x="32627" y="25812"/>
                  </a:cubicBezTo>
                  <a:cubicBezTo>
                    <a:pt x="33675" y="24669"/>
                    <a:pt x="35104" y="23907"/>
                    <a:pt x="35961" y="21431"/>
                  </a:cubicBezTo>
                  <a:cubicBezTo>
                    <a:pt x="36287" y="19860"/>
                    <a:pt x="36287" y="18239"/>
                    <a:pt x="35961" y="16668"/>
                  </a:cubicBezTo>
                  <a:cubicBezTo>
                    <a:pt x="35252" y="15386"/>
                    <a:pt x="34423" y="14174"/>
                    <a:pt x="33484" y="13049"/>
                  </a:cubicBezTo>
                </a:path>
              </a:pathLst>
            </a:custGeom>
            <a:grpFill/>
            <a:ln w="9525" cap="flat">
              <a:noFill/>
              <a:prstDash val="solid"/>
              <a:miter/>
            </a:ln>
          </p:spPr>
          <p:txBody>
            <a:bodyPr rtlCol="0" anchor="ctr"/>
            <a:lstStyle/>
            <a:p>
              <a:endParaRPr lang="zh-CN" altLang="en-US"/>
            </a:p>
          </p:txBody>
        </p:sp>
        <p:sp>
          <p:nvSpPr>
            <p:cNvPr id="316" name="任意多边形: 形状 315"/>
            <p:cNvSpPr/>
            <p:nvPr/>
          </p:nvSpPr>
          <p:spPr>
            <a:xfrm>
              <a:off x="4236843" y="1854200"/>
              <a:ext cx="78266" cy="75529"/>
            </a:xfrm>
            <a:custGeom>
              <a:avLst/>
              <a:gdLst>
                <a:gd name="connsiteX0" fmla="*/ 33258 w 34940"/>
                <a:gd name="connsiteY0" fmla="*/ 15199 h 33718"/>
                <a:gd name="connsiteX1" fmla="*/ 33925 w 34940"/>
                <a:gd name="connsiteY1" fmla="*/ 10722 h 33718"/>
                <a:gd name="connsiteX2" fmla="*/ 34497 w 34940"/>
                <a:gd name="connsiteY2" fmla="*/ 6627 h 33718"/>
                <a:gd name="connsiteX3" fmla="*/ 32020 w 34940"/>
                <a:gd name="connsiteY3" fmla="*/ 5484 h 33718"/>
                <a:gd name="connsiteX4" fmla="*/ 24972 w 34940"/>
                <a:gd name="connsiteY4" fmla="*/ 5484 h 33718"/>
                <a:gd name="connsiteX5" fmla="*/ 18780 w 34940"/>
                <a:gd name="connsiteY5" fmla="*/ 7008 h 33718"/>
                <a:gd name="connsiteX6" fmla="*/ 13065 w 34940"/>
                <a:gd name="connsiteY6" fmla="*/ -136 h 33718"/>
                <a:gd name="connsiteX7" fmla="*/ 8398 w 34940"/>
                <a:gd name="connsiteY7" fmla="*/ 2340 h 33718"/>
                <a:gd name="connsiteX8" fmla="*/ 2112 w 34940"/>
                <a:gd name="connsiteY8" fmla="*/ 13104 h 33718"/>
                <a:gd name="connsiteX9" fmla="*/ -365 w 34940"/>
                <a:gd name="connsiteY9" fmla="*/ 17771 h 33718"/>
                <a:gd name="connsiteX10" fmla="*/ 873 w 34940"/>
                <a:gd name="connsiteY10" fmla="*/ 21771 h 33718"/>
                <a:gd name="connsiteX11" fmla="*/ 16 w 34940"/>
                <a:gd name="connsiteY11" fmla="*/ 26915 h 33718"/>
                <a:gd name="connsiteX12" fmla="*/ 8207 w 34940"/>
                <a:gd name="connsiteY12" fmla="*/ 33582 h 33718"/>
                <a:gd name="connsiteX13" fmla="*/ 15065 w 34940"/>
                <a:gd name="connsiteY13" fmla="*/ 30820 h 33718"/>
                <a:gd name="connsiteX14" fmla="*/ 20209 w 34940"/>
                <a:gd name="connsiteY14" fmla="*/ 30344 h 33718"/>
                <a:gd name="connsiteX15" fmla="*/ 24686 w 34940"/>
                <a:gd name="connsiteY15" fmla="*/ 27201 h 33718"/>
                <a:gd name="connsiteX16" fmla="*/ 26972 w 34940"/>
                <a:gd name="connsiteY16" fmla="*/ 20819 h 33718"/>
                <a:gd name="connsiteX17" fmla="*/ 30115 w 34940"/>
                <a:gd name="connsiteY17" fmla="*/ 18533 h 33718"/>
                <a:gd name="connsiteX18" fmla="*/ 33258 w 34940"/>
                <a:gd name="connsiteY18" fmla="*/ 15104 h 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940" h="33718">
                  <a:moveTo>
                    <a:pt x="33258" y="15199"/>
                  </a:moveTo>
                  <a:cubicBezTo>
                    <a:pt x="33779" y="13767"/>
                    <a:pt x="34006" y="12244"/>
                    <a:pt x="33925" y="10722"/>
                  </a:cubicBezTo>
                  <a:cubicBezTo>
                    <a:pt x="34504" y="9440"/>
                    <a:pt x="34703" y="8018"/>
                    <a:pt x="34497" y="6627"/>
                  </a:cubicBezTo>
                  <a:cubicBezTo>
                    <a:pt x="34497" y="5769"/>
                    <a:pt x="33163" y="5484"/>
                    <a:pt x="32020" y="5484"/>
                  </a:cubicBezTo>
                  <a:cubicBezTo>
                    <a:pt x="30877" y="5484"/>
                    <a:pt x="25543" y="5484"/>
                    <a:pt x="24972" y="5484"/>
                  </a:cubicBezTo>
                  <a:cubicBezTo>
                    <a:pt x="23000" y="6313"/>
                    <a:pt x="20911" y="6828"/>
                    <a:pt x="18780" y="7008"/>
                  </a:cubicBezTo>
                  <a:cubicBezTo>
                    <a:pt x="17447" y="7008"/>
                    <a:pt x="17161" y="-136"/>
                    <a:pt x="13065" y="-136"/>
                  </a:cubicBezTo>
                  <a:cubicBezTo>
                    <a:pt x="11922" y="-136"/>
                    <a:pt x="9922" y="1483"/>
                    <a:pt x="8398" y="2340"/>
                  </a:cubicBezTo>
                  <a:cubicBezTo>
                    <a:pt x="5019" y="5006"/>
                    <a:pt x="2773" y="8851"/>
                    <a:pt x="2112" y="13104"/>
                  </a:cubicBezTo>
                  <a:cubicBezTo>
                    <a:pt x="2112" y="14437"/>
                    <a:pt x="-365" y="16628"/>
                    <a:pt x="-365" y="17771"/>
                  </a:cubicBezTo>
                  <a:cubicBezTo>
                    <a:pt x="-365" y="18914"/>
                    <a:pt x="873" y="20628"/>
                    <a:pt x="873" y="21771"/>
                  </a:cubicBezTo>
                  <a:cubicBezTo>
                    <a:pt x="873" y="22914"/>
                    <a:pt x="16" y="25772"/>
                    <a:pt x="16" y="26915"/>
                  </a:cubicBezTo>
                  <a:cubicBezTo>
                    <a:pt x="16" y="31773"/>
                    <a:pt x="4016" y="33582"/>
                    <a:pt x="8207" y="33582"/>
                  </a:cubicBezTo>
                  <a:cubicBezTo>
                    <a:pt x="10208" y="33582"/>
                    <a:pt x="13923" y="31106"/>
                    <a:pt x="15065" y="30820"/>
                  </a:cubicBezTo>
                  <a:cubicBezTo>
                    <a:pt x="16208" y="30535"/>
                    <a:pt x="18304" y="31487"/>
                    <a:pt x="20209" y="30344"/>
                  </a:cubicBezTo>
                  <a:cubicBezTo>
                    <a:pt x="21881" y="29578"/>
                    <a:pt x="23398" y="28513"/>
                    <a:pt x="24686" y="27201"/>
                  </a:cubicBezTo>
                  <a:cubicBezTo>
                    <a:pt x="26305" y="25391"/>
                    <a:pt x="25924" y="23486"/>
                    <a:pt x="26972" y="20819"/>
                  </a:cubicBezTo>
                  <a:cubicBezTo>
                    <a:pt x="27448" y="19771"/>
                    <a:pt x="29734" y="19200"/>
                    <a:pt x="30115" y="18533"/>
                  </a:cubicBezTo>
                  <a:cubicBezTo>
                    <a:pt x="31072" y="17309"/>
                    <a:pt x="32123" y="16163"/>
                    <a:pt x="33258" y="15104"/>
                  </a:cubicBezTo>
                </a:path>
              </a:pathLst>
            </a:custGeom>
            <a:grpFill/>
            <a:ln w="9525" cap="flat">
              <a:noFill/>
              <a:prstDash val="solid"/>
              <a:miter/>
            </a:ln>
          </p:spPr>
          <p:txBody>
            <a:bodyPr rtlCol="0" anchor="ctr"/>
            <a:lstStyle/>
            <a:p>
              <a:endParaRPr lang="zh-CN" altLang="en-US"/>
            </a:p>
          </p:txBody>
        </p:sp>
        <p:sp>
          <p:nvSpPr>
            <p:cNvPr id="317" name="任意多边形: 形状 316"/>
            <p:cNvSpPr/>
            <p:nvPr/>
          </p:nvSpPr>
          <p:spPr>
            <a:xfrm>
              <a:off x="4232038" y="1559548"/>
              <a:ext cx="302443" cy="160282"/>
            </a:xfrm>
            <a:custGeom>
              <a:avLst/>
              <a:gdLst>
                <a:gd name="connsiteX0" fmla="*/ 132463 w 135018"/>
                <a:gd name="connsiteY0" fmla="*/ 31963 h 71554"/>
                <a:gd name="connsiteX1" fmla="*/ 127319 w 135018"/>
                <a:gd name="connsiteY1" fmla="*/ 27391 h 71554"/>
                <a:gd name="connsiteX2" fmla="*/ 122938 w 135018"/>
                <a:gd name="connsiteY2" fmla="*/ 25962 h 71554"/>
                <a:gd name="connsiteX3" fmla="*/ 118652 w 135018"/>
                <a:gd name="connsiteY3" fmla="*/ 24153 h 71554"/>
                <a:gd name="connsiteX4" fmla="*/ 109127 w 135018"/>
                <a:gd name="connsiteY4" fmla="*/ 26439 h 71554"/>
                <a:gd name="connsiteX5" fmla="*/ 91982 w 135018"/>
                <a:gd name="connsiteY5" fmla="*/ 30439 h 71554"/>
                <a:gd name="connsiteX6" fmla="*/ 91029 w 135018"/>
                <a:gd name="connsiteY6" fmla="*/ 27486 h 71554"/>
                <a:gd name="connsiteX7" fmla="*/ 95887 w 135018"/>
                <a:gd name="connsiteY7" fmla="*/ 18628 h 71554"/>
                <a:gd name="connsiteX8" fmla="*/ 91982 w 135018"/>
                <a:gd name="connsiteY8" fmla="*/ 9961 h 71554"/>
                <a:gd name="connsiteX9" fmla="*/ 90362 w 135018"/>
                <a:gd name="connsiteY9" fmla="*/ 4055 h 71554"/>
                <a:gd name="connsiteX10" fmla="*/ 85314 w 135018"/>
                <a:gd name="connsiteY10" fmla="*/ 2531 h 71554"/>
                <a:gd name="connsiteX11" fmla="*/ 82457 w 135018"/>
                <a:gd name="connsiteY11" fmla="*/ 340 h 71554"/>
                <a:gd name="connsiteX12" fmla="*/ 77027 w 135018"/>
                <a:gd name="connsiteY12" fmla="*/ 340 h 71554"/>
                <a:gd name="connsiteX13" fmla="*/ 72646 w 135018"/>
                <a:gd name="connsiteY13" fmla="*/ -136 h 71554"/>
                <a:gd name="connsiteX14" fmla="*/ 68931 w 135018"/>
                <a:gd name="connsiteY14" fmla="*/ 1293 h 71554"/>
                <a:gd name="connsiteX15" fmla="*/ 65312 w 135018"/>
                <a:gd name="connsiteY15" fmla="*/ 1293 h 71554"/>
                <a:gd name="connsiteX16" fmla="*/ 61502 w 135018"/>
                <a:gd name="connsiteY16" fmla="*/ 2817 h 71554"/>
                <a:gd name="connsiteX17" fmla="*/ 55025 w 135018"/>
                <a:gd name="connsiteY17" fmla="*/ 3960 h 71554"/>
                <a:gd name="connsiteX18" fmla="*/ 53691 w 135018"/>
                <a:gd name="connsiteY18" fmla="*/ 7579 h 71554"/>
                <a:gd name="connsiteX19" fmla="*/ 58073 w 135018"/>
                <a:gd name="connsiteY19" fmla="*/ 18247 h 71554"/>
                <a:gd name="connsiteX20" fmla="*/ 56644 w 135018"/>
                <a:gd name="connsiteY20" fmla="*/ 22438 h 71554"/>
                <a:gd name="connsiteX21" fmla="*/ 55406 w 135018"/>
                <a:gd name="connsiteY21" fmla="*/ 25867 h 71554"/>
                <a:gd name="connsiteX22" fmla="*/ 54549 w 135018"/>
                <a:gd name="connsiteY22" fmla="*/ 29487 h 71554"/>
                <a:gd name="connsiteX23" fmla="*/ 57977 w 135018"/>
                <a:gd name="connsiteY23" fmla="*/ 32058 h 71554"/>
                <a:gd name="connsiteX24" fmla="*/ 61502 w 135018"/>
                <a:gd name="connsiteY24" fmla="*/ 33202 h 71554"/>
                <a:gd name="connsiteX25" fmla="*/ 62073 w 135018"/>
                <a:gd name="connsiteY25" fmla="*/ 36630 h 71554"/>
                <a:gd name="connsiteX26" fmla="*/ 57025 w 135018"/>
                <a:gd name="connsiteY26" fmla="*/ 39583 h 71554"/>
                <a:gd name="connsiteX27" fmla="*/ 44642 w 135018"/>
                <a:gd name="connsiteY27" fmla="*/ 43393 h 71554"/>
                <a:gd name="connsiteX28" fmla="*/ 37880 w 135018"/>
                <a:gd name="connsiteY28" fmla="*/ 44346 h 71554"/>
                <a:gd name="connsiteX29" fmla="*/ 22068 w 135018"/>
                <a:gd name="connsiteY29" fmla="*/ 47489 h 71554"/>
                <a:gd name="connsiteX30" fmla="*/ 15401 w 135018"/>
                <a:gd name="connsiteY30" fmla="*/ 49775 h 71554"/>
                <a:gd name="connsiteX31" fmla="*/ 12353 w 135018"/>
                <a:gd name="connsiteY31" fmla="*/ 47965 h 71554"/>
                <a:gd name="connsiteX32" fmla="*/ 828 w 135018"/>
                <a:gd name="connsiteY32" fmla="*/ 53871 h 71554"/>
                <a:gd name="connsiteX33" fmla="*/ -315 w 135018"/>
                <a:gd name="connsiteY33" fmla="*/ 57871 h 71554"/>
                <a:gd name="connsiteX34" fmla="*/ -315 w 135018"/>
                <a:gd name="connsiteY34" fmla="*/ 63015 h 71554"/>
                <a:gd name="connsiteX35" fmla="*/ 1208 w 135018"/>
                <a:gd name="connsiteY35" fmla="*/ 69111 h 71554"/>
                <a:gd name="connsiteX36" fmla="*/ 7019 w 135018"/>
                <a:gd name="connsiteY36" fmla="*/ 69111 h 71554"/>
                <a:gd name="connsiteX37" fmla="*/ 10162 w 135018"/>
                <a:gd name="connsiteY37" fmla="*/ 71397 h 71554"/>
                <a:gd name="connsiteX38" fmla="*/ 14067 w 135018"/>
                <a:gd name="connsiteY38" fmla="*/ 69111 h 71554"/>
                <a:gd name="connsiteX39" fmla="*/ 18544 w 135018"/>
                <a:gd name="connsiteY39" fmla="*/ 67587 h 71554"/>
                <a:gd name="connsiteX40" fmla="*/ 23878 w 135018"/>
                <a:gd name="connsiteY40" fmla="*/ 66158 h 71554"/>
                <a:gd name="connsiteX41" fmla="*/ 27212 w 135018"/>
                <a:gd name="connsiteY41" fmla="*/ 66158 h 71554"/>
                <a:gd name="connsiteX42" fmla="*/ 31308 w 135018"/>
                <a:gd name="connsiteY42" fmla="*/ 66158 h 71554"/>
                <a:gd name="connsiteX43" fmla="*/ 36070 w 135018"/>
                <a:gd name="connsiteY43" fmla="*/ 64824 h 71554"/>
                <a:gd name="connsiteX44" fmla="*/ 40451 w 135018"/>
                <a:gd name="connsiteY44" fmla="*/ 64253 h 71554"/>
                <a:gd name="connsiteX45" fmla="*/ 45595 w 135018"/>
                <a:gd name="connsiteY45" fmla="*/ 62919 h 71554"/>
                <a:gd name="connsiteX46" fmla="*/ 51215 w 135018"/>
                <a:gd name="connsiteY46" fmla="*/ 61491 h 71554"/>
                <a:gd name="connsiteX47" fmla="*/ 56834 w 135018"/>
                <a:gd name="connsiteY47" fmla="*/ 59967 h 71554"/>
                <a:gd name="connsiteX48" fmla="*/ 77313 w 135018"/>
                <a:gd name="connsiteY48" fmla="*/ 54919 h 71554"/>
                <a:gd name="connsiteX49" fmla="*/ 86076 w 135018"/>
                <a:gd name="connsiteY49" fmla="*/ 51204 h 71554"/>
                <a:gd name="connsiteX50" fmla="*/ 92077 w 135018"/>
                <a:gd name="connsiteY50" fmla="*/ 51204 h 71554"/>
                <a:gd name="connsiteX51" fmla="*/ 98364 w 135018"/>
                <a:gd name="connsiteY51" fmla="*/ 48918 h 71554"/>
                <a:gd name="connsiteX52" fmla="*/ 104555 w 135018"/>
                <a:gd name="connsiteY52" fmla="*/ 47013 h 71554"/>
                <a:gd name="connsiteX53" fmla="*/ 111413 w 135018"/>
                <a:gd name="connsiteY53" fmla="*/ 46251 h 71554"/>
                <a:gd name="connsiteX54" fmla="*/ 120081 w 135018"/>
                <a:gd name="connsiteY54" fmla="*/ 45584 h 71554"/>
                <a:gd name="connsiteX55" fmla="*/ 125129 w 135018"/>
                <a:gd name="connsiteY55" fmla="*/ 47203 h 71554"/>
                <a:gd name="connsiteX56" fmla="*/ 134654 w 135018"/>
                <a:gd name="connsiteY56" fmla="*/ 39107 h 71554"/>
                <a:gd name="connsiteX57" fmla="*/ 134654 w 135018"/>
                <a:gd name="connsiteY57" fmla="*/ 33773 h 71554"/>
                <a:gd name="connsiteX58" fmla="*/ 132273 w 135018"/>
                <a:gd name="connsiteY58" fmla="*/ 31201 h 7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5018" h="71554">
                  <a:moveTo>
                    <a:pt x="132463" y="31963"/>
                  </a:moveTo>
                  <a:cubicBezTo>
                    <a:pt x="130079" y="31420"/>
                    <a:pt x="128139" y="29695"/>
                    <a:pt x="127319" y="27391"/>
                  </a:cubicBezTo>
                  <a:cubicBezTo>
                    <a:pt x="126748" y="26153"/>
                    <a:pt x="124176" y="26344"/>
                    <a:pt x="122938" y="25962"/>
                  </a:cubicBezTo>
                  <a:cubicBezTo>
                    <a:pt x="121700" y="25581"/>
                    <a:pt x="119795" y="24057"/>
                    <a:pt x="118652" y="24153"/>
                  </a:cubicBezTo>
                  <a:cubicBezTo>
                    <a:pt x="115420" y="24656"/>
                    <a:pt x="112235" y="25420"/>
                    <a:pt x="109127" y="26439"/>
                  </a:cubicBezTo>
                  <a:cubicBezTo>
                    <a:pt x="106365" y="27296"/>
                    <a:pt x="95030" y="29868"/>
                    <a:pt x="91982" y="30439"/>
                  </a:cubicBezTo>
                  <a:cubicBezTo>
                    <a:pt x="88934" y="31011"/>
                    <a:pt x="90077" y="28820"/>
                    <a:pt x="91029" y="27486"/>
                  </a:cubicBezTo>
                  <a:cubicBezTo>
                    <a:pt x="94649" y="24534"/>
                    <a:pt x="96173" y="24438"/>
                    <a:pt x="95887" y="18628"/>
                  </a:cubicBezTo>
                  <a:cubicBezTo>
                    <a:pt x="95601" y="12818"/>
                    <a:pt x="92934" y="11865"/>
                    <a:pt x="91982" y="9961"/>
                  </a:cubicBezTo>
                  <a:cubicBezTo>
                    <a:pt x="91029" y="8055"/>
                    <a:pt x="91220" y="5198"/>
                    <a:pt x="90362" y="4055"/>
                  </a:cubicBezTo>
                  <a:cubicBezTo>
                    <a:pt x="89505" y="2912"/>
                    <a:pt x="85791" y="3007"/>
                    <a:pt x="85314" y="2531"/>
                  </a:cubicBezTo>
                  <a:cubicBezTo>
                    <a:pt x="84838" y="2055"/>
                    <a:pt x="83790" y="340"/>
                    <a:pt x="82457" y="340"/>
                  </a:cubicBezTo>
                  <a:cubicBezTo>
                    <a:pt x="80648" y="436"/>
                    <a:pt x="78836" y="436"/>
                    <a:pt x="77027" y="340"/>
                  </a:cubicBezTo>
                  <a:cubicBezTo>
                    <a:pt x="75583" y="55"/>
                    <a:pt x="74117" y="-104"/>
                    <a:pt x="72646" y="-136"/>
                  </a:cubicBezTo>
                  <a:cubicBezTo>
                    <a:pt x="70646" y="-136"/>
                    <a:pt x="70646" y="626"/>
                    <a:pt x="68931" y="1293"/>
                  </a:cubicBezTo>
                  <a:cubicBezTo>
                    <a:pt x="67217" y="1960"/>
                    <a:pt x="66074" y="1293"/>
                    <a:pt x="65312" y="1293"/>
                  </a:cubicBezTo>
                  <a:cubicBezTo>
                    <a:pt x="64186" y="2105"/>
                    <a:pt x="62877" y="2628"/>
                    <a:pt x="61502" y="2817"/>
                  </a:cubicBezTo>
                  <a:cubicBezTo>
                    <a:pt x="59216" y="2817"/>
                    <a:pt x="56930" y="1960"/>
                    <a:pt x="55025" y="3960"/>
                  </a:cubicBezTo>
                  <a:cubicBezTo>
                    <a:pt x="53990" y="4858"/>
                    <a:pt x="53486" y="6224"/>
                    <a:pt x="53691" y="7579"/>
                  </a:cubicBezTo>
                  <a:cubicBezTo>
                    <a:pt x="54358" y="9389"/>
                    <a:pt x="58835" y="15866"/>
                    <a:pt x="58073" y="18247"/>
                  </a:cubicBezTo>
                  <a:cubicBezTo>
                    <a:pt x="57672" y="19669"/>
                    <a:pt x="57195" y="21068"/>
                    <a:pt x="56644" y="22438"/>
                  </a:cubicBezTo>
                  <a:cubicBezTo>
                    <a:pt x="56073" y="24153"/>
                    <a:pt x="55787" y="24629"/>
                    <a:pt x="55406" y="25867"/>
                  </a:cubicBezTo>
                  <a:cubicBezTo>
                    <a:pt x="54796" y="26973"/>
                    <a:pt x="54500" y="28225"/>
                    <a:pt x="54549" y="29487"/>
                  </a:cubicBezTo>
                  <a:cubicBezTo>
                    <a:pt x="55307" y="30763"/>
                    <a:pt x="56540" y="31688"/>
                    <a:pt x="57977" y="32058"/>
                  </a:cubicBezTo>
                  <a:cubicBezTo>
                    <a:pt x="59406" y="32059"/>
                    <a:pt x="60835" y="31487"/>
                    <a:pt x="61502" y="33202"/>
                  </a:cubicBezTo>
                  <a:cubicBezTo>
                    <a:pt x="62168" y="34916"/>
                    <a:pt x="62454" y="35964"/>
                    <a:pt x="62073" y="36630"/>
                  </a:cubicBezTo>
                  <a:cubicBezTo>
                    <a:pt x="61692" y="37297"/>
                    <a:pt x="58549" y="39202"/>
                    <a:pt x="57025" y="39583"/>
                  </a:cubicBezTo>
                  <a:cubicBezTo>
                    <a:pt x="55501" y="39964"/>
                    <a:pt x="46071" y="42727"/>
                    <a:pt x="44642" y="43393"/>
                  </a:cubicBezTo>
                  <a:cubicBezTo>
                    <a:pt x="43214" y="44060"/>
                    <a:pt x="40642" y="43393"/>
                    <a:pt x="37880" y="44346"/>
                  </a:cubicBezTo>
                  <a:cubicBezTo>
                    <a:pt x="32697" y="45795"/>
                    <a:pt x="27411" y="46846"/>
                    <a:pt x="22068" y="47489"/>
                  </a:cubicBezTo>
                  <a:cubicBezTo>
                    <a:pt x="20258" y="47489"/>
                    <a:pt x="16544" y="49775"/>
                    <a:pt x="15401" y="49775"/>
                  </a:cubicBezTo>
                  <a:cubicBezTo>
                    <a:pt x="14258" y="49775"/>
                    <a:pt x="13496" y="47775"/>
                    <a:pt x="12353" y="47965"/>
                  </a:cubicBezTo>
                  <a:cubicBezTo>
                    <a:pt x="8215" y="49293"/>
                    <a:pt x="4322" y="51288"/>
                    <a:pt x="828" y="53871"/>
                  </a:cubicBezTo>
                  <a:cubicBezTo>
                    <a:pt x="-100" y="54984"/>
                    <a:pt x="-515" y="56436"/>
                    <a:pt x="-315" y="57871"/>
                  </a:cubicBezTo>
                  <a:cubicBezTo>
                    <a:pt x="-218" y="59585"/>
                    <a:pt x="-218" y="61302"/>
                    <a:pt x="-315" y="63015"/>
                  </a:cubicBezTo>
                  <a:cubicBezTo>
                    <a:pt x="-316" y="65396"/>
                    <a:pt x="-792" y="68158"/>
                    <a:pt x="1208" y="69111"/>
                  </a:cubicBezTo>
                  <a:cubicBezTo>
                    <a:pt x="3209" y="70063"/>
                    <a:pt x="5781" y="69111"/>
                    <a:pt x="7019" y="69111"/>
                  </a:cubicBezTo>
                  <a:cubicBezTo>
                    <a:pt x="8257" y="69111"/>
                    <a:pt x="8448" y="71682"/>
                    <a:pt x="10162" y="71397"/>
                  </a:cubicBezTo>
                  <a:cubicBezTo>
                    <a:pt x="11876" y="71111"/>
                    <a:pt x="13782" y="70159"/>
                    <a:pt x="14067" y="69111"/>
                  </a:cubicBezTo>
                  <a:cubicBezTo>
                    <a:pt x="15495" y="68431"/>
                    <a:pt x="16998" y="67919"/>
                    <a:pt x="18544" y="67587"/>
                  </a:cubicBezTo>
                  <a:cubicBezTo>
                    <a:pt x="20735" y="67587"/>
                    <a:pt x="22830" y="67587"/>
                    <a:pt x="23878" y="66158"/>
                  </a:cubicBezTo>
                  <a:cubicBezTo>
                    <a:pt x="24984" y="66000"/>
                    <a:pt x="26106" y="66000"/>
                    <a:pt x="27212" y="66158"/>
                  </a:cubicBezTo>
                  <a:cubicBezTo>
                    <a:pt x="28561" y="66455"/>
                    <a:pt x="29958" y="66455"/>
                    <a:pt x="31308" y="66158"/>
                  </a:cubicBezTo>
                  <a:cubicBezTo>
                    <a:pt x="32858" y="65590"/>
                    <a:pt x="34450" y="65144"/>
                    <a:pt x="36070" y="64824"/>
                  </a:cubicBezTo>
                  <a:cubicBezTo>
                    <a:pt x="37555" y="64980"/>
                    <a:pt x="39056" y="64784"/>
                    <a:pt x="40451" y="64253"/>
                  </a:cubicBezTo>
                  <a:cubicBezTo>
                    <a:pt x="41880" y="63491"/>
                    <a:pt x="43023" y="64253"/>
                    <a:pt x="45595" y="62919"/>
                  </a:cubicBezTo>
                  <a:cubicBezTo>
                    <a:pt x="48167" y="61586"/>
                    <a:pt x="50262" y="62062"/>
                    <a:pt x="51215" y="61491"/>
                  </a:cubicBezTo>
                  <a:cubicBezTo>
                    <a:pt x="52167" y="60919"/>
                    <a:pt x="55501" y="61491"/>
                    <a:pt x="56834" y="59967"/>
                  </a:cubicBezTo>
                  <a:cubicBezTo>
                    <a:pt x="63529" y="57789"/>
                    <a:pt x="70373" y="56102"/>
                    <a:pt x="77313" y="54919"/>
                  </a:cubicBezTo>
                  <a:cubicBezTo>
                    <a:pt x="80837" y="53966"/>
                    <a:pt x="84933" y="51394"/>
                    <a:pt x="86076" y="51204"/>
                  </a:cubicBezTo>
                  <a:cubicBezTo>
                    <a:pt x="87219" y="51013"/>
                    <a:pt x="90934" y="51870"/>
                    <a:pt x="92077" y="51204"/>
                  </a:cubicBezTo>
                  <a:cubicBezTo>
                    <a:pt x="94108" y="50275"/>
                    <a:pt x="96210" y="49510"/>
                    <a:pt x="98364" y="48918"/>
                  </a:cubicBezTo>
                  <a:lnTo>
                    <a:pt x="104555" y="47013"/>
                  </a:lnTo>
                  <a:lnTo>
                    <a:pt x="111413" y="46251"/>
                  </a:lnTo>
                  <a:lnTo>
                    <a:pt x="120081" y="45584"/>
                  </a:lnTo>
                  <a:cubicBezTo>
                    <a:pt x="123224" y="45584"/>
                    <a:pt x="124176" y="47775"/>
                    <a:pt x="125129" y="47203"/>
                  </a:cubicBezTo>
                  <a:cubicBezTo>
                    <a:pt x="127891" y="45394"/>
                    <a:pt x="134654" y="42822"/>
                    <a:pt x="134654" y="39107"/>
                  </a:cubicBezTo>
                  <a:cubicBezTo>
                    <a:pt x="134654" y="36821"/>
                    <a:pt x="134654" y="34916"/>
                    <a:pt x="134654" y="33773"/>
                  </a:cubicBezTo>
                  <a:cubicBezTo>
                    <a:pt x="134411" y="32534"/>
                    <a:pt x="133489" y="31539"/>
                    <a:pt x="132273" y="31201"/>
                  </a:cubicBezTo>
                </a:path>
              </a:pathLst>
            </a:custGeom>
            <a:grpFill/>
            <a:ln w="9525" cap="flat">
              <a:noFill/>
              <a:prstDash val="solid"/>
              <a:miter/>
            </a:ln>
          </p:spPr>
          <p:txBody>
            <a:bodyPr rtlCol="0" anchor="ctr"/>
            <a:lstStyle/>
            <a:p>
              <a:endParaRPr lang="zh-CN" altLang="en-US"/>
            </a:p>
          </p:txBody>
        </p:sp>
        <p:sp>
          <p:nvSpPr>
            <p:cNvPr id="318" name="任意多边形: 形状 317"/>
            <p:cNvSpPr/>
            <p:nvPr/>
          </p:nvSpPr>
          <p:spPr>
            <a:xfrm>
              <a:off x="5919940" y="1556510"/>
              <a:ext cx="290443" cy="401658"/>
            </a:xfrm>
            <a:custGeom>
              <a:avLst/>
              <a:gdLst>
                <a:gd name="connsiteX0" fmla="*/ 127417 w 129661"/>
                <a:gd name="connsiteY0" fmla="*/ 59037 h 179310"/>
                <a:gd name="connsiteX1" fmla="*/ 122750 w 129661"/>
                <a:gd name="connsiteY1" fmla="*/ 57418 h 179310"/>
                <a:gd name="connsiteX2" fmla="*/ 118654 w 129661"/>
                <a:gd name="connsiteY2" fmla="*/ 56179 h 179310"/>
                <a:gd name="connsiteX3" fmla="*/ 115034 w 129661"/>
                <a:gd name="connsiteY3" fmla="*/ 53512 h 179310"/>
                <a:gd name="connsiteX4" fmla="*/ 110558 w 129661"/>
                <a:gd name="connsiteY4" fmla="*/ 53512 h 179310"/>
                <a:gd name="connsiteX5" fmla="*/ 104081 w 129661"/>
                <a:gd name="connsiteY5" fmla="*/ 57132 h 179310"/>
                <a:gd name="connsiteX6" fmla="*/ 100652 w 129661"/>
                <a:gd name="connsiteY6" fmla="*/ 56084 h 179310"/>
                <a:gd name="connsiteX7" fmla="*/ 101890 w 129661"/>
                <a:gd name="connsiteY7" fmla="*/ 48845 h 179310"/>
                <a:gd name="connsiteX8" fmla="*/ 103319 w 129661"/>
                <a:gd name="connsiteY8" fmla="*/ 43226 h 179310"/>
                <a:gd name="connsiteX9" fmla="*/ 105033 w 129661"/>
                <a:gd name="connsiteY9" fmla="*/ 38368 h 179310"/>
                <a:gd name="connsiteX10" fmla="*/ 110843 w 129661"/>
                <a:gd name="connsiteY10" fmla="*/ 24461 h 179310"/>
                <a:gd name="connsiteX11" fmla="*/ 118178 w 129661"/>
                <a:gd name="connsiteY11" fmla="*/ 18365 h 179310"/>
                <a:gd name="connsiteX12" fmla="*/ 118749 w 129661"/>
                <a:gd name="connsiteY12" fmla="*/ 11317 h 179310"/>
                <a:gd name="connsiteX13" fmla="*/ 117416 w 129661"/>
                <a:gd name="connsiteY13" fmla="*/ 7412 h 179310"/>
                <a:gd name="connsiteX14" fmla="*/ 111986 w 129661"/>
                <a:gd name="connsiteY14" fmla="*/ 3983 h 179310"/>
                <a:gd name="connsiteX15" fmla="*/ 107033 w 129661"/>
                <a:gd name="connsiteY15" fmla="*/ 4649 h 179310"/>
                <a:gd name="connsiteX16" fmla="*/ 105509 w 129661"/>
                <a:gd name="connsiteY16" fmla="*/ 6745 h 179310"/>
                <a:gd name="connsiteX17" fmla="*/ 88745 w 129661"/>
                <a:gd name="connsiteY17" fmla="*/ 15603 h 179310"/>
                <a:gd name="connsiteX18" fmla="*/ 92079 w 129661"/>
                <a:gd name="connsiteY18" fmla="*/ 23604 h 179310"/>
                <a:gd name="connsiteX19" fmla="*/ 90841 w 129661"/>
                <a:gd name="connsiteY19" fmla="*/ 27985 h 179310"/>
                <a:gd name="connsiteX20" fmla="*/ 88174 w 129661"/>
                <a:gd name="connsiteY20" fmla="*/ 32081 h 179310"/>
                <a:gd name="connsiteX21" fmla="*/ 83507 w 129661"/>
                <a:gd name="connsiteY21" fmla="*/ 34367 h 179310"/>
                <a:gd name="connsiteX22" fmla="*/ 83507 w 129661"/>
                <a:gd name="connsiteY22" fmla="*/ 39796 h 179310"/>
                <a:gd name="connsiteX23" fmla="*/ 80840 w 129661"/>
                <a:gd name="connsiteY23" fmla="*/ 43035 h 179310"/>
                <a:gd name="connsiteX24" fmla="*/ 77601 w 129661"/>
                <a:gd name="connsiteY24" fmla="*/ 45512 h 179310"/>
                <a:gd name="connsiteX25" fmla="*/ 78744 w 129661"/>
                <a:gd name="connsiteY25" fmla="*/ 51131 h 179310"/>
                <a:gd name="connsiteX26" fmla="*/ 83697 w 129661"/>
                <a:gd name="connsiteY26" fmla="*/ 52751 h 179310"/>
                <a:gd name="connsiteX27" fmla="*/ 78173 w 129661"/>
                <a:gd name="connsiteY27" fmla="*/ 58561 h 179310"/>
                <a:gd name="connsiteX28" fmla="*/ 75125 w 129661"/>
                <a:gd name="connsiteY28" fmla="*/ 53703 h 179310"/>
                <a:gd name="connsiteX29" fmla="*/ 68933 w 129661"/>
                <a:gd name="connsiteY29" fmla="*/ 50369 h 179310"/>
                <a:gd name="connsiteX30" fmla="*/ 74077 w 129661"/>
                <a:gd name="connsiteY30" fmla="*/ 42940 h 179310"/>
                <a:gd name="connsiteX31" fmla="*/ 80935 w 129661"/>
                <a:gd name="connsiteY31" fmla="*/ 29224 h 179310"/>
                <a:gd name="connsiteX32" fmla="*/ 77697 w 129661"/>
                <a:gd name="connsiteY32" fmla="*/ 24557 h 179310"/>
                <a:gd name="connsiteX33" fmla="*/ 77696 w 129661"/>
                <a:gd name="connsiteY33" fmla="*/ 18651 h 179310"/>
                <a:gd name="connsiteX34" fmla="*/ 82649 w 129661"/>
                <a:gd name="connsiteY34" fmla="*/ 12079 h 179310"/>
                <a:gd name="connsiteX35" fmla="*/ 85221 w 129661"/>
                <a:gd name="connsiteY35" fmla="*/ 4554 h 179310"/>
                <a:gd name="connsiteX36" fmla="*/ 79125 w 129661"/>
                <a:gd name="connsiteY36" fmla="*/ -113 h 179310"/>
                <a:gd name="connsiteX37" fmla="*/ 75982 w 129661"/>
                <a:gd name="connsiteY37" fmla="*/ 554 h 179310"/>
                <a:gd name="connsiteX38" fmla="*/ 72743 w 129661"/>
                <a:gd name="connsiteY38" fmla="*/ 554 h 179310"/>
                <a:gd name="connsiteX39" fmla="*/ 68743 w 129661"/>
                <a:gd name="connsiteY39" fmla="*/ 7983 h 179310"/>
                <a:gd name="connsiteX40" fmla="*/ 63314 w 129661"/>
                <a:gd name="connsiteY40" fmla="*/ 15031 h 179310"/>
                <a:gd name="connsiteX41" fmla="*/ 58932 w 129661"/>
                <a:gd name="connsiteY41" fmla="*/ 11412 h 179310"/>
                <a:gd name="connsiteX42" fmla="*/ 54932 w 129661"/>
                <a:gd name="connsiteY42" fmla="*/ 15412 h 179310"/>
                <a:gd name="connsiteX43" fmla="*/ 57313 w 129661"/>
                <a:gd name="connsiteY43" fmla="*/ 21889 h 179310"/>
                <a:gd name="connsiteX44" fmla="*/ 55122 w 129661"/>
                <a:gd name="connsiteY44" fmla="*/ 27890 h 179310"/>
                <a:gd name="connsiteX45" fmla="*/ 55122 w 129661"/>
                <a:gd name="connsiteY45" fmla="*/ 35034 h 179310"/>
                <a:gd name="connsiteX46" fmla="*/ 58646 w 129661"/>
                <a:gd name="connsiteY46" fmla="*/ 33415 h 179310"/>
                <a:gd name="connsiteX47" fmla="*/ 63790 w 129661"/>
                <a:gd name="connsiteY47" fmla="*/ 31414 h 179310"/>
                <a:gd name="connsiteX48" fmla="*/ 66838 w 129661"/>
                <a:gd name="connsiteY48" fmla="*/ 38749 h 179310"/>
                <a:gd name="connsiteX49" fmla="*/ 61314 w 129661"/>
                <a:gd name="connsiteY49" fmla="*/ 44083 h 179310"/>
                <a:gd name="connsiteX50" fmla="*/ 58932 w 129661"/>
                <a:gd name="connsiteY50" fmla="*/ 41130 h 179310"/>
                <a:gd name="connsiteX51" fmla="*/ 52646 w 129661"/>
                <a:gd name="connsiteY51" fmla="*/ 41130 h 179310"/>
                <a:gd name="connsiteX52" fmla="*/ 51026 w 129661"/>
                <a:gd name="connsiteY52" fmla="*/ 38272 h 179310"/>
                <a:gd name="connsiteX53" fmla="*/ 49312 w 129661"/>
                <a:gd name="connsiteY53" fmla="*/ 26080 h 179310"/>
                <a:gd name="connsiteX54" fmla="*/ 48074 w 129661"/>
                <a:gd name="connsiteY54" fmla="*/ 22556 h 179310"/>
                <a:gd name="connsiteX55" fmla="*/ 46359 w 129661"/>
                <a:gd name="connsiteY55" fmla="*/ 16651 h 179310"/>
                <a:gd name="connsiteX56" fmla="*/ 42644 w 129661"/>
                <a:gd name="connsiteY56" fmla="*/ 18651 h 179310"/>
                <a:gd name="connsiteX57" fmla="*/ 40454 w 129661"/>
                <a:gd name="connsiteY57" fmla="*/ 23890 h 179310"/>
                <a:gd name="connsiteX58" fmla="*/ 41215 w 129661"/>
                <a:gd name="connsiteY58" fmla="*/ 27509 h 179310"/>
                <a:gd name="connsiteX59" fmla="*/ 41215 w 129661"/>
                <a:gd name="connsiteY59" fmla="*/ 38368 h 179310"/>
                <a:gd name="connsiteX60" fmla="*/ 42454 w 129661"/>
                <a:gd name="connsiteY60" fmla="*/ 45893 h 179310"/>
                <a:gd name="connsiteX61" fmla="*/ 42454 w 129661"/>
                <a:gd name="connsiteY61" fmla="*/ 57132 h 179310"/>
                <a:gd name="connsiteX62" fmla="*/ 45311 w 129661"/>
                <a:gd name="connsiteY62" fmla="*/ 62561 h 179310"/>
                <a:gd name="connsiteX63" fmla="*/ 48169 w 129661"/>
                <a:gd name="connsiteY63" fmla="*/ 60942 h 179310"/>
                <a:gd name="connsiteX64" fmla="*/ 50169 w 129661"/>
                <a:gd name="connsiteY64" fmla="*/ 58180 h 179310"/>
                <a:gd name="connsiteX65" fmla="*/ 51884 w 129661"/>
                <a:gd name="connsiteY65" fmla="*/ 53417 h 179310"/>
                <a:gd name="connsiteX66" fmla="*/ 54360 w 129661"/>
                <a:gd name="connsiteY66" fmla="*/ 56656 h 179310"/>
                <a:gd name="connsiteX67" fmla="*/ 55599 w 129661"/>
                <a:gd name="connsiteY67" fmla="*/ 60466 h 179310"/>
                <a:gd name="connsiteX68" fmla="*/ 59790 w 129661"/>
                <a:gd name="connsiteY68" fmla="*/ 58751 h 179310"/>
                <a:gd name="connsiteX69" fmla="*/ 64457 w 129661"/>
                <a:gd name="connsiteY69" fmla="*/ 59228 h 179310"/>
                <a:gd name="connsiteX70" fmla="*/ 63981 w 129661"/>
                <a:gd name="connsiteY70" fmla="*/ 61704 h 179310"/>
                <a:gd name="connsiteX71" fmla="*/ 60647 w 129661"/>
                <a:gd name="connsiteY71" fmla="*/ 63895 h 179310"/>
                <a:gd name="connsiteX72" fmla="*/ 56456 w 129661"/>
                <a:gd name="connsiteY72" fmla="*/ 65323 h 179310"/>
                <a:gd name="connsiteX73" fmla="*/ 48741 w 129661"/>
                <a:gd name="connsiteY73" fmla="*/ 66657 h 179310"/>
                <a:gd name="connsiteX74" fmla="*/ 43978 w 129661"/>
                <a:gd name="connsiteY74" fmla="*/ 66657 h 179310"/>
                <a:gd name="connsiteX75" fmla="*/ 38549 w 129661"/>
                <a:gd name="connsiteY75" fmla="*/ 68086 h 179310"/>
                <a:gd name="connsiteX76" fmla="*/ 35786 w 129661"/>
                <a:gd name="connsiteY76" fmla="*/ 65323 h 179310"/>
                <a:gd name="connsiteX77" fmla="*/ 37691 w 129661"/>
                <a:gd name="connsiteY77" fmla="*/ 59513 h 179310"/>
                <a:gd name="connsiteX78" fmla="*/ 37691 w 129661"/>
                <a:gd name="connsiteY78" fmla="*/ 54655 h 179310"/>
                <a:gd name="connsiteX79" fmla="*/ 36453 w 129661"/>
                <a:gd name="connsiteY79" fmla="*/ 48083 h 179310"/>
                <a:gd name="connsiteX80" fmla="*/ 35882 w 129661"/>
                <a:gd name="connsiteY80" fmla="*/ 38558 h 179310"/>
                <a:gd name="connsiteX81" fmla="*/ 35882 w 129661"/>
                <a:gd name="connsiteY81" fmla="*/ 33605 h 179310"/>
                <a:gd name="connsiteX82" fmla="*/ 35882 w 129661"/>
                <a:gd name="connsiteY82" fmla="*/ 29605 h 179310"/>
                <a:gd name="connsiteX83" fmla="*/ 35882 w 129661"/>
                <a:gd name="connsiteY83" fmla="*/ 25985 h 179310"/>
                <a:gd name="connsiteX84" fmla="*/ 35406 w 129661"/>
                <a:gd name="connsiteY84" fmla="*/ 20175 h 179310"/>
                <a:gd name="connsiteX85" fmla="*/ 34643 w 129661"/>
                <a:gd name="connsiteY85" fmla="*/ 15508 h 179310"/>
                <a:gd name="connsiteX86" fmla="*/ 32929 w 129661"/>
                <a:gd name="connsiteY86" fmla="*/ 12841 h 179310"/>
                <a:gd name="connsiteX87" fmla="*/ 30929 w 129661"/>
                <a:gd name="connsiteY87" fmla="*/ 14174 h 179310"/>
                <a:gd name="connsiteX88" fmla="*/ 26928 w 129661"/>
                <a:gd name="connsiteY88" fmla="*/ 14174 h 179310"/>
                <a:gd name="connsiteX89" fmla="*/ 24261 w 129661"/>
                <a:gd name="connsiteY89" fmla="*/ 18937 h 179310"/>
                <a:gd name="connsiteX90" fmla="*/ 25499 w 129661"/>
                <a:gd name="connsiteY90" fmla="*/ 27223 h 179310"/>
                <a:gd name="connsiteX91" fmla="*/ 26547 w 129661"/>
                <a:gd name="connsiteY91" fmla="*/ 41797 h 179310"/>
                <a:gd name="connsiteX92" fmla="*/ 25499 w 129661"/>
                <a:gd name="connsiteY92" fmla="*/ 55418 h 179310"/>
                <a:gd name="connsiteX93" fmla="*/ 26642 w 129661"/>
                <a:gd name="connsiteY93" fmla="*/ 62180 h 179310"/>
                <a:gd name="connsiteX94" fmla="*/ 28357 w 129661"/>
                <a:gd name="connsiteY94" fmla="*/ 66752 h 179310"/>
                <a:gd name="connsiteX95" fmla="*/ 26166 w 129661"/>
                <a:gd name="connsiteY95" fmla="*/ 69038 h 179310"/>
                <a:gd name="connsiteX96" fmla="*/ 19499 w 129661"/>
                <a:gd name="connsiteY96" fmla="*/ 71610 h 179310"/>
                <a:gd name="connsiteX97" fmla="*/ 16310 w 129661"/>
                <a:gd name="connsiteY97" fmla="*/ 70161 h 179310"/>
                <a:gd name="connsiteX98" fmla="*/ 16165 w 129661"/>
                <a:gd name="connsiteY98" fmla="*/ 69038 h 179310"/>
                <a:gd name="connsiteX99" fmla="*/ 14545 w 129661"/>
                <a:gd name="connsiteY99" fmla="*/ 59513 h 179310"/>
                <a:gd name="connsiteX100" fmla="*/ 12355 w 129661"/>
                <a:gd name="connsiteY100" fmla="*/ 59513 h 179310"/>
                <a:gd name="connsiteX101" fmla="*/ 4640 w 129661"/>
                <a:gd name="connsiteY101" fmla="*/ 72277 h 179310"/>
                <a:gd name="connsiteX102" fmla="*/ 1497 w 129661"/>
                <a:gd name="connsiteY102" fmla="*/ 74372 h 179310"/>
                <a:gd name="connsiteX103" fmla="*/ -313 w 129661"/>
                <a:gd name="connsiteY103" fmla="*/ 78849 h 179310"/>
                <a:gd name="connsiteX104" fmla="*/ -313 w 129661"/>
                <a:gd name="connsiteY104" fmla="*/ 89898 h 179310"/>
                <a:gd name="connsiteX105" fmla="*/ 3306 w 129661"/>
                <a:gd name="connsiteY105" fmla="*/ 100947 h 179310"/>
                <a:gd name="connsiteX106" fmla="*/ 7878 w 129661"/>
                <a:gd name="connsiteY106" fmla="*/ 102852 h 179310"/>
                <a:gd name="connsiteX107" fmla="*/ 19975 w 129661"/>
                <a:gd name="connsiteY107" fmla="*/ 93327 h 179310"/>
                <a:gd name="connsiteX108" fmla="*/ 22737 w 129661"/>
                <a:gd name="connsiteY108" fmla="*/ 89993 h 179310"/>
                <a:gd name="connsiteX109" fmla="*/ 28643 w 129661"/>
                <a:gd name="connsiteY109" fmla="*/ 82278 h 179310"/>
                <a:gd name="connsiteX110" fmla="*/ 38168 w 129661"/>
                <a:gd name="connsiteY110" fmla="*/ 78563 h 179310"/>
                <a:gd name="connsiteX111" fmla="*/ 46074 w 129661"/>
                <a:gd name="connsiteY111" fmla="*/ 76944 h 179310"/>
                <a:gd name="connsiteX112" fmla="*/ 56456 w 129661"/>
                <a:gd name="connsiteY112" fmla="*/ 75610 h 179310"/>
                <a:gd name="connsiteX113" fmla="*/ 62838 w 129661"/>
                <a:gd name="connsiteY113" fmla="*/ 74277 h 179310"/>
                <a:gd name="connsiteX114" fmla="*/ 69219 w 129661"/>
                <a:gd name="connsiteY114" fmla="*/ 72753 h 179310"/>
                <a:gd name="connsiteX115" fmla="*/ 81888 w 129661"/>
                <a:gd name="connsiteY115" fmla="*/ 71419 h 179310"/>
                <a:gd name="connsiteX116" fmla="*/ 89984 w 129661"/>
                <a:gd name="connsiteY116" fmla="*/ 70277 h 179310"/>
                <a:gd name="connsiteX117" fmla="*/ 97604 w 129661"/>
                <a:gd name="connsiteY117" fmla="*/ 69419 h 179310"/>
                <a:gd name="connsiteX118" fmla="*/ 94460 w 129661"/>
                <a:gd name="connsiteY118" fmla="*/ 75611 h 179310"/>
                <a:gd name="connsiteX119" fmla="*/ 88555 w 129661"/>
                <a:gd name="connsiteY119" fmla="*/ 78373 h 179310"/>
                <a:gd name="connsiteX120" fmla="*/ 83316 w 129661"/>
                <a:gd name="connsiteY120" fmla="*/ 77134 h 179310"/>
                <a:gd name="connsiteX121" fmla="*/ 78173 w 129661"/>
                <a:gd name="connsiteY121" fmla="*/ 77135 h 179310"/>
                <a:gd name="connsiteX122" fmla="*/ 71886 w 129661"/>
                <a:gd name="connsiteY122" fmla="*/ 77135 h 179310"/>
                <a:gd name="connsiteX123" fmla="*/ 69219 w 129661"/>
                <a:gd name="connsiteY123" fmla="*/ 79039 h 179310"/>
                <a:gd name="connsiteX124" fmla="*/ 64742 w 129661"/>
                <a:gd name="connsiteY124" fmla="*/ 80659 h 179310"/>
                <a:gd name="connsiteX125" fmla="*/ 59408 w 129661"/>
                <a:gd name="connsiteY125" fmla="*/ 81611 h 179310"/>
                <a:gd name="connsiteX126" fmla="*/ 52169 w 129661"/>
                <a:gd name="connsiteY126" fmla="*/ 83326 h 179310"/>
                <a:gd name="connsiteX127" fmla="*/ 45883 w 129661"/>
                <a:gd name="connsiteY127" fmla="*/ 83993 h 179310"/>
                <a:gd name="connsiteX128" fmla="*/ 43406 w 129661"/>
                <a:gd name="connsiteY128" fmla="*/ 85612 h 179310"/>
                <a:gd name="connsiteX129" fmla="*/ 36644 w 129661"/>
                <a:gd name="connsiteY129" fmla="*/ 86088 h 179310"/>
                <a:gd name="connsiteX130" fmla="*/ 31786 w 129661"/>
                <a:gd name="connsiteY130" fmla="*/ 97518 h 179310"/>
                <a:gd name="connsiteX131" fmla="*/ 30452 w 129661"/>
                <a:gd name="connsiteY131" fmla="*/ 103709 h 179310"/>
                <a:gd name="connsiteX132" fmla="*/ 32262 w 129661"/>
                <a:gd name="connsiteY132" fmla="*/ 107900 h 179310"/>
                <a:gd name="connsiteX133" fmla="*/ 36834 w 129661"/>
                <a:gd name="connsiteY133" fmla="*/ 107900 h 179310"/>
                <a:gd name="connsiteX134" fmla="*/ 42359 w 129661"/>
                <a:gd name="connsiteY134" fmla="*/ 105043 h 179310"/>
                <a:gd name="connsiteX135" fmla="*/ 47121 w 129661"/>
                <a:gd name="connsiteY135" fmla="*/ 101900 h 179310"/>
                <a:gd name="connsiteX136" fmla="*/ 51503 w 129661"/>
                <a:gd name="connsiteY136" fmla="*/ 101899 h 179310"/>
                <a:gd name="connsiteX137" fmla="*/ 49407 w 129661"/>
                <a:gd name="connsiteY137" fmla="*/ 107424 h 179310"/>
                <a:gd name="connsiteX138" fmla="*/ 48645 w 129661"/>
                <a:gd name="connsiteY138" fmla="*/ 113044 h 179310"/>
                <a:gd name="connsiteX139" fmla="*/ 47026 w 129661"/>
                <a:gd name="connsiteY139" fmla="*/ 115711 h 179310"/>
                <a:gd name="connsiteX140" fmla="*/ 42454 w 129661"/>
                <a:gd name="connsiteY140" fmla="*/ 117997 h 179310"/>
                <a:gd name="connsiteX141" fmla="*/ 34929 w 129661"/>
                <a:gd name="connsiteY141" fmla="*/ 119997 h 179310"/>
                <a:gd name="connsiteX142" fmla="*/ 28833 w 129661"/>
                <a:gd name="connsiteY142" fmla="*/ 123807 h 179310"/>
                <a:gd name="connsiteX143" fmla="*/ 22451 w 129661"/>
                <a:gd name="connsiteY143" fmla="*/ 122188 h 179310"/>
                <a:gd name="connsiteX144" fmla="*/ 13879 w 129661"/>
                <a:gd name="connsiteY144" fmla="*/ 127522 h 179310"/>
                <a:gd name="connsiteX145" fmla="*/ 12450 w 129661"/>
                <a:gd name="connsiteY145" fmla="*/ 134665 h 179310"/>
                <a:gd name="connsiteX146" fmla="*/ 13212 w 129661"/>
                <a:gd name="connsiteY146" fmla="*/ 139904 h 179310"/>
                <a:gd name="connsiteX147" fmla="*/ 16356 w 129661"/>
                <a:gd name="connsiteY147" fmla="*/ 141333 h 179310"/>
                <a:gd name="connsiteX148" fmla="*/ 23499 w 129661"/>
                <a:gd name="connsiteY148" fmla="*/ 143047 h 179310"/>
                <a:gd name="connsiteX149" fmla="*/ 31405 w 129661"/>
                <a:gd name="connsiteY149" fmla="*/ 140190 h 179310"/>
                <a:gd name="connsiteX150" fmla="*/ 40930 w 129661"/>
                <a:gd name="connsiteY150" fmla="*/ 138571 h 179310"/>
                <a:gd name="connsiteX151" fmla="*/ 50455 w 129661"/>
                <a:gd name="connsiteY151" fmla="*/ 136856 h 179310"/>
                <a:gd name="connsiteX152" fmla="*/ 53217 w 129661"/>
                <a:gd name="connsiteY152" fmla="*/ 140857 h 179310"/>
                <a:gd name="connsiteX153" fmla="*/ 43216 w 129661"/>
                <a:gd name="connsiteY153" fmla="*/ 157906 h 179310"/>
                <a:gd name="connsiteX154" fmla="*/ 30548 w 129661"/>
                <a:gd name="connsiteY154" fmla="*/ 160193 h 179310"/>
                <a:gd name="connsiteX155" fmla="*/ 25309 w 129661"/>
                <a:gd name="connsiteY155" fmla="*/ 162860 h 179310"/>
                <a:gd name="connsiteX156" fmla="*/ 34834 w 129661"/>
                <a:gd name="connsiteY156" fmla="*/ 172385 h 179310"/>
                <a:gd name="connsiteX157" fmla="*/ 35406 w 129661"/>
                <a:gd name="connsiteY157" fmla="*/ 178480 h 179310"/>
                <a:gd name="connsiteX158" fmla="*/ 45597 w 129661"/>
                <a:gd name="connsiteY158" fmla="*/ 178480 h 179310"/>
                <a:gd name="connsiteX159" fmla="*/ 52360 w 129661"/>
                <a:gd name="connsiteY159" fmla="*/ 176575 h 179310"/>
                <a:gd name="connsiteX160" fmla="*/ 60742 w 129661"/>
                <a:gd name="connsiteY160" fmla="*/ 173623 h 179310"/>
                <a:gd name="connsiteX161" fmla="*/ 66457 w 129661"/>
                <a:gd name="connsiteY161" fmla="*/ 162383 h 179310"/>
                <a:gd name="connsiteX162" fmla="*/ 69410 w 129661"/>
                <a:gd name="connsiteY162" fmla="*/ 157240 h 179310"/>
                <a:gd name="connsiteX163" fmla="*/ 71029 w 129661"/>
                <a:gd name="connsiteY163" fmla="*/ 149429 h 179310"/>
                <a:gd name="connsiteX164" fmla="*/ 71886 w 129661"/>
                <a:gd name="connsiteY164" fmla="*/ 142667 h 179310"/>
                <a:gd name="connsiteX165" fmla="*/ 71410 w 129661"/>
                <a:gd name="connsiteY165" fmla="*/ 134666 h 179310"/>
                <a:gd name="connsiteX166" fmla="*/ 82840 w 129661"/>
                <a:gd name="connsiteY166" fmla="*/ 129522 h 179310"/>
                <a:gd name="connsiteX167" fmla="*/ 87793 w 129661"/>
                <a:gd name="connsiteY167" fmla="*/ 127807 h 179310"/>
                <a:gd name="connsiteX168" fmla="*/ 95127 w 129661"/>
                <a:gd name="connsiteY168" fmla="*/ 126474 h 179310"/>
                <a:gd name="connsiteX169" fmla="*/ 99318 w 129661"/>
                <a:gd name="connsiteY169" fmla="*/ 122950 h 179310"/>
                <a:gd name="connsiteX170" fmla="*/ 101128 w 129661"/>
                <a:gd name="connsiteY170" fmla="*/ 115616 h 179310"/>
                <a:gd name="connsiteX171" fmla="*/ 98366 w 129661"/>
                <a:gd name="connsiteY171" fmla="*/ 112853 h 179310"/>
                <a:gd name="connsiteX172" fmla="*/ 91412 w 129661"/>
                <a:gd name="connsiteY172" fmla="*/ 109996 h 179310"/>
                <a:gd name="connsiteX173" fmla="*/ 84269 w 129661"/>
                <a:gd name="connsiteY173" fmla="*/ 106376 h 179310"/>
                <a:gd name="connsiteX174" fmla="*/ 80173 w 129661"/>
                <a:gd name="connsiteY174" fmla="*/ 108567 h 179310"/>
                <a:gd name="connsiteX175" fmla="*/ 73886 w 129661"/>
                <a:gd name="connsiteY175" fmla="*/ 111044 h 179310"/>
                <a:gd name="connsiteX176" fmla="*/ 70457 w 129661"/>
                <a:gd name="connsiteY176" fmla="*/ 110377 h 179310"/>
                <a:gd name="connsiteX177" fmla="*/ 71600 w 129661"/>
                <a:gd name="connsiteY177" fmla="*/ 103519 h 179310"/>
                <a:gd name="connsiteX178" fmla="*/ 77792 w 129661"/>
                <a:gd name="connsiteY178" fmla="*/ 97328 h 179310"/>
                <a:gd name="connsiteX179" fmla="*/ 82364 w 129661"/>
                <a:gd name="connsiteY179" fmla="*/ 92470 h 179310"/>
                <a:gd name="connsiteX180" fmla="*/ 94746 w 129661"/>
                <a:gd name="connsiteY180" fmla="*/ 83707 h 179310"/>
                <a:gd name="connsiteX181" fmla="*/ 101985 w 129661"/>
                <a:gd name="connsiteY181" fmla="*/ 83707 h 179310"/>
                <a:gd name="connsiteX182" fmla="*/ 107605 w 129661"/>
                <a:gd name="connsiteY182" fmla="*/ 84278 h 179310"/>
                <a:gd name="connsiteX183" fmla="*/ 112082 w 129661"/>
                <a:gd name="connsiteY183" fmla="*/ 82373 h 179310"/>
                <a:gd name="connsiteX184" fmla="*/ 126655 w 129661"/>
                <a:gd name="connsiteY184" fmla="*/ 78468 h 179310"/>
                <a:gd name="connsiteX185" fmla="*/ 129227 w 129661"/>
                <a:gd name="connsiteY185" fmla="*/ 68943 h 179310"/>
                <a:gd name="connsiteX186" fmla="*/ 126750 w 129661"/>
                <a:gd name="connsiteY186" fmla="*/ 58275 h 17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29661" h="179310">
                  <a:moveTo>
                    <a:pt x="127417" y="59037"/>
                  </a:moveTo>
                  <a:cubicBezTo>
                    <a:pt x="126083" y="57418"/>
                    <a:pt x="123798" y="58085"/>
                    <a:pt x="122750" y="57418"/>
                  </a:cubicBezTo>
                  <a:cubicBezTo>
                    <a:pt x="121702" y="56751"/>
                    <a:pt x="119987" y="56561"/>
                    <a:pt x="118654" y="56179"/>
                  </a:cubicBezTo>
                  <a:cubicBezTo>
                    <a:pt x="117320" y="55798"/>
                    <a:pt x="116177" y="53894"/>
                    <a:pt x="115034" y="53512"/>
                  </a:cubicBezTo>
                  <a:cubicBezTo>
                    <a:pt x="113548" y="53330"/>
                    <a:pt x="112044" y="53330"/>
                    <a:pt x="110558" y="53512"/>
                  </a:cubicBezTo>
                  <a:cubicBezTo>
                    <a:pt x="108812" y="55343"/>
                    <a:pt x="106555" y="56604"/>
                    <a:pt x="104081" y="57132"/>
                  </a:cubicBezTo>
                  <a:cubicBezTo>
                    <a:pt x="102842" y="57132"/>
                    <a:pt x="100842" y="57608"/>
                    <a:pt x="100652" y="56084"/>
                  </a:cubicBezTo>
                  <a:cubicBezTo>
                    <a:pt x="100661" y="53619"/>
                    <a:pt x="101080" y="51173"/>
                    <a:pt x="101890" y="48845"/>
                  </a:cubicBezTo>
                  <a:lnTo>
                    <a:pt x="103319" y="43226"/>
                  </a:lnTo>
                  <a:cubicBezTo>
                    <a:pt x="103319" y="42273"/>
                    <a:pt x="104938" y="38844"/>
                    <a:pt x="105033" y="38368"/>
                  </a:cubicBezTo>
                  <a:cubicBezTo>
                    <a:pt x="105613" y="33275"/>
                    <a:pt x="107628" y="28453"/>
                    <a:pt x="110843" y="24461"/>
                  </a:cubicBezTo>
                  <a:cubicBezTo>
                    <a:pt x="113320" y="21985"/>
                    <a:pt x="118749" y="19032"/>
                    <a:pt x="118178" y="18365"/>
                  </a:cubicBezTo>
                  <a:cubicBezTo>
                    <a:pt x="117606" y="17698"/>
                    <a:pt x="118178" y="13127"/>
                    <a:pt x="118749" y="11317"/>
                  </a:cubicBezTo>
                  <a:cubicBezTo>
                    <a:pt x="119021" y="9871"/>
                    <a:pt x="118515" y="8389"/>
                    <a:pt x="117416" y="7412"/>
                  </a:cubicBezTo>
                  <a:cubicBezTo>
                    <a:pt x="115708" y="6115"/>
                    <a:pt x="113891" y="4967"/>
                    <a:pt x="111986" y="3983"/>
                  </a:cubicBezTo>
                  <a:cubicBezTo>
                    <a:pt x="110334" y="3315"/>
                    <a:pt x="108451" y="3568"/>
                    <a:pt x="107033" y="4649"/>
                  </a:cubicBezTo>
                  <a:cubicBezTo>
                    <a:pt x="106271" y="5126"/>
                    <a:pt x="105891" y="6459"/>
                    <a:pt x="105509" y="6745"/>
                  </a:cubicBezTo>
                  <a:cubicBezTo>
                    <a:pt x="105128" y="7030"/>
                    <a:pt x="90174" y="9888"/>
                    <a:pt x="88745" y="15603"/>
                  </a:cubicBezTo>
                  <a:cubicBezTo>
                    <a:pt x="87983" y="18365"/>
                    <a:pt x="92079" y="20080"/>
                    <a:pt x="92079" y="23604"/>
                  </a:cubicBezTo>
                  <a:cubicBezTo>
                    <a:pt x="91930" y="25126"/>
                    <a:pt x="91511" y="26610"/>
                    <a:pt x="90841" y="27985"/>
                  </a:cubicBezTo>
                  <a:cubicBezTo>
                    <a:pt x="90269" y="29319"/>
                    <a:pt x="89222" y="31795"/>
                    <a:pt x="88174" y="32081"/>
                  </a:cubicBezTo>
                  <a:cubicBezTo>
                    <a:pt x="87126" y="32367"/>
                    <a:pt x="85126" y="32081"/>
                    <a:pt x="83507" y="34367"/>
                  </a:cubicBezTo>
                  <a:cubicBezTo>
                    <a:pt x="81887" y="36653"/>
                    <a:pt x="83507" y="38844"/>
                    <a:pt x="83507" y="39796"/>
                  </a:cubicBezTo>
                  <a:cubicBezTo>
                    <a:pt x="83507" y="40749"/>
                    <a:pt x="81507" y="42368"/>
                    <a:pt x="80840" y="43035"/>
                  </a:cubicBezTo>
                  <a:cubicBezTo>
                    <a:pt x="80028" y="44161"/>
                    <a:pt x="78901" y="45023"/>
                    <a:pt x="77601" y="45512"/>
                  </a:cubicBezTo>
                  <a:cubicBezTo>
                    <a:pt x="76839" y="45512"/>
                    <a:pt x="76744" y="49607"/>
                    <a:pt x="78744" y="51131"/>
                  </a:cubicBezTo>
                  <a:cubicBezTo>
                    <a:pt x="80744" y="52655"/>
                    <a:pt x="82745" y="51798"/>
                    <a:pt x="83697" y="52751"/>
                  </a:cubicBezTo>
                  <a:cubicBezTo>
                    <a:pt x="84935" y="55703"/>
                    <a:pt x="81125" y="58561"/>
                    <a:pt x="78173" y="58561"/>
                  </a:cubicBezTo>
                  <a:cubicBezTo>
                    <a:pt x="75220" y="58561"/>
                    <a:pt x="77030" y="53131"/>
                    <a:pt x="75125" y="53703"/>
                  </a:cubicBezTo>
                  <a:cubicBezTo>
                    <a:pt x="71696" y="54560"/>
                    <a:pt x="67886" y="51988"/>
                    <a:pt x="68933" y="50369"/>
                  </a:cubicBezTo>
                  <a:cubicBezTo>
                    <a:pt x="70781" y="47988"/>
                    <a:pt x="72498" y="45508"/>
                    <a:pt x="74077" y="42940"/>
                  </a:cubicBezTo>
                  <a:cubicBezTo>
                    <a:pt x="78554" y="33415"/>
                    <a:pt x="81030" y="31795"/>
                    <a:pt x="80935" y="29224"/>
                  </a:cubicBezTo>
                  <a:cubicBezTo>
                    <a:pt x="80471" y="27320"/>
                    <a:pt x="79317" y="25657"/>
                    <a:pt x="77697" y="24557"/>
                  </a:cubicBezTo>
                  <a:cubicBezTo>
                    <a:pt x="76649" y="23699"/>
                    <a:pt x="77696" y="19508"/>
                    <a:pt x="77696" y="18651"/>
                  </a:cubicBezTo>
                  <a:cubicBezTo>
                    <a:pt x="78849" y="16126"/>
                    <a:pt x="80539" y="13882"/>
                    <a:pt x="82649" y="12079"/>
                  </a:cubicBezTo>
                  <a:cubicBezTo>
                    <a:pt x="84745" y="10269"/>
                    <a:pt x="86841" y="6649"/>
                    <a:pt x="85221" y="4554"/>
                  </a:cubicBezTo>
                  <a:cubicBezTo>
                    <a:pt x="83602" y="2459"/>
                    <a:pt x="81792" y="77"/>
                    <a:pt x="79125" y="-113"/>
                  </a:cubicBezTo>
                  <a:cubicBezTo>
                    <a:pt x="78034" y="-213"/>
                    <a:pt x="76938" y="19"/>
                    <a:pt x="75982" y="554"/>
                  </a:cubicBezTo>
                  <a:cubicBezTo>
                    <a:pt x="75220" y="1030"/>
                    <a:pt x="73791" y="554"/>
                    <a:pt x="72743" y="554"/>
                  </a:cubicBezTo>
                  <a:cubicBezTo>
                    <a:pt x="70076" y="1696"/>
                    <a:pt x="69600" y="6364"/>
                    <a:pt x="68743" y="7983"/>
                  </a:cubicBezTo>
                  <a:cubicBezTo>
                    <a:pt x="67886" y="9602"/>
                    <a:pt x="64552" y="15031"/>
                    <a:pt x="63314" y="15031"/>
                  </a:cubicBezTo>
                  <a:cubicBezTo>
                    <a:pt x="62075" y="15031"/>
                    <a:pt x="60170" y="11317"/>
                    <a:pt x="58932" y="11412"/>
                  </a:cubicBezTo>
                  <a:cubicBezTo>
                    <a:pt x="57694" y="11507"/>
                    <a:pt x="54836" y="14555"/>
                    <a:pt x="54932" y="15412"/>
                  </a:cubicBezTo>
                  <a:cubicBezTo>
                    <a:pt x="55027" y="16270"/>
                    <a:pt x="57123" y="19318"/>
                    <a:pt x="57313" y="21889"/>
                  </a:cubicBezTo>
                  <a:cubicBezTo>
                    <a:pt x="57112" y="24045"/>
                    <a:pt x="56357" y="26112"/>
                    <a:pt x="55122" y="27890"/>
                  </a:cubicBezTo>
                  <a:cubicBezTo>
                    <a:pt x="53979" y="29986"/>
                    <a:pt x="53027" y="34462"/>
                    <a:pt x="55122" y="35034"/>
                  </a:cubicBezTo>
                  <a:cubicBezTo>
                    <a:pt x="57218" y="35605"/>
                    <a:pt x="56075" y="33796"/>
                    <a:pt x="58646" y="33415"/>
                  </a:cubicBezTo>
                  <a:cubicBezTo>
                    <a:pt x="61218" y="33034"/>
                    <a:pt x="63123" y="31319"/>
                    <a:pt x="63790" y="31414"/>
                  </a:cubicBezTo>
                  <a:cubicBezTo>
                    <a:pt x="64457" y="31510"/>
                    <a:pt x="69029" y="35701"/>
                    <a:pt x="66838" y="38749"/>
                  </a:cubicBezTo>
                  <a:cubicBezTo>
                    <a:pt x="66076" y="39892"/>
                    <a:pt x="63981" y="44654"/>
                    <a:pt x="61314" y="44083"/>
                  </a:cubicBezTo>
                  <a:cubicBezTo>
                    <a:pt x="60361" y="44083"/>
                    <a:pt x="59885" y="41892"/>
                    <a:pt x="58932" y="41130"/>
                  </a:cubicBezTo>
                  <a:cubicBezTo>
                    <a:pt x="57980" y="40368"/>
                    <a:pt x="53979" y="41892"/>
                    <a:pt x="52646" y="41130"/>
                  </a:cubicBezTo>
                  <a:cubicBezTo>
                    <a:pt x="51312" y="40368"/>
                    <a:pt x="50931" y="40559"/>
                    <a:pt x="51026" y="38272"/>
                  </a:cubicBezTo>
                  <a:cubicBezTo>
                    <a:pt x="51004" y="34150"/>
                    <a:pt x="50427" y="30049"/>
                    <a:pt x="49312" y="26080"/>
                  </a:cubicBezTo>
                  <a:cubicBezTo>
                    <a:pt x="48455" y="25112"/>
                    <a:pt x="48011" y="23847"/>
                    <a:pt x="48074" y="22556"/>
                  </a:cubicBezTo>
                  <a:cubicBezTo>
                    <a:pt x="48074" y="19985"/>
                    <a:pt x="48074" y="16460"/>
                    <a:pt x="46359" y="16651"/>
                  </a:cubicBezTo>
                  <a:cubicBezTo>
                    <a:pt x="44892" y="16756"/>
                    <a:pt x="43540" y="17484"/>
                    <a:pt x="42644" y="18651"/>
                  </a:cubicBezTo>
                  <a:cubicBezTo>
                    <a:pt x="41359" y="20110"/>
                    <a:pt x="40589" y="21950"/>
                    <a:pt x="40454" y="23890"/>
                  </a:cubicBezTo>
                  <a:cubicBezTo>
                    <a:pt x="40781" y="25080"/>
                    <a:pt x="41035" y="26288"/>
                    <a:pt x="41215" y="27509"/>
                  </a:cubicBezTo>
                  <a:cubicBezTo>
                    <a:pt x="41429" y="31125"/>
                    <a:pt x="41429" y="34751"/>
                    <a:pt x="41215" y="38368"/>
                  </a:cubicBezTo>
                  <a:cubicBezTo>
                    <a:pt x="41216" y="40273"/>
                    <a:pt x="42740" y="43511"/>
                    <a:pt x="42454" y="45893"/>
                  </a:cubicBezTo>
                  <a:cubicBezTo>
                    <a:pt x="42168" y="48274"/>
                    <a:pt x="42454" y="55418"/>
                    <a:pt x="42454" y="57132"/>
                  </a:cubicBezTo>
                  <a:cubicBezTo>
                    <a:pt x="42222" y="59353"/>
                    <a:pt x="43349" y="61495"/>
                    <a:pt x="45311" y="62561"/>
                  </a:cubicBezTo>
                  <a:cubicBezTo>
                    <a:pt x="46645" y="62561"/>
                    <a:pt x="47407" y="61609"/>
                    <a:pt x="48169" y="60942"/>
                  </a:cubicBezTo>
                  <a:cubicBezTo>
                    <a:pt x="48931" y="60275"/>
                    <a:pt x="50265" y="59989"/>
                    <a:pt x="50169" y="58180"/>
                  </a:cubicBezTo>
                  <a:cubicBezTo>
                    <a:pt x="50074" y="56370"/>
                    <a:pt x="50169" y="53989"/>
                    <a:pt x="51884" y="53417"/>
                  </a:cubicBezTo>
                  <a:cubicBezTo>
                    <a:pt x="53598" y="52846"/>
                    <a:pt x="54646" y="55418"/>
                    <a:pt x="54360" y="56656"/>
                  </a:cubicBezTo>
                  <a:cubicBezTo>
                    <a:pt x="54074" y="57894"/>
                    <a:pt x="54360" y="59132"/>
                    <a:pt x="55599" y="60466"/>
                  </a:cubicBezTo>
                  <a:cubicBezTo>
                    <a:pt x="56837" y="61799"/>
                    <a:pt x="58646" y="59228"/>
                    <a:pt x="59790" y="58751"/>
                  </a:cubicBezTo>
                  <a:cubicBezTo>
                    <a:pt x="60932" y="58275"/>
                    <a:pt x="63599" y="57227"/>
                    <a:pt x="64457" y="59228"/>
                  </a:cubicBezTo>
                  <a:cubicBezTo>
                    <a:pt x="64809" y="60074"/>
                    <a:pt x="64621" y="61049"/>
                    <a:pt x="63981" y="61704"/>
                  </a:cubicBezTo>
                  <a:cubicBezTo>
                    <a:pt x="63017" y="62638"/>
                    <a:pt x="61886" y="63381"/>
                    <a:pt x="60647" y="63895"/>
                  </a:cubicBezTo>
                  <a:cubicBezTo>
                    <a:pt x="59599" y="63895"/>
                    <a:pt x="57599" y="65228"/>
                    <a:pt x="56456" y="65323"/>
                  </a:cubicBezTo>
                  <a:cubicBezTo>
                    <a:pt x="53849" y="65533"/>
                    <a:pt x="51267" y="65979"/>
                    <a:pt x="48741" y="66657"/>
                  </a:cubicBezTo>
                  <a:cubicBezTo>
                    <a:pt x="47154" y="66744"/>
                    <a:pt x="45564" y="66744"/>
                    <a:pt x="43978" y="66657"/>
                  </a:cubicBezTo>
                  <a:cubicBezTo>
                    <a:pt x="42740" y="66657"/>
                    <a:pt x="40073" y="68467"/>
                    <a:pt x="38549" y="68086"/>
                  </a:cubicBezTo>
                  <a:cubicBezTo>
                    <a:pt x="37301" y="67564"/>
                    <a:pt x="36308" y="66572"/>
                    <a:pt x="35786" y="65323"/>
                  </a:cubicBezTo>
                  <a:cubicBezTo>
                    <a:pt x="35215" y="63895"/>
                    <a:pt x="37406" y="61990"/>
                    <a:pt x="37691" y="59513"/>
                  </a:cubicBezTo>
                  <a:cubicBezTo>
                    <a:pt x="37977" y="57037"/>
                    <a:pt x="37691" y="55894"/>
                    <a:pt x="37691" y="54655"/>
                  </a:cubicBezTo>
                  <a:cubicBezTo>
                    <a:pt x="37564" y="52420"/>
                    <a:pt x="37148" y="50211"/>
                    <a:pt x="36453" y="48083"/>
                  </a:cubicBezTo>
                  <a:cubicBezTo>
                    <a:pt x="36453" y="46654"/>
                    <a:pt x="35977" y="40273"/>
                    <a:pt x="35882" y="38558"/>
                  </a:cubicBezTo>
                  <a:cubicBezTo>
                    <a:pt x="35786" y="36844"/>
                    <a:pt x="35882" y="35129"/>
                    <a:pt x="35882" y="33605"/>
                  </a:cubicBezTo>
                  <a:cubicBezTo>
                    <a:pt x="35634" y="32283"/>
                    <a:pt x="35634" y="30927"/>
                    <a:pt x="35882" y="29605"/>
                  </a:cubicBezTo>
                  <a:cubicBezTo>
                    <a:pt x="36416" y="28457"/>
                    <a:pt x="36416" y="27132"/>
                    <a:pt x="35882" y="25985"/>
                  </a:cubicBezTo>
                  <a:cubicBezTo>
                    <a:pt x="35120" y="24937"/>
                    <a:pt x="35882" y="22175"/>
                    <a:pt x="35406" y="20175"/>
                  </a:cubicBezTo>
                  <a:cubicBezTo>
                    <a:pt x="34929" y="18175"/>
                    <a:pt x="35406" y="17318"/>
                    <a:pt x="34643" y="15508"/>
                  </a:cubicBezTo>
                  <a:cubicBezTo>
                    <a:pt x="33882" y="13698"/>
                    <a:pt x="34643" y="13317"/>
                    <a:pt x="32929" y="12841"/>
                  </a:cubicBezTo>
                  <a:cubicBezTo>
                    <a:pt x="31215" y="12364"/>
                    <a:pt x="31881" y="14174"/>
                    <a:pt x="30929" y="14174"/>
                  </a:cubicBezTo>
                  <a:cubicBezTo>
                    <a:pt x="29597" y="14081"/>
                    <a:pt x="28260" y="14081"/>
                    <a:pt x="26928" y="14174"/>
                  </a:cubicBezTo>
                  <a:cubicBezTo>
                    <a:pt x="24737" y="14174"/>
                    <a:pt x="22832" y="18079"/>
                    <a:pt x="24261" y="18937"/>
                  </a:cubicBezTo>
                  <a:cubicBezTo>
                    <a:pt x="25203" y="21594"/>
                    <a:pt x="25624" y="24407"/>
                    <a:pt x="25499" y="27223"/>
                  </a:cubicBezTo>
                  <a:cubicBezTo>
                    <a:pt x="25499" y="35224"/>
                    <a:pt x="26833" y="38558"/>
                    <a:pt x="26547" y="41797"/>
                  </a:cubicBezTo>
                  <a:cubicBezTo>
                    <a:pt x="25976" y="47036"/>
                    <a:pt x="25499" y="54274"/>
                    <a:pt x="25499" y="55418"/>
                  </a:cubicBezTo>
                  <a:cubicBezTo>
                    <a:pt x="25600" y="57710"/>
                    <a:pt x="25984" y="59982"/>
                    <a:pt x="26642" y="62180"/>
                  </a:cubicBezTo>
                  <a:cubicBezTo>
                    <a:pt x="27394" y="63630"/>
                    <a:pt x="27970" y="65165"/>
                    <a:pt x="28357" y="66752"/>
                  </a:cubicBezTo>
                  <a:cubicBezTo>
                    <a:pt x="28357" y="67895"/>
                    <a:pt x="26547" y="68753"/>
                    <a:pt x="26166" y="69038"/>
                  </a:cubicBezTo>
                  <a:cubicBezTo>
                    <a:pt x="24090" y="70236"/>
                    <a:pt x="21841" y="71103"/>
                    <a:pt x="19499" y="71610"/>
                  </a:cubicBezTo>
                  <a:cubicBezTo>
                    <a:pt x="18218" y="72090"/>
                    <a:pt x="16790" y="71442"/>
                    <a:pt x="16310" y="70161"/>
                  </a:cubicBezTo>
                  <a:cubicBezTo>
                    <a:pt x="16175" y="69803"/>
                    <a:pt x="16126" y="69419"/>
                    <a:pt x="16165" y="69038"/>
                  </a:cubicBezTo>
                  <a:cubicBezTo>
                    <a:pt x="16043" y="65806"/>
                    <a:pt x="15499" y="62604"/>
                    <a:pt x="14545" y="59513"/>
                  </a:cubicBezTo>
                  <a:cubicBezTo>
                    <a:pt x="13593" y="58751"/>
                    <a:pt x="12355" y="59513"/>
                    <a:pt x="12355" y="59513"/>
                  </a:cubicBezTo>
                  <a:cubicBezTo>
                    <a:pt x="10005" y="63898"/>
                    <a:pt x="7430" y="68158"/>
                    <a:pt x="4640" y="72277"/>
                  </a:cubicBezTo>
                  <a:cubicBezTo>
                    <a:pt x="3713" y="73142"/>
                    <a:pt x="2651" y="73850"/>
                    <a:pt x="1497" y="74372"/>
                  </a:cubicBezTo>
                  <a:cubicBezTo>
                    <a:pt x="125" y="75425"/>
                    <a:pt x="-567" y="77139"/>
                    <a:pt x="-313" y="78849"/>
                  </a:cubicBezTo>
                  <a:cubicBezTo>
                    <a:pt x="1782" y="85516"/>
                    <a:pt x="-313" y="86374"/>
                    <a:pt x="-313" y="89898"/>
                  </a:cubicBezTo>
                  <a:cubicBezTo>
                    <a:pt x="41" y="93808"/>
                    <a:pt x="1278" y="97586"/>
                    <a:pt x="3306" y="100947"/>
                  </a:cubicBezTo>
                  <a:cubicBezTo>
                    <a:pt x="4153" y="102621"/>
                    <a:pt x="6093" y="103429"/>
                    <a:pt x="7878" y="102852"/>
                  </a:cubicBezTo>
                  <a:cubicBezTo>
                    <a:pt x="12355" y="101995"/>
                    <a:pt x="15308" y="97328"/>
                    <a:pt x="19975" y="93327"/>
                  </a:cubicBezTo>
                  <a:cubicBezTo>
                    <a:pt x="20956" y="92267"/>
                    <a:pt x="21878" y="91154"/>
                    <a:pt x="22737" y="89993"/>
                  </a:cubicBezTo>
                  <a:cubicBezTo>
                    <a:pt x="24300" y="87135"/>
                    <a:pt x="26292" y="84533"/>
                    <a:pt x="28643" y="82278"/>
                  </a:cubicBezTo>
                  <a:cubicBezTo>
                    <a:pt x="31636" y="80617"/>
                    <a:pt x="34840" y="79368"/>
                    <a:pt x="38168" y="78563"/>
                  </a:cubicBezTo>
                  <a:cubicBezTo>
                    <a:pt x="40454" y="77896"/>
                    <a:pt x="44264" y="77325"/>
                    <a:pt x="46074" y="76944"/>
                  </a:cubicBezTo>
                  <a:cubicBezTo>
                    <a:pt x="49508" y="76313"/>
                    <a:pt x="52974" y="75868"/>
                    <a:pt x="56456" y="75610"/>
                  </a:cubicBezTo>
                  <a:cubicBezTo>
                    <a:pt x="58619" y="75361"/>
                    <a:pt x="60755" y="74915"/>
                    <a:pt x="62838" y="74277"/>
                  </a:cubicBezTo>
                  <a:cubicBezTo>
                    <a:pt x="64853" y="73380"/>
                    <a:pt x="67016" y="72863"/>
                    <a:pt x="69219" y="72753"/>
                  </a:cubicBezTo>
                  <a:cubicBezTo>
                    <a:pt x="73488" y="73357"/>
                    <a:pt x="77839" y="72899"/>
                    <a:pt x="81888" y="71419"/>
                  </a:cubicBezTo>
                  <a:cubicBezTo>
                    <a:pt x="83031" y="70848"/>
                    <a:pt x="88269" y="70943"/>
                    <a:pt x="89984" y="70277"/>
                  </a:cubicBezTo>
                  <a:cubicBezTo>
                    <a:pt x="92467" y="69613"/>
                    <a:pt x="95035" y="69324"/>
                    <a:pt x="97604" y="69419"/>
                  </a:cubicBezTo>
                  <a:cubicBezTo>
                    <a:pt x="98073" y="71956"/>
                    <a:pt x="96785" y="74493"/>
                    <a:pt x="94460" y="75611"/>
                  </a:cubicBezTo>
                  <a:cubicBezTo>
                    <a:pt x="93127" y="75611"/>
                    <a:pt x="89889" y="78373"/>
                    <a:pt x="88555" y="78373"/>
                  </a:cubicBezTo>
                  <a:cubicBezTo>
                    <a:pt x="86747" y="78289"/>
                    <a:pt x="84970" y="77869"/>
                    <a:pt x="83316" y="77134"/>
                  </a:cubicBezTo>
                  <a:cubicBezTo>
                    <a:pt x="82364" y="77135"/>
                    <a:pt x="80078" y="77135"/>
                    <a:pt x="78173" y="77135"/>
                  </a:cubicBezTo>
                  <a:cubicBezTo>
                    <a:pt x="76087" y="76849"/>
                    <a:pt x="73972" y="76849"/>
                    <a:pt x="71886" y="77135"/>
                  </a:cubicBezTo>
                  <a:cubicBezTo>
                    <a:pt x="70839" y="77801"/>
                    <a:pt x="68933" y="78944"/>
                    <a:pt x="69219" y="79039"/>
                  </a:cubicBezTo>
                  <a:cubicBezTo>
                    <a:pt x="65409" y="80182"/>
                    <a:pt x="65790" y="79992"/>
                    <a:pt x="64742" y="80659"/>
                  </a:cubicBezTo>
                  <a:cubicBezTo>
                    <a:pt x="63013" y="81205"/>
                    <a:pt x="61220" y="81525"/>
                    <a:pt x="59408" y="81611"/>
                  </a:cubicBezTo>
                  <a:cubicBezTo>
                    <a:pt x="57033" y="82331"/>
                    <a:pt x="54615" y="82903"/>
                    <a:pt x="52169" y="83326"/>
                  </a:cubicBezTo>
                  <a:cubicBezTo>
                    <a:pt x="50550" y="83326"/>
                    <a:pt x="47312" y="83326"/>
                    <a:pt x="45883" y="83993"/>
                  </a:cubicBezTo>
                  <a:cubicBezTo>
                    <a:pt x="45012" y="84459"/>
                    <a:pt x="44183" y="85001"/>
                    <a:pt x="43406" y="85612"/>
                  </a:cubicBezTo>
                  <a:cubicBezTo>
                    <a:pt x="41882" y="86469"/>
                    <a:pt x="37977" y="84850"/>
                    <a:pt x="36644" y="86088"/>
                  </a:cubicBezTo>
                  <a:cubicBezTo>
                    <a:pt x="32453" y="89898"/>
                    <a:pt x="32834" y="96375"/>
                    <a:pt x="31786" y="97518"/>
                  </a:cubicBezTo>
                  <a:cubicBezTo>
                    <a:pt x="30795" y="99425"/>
                    <a:pt x="30335" y="101563"/>
                    <a:pt x="30452" y="103709"/>
                  </a:cubicBezTo>
                  <a:cubicBezTo>
                    <a:pt x="30452" y="105900"/>
                    <a:pt x="30452" y="107043"/>
                    <a:pt x="32262" y="107900"/>
                  </a:cubicBezTo>
                  <a:cubicBezTo>
                    <a:pt x="33741" y="108423"/>
                    <a:pt x="35355" y="108423"/>
                    <a:pt x="36834" y="107900"/>
                  </a:cubicBezTo>
                  <a:cubicBezTo>
                    <a:pt x="38867" y="107374"/>
                    <a:pt x="40755" y="106397"/>
                    <a:pt x="42359" y="105043"/>
                  </a:cubicBezTo>
                  <a:cubicBezTo>
                    <a:pt x="43588" y="103533"/>
                    <a:pt x="45250" y="102436"/>
                    <a:pt x="47121" y="101900"/>
                  </a:cubicBezTo>
                  <a:cubicBezTo>
                    <a:pt x="48359" y="101899"/>
                    <a:pt x="51789" y="100661"/>
                    <a:pt x="51503" y="101899"/>
                  </a:cubicBezTo>
                  <a:cubicBezTo>
                    <a:pt x="51017" y="103815"/>
                    <a:pt x="50314" y="105668"/>
                    <a:pt x="49407" y="107424"/>
                  </a:cubicBezTo>
                  <a:cubicBezTo>
                    <a:pt x="48836" y="108662"/>
                    <a:pt x="49407" y="111901"/>
                    <a:pt x="48645" y="113044"/>
                  </a:cubicBezTo>
                  <a:cubicBezTo>
                    <a:pt x="47883" y="114187"/>
                    <a:pt x="48645" y="114854"/>
                    <a:pt x="47026" y="115711"/>
                  </a:cubicBezTo>
                  <a:cubicBezTo>
                    <a:pt x="45621" y="116690"/>
                    <a:pt x="44081" y="117460"/>
                    <a:pt x="42454" y="117997"/>
                  </a:cubicBezTo>
                  <a:cubicBezTo>
                    <a:pt x="39886" y="118416"/>
                    <a:pt x="37366" y="119086"/>
                    <a:pt x="34929" y="119997"/>
                  </a:cubicBezTo>
                  <a:cubicBezTo>
                    <a:pt x="32834" y="121140"/>
                    <a:pt x="30071" y="123807"/>
                    <a:pt x="28833" y="123807"/>
                  </a:cubicBezTo>
                  <a:cubicBezTo>
                    <a:pt x="27595" y="123807"/>
                    <a:pt x="23690" y="122188"/>
                    <a:pt x="22451" y="122188"/>
                  </a:cubicBezTo>
                  <a:cubicBezTo>
                    <a:pt x="18990" y="122733"/>
                    <a:pt x="15897" y="124657"/>
                    <a:pt x="13879" y="127522"/>
                  </a:cubicBezTo>
                  <a:cubicBezTo>
                    <a:pt x="13060" y="129821"/>
                    <a:pt x="12578" y="132227"/>
                    <a:pt x="12450" y="134665"/>
                  </a:cubicBezTo>
                  <a:cubicBezTo>
                    <a:pt x="12450" y="135904"/>
                    <a:pt x="11593" y="139047"/>
                    <a:pt x="13212" y="139904"/>
                  </a:cubicBezTo>
                  <a:cubicBezTo>
                    <a:pt x="14832" y="140762"/>
                    <a:pt x="15689" y="140571"/>
                    <a:pt x="16356" y="141333"/>
                  </a:cubicBezTo>
                  <a:cubicBezTo>
                    <a:pt x="19118" y="144000"/>
                    <a:pt x="21118" y="143143"/>
                    <a:pt x="23499" y="143047"/>
                  </a:cubicBezTo>
                  <a:cubicBezTo>
                    <a:pt x="25881" y="142952"/>
                    <a:pt x="29214" y="140380"/>
                    <a:pt x="31405" y="140190"/>
                  </a:cubicBezTo>
                  <a:cubicBezTo>
                    <a:pt x="34613" y="139871"/>
                    <a:pt x="37796" y="139330"/>
                    <a:pt x="40930" y="138571"/>
                  </a:cubicBezTo>
                  <a:cubicBezTo>
                    <a:pt x="44046" y="137711"/>
                    <a:pt x="47234" y="137137"/>
                    <a:pt x="50455" y="136856"/>
                  </a:cubicBezTo>
                  <a:cubicBezTo>
                    <a:pt x="53789" y="136856"/>
                    <a:pt x="53979" y="139333"/>
                    <a:pt x="53217" y="140857"/>
                  </a:cubicBezTo>
                  <a:cubicBezTo>
                    <a:pt x="50550" y="145619"/>
                    <a:pt x="48455" y="156192"/>
                    <a:pt x="43216" y="157906"/>
                  </a:cubicBezTo>
                  <a:cubicBezTo>
                    <a:pt x="40740" y="158669"/>
                    <a:pt x="35786" y="159240"/>
                    <a:pt x="30548" y="160193"/>
                  </a:cubicBezTo>
                  <a:cubicBezTo>
                    <a:pt x="27500" y="160764"/>
                    <a:pt x="24452" y="160669"/>
                    <a:pt x="25309" y="162860"/>
                  </a:cubicBezTo>
                  <a:cubicBezTo>
                    <a:pt x="26166" y="165050"/>
                    <a:pt x="34834" y="168384"/>
                    <a:pt x="34834" y="172385"/>
                  </a:cubicBezTo>
                  <a:cubicBezTo>
                    <a:pt x="34834" y="174289"/>
                    <a:pt x="34262" y="177528"/>
                    <a:pt x="35406" y="178480"/>
                  </a:cubicBezTo>
                  <a:cubicBezTo>
                    <a:pt x="38740" y="179406"/>
                    <a:pt x="42263" y="179406"/>
                    <a:pt x="45597" y="178480"/>
                  </a:cubicBezTo>
                  <a:cubicBezTo>
                    <a:pt x="47734" y="177486"/>
                    <a:pt x="50018" y="176842"/>
                    <a:pt x="52360" y="176575"/>
                  </a:cubicBezTo>
                  <a:cubicBezTo>
                    <a:pt x="55215" y="175772"/>
                    <a:pt x="58014" y="174786"/>
                    <a:pt x="60742" y="173623"/>
                  </a:cubicBezTo>
                  <a:cubicBezTo>
                    <a:pt x="64933" y="172289"/>
                    <a:pt x="64647" y="166384"/>
                    <a:pt x="66457" y="162383"/>
                  </a:cubicBezTo>
                  <a:cubicBezTo>
                    <a:pt x="66457" y="161907"/>
                    <a:pt x="69600" y="159621"/>
                    <a:pt x="69410" y="157240"/>
                  </a:cubicBezTo>
                  <a:cubicBezTo>
                    <a:pt x="69552" y="154570"/>
                    <a:pt x="70098" y="151936"/>
                    <a:pt x="71029" y="149429"/>
                  </a:cubicBezTo>
                  <a:cubicBezTo>
                    <a:pt x="71490" y="147201"/>
                    <a:pt x="71777" y="144940"/>
                    <a:pt x="71886" y="142667"/>
                  </a:cubicBezTo>
                  <a:cubicBezTo>
                    <a:pt x="71893" y="139992"/>
                    <a:pt x="71734" y="137320"/>
                    <a:pt x="71410" y="134666"/>
                  </a:cubicBezTo>
                  <a:cubicBezTo>
                    <a:pt x="71410" y="131618"/>
                    <a:pt x="80935" y="129903"/>
                    <a:pt x="82840" y="129522"/>
                  </a:cubicBezTo>
                  <a:cubicBezTo>
                    <a:pt x="84745" y="129141"/>
                    <a:pt x="86364" y="128188"/>
                    <a:pt x="87793" y="127807"/>
                  </a:cubicBezTo>
                  <a:cubicBezTo>
                    <a:pt x="90841" y="127045"/>
                    <a:pt x="92460" y="127045"/>
                    <a:pt x="95127" y="126474"/>
                  </a:cubicBezTo>
                  <a:cubicBezTo>
                    <a:pt x="97794" y="125903"/>
                    <a:pt x="98080" y="124283"/>
                    <a:pt x="99318" y="122950"/>
                  </a:cubicBezTo>
                  <a:cubicBezTo>
                    <a:pt x="100357" y="120633"/>
                    <a:pt x="100970" y="118149"/>
                    <a:pt x="101128" y="115616"/>
                  </a:cubicBezTo>
                  <a:cubicBezTo>
                    <a:pt x="101604" y="113520"/>
                    <a:pt x="98842" y="112948"/>
                    <a:pt x="98366" y="112853"/>
                  </a:cubicBezTo>
                  <a:cubicBezTo>
                    <a:pt x="94841" y="111805"/>
                    <a:pt x="92746" y="110281"/>
                    <a:pt x="91412" y="109996"/>
                  </a:cubicBezTo>
                  <a:cubicBezTo>
                    <a:pt x="87507" y="109043"/>
                    <a:pt x="85888" y="106471"/>
                    <a:pt x="84269" y="106376"/>
                  </a:cubicBezTo>
                  <a:cubicBezTo>
                    <a:pt x="82649" y="106281"/>
                    <a:pt x="81792" y="108377"/>
                    <a:pt x="80173" y="108567"/>
                  </a:cubicBezTo>
                  <a:cubicBezTo>
                    <a:pt x="78554" y="108757"/>
                    <a:pt x="75601" y="110662"/>
                    <a:pt x="73886" y="111044"/>
                  </a:cubicBezTo>
                  <a:cubicBezTo>
                    <a:pt x="72172" y="111424"/>
                    <a:pt x="70743" y="111044"/>
                    <a:pt x="70457" y="110377"/>
                  </a:cubicBezTo>
                  <a:cubicBezTo>
                    <a:pt x="69961" y="108028"/>
                    <a:pt x="70369" y="105579"/>
                    <a:pt x="71600" y="103519"/>
                  </a:cubicBezTo>
                  <a:cubicBezTo>
                    <a:pt x="73366" y="101177"/>
                    <a:pt x="75450" y="99093"/>
                    <a:pt x="77792" y="97328"/>
                  </a:cubicBezTo>
                  <a:cubicBezTo>
                    <a:pt x="79640" y="96047"/>
                    <a:pt x="81198" y="94392"/>
                    <a:pt x="82364" y="92470"/>
                  </a:cubicBezTo>
                  <a:cubicBezTo>
                    <a:pt x="85322" y="88173"/>
                    <a:pt x="89710" y="85068"/>
                    <a:pt x="94746" y="83707"/>
                  </a:cubicBezTo>
                  <a:cubicBezTo>
                    <a:pt x="97126" y="83140"/>
                    <a:pt x="99605" y="83140"/>
                    <a:pt x="101985" y="83707"/>
                  </a:cubicBezTo>
                  <a:cubicBezTo>
                    <a:pt x="103701" y="84661"/>
                    <a:pt x="105733" y="84868"/>
                    <a:pt x="107605" y="84278"/>
                  </a:cubicBezTo>
                  <a:cubicBezTo>
                    <a:pt x="108775" y="83059"/>
                    <a:pt x="110392" y="82371"/>
                    <a:pt x="112082" y="82373"/>
                  </a:cubicBezTo>
                  <a:cubicBezTo>
                    <a:pt x="117208" y="82449"/>
                    <a:pt x="122254" y="81097"/>
                    <a:pt x="126655" y="78468"/>
                  </a:cubicBezTo>
                  <a:cubicBezTo>
                    <a:pt x="128198" y="75519"/>
                    <a:pt x="129076" y="72267"/>
                    <a:pt x="129227" y="68943"/>
                  </a:cubicBezTo>
                  <a:cubicBezTo>
                    <a:pt x="129562" y="65214"/>
                    <a:pt x="128694" y="61475"/>
                    <a:pt x="126750" y="58275"/>
                  </a:cubicBezTo>
                </a:path>
              </a:pathLst>
            </a:custGeom>
            <a:grpFill/>
            <a:ln w="9525" cap="flat">
              <a:noFill/>
              <a:prstDash val="solid"/>
              <a:miter/>
            </a:ln>
          </p:spPr>
          <p:txBody>
            <a:bodyPr rtlCol="0" anchor="ctr"/>
            <a:lstStyle/>
            <a:p>
              <a:endParaRPr lang="zh-CN" altLang="en-US"/>
            </a:p>
          </p:txBody>
        </p:sp>
        <p:sp>
          <p:nvSpPr>
            <p:cNvPr id="319" name="任意多边形: 形状 318"/>
            <p:cNvSpPr/>
            <p:nvPr/>
          </p:nvSpPr>
          <p:spPr>
            <a:xfrm>
              <a:off x="3760404" y="1635666"/>
              <a:ext cx="184770" cy="288777"/>
            </a:xfrm>
            <a:custGeom>
              <a:avLst/>
              <a:gdLst>
                <a:gd name="connsiteX0" fmla="*/ 82122 w 82486"/>
                <a:gd name="connsiteY0" fmla="*/ 12651 h 128917"/>
                <a:gd name="connsiteX1" fmla="*/ 77835 w 82486"/>
                <a:gd name="connsiteY1" fmla="*/ 5983 h 128917"/>
                <a:gd name="connsiteX2" fmla="*/ 73930 w 82486"/>
                <a:gd name="connsiteY2" fmla="*/ 4078 h 128917"/>
                <a:gd name="connsiteX3" fmla="*/ 69358 w 82486"/>
                <a:gd name="connsiteY3" fmla="*/ 2935 h 128917"/>
                <a:gd name="connsiteX4" fmla="*/ 62500 w 82486"/>
                <a:gd name="connsiteY4" fmla="*/ 2935 h 128917"/>
                <a:gd name="connsiteX5" fmla="*/ 55642 w 82486"/>
                <a:gd name="connsiteY5" fmla="*/ 2269 h 128917"/>
                <a:gd name="connsiteX6" fmla="*/ 51451 w 82486"/>
                <a:gd name="connsiteY6" fmla="*/ -113 h 128917"/>
                <a:gd name="connsiteX7" fmla="*/ 48784 w 82486"/>
                <a:gd name="connsiteY7" fmla="*/ 1030 h 128917"/>
                <a:gd name="connsiteX8" fmla="*/ 44403 w 82486"/>
                <a:gd name="connsiteY8" fmla="*/ 4364 h 128917"/>
                <a:gd name="connsiteX9" fmla="*/ 44403 w 82486"/>
                <a:gd name="connsiteY9" fmla="*/ 7126 h 128917"/>
                <a:gd name="connsiteX10" fmla="*/ 48213 w 82486"/>
                <a:gd name="connsiteY10" fmla="*/ 16651 h 128917"/>
                <a:gd name="connsiteX11" fmla="*/ 45927 w 82486"/>
                <a:gd name="connsiteY11" fmla="*/ 31796 h 128917"/>
                <a:gd name="connsiteX12" fmla="*/ 42117 w 82486"/>
                <a:gd name="connsiteY12" fmla="*/ 38845 h 128917"/>
                <a:gd name="connsiteX13" fmla="*/ 34401 w 82486"/>
                <a:gd name="connsiteY13" fmla="*/ 42369 h 128917"/>
                <a:gd name="connsiteX14" fmla="*/ 28782 w 82486"/>
                <a:gd name="connsiteY14" fmla="*/ 42369 h 128917"/>
                <a:gd name="connsiteX15" fmla="*/ 21067 w 82486"/>
                <a:gd name="connsiteY15" fmla="*/ 44750 h 128917"/>
                <a:gd name="connsiteX16" fmla="*/ 15542 w 82486"/>
                <a:gd name="connsiteY16" fmla="*/ 50275 h 128917"/>
                <a:gd name="connsiteX17" fmla="*/ 14970 w 82486"/>
                <a:gd name="connsiteY17" fmla="*/ 59800 h 128917"/>
                <a:gd name="connsiteX18" fmla="*/ 16113 w 82486"/>
                <a:gd name="connsiteY18" fmla="*/ 64467 h 128917"/>
                <a:gd name="connsiteX19" fmla="*/ 17352 w 82486"/>
                <a:gd name="connsiteY19" fmla="*/ 71229 h 128917"/>
                <a:gd name="connsiteX20" fmla="*/ 20019 w 82486"/>
                <a:gd name="connsiteY20" fmla="*/ 73420 h 128917"/>
                <a:gd name="connsiteX21" fmla="*/ 24114 w 82486"/>
                <a:gd name="connsiteY21" fmla="*/ 72849 h 128917"/>
                <a:gd name="connsiteX22" fmla="*/ 29544 w 82486"/>
                <a:gd name="connsiteY22" fmla="*/ 70944 h 128917"/>
                <a:gd name="connsiteX23" fmla="*/ 35354 w 82486"/>
                <a:gd name="connsiteY23" fmla="*/ 70182 h 128917"/>
                <a:gd name="connsiteX24" fmla="*/ 38402 w 82486"/>
                <a:gd name="connsiteY24" fmla="*/ 72087 h 128917"/>
                <a:gd name="connsiteX25" fmla="*/ 38402 w 82486"/>
                <a:gd name="connsiteY25" fmla="*/ 85041 h 128917"/>
                <a:gd name="connsiteX26" fmla="*/ 32687 w 82486"/>
                <a:gd name="connsiteY26" fmla="*/ 90661 h 128917"/>
                <a:gd name="connsiteX27" fmla="*/ 20400 w 82486"/>
                <a:gd name="connsiteY27" fmla="*/ 97519 h 128917"/>
                <a:gd name="connsiteX28" fmla="*/ 13351 w 82486"/>
                <a:gd name="connsiteY28" fmla="*/ 100186 h 128917"/>
                <a:gd name="connsiteX29" fmla="*/ 6684 w 82486"/>
                <a:gd name="connsiteY29" fmla="*/ 104091 h 128917"/>
                <a:gd name="connsiteX30" fmla="*/ 2397 w 82486"/>
                <a:gd name="connsiteY30" fmla="*/ 104091 h 128917"/>
                <a:gd name="connsiteX31" fmla="*/ -365 w 82486"/>
                <a:gd name="connsiteY31" fmla="*/ 107996 h 128917"/>
                <a:gd name="connsiteX32" fmla="*/ 1254 w 82486"/>
                <a:gd name="connsiteY32" fmla="*/ 112949 h 128917"/>
                <a:gd name="connsiteX33" fmla="*/ 2493 w 82486"/>
                <a:gd name="connsiteY33" fmla="*/ 118759 h 128917"/>
                <a:gd name="connsiteX34" fmla="*/ 7065 w 82486"/>
                <a:gd name="connsiteY34" fmla="*/ 122188 h 128917"/>
                <a:gd name="connsiteX35" fmla="*/ 14113 w 82486"/>
                <a:gd name="connsiteY35" fmla="*/ 128666 h 128917"/>
                <a:gd name="connsiteX36" fmla="*/ 25258 w 82486"/>
                <a:gd name="connsiteY36" fmla="*/ 120665 h 128917"/>
                <a:gd name="connsiteX37" fmla="*/ 32306 w 82486"/>
                <a:gd name="connsiteY37" fmla="*/ 117616 h 128917"/>
                <a:gd name="connsiteX38" fmla="*/ 44022 w 82486"/>
                <a:gd name="connsiteY38" fmla="*/ 110854 h 128917"/>
                <a:gd name="connsiteX39" fmla="*/ 53547 w 82486"/>
                <a:gd name="connsiteY39" fmla="*/ 106663 h 128917"/>
                <a:gd name="connsiteX40" fmla="*/ 62119 w 82486"/>
                <a:gd name="connsiteY40" fmla="*/ 98566 h 128917"/>
                <a:gd name="connsiteX41" fmla="*/ 71644 w 82486"/>
                <a:gd name="connsiteY41" fmla="*/ 92566 h 128917"/>
                <a:gd name="connsiteX42" fmla="*/ 74883 w 82486"/>
                <a:gd name="connsiteY42" fmla="*/ 87517 h 128917"/>
                <a:gd name="connsiteX43" fmla="*/ 77454 w 82486"/>
                <a:gd name="connsiteY43" fmla="*/ 77992 h 128917"/>
                <a:gd name="connsiteX44" fmla="*/ 76597 w 82486"/>
                <a:gd name="connsiteY44" fmla="*/ 73706 h 128917"/>
                <a:gd name="connsiteX45" fmla="*/ 76121 w 82486"/>
                <a:gd name="connsiteY45" fmla="*/ 70944 h 128917"/>
                <a:gd name="connsiteX46" fmla="*/ 74502 w 82486"/>
                <a:gd name="connsiteY46" fmla="*/ 66182 h 128917"/>
                <a:gd name="connsiteX47" fmla="*/ 74978 w 82486"/>
                <a:gd name="connsiteY47" fmla="*/ 59133 h 128917"/>
                <a:gd name="connsiteX48" fmla="*/ 76216 w 82486"/>
                <a:gd name="connsiteY48" fmla="*/ 50846 h 128917"/>
                <a:gd name="connsiteX49" fmla="*/ 76978 w 82486"/>
                <a:gd name="connsiteY49" fmla="*/ 37225 h 128917"/>
                <a:gd name="connsiteX50" fmla="*/ 77931 w 82486"/>
                <a:gd name="connsiteY50" fmla="*/ 29701 h 128917"/>
                <a:gd name="connsiteX51" fmla="*/ 81360 w 82486"/>
                <a:gd name="connsiteY51" fmla="*/ 22462 h 128917"/>
                <a:gd name="connsiteX52" fmla="*/ 81360 w 82486"/>
                <a:gd name="connsiteY52" fmla="*/ 15794 h 128917"/>
                <a:gd name="connsiteX53" fmla="*/ 81360 w 82486"/>
                <a:gd name="connsiteY53" fmla="*/ 11413 h 12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82486" h="128917">
                  <a:moveTo>
                    <a:pt x="82122" y="12651"/>
                  </a:moveTo>
                  <a:cubicBezTo>
                    <a:pt x="81318" y="10083"/>
                    <a:pt x="79838" y="7780"/>
                    <a:pt x="77835" y="5983"/>
                  </a:cubicBezTo>
                  <a:cubicBezTo>
                    <a:pt x="77073" y="5031"/>
                    <a:pt x="74597" y="4555"/>
                    <a:pt x="73930" y="4078"/>
                  </a:cubicBezTo>
                  <a:cubicBezTo>
                    <a:pt x="72479" y="3450"/>
                    <a:pt x="70934" y="3064"/>
                    <a:pt x="69358" y="2935"/>
                  </a:cubicBezTo>
                  <a:cubicBezTo>
                    <a:pt x="68215" y="2935"/>
                    <a:pt x="63453" y="2935"/>
                    <a:pt x="62500" y="2935"/>
                  </a:cubicBezTo>
                  <a:cubicBezTo>
                    <a:pt x="61548" y="2935"/>
                    <a:pt x="57643" y="2935"/>
                    <a:pt x="55642" y="2269"/>
                  </a:cubicBezTo>
                  <a:cubicBezTo>
                    <a:pt x="53642" y="1602"/>
                    <a:pt x="52499" y="-17"/>
                    <a:pt x="51451" y="-113"/>
                  </a:cubicBezTo>
                  <a:cubicBezTo>
                    <a:pt x="50421" y="-245"/>
                    <a:pt x="49399" y="193"/>
                    <a:pt x="48784" y="1030"/>
                  </a:cubicBezTo>
                  <a:cubicBezTo>
                    <a:pt x="47493" y="2348"/>
                    <a:pt x="46017" y="3471"/>
                    <a:pt x="44403" y="4364"/>
                  </a:cubicBezTo>
                  <a:cubicBezTo>
                    <a:pt x="43889" y="5213"/>
                    <a:pt x="43889" y="6277"/>
                    <a:pt x="44403" y="7126"/>
                  </a:cubicBezTo>
                  <a:cubicBezTo>
                    <a:pt x="47046" y="9563"/>
                    <a:pt x="48446" y="13064"/>
                    <a:pt x="48213" y="16651"/>
                  </a:cubicBezTo>
                  <a:cubicBezTo>
                    <a:pt x="48213" y="22271"/>
                    <a:pt x="46212" y="25224"/>
                    <a:pt x="45927" y="31796"/>
                  </a:cubicBezTo>
                  <a:cubicBezTo>
                    <a:pt x="45927" y="35225"/>
                    <a:pt x="43641" y="36654"/>
                    <a:pt x="42117" y="38845"/>
                  </a:cubicBezTo>
                  <a:cubicBezTo>
                    <a:pt x="39715" y="40362"/>
                    <a:pt x="37120" y="41547"/>
                    <a:pt x="34401" y="42369"/>
                  </a:cubicBezTo>
                  <a:cubicBezTo>
                    <a:pt x="32532" y="42524"/>
                    <a:pt x="30652" y="42524"/>
                    <a:pt x="28782" y="42369"/>
                  </a:cubicBezTo>
                  <a:cubicBezTo>
                    <a:pt x="26115" y="42369"/>
                    <a:pt x="23829" y="44369"/>
                    <a:pt x="21067" y="44750"/>
                  </a:cubicBezTo>
                  <a:cubicBezTo>
                    <a:pt x="18304" y="45131"/>
                    <a:pt x="15351" y="46465"/>
                    <a:pt x="15542" y="50275"/>
                  </a:cubicBezTo>
                  <a:cubicBezTo>
                    <a:pt x="15732" y="53461"/>
                    <a:pt x="15540" y="56659"/>
                    <a:pt x="14970" y="59800"/>
                  </a:cubicBezTo>
                  <a:cubicBezTo>
                    <a:pt x="15099" y="61407"/>
                    <a:pt x="15485" y="62982"/>
                    <a:pt x="16113" y="64467"/>
                  </a:cubicBezTo>
                  <a:cubicBezTo>
                    <a:pt x="16218" y="66767"/>
                    <a:pt x="16635" y="69042"/>
                    <a:pt x="17352" y="71229"/>
                  </a:cubicBezTo>
                  <a:cubicBezTo>
                    <a:pt x="18018" y="72658"/>
                    <a:pt x="18876" y="72849"/>
                    <a:pt x="20019" y="73420"/>
                  </a:cubicBezTo>
                  <a:cubicBezTo>
                    <a:pt x="21410" y="73650"/>
                    <a:pt x="22839" y="73450"/>
                    <a:pt x="24114" y="72849"/>
                  </a:cubicBezTo>
                  <a:cubicBezTo>
                    <a:pt x="25829" y="72849"/>
                    <a:pt x="28401" y="70849"/>
                    <a:pt x="29544" y="70944"/>
                  </a:cubicBezTo>
                  <a:cubicBezTo>
                    <a:pt x="31507" y="70979"/>
                    <a:pt x="33466" y="70723"/>
                    <a:pt x="35354" y="70182"/>
                  </a:cubicBezTo>
                  <a:cubicBezTo>
                    <a:pt x="35354" y="70182"/>
                    <a:pt x="37735" y="70658"/>
                    <a:pt x="38402" y="72087"/>
                  </a:cubicBezTo>
                  <a:cubicBezTo>
                    <a:pt x="38672" y="76401"/>
                    <a:pt x="38672" y="80727"/>
                    <a:pt x="38402" y="85041"/>
                  </a:cubicBezTo>
                  <a:cubicBezTo>
                    <a:pt x="38402" y="87899"/>
                    <a:pt x="34592" y="89708"/>
                    <a:pt x="32687" y="90661"/>
                  </a:cubicBezTo>
                  <a:cubicBezTo>
                    <a:pt x="28741" y="93204"/>
                    <a:pt x="24636" y="95495"/>
                    <a:pt x="20400" y="97519"/>
                  </a:cubicBezTo>
                  <a:cubicBezTo>
                    <a:pt x="17914" y="97996"/>
                    <a:pt x="15530" y="98898"/>
                    <a:pt x="13351" y="100186"/>
                  </a:cubicBezTo>
                  <a:cubicBezTo>
                    <a:pt x="11272" y="101717"/>
                    <a:pt x="9037" y="103026"/>
                    <a:pt x="6684" y="104091"/>
                  </a:cubicBezTo>
                  <a:cubicBezTo>
                    <a:pt x="5445" y="104662"/>
                    <a:pt x="3731" y="104091"/>
                    <a:pt x="2397" y="104091"/>
                  </a:cubicBezTo>
                  <a:cubicBezTo>
                    <a:pt x="815" y="104769"/>
                    <a:pt x="-253" y="106278"/>
                    <a:pt x="-365" y="107996"/>
                  </a:cubicBezTo>
                  <a:cubicBezTo>
                    <a:pt x="-365" y="108758"/>
                    <a:pt x="778" y="111140"/>
                    <a:pt x="1254" y="112949"/>
                  </a:cubicBezTo>
                  <a:cubicBezTo>
                    <a:pt x="1731" y="114759"/>
                    <a:pt x="1254" y="117712"/>
                    <a:pt x="2493" y="118759"/>
                  </a:cubicBezTo>
                  <a:cubicBezTo>
                    <a:pt x="4118" y="119761"/>
                    <a:pt x="5648" y="120908"/>
                    <a:pt x="7065" y="122188"/>
                  </a:cubicBezTo>
                  <a:cubicBezTo>
                    <a:pt x="9160" y="124474"/>
                    <a:pt x="11922" y="129618"/>
                    <a:pt x="14113" y="128666"/>
                  </a:cubicBezTo>
                  <a:cubicBezTo>
                    <a:pt x="18043" y="126311"/>
                    <a:pt x="21770" y="123635"/>
                    <a:pt x="25258" y="120665"/>
                  </a:cubicBezTo>
                  <a:cubicBezTo>
                    <a:pt x="27701" y="119881"/>
                    <a:pt x="30062" y="118860"/>
                    <a:pt x="32306" y="117616"/>
                  </a:cubicBezTo>
                  <a:cubicBezTo>
                    <a:pt x="35905" y="114870"/>
                    <a:pt x="39843" y="112597"/>
                    <a:pt x="44022" y="110854"/>
                  </a:cubicBezTo>
                  <a:cubicBezTo>
                    <a:pt x="47292" y="109685"/>
                    <a:pt x="50475" y="108284"/>
                    <a:pt x="53547" y="106663"/>
                  </a:cubicBezTo>
                  <a:cubicBezTo>
                    <a:pt x="55737" y="105329"/>
                    <a:pt x="58214" y="99900"/>
                    <a:pt x="62119" y="98566"/>
                  </a:cubicBezTo>
                  <a:cubicBezTo>
                    <a:pt x="65607" y="97111"/>
                    <a:pt x="68826" y="95083"/>
                    <a:pt x="71644" y="92566"/>
                  </a:cubicBezTo>
                  <a:cubicBezTo>
                    <a:pt x="73330" y="91360"/>
                    <a:pt x="74489" y="89553"/>
                    <a:pt x="74883" y="87517"/>
                  </a:cubicBezTo>
                  <a:cubicBezTo>
                    <a:pt x="75740" y="83041"/>
                    <a:pt x="77169" y="79993"/>
                    <a:pt x="77454" y="77992"/>
                  </a:cubicBezTo>
                  <a:cubicBezTo>
                    <a:pt x="77740" y="75992"/>
                    <a:pt x="76788" y="75421"/>
                    <a:pt x="76597" y="73706"/>
                  </a:cubicBezTo>
                  <a:cubicBezTo>
                    <a:pt x="76407" y="71992"/>
                    <a:pt x="76597" y="71801"/>
                    <a:pt x="76121" y="70944"/>
                  </a:cubicBezTo>
                  <a:cubicBezTo>
                    <a:pt x="75645" y="70087"/>
                    <a:pt x="74502" y="69420"/>
                    <a:pt x="74502" y="66182"/>
                  </a:cubicBezTo>
                  <a:cubicBezTo>
                    <a:pt x="74502" y="62943"/>
                    <a:pt x="74502" y="60276"/>
                    <a:pt x="74978" y="59133"/>
                  </a:cubicBezTo>
                  <a:cubicBezTo>
                    <a:pt x="75454" y="55704"/>
                    <a:pt x="76121" y="53132"/>
                    <a:pt x="76216" y="50846"/>
                  </a:cubicBezTo>
                  <a:cubicBezTo>
                    <a:pt x="76788" y="43322"/>
                    <a:pt x="76883" y="40750"/>
                    <a:pt x="76978" y="37225"/>
                  </a:cubicBezTo>
                  <a:cubicBezTo>
                    <a:pt x="77143" y="34700"/>
                    <a:pt x="77461" y="32187"/>
                    <a:pt x="77931" y="29701"/>
                  </a:cubicBezTo>
                  <a:cubicBezTo>
                    <a:pt x="79360" y="26462"/>
                    <a:pt x="81074" y="23605"/>
                    <a:pt x="81360" y="22462"/>
                  </a:cubicBezTo>
                  <a:cubicBezTo>
                    <a:pt x="81591" y="20245"/>
                    <a:pt x="81591" y="18011"/>
                    <a:pt x="81360" y="15794"/>
                  </a:cubicBezTo>
                  <a:cubicBezTo>
                    <a:pt x="81360" y="14175"/>
                    <a:pt x="81931" y="13508"/>
                    <a:pt x="81360" y="11413"/>
                  </a:cubicBezTo>
                </a:path>
              </a:pathLst>
            </a:custGeom>
            <a:grpFill/>
            <a:ln w="9525" cap="flat">
              <a:noFill/>
              <a:prstDash val="solid"/>
              <a:miter/>
            </a:ln>
          </p:spPr>
          <p:txBody>
            <a:bodyPr rtlCol="0" anchor="ctr"/>
            <a:lstStyle/>
            <a:p>
              <a:endParaRPr lang="zh-CN" altLang="en-US"/>
            </a:p>
          </p:txBody>
        </p:sp>
        <p:sp>
          <p:nvSpPr>
            <p:cNvPr id="320" name="任意多边形: 形状 319"/>
            <p:cNvSpPr/>
            <p:nvPr/>
          </p:nvSpPr>
          <p:spPr>
            <a:xfrm>
              <a:off x="3973325" y="1616516"/>
              <a:ext cx="157034" cy="291026"/>
            </a:xfrm>
            <a:custGeom>
              <a:avLst/>
              <a:gdLst>
                <a:gd name="connsiteX0" fmla="*/ 65460 w 70104"/>
                <a:gd name="connsiteY0" fmla="*/ 102925 h 129921"/>
                <a:gd name="connsiteX1" fmla="*/ 58792 w 70104"/>
                <a:gd name="connsiteY1" fmla="*/ 102258 h 129921"/>
                <a:gd name="connsiteX2" fmla="*/ 54506 w 70104"/>
                <a:gd name="connsiteY2" fmla="*/ 100543 h 129921"/>
                <a:gd name="connsiteX3" fmla="*/ 50125 w 70104"/>
                <a:gd name="connsiteY3" fmla="*/ 99686 h 129921"/>
                <a:gd name="connsiteX4" fmla="*/ 44124 w 70104"/>
                <a:gd name="connsiteY4" fmla="*/ 98829 h 129921"/>
                <a:gd name="connsiteX5" fmla="*/ 35551 w 70104"/>
                <a:gd name="connsiteY5" fmla="*/ 95019 h 129921"/>
                <a:gd name="connsiteX6" fmla="*/ 32408 w 70104"/>
                <a:gd name="connsiteY6" fmla="*/ 84827 h 129921"/>
                <a:gd name="connsiteX7" fmla="*/ 32408 w 70104"/>
                <a:gd name="connsiteY7" fmla="*/ 78922 h 129921"/>
                <a:gd name="connsiteX8" fmla="*/ 36314 w 70104"/>
                <a:gd name="connsiteY8" fmla="*/ 66539 h 129921"/>
                <a:gd name="connsiteX9" fmla="*/ 47458 w 70104"/>
                <a:gd name="connsiteY9" fmla="*/ 61205 h 129921"/>
                <a:gd name="connsiteX10" fmla="*/ 54411 w 70104"/>
                <a:gd name="connsiteY10" fmla="*/ 57300 h 129921"/>
                <a:gd name="connsiteX11" fmla="*/ 59460 w 70104"/>
                <a:gd name="connsiteY11" fmla="*/ 53681 h 129921"/>
                <a:gd name="connsiteX12" fmla="*/ 65365 w 70104"/>
                <a:gd name="connsiteY12" fmla="*/ 52252 h 129921"/>
                <a:gd name="connsiteX13" fmla="*/ 68222 w 70104"/>
                <a:gd name="connsiteY13" fmla="*/ 49013 h 129921"/>
                <a:gd name="connsiteX14" fmla="*/ 67269 w 70104"/>
                <a:gd name="connsiteY14" fmla="*/ 42822 h 129921"/>
                <a:gd name="connsiteX15" fmla="*/ 62507 w 70104"/>
                <a:gd name="connsiteY15" fmla="*/ 34059 h 129921"/>
                <a:gd name="connsiteX16" fmla="*/ 54125 w 70104"/>
                <a:gd name="connsiteY16" fmla="*/ 31106 h 129921"/>
                <a:gd name="connsiteX17" fmla="*/ 48982 w 70104"/>
                <a:gd name="connsiteY17" fmla="*/ 34059 h 129921"/>
                <a:gd name="connsiteX18" fmla="*/ 43838 w 70104"/>
                <a:gd name="connsiteY18" fmla="*/ 32249 h 129921"/>
                <a:gd name="connsiteX19" fmla="*/ 44981 w 70104"/>
                <a:gd name="connsiteY19" fmla="*/ 26344 h 129921"/>
                <a:gd name="connsiteX20" fmla="*/ 51268 w 70104"/>
                <a:gd name="connsiteY20" fmla="*/ 14628 h 129921"/>
                <a:gd name="connsiteX21" fmla="*/ 49172 w 70104"/>
                <a:gd name="connsiteY21" fmla="*/ 6246 h 129921"/>
                <a:gd name="connsiteX22" fmla="*/ 46410 w 70104"/>
                <a:gd name="connsiteY22" fmla="*/ 3102 h 129921"/>
                <a:gd name="connsiteX23" fmla="*/ 42886 w 70104"/>
                <a:gd name="connsiteY23" fmla="*/ 2341 h 129921"/>
                <a:gd name="connsiteX24" fmla="*/ 38695 w 70104"/>
                <a:gd name="connsiteY24" fmla="*/ -136 h 129921"/>
                <a:gd name="connsiteX25" fmla="*/ 32789 w 70104"/>
                <a:gd name="connsiteY25" fmla="*/ 912 h 129921"/>
                <a:gd name="connsiteX26" fmla="*/ 28217 w 70104"/>
                <a:gd name="connsiteY26" fmla="*/ 54 h 129921"/>
                <a:gd name="connsiteX27" fmla="*/ 23074 w 70104"/>
                <a:gd name="connsiteY27" fmla="*/ 1102 h 129921"/>
                <a:gd name="connsiteX28" fmla="*/ 16978 w 70104"/>
                <a:gd name="connsiteY28" fmla="*/ -41 h 129921"/>
                <a:gd name="connsiteX29" fmla="*/ 12406 w 70104"/>
                <a:gd name="connsiteY29" fmla="*/ 3102 h 129921"/>
                <a:gd name="connsiteX30" fmla="*/ 12406 w 70104"/>
                <a:gd name="connsiteY30" fmla="*/ 11008 h 129921"/>
                <a:gd name="connsiteX31" fmla="*/ 9834 w 70104"/>
                <a:gd name="connsiteY31" fmla="*/ 22819 h 129921"/>
                <a:gd name="connsiteX32" fmla="*/ 8120 w 70104"/>
                <a:gd name="connsiteY32" fmla="*/ 30058 h 129921"/>
                <a:gd name="connsiteX33" fmla="*/ 7453 w 70104"/>
                <a:gd name="connsiteY33" fmla="*/ 41965 h 129921"/>
                <a:gd name="connsiteX34" fmla="*/ 5833 w 70104"/>
                <a:gd name="connsiteY34" fmla="*/ 49585 h 129921"/>
                <a:gd name="connsiteX35" fmla="*/ 4119 w 70104"/>
                <a:gd name="connsiteY35" fmla="*/ 57109 h 129921"/>
                <a:gd name="connsiteX36" fmla="*/ 2119 w 70104"/>
                <a:gd name="connsiteY36" fmla="*/ 61681 h 129921"/>
                <a:gd name="connsiteX37" fmla="*/ -358 w 70104"/>
                <a:gd name="connsiteY37" fmla="*/ 76255 h 129921"/>
                <a:gd name="connsiteX38" fmla="*/ 595 w 70104"/>
                <a:gd name="connsiteY38" fmla="*/ 85304 h 129921"/>
                <a:gd name="connsiteX39" fmla="*/ 1357 w 70104"/>
                <a:gd name="connsiteY39" fmla="*/ 91114 h 129921"/>
                <a:gd name="connsiteX40" fmla="*/ 1357 w 70104"/>
                <a:gd name="connsiteY40" fmla="*/ 97210 h 129921"/>
                <a:gd name="connsiteX41" fmla="*/ 3357 w 70104"/>
                <a:gd name="connsiteY41" fmla="*/ 106735 h 129921"/>
                <a:gd name="connsiteX42" fmla="*/ 4024 w 70104"/>
                <a:gd name="connsiteY42" fmla="*/ 114831 h 129921"/>
                <a:gd name="connsiteX43" fmla="*/ 8405 w 70104"/>
                <a:gd name="connsiteY43" fmla="*/ 121879 h 129921"/>
                <a:gd name="connsiteX44" fmla="*/ 13073 w 70104"/>
                <a:gd name="connsiteY44" fmla="*/ 124546 h 129921"/>
                <a:gd name="connsiteX45" fmla="*/ 22598 w 70104"/>
                <a:gd name="connsiteY45" fmla="*/ 125023 h 129921"/>
                <a:gd name="connsiteX46" fmla="*/ 28979 w 70104"/>
                <a:gd name="connsiteY46" fmla="*/ 126832 h 129921"/>
                <a:gd name="connsiteX47" fmla="*/ 36599 w 70104"/>
                <a:gd name="connsiteY47" fmla="*/ 126832 h 129921"/>
                <a:gd name="connsiteX48" fmla="*/ 44219 w 70104"/>
                <a:gd name="connsiteY48" fmla="*/ 127594 h 129921"/>
                <a:gd name="connsiteX49" fmla="*/ 49172 w 70104"/>
                <a:gd name="connsiteY49" fmla="*/ 129785 h 129921"/>
                <a:gd name="connsiteX50" fmla="*/ 56221 w 70104"/>
                <a:gd name="connsiteY50" fmla="*/ 128071 h 129921"/>
                <a:gd name="connsiteX51" fmla="*/ 63460 w 70104"/>
                <a:gd name="connsiteY51" fmla="*/ 127023 h 129921"/>
                <a:gd name="connsiteX52" fmla="*/ 66222 w 70104"/>
                <a:gd name="connsiteY52" fmla="*/ 120736 h 129921"/>
                <a:gd name="connsiteX53" fmla="*/ 69556 w 70104"/>
                <a:gd name="connsiteY53" fmla="*/ 111211 h 129921"/>
                <a:gd name="connsiteX54" fmla="*/ 65841 w 70104"/>
                <a:gd name="connsiteY54" fmla="*/ 102639 h 12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0104" h="129921">
                  <a:moveTo>
                    <a:pt x="65460" y="102925"/>
                  </a:moveTo>
                  <a:cubicBezTo>
                    <a:pt x="63287" y="102349"/>
                    <a:pt x="61036" y="102124"/>
                    <a:pt x="58792" y="102258"/>
                  </a:cubicBezTo>
                  <a:cubicBezTo>
                    <a:pt x="57256" y="102006"/>
                    <a:pt x="55793" y="101421"/>
                    <a:pt x="54506" y="100543"/>
                  </a:cubicBezTo>
                  <a:cubicBezTo>
                    <a:pt x="53015" y="100450"/>
                    <a:pt x="51541" y="100162"/>
                    <a:pt x="50125" y="99686"/>
                  </a:cubicBezTo>
                  <a:cubicBezTo>
                    <a:pt x="48167" y="99153"/>
                    <a:pt x="46152" y="98865"/>
                    <a:pt x="44124" y="98829"/>
                  </a:cubicBezTo>
                  <a:cubicBezTo>
                    <a:pt x="40913" y="98582"/>
                    <a:pt x="37886" y="97237"/>
                    <a:pt x="35551" y="95019"/>
                  </a:cubicBezTo>
                  <a:cubicBezTo>
                    <a:pt x="32504" y="91590"/>
                    <a:pt x="33361" y="88256"/>
                    <a:pt x="32408" y="84827"/>
                  </a:cubicBezTo>
                  <a:cubicBezTo>
                    <a:pt x="32033" y="82877"/>
                    <a:pt x="32033" y="80872"/>
                    <a:pt x="32408" y="78922"/>
                  </a:cubicBezTo>
                  <a:cubicBezTo>
                    <a:pt x="32868" y="74575"/>
                    <a:pt x="34197" y="70364"/>
                    <a:pt x="36314" y="66539"/>
                  </a:cubicBezTo>
                  <a:cubicBezTo>
                    <a:pt x="40343" y="65511"/>
                    <a:pt x="44130" y="63699"/>
                    <a:pt x="47458" y="61205"/>
                  </a:cubicBezTo>
                  <a:cubicBezTo>
                    <a:pt x="49695" y="59764"/>
                    <a:pt x="52017" y="58460"/>
                    <a:pt x="54411" y="57300"/>
                  </a:cubicBezTo>
                  <a:cubicBezTo>
                    <a:pt x="55848" y="55783"/>
                    <a:pt x="57561" y="54554"/>
                    <a:pt x="59460" y="53681"/>
                  </a:cubicBezTo>
                  <a:lnTo>
                    <a:pt x="65365" y="52252"/>
                  </a:lnTo>
                  <a:cubicBezTo>
                    <a:pt x="66945" y="51950"/>
                    <a:pt x="68120" y="50618"/>
                    <a:pt x="68222" y="49013"/>
                  </a:cubicBezTo>
                  <a:cubicBezTo>
                    <a:pt x="68226" y="46913"/>
                    <a:pt x="67904" y="44824"/>
                    <a:pt x="67269" y="42822"/>
                  </a:cubicBezTo>
                  <a:cubicBezTo>
                    <a:pt x="65650" y="40155"/>
                    <a:pt x="64793" y="34535"/>
                    <a:pt x="62507" y="34059"/>
                  </a:cubicBezTo>
                  <a:cubicBezTo>
                    <a:pt x="58507" y="33106"/>
                    <a:pt x="55935" y="30249"/>
                    <a:pt x="54125" y="31106"/>
                  </a:cubicBezTo>
                  <a:cubicBezTo>
                    <a:pt x="52315" y="31963"/>
                    <a:pt x="51554" y="33487"/>
                    <a:pt x="48982" y="34059"/>
                  </a:cubicBezTo>
                  <a:cubicBezTo>
                    <a:pt x="47648" y="36345"/>
                    <a:pt x="44410" y="35488"/>
                    <a:pt x="43838" y="32249"/>
                  </a:cubicBezTo>
                  <a:cubicBezTo>
                    <a:pt x="43949" y="30237"/>
                    <a:pt x="44333" y="28251"/>
                    <a:pt x="44981" y="26344"/>
                  </a:cubicBezTo>
                  <a:cubicBezTo>
                    <a:pt x="46696" y="22438"/>
                    <a:pt x="51077" y="21105"/>
                    <a:pt x="51268" y="14628"/>
                  </a:cubicBezTo>
                  <a:cubicBezTo>
                    <a:pt x="51143" y="11721"/>
                    <a:pt x="50430" y="8870"/>
                    <a:pt x="49172" y="6246"/>
                  </a:cubicBezTo>
                  <a:cubicBezTo>
                    <a:pt x="48506" y="4817"/>
                    <a:pt x="47458" y="3293"/>
                    <a:pt x="46410" y="3102"/>
                  </a:cubicBezTo>
                  <a:cubicBezTo>
                    <a:pt x="45198" y="3075"/>
                    <a:pt x="44001" y="2816"/>
                    <a:pt x="42886" y="2341"/>
                  </a:cubicBezTo>
                  <a:cubicBezTo>
                    <a:pt x="41648" y="1483"/>
                    <a:pt x="41362" y="-41"/>
                    <a:pt x="38695" y="-136"/>
                  </a:cubicBezTo>
                  <a:cubicBezTo>
                    <a:pt x="36707" y="92"/>
                    <a:pt x="34735" y="442"/>
                    <a:pt x="32789" y="912"/>
                  </a:cubicBezTo>
                  <a:cubicBezTo>
                    <a:pt x="31287" y="519"/>
                    <a:pt x="29760" y="232"/>
                    <a:pt x="28217" y="54"/>
                  </a:cubicBezTo>
                  <a:cubicBezTo>
                    <a:pt x="26523" y="496"/>
                    <a:pt x="24806" y="846"/>
                    <a:pt x="23074" y="1102"/>
                  </a:cubicBezTo>
                  <a:cubicBezTo>
                    <a:pt x="21169" y="1102"/>
                    <a:pt x="18311" y="-136"/>
                    <a:pt x="16978" y="-41"/>
                  </a:cubicBezTo>
                  <a:cubicBezTo>
                    <a:pt x="15644" y="55"/>
                    <a:pt x="13263" y="-41"/>
                    <a:pt x="12406" y="3102"/>
                  </a:cubicBezTo>
                  <a:cubicBezTo>
                    <a:pt x="12132" y="5731"/>
                    <a:pt x="12132" y="8380"/>
                    <a:pt x="12406" y="11008"/>
                  </a:cubicBezTo>
                  <a:cubicBezTo>
                    <a:pt x="11803" y="14996"/>
                    <a:pt x="10944" y="18941"/>
                    <a:pt x="9834" y="22819"/>
                  </a:cubicBezTo>
                  <a:cubicBezTo>
                    <a:pt x="8960" y="25150"/>
                    <a:pt x="8384" y="27582"/>
                    <a:pt x="8120" y="30058"/>
                  </a:cubicBezTo>
                  <a:cubicBezTo>
                    <a:pt x="8120" y="31201"/>
                    <a:pt x="8120" y="37297"/>
                    <a:pt x="7453" y="41965"/>
                  </a:cubicBezTo>
                  <a:cubicBezTo>
                    <a:pt x="7453" y="42917"/>
                    <a:pt x="6214" y="46536"/>
                    <a:pt x="5833" y="49585"/>
                  </a:cubicBezTo>
                  <a:cubicBezTo>
                    <a:pt x="5453" y="52633"/>
                    <a:pt x="4500" y="52633"/>
                    <a:pt x="4119" y="57109"/>
                  </a:cubicBezTo>
                  <a:cubicBezTo>
                    <a:pt x="4119" y="57967"/>
                    <a:pt x="2214" y="60729"/>
                    <a:pt x="2119" y="61681"/>
                  </a:cubicBezTo>
                  <a:cubicBezTo>
                    <a:pt x="976" y="71206"/>
                    <a:pt x="-358" y="71206"/>
                    <a:pt x="-358" y="76255"/>
                  </a:cubicBezTo>
                  <a:cubicBezTo>
                    <a:pt x="-418" y="79299"/>
                    <a:pt x="-98" y="82339"/>
                    <a:pt x="595" y="85304"/>
                  </a:cubicBezTo>
                  <a:cubicBezTo>
                    <a:pt x="1054" y="87208"/>
                    <a:pt x="1310" y="89156"/>
                    <a:pt x="1357" y="91114"/>
                  </a:cubicBezTo>
                  <a:lnTo>
                    <a:pt x="1357" y="97210"/>
                  </a:lnTo>
                  <a:cubicBezTo>
                    <a:pt x="1357" y="98352"/>
                    <a:pt x="3166" y="105401"/>
                    <a:pt x="3357" y="106735"/>
                  </a:cubicBezTo>
                  <a:cubicBezTo>
                    <a:pt x="3332" y="109448"/>
                    <a:pt x="3555" y="112158"/>
                    <a:pt x="4024" y="114831"/>
                  </a:cubicBezTo>
                  <a:cubicBezTo>
                    <a:pt x="5110" y="117393"/>
                    <a:pt x="6589" y="119771"/>
                    <a:pt x="8405" y="121879"/>
                  </a:cubicBezTo>
                  <a:cubicBezTo>
                    <a:pt x="9816" y="123000"/>
                    <a:pt x="11390" y="123900"/>
                    <a:pt x="13073" y="124546"/>
                  </a:cubicBezTo>
                  <a:cubicBezTo>
                    <a:pt x="15073" y="125118"/>
                    <a:pt x="19645" y="124546"/>
                    <a:pt x="22598" y="125023"/>
                  </a:cubicBezTo>
                  <a:cubicBezTo>
                    <a:pt x="25550" y="125499"/>
                    <a:pt x="27836" y="126832"/>
                    <a:pt x="28979" y="126832"/>
                  </a:cubicBezTo>
                  <a:cubicBezTo>
                    <a:pt x="30122" y="126832"/>
                    <a:pt x="34504" y="126832"/>
                    <a:pt x="36599" y="126832"/>
                  </a:cubicBezTo>
                  <a:cubicBezTo>
                    <a:pt x="39165" y="126619"/>
                    <a:pt x="41747" y="126877"/>
                    <a:pt x="44219" y="127594"/>
                  </a:cubicBezTo>
                  <a:cubicBezTo>
                    <a:pt x="45267" y="128071"/>
                    <a:pt x="47458" y="129785"/>
                    <a:pt x="49172" y="129785"/>
                  </a:cubicBezTo>
                  <a:cubicBezTo>
                    <a:pt x="51601" y="129609"/>
                    <a:pt x="53983" y="129030"/>
                    <a:pt x="56221" y="128071"/>
                  </a:cubicBezTo>
                  <a:cubicBezTo>
                    <a:pt x="58316" y="127213"/>
                    <a:pt x="62031" y="128071"/>
                    <a:pt x="63460" y="127023"/>
                  </a:cubicBezTo>
                  <a:cubicBezTo>
                    <a:pt x="64889" y="125975"/>
                    <a:pt x="65460" y="123213"/>
                    <a:pt x="66222" y="120736"/>
                  </a:cubicBezTo>
                  <a:cubicBezTo>
                    <a:pt x="67498" y="117621"/>
                    <a:pt x="68611" y="114442"/>
                    <a:pt x="69556" y="111211"/>
                  </a:cubicBezTo>
                  <a:cubicBezTo>
                    <a:pt x="70288" y="107853"/>
                    <a:pt x="68792" y="104402"/>
                    <a:pt x="65841" y="102639"/>
                  </a:cubicBezTo>
                </a:path>
              </a:pathLst>
            </a:custGeom>
            <a:grpFill/>
            <a:ln w="9525" cap="flat">
              <a:noFill/>
              <a:prstDash val="solid"/>
              <a:miter/>
            </a:ln>
          </p:spPr>
          <p:txBody>
            <a:bodyPr rtlCol="0" anchor="ctr"/>
            <a:lstStyle/>
            <a:p>
              <a:endParaRPr lang="zh-CN" altLang="en-US"/>
            </a:p>
          </p:txBody>
        </p:sp>
        <p:sp>
          <p:nvSpPr>
            <p:cNvPr id="321" name="任意多边形: 形状 320"/>
            <p:cNvSpPr/>
            <p:nvPr/>
          </p:nvSpPr>
          <p:spPr>
            <a:xfrm>
              <a:off x="5081116" y="1654281"/>
              <a:ext cx="326786" cy="262862"/>
            </a:xfrm>
            <a:custGeom>
              <a:avLst/>
              <a:gdLst>
                <a:gd name="connsiteX0" fmla="*/ 144510 w 145885"/>
                <a:gd name="connsiteY0" fmla="*/ 90161 h 117348"/>
                <a:gd name="connsiteX1" fmla="*/ 143843 w 145885"/>
                <a:gd name="connsiteY1" fmla="*/ 85399 h 117348"/>
                <a:gd name="connsiteX2" fmla="*/ 136890 w 145885"/>
                <a:gd name="connsiteY2" fmla="*/ 79874 h 117348"/>
                <a:gd name="connsiteX3" fmla="*/ 131652 w 145885"/>
                <a:gd name="connsiteY3" fmla="*/ 76922 h 117348"/>
                <a:gd name="connsiteX4" fmla="*/ 126222 w 145885"/>
                <a:gd name="connsiteY4" fmla="*/ 75493 h 117348"/>
                <a:gd name="connsiteX5" fmla="*/ 121269 w 145885"/>
                <a:gd name="connsiteY5" fmla="*/ 75969 h 117348"/>
                <a:gd name="connsiteX6" fmla="*/ 116126 w 145885"/>
                <a:gd name="connsiteY6" fmla="*/ 78064 h 117348"/>
                <a:gd name="connsiteX7" fmla="*/ 96123 w 145885"/>
                <a:gd name="connsiteY7" fmla="*/ 78064 h 117348"/>
                <a:gd name="connsiteX8" fmla="*/ 95552 w 145885"/>
                <a:gd name="connsiteY8" fmla="*/ 67015 h 117348"/>
                <a:gd name="connsiteX9" fmla="*/ 96314 w 145885"/>
                <a:gd name="connsiteY9" fmla="*/ 62729 h 117348"/>
                <a:gd name="connsiteX10" fmla="*/ 97457 w 145885"/>
                <a:gd name="connsiteY10" fmla="*/ 58728 h 117348"/>
                <a:gd name="connsiteX11" fmla="*/ 98885 w 145885"/>
                <a:gd name="connsiteY11" fmla="*/ 54823 h 117348"/>
                <a:gd name="connsiteX12" fmla="*/ 100600 w 145885"/>
                <a:gd name="connsiteY12" fmla="*/ 50727 h 117348"/>
                <a:gd name="connsiteX13" fmla="*/ 98028 w 145885"/>
                <a:gd name="connsiteY13" fmla="*/ 41774 h 117348"/>
                <a:gd name="connsiteX14" fmla="*/ 108887 w 145885"/>
                <a:gd name="connsiteY14" fmla="*/ 34154 h 117348"/>
                <a:gd name="connsiteX15" fmla="*/ 114221 w 145885"/>
                <a:gd name="connsiteY15" fmla="*/ 30535 h 117348"/>
                <a:gd name="connsiteX16" fmla="*/ 121269 w 145885"/>
                <a:gd name="connsiteY16" fmla="*/ 24534 h 117348"/>
                <a:gd name="connsiteX17" fmla="*/ 130223 w 145885"/>
                <a:gd name="connsiteY17" fmla="*/ 16247 h 117348"/>
                <a:gd name="connsiteX18" fmla="*/ 128032 w 145885"/>
                <a:gd name="connsiteY18" fmla="*/ 12723 h 117348"/>
                <a:gd name="connsiteX19" fmla="*/ 126222 w 145885"/>
                <a:gd name="connsiteY19" fmla="*/ 7484 h 117348"/>
                <a:gd name="connsiteX20" fmla="*/ 120698 w 145885"/>
                <a:gd name="connsiteY20" fmla="*/ 2055 h 117348"/>
                <a:gd name="connsiteX21" fmla="*/ 116888 w 145885"/>
                <a:gd name="connsiteY21" fmla="*/ -136 h 117348"/>
                <a:gd name="connsiteX22" fmla="*/ 112411 w 145885"/>
                <a:gd name="connsiteY22" fmla="*/ 531 h 117348"/>
                <a:gd name="connsiteX23" fmla="*/ 107267 w 145885"/>
                <a:gd name="connsiteY23" fmla="*/ 1102 h 117348"/>
                <a:gd name="connsiteX24" fmla="*/ 89170 w 145885"/>
                <a:gd name="connsiteY24" fmla="*/ 8818 h 117348"/>
                <a:gd name="connsiteX25" fmla="*/ 86122 w 145885"/>
                <a:gd name="connsiteY25" fmla="*/ 9865 h 117348"/>
                <a:gd name="connsiteX26" fmla="*/ 81931 w 145885"/>
                <a:gd name="connsiteY26" fmla="*/ 11104 h 117348"/>
                <a:gd name="connsiteX27" fmla="*/ 57737 w 145885"/>
                <a:gd name="connsiteY27" fmla="*/ 15104 h 117348"/>
                <a:gd name="connsiteX28" fmla="*/ 47546 w 145885"/>
                <a:gd name="connsiteY28" fmla="*/ 12723 h 117348"/>
                <a:gd name="connsiteX29" fmla="*/ 42021 w 145885"/>
                <a:gd name="connsiteY29" fmla="*/ 17485 h 117348"/>
                <a:gd name="connsiteX30" fmla="*/ 42593 w 145885"/>
                <a:gd name="connsiteY30" fmla="*/ 23867 h 117348"/>
                <a:gd name="connsiteX31" fmla="*/ 43736 w 145885"/>
                <a:gd name="connsiteY31" fmla="*/ 30535 h 117348"/>
                <a:gd name="connsiteX32" fmla="*/ 48212 w 145885"/>
                <a:gd name="connsiteY32" fmla="*/ 38726 h 117348"/>
                <a:gd name="connsiteX33" fmla="*/ 50594 w 145885"/>
                <a:gd name="connsiteY33" fmla="*/ 45584 h 117348"/>
                <a:gd name="connsiteX34" fmla="*/ 58023 w 145885"/>
                <a:gd name="connsiteY34" fmla="*/ 45108 h 117348"/>
                <a:gd name="connsiteX35" fmla="*/ 63929 w 145885"/>
                <a:gd name="connsiteY35" fmla="*/ 44156 h 117348"/>
                <a:gd name="connsiteX36" fmla="*/ 65167 w 145885"/>
                <a:gd name="connsiteY36" fmla="*/ 49489 h 117348"/>
                <a:gd name="connsiteX37" fmla="*/ 63929 w 145885"/>
                <a:gd name="connsiteY37" fmla="*/ 56252 h 117348"/>
                <a:gd name="connsiteX38" fmla="*/ 52118 w 145885"/>
                <a:gd name="connsiteY38" fmla="*/ 76636 h 117348"/>
                <a:gd name="connsiteX39" fmla="*/ 36878 w 145885"/>
                <a:gd name="connsiteY39" fmla="*/ 82922 h 117348"/>
                <a:gd name="connsiteX40" fmla="*/ 31448 w 145885"/>
                <a:gd name="connsiteY40" fmla="*/ 84065 h 117348"/>
                <a:gd name="connsiteX41" fmla="*/ 17542 w 145885"/>
                <a:gd name="connsiteY41" fmla="*/ 89304 h 117348"/>
                <a:gd name="connsiteX42" fmla="*/ 10874 w 145885"/>
                <a:gd name="connsiteY42" fmla="*/ 88637 h 117348"/>
                <a:gd name="connsiteX43" fmla="*/ -365 w 145885"/>
                <a:gd name="connsiteY43" fmla="*/ 94924 h 117348"/>
                <a:gd name="connsiteX44" fmla="*/ 302 w 145885"/>
                <a:gd name="connsiteY44" fmla="*/ 101972 h 117348"/>
                <a:gd name="connsiteX45" fmla="*/ 302 w 145885"/>
                <a:gd name="connsiteY45" fmla="*/ 107687 h 117348"/>
                <a:gd name="connsiteX46" fmla="*/ 10684 w 145885"/>
                <a:gd name="connsiteY46" fmla="*/ 117212 h 117348"/>
                <a:gd name="connsiteX47" fmla="*/ 37830 w 145885"/>
                <a:gd name="connsiteY47" fmla="*/ 106925 h 117348"/>
                <a:gd name="connsiteX48" fmla="*/ 60023 w 145885"/>
                <a:gd name="connsiteY48" fmla="*/ 102353 h 117348"/>
                <a:gd name="connsiteX49" fmla="*/ 72597 w 145885"/>
                <a:gd name="connsiteY49" fmla="*/ 102353 h 117348"/>
                <a:gd name="connsiteX50" fmla="*/ 83550 w 145885"/>
                <a:gd name="connsiteY50" fmla="*/ 100734 h 117348"/>
                <a:gd name="connsiteX51" fmla="*/ 95075 w 145885"/>
                <a:gd name="connsiteY51" fmla="*/ 99877 h 117348"/>
                <a:gd name="connsiteX52" fmla="*/ 106315 w 145885"/>
                <a:gd name="connsiteY52" fmla="*/ 99877 h 117348"/>
                <a:gd name="connsiteX53" fmla="*/ 118697 w 145885"/>
                <a:gd name="connsiteY53" fmla="*/ 100924 h 117348"/>
                <a:gd name="connsiteX54" fmla="*/ 126222 w 145885"/>
                <a:gd name="connsiteY54" fmla="*/ 100258 h 117348"/>
                <a:gd name="connsiteX55" fmla="*/ 133556 w 145885"/>
                <a:gd name="connsiteY55" fmla="*/ 101591 h 117348"/>
                <a:gd name="connsiteX56" fmla="*/ 140224 w 145885"/>
                <a:gd name="connsiteY56" fmla="*/ 101115 h 117348"/>
                <a:gd name="connsiteX57" fmla="*/ 143748 w 145885"/>
                <a:gd name="connsiteY57" fmla="*/ 97686 h 117348"/>
                <a:gd name="connsiteX58" fmla="*/ 145463 w 145885"/>
                <a:gd name="connsiteY58" fmla="*/ 93590 h 117348"/>
                <a:gd name="connsiteX59" fmla="*/ 144987 w 145885"/>
                <a:gd name="connsiteY59" fmla="*/ 91019 h 117348"/>
                <a:gd name="connsiteX60" fmla="*/ 144320 w 145885"/>
                <a:gd name="connsiteY60" fmla="*/ 89304 h 11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45885" h="117348">
                  <a:moveTo>
                    <a:pt x="144510" y="90161"/>
                  </a:moveTo>
                  <a:cubicBezTo>
                    <a:pt x="144576" y="88546"/>
                    <a:pt x="144350" y="86933"/>
                    <a:pt x="143843" y="85399"/>
                  </a:cubicBezTo>
                  <a:cubicBezTo>
                    <a:pt x="142415" y="81779"/>
                    <a:pt x="138890" y="81017"/>
                    <a:pt x="136890" y="79874"/>
                  </a:cubicBezTo>
                  <a:cubicBezTo>
                    <a:pt x="135251" y="78712"/>
                    <a:pt x="133495" y="77722"/>
                    <a:pt x="131652" y="76922"/>
                  </a:cubicBezTo>
                  <a:cubicBezTo>
                    <a:pt x="129885" y="76293"/>
                    <a:pt x="128069" y="75815"/>
                    <a:pt x="126222" y="75493"/>
                  </a:cubicBezTo>
                  <a:cubicBezTo>
                    <a:pt x="124561" y="75523"/>
                    <a:pt x="122905" y="75682"/>
                    <a:pt x="121269" y="75969"/>
                  </a:cubicBezTo>
                  <a:cubicBezTo>
                    <a:pt x="119459" y="76445"/>
                    <a:pt x="118507" y="78064"/>
                    <a:pt x="116126" y="78064"/>
                  </a:cubicBezTo>
                  <a:cubicBezTo>
                    <a:pt x="109464" y="77677"/>
                    <a:pt x="102785" y="77677"/>
                    <a:pt x="96123" y="78064"/>
                  </a:cubicBezTo>
                  <a:cubicBezTo>
                    <a:pt x="94599" y="76636"/>
                    <a:pt x="95456" y="72159"/>
                    <a:pt x="95552" y="67015"/>
                  </a:cubicBezTo>
                  <a:cubicBezTo>
                    <a:pt x="95428" y="65545"/>
                    <a:pt x="95691" y="64067"/>
                    <a:pt x="96314" y="62729"/>
                  </a:cubicBezTo>
                  <a:cubicBezTo>
                    <a:pt x="97054" y="61525"/>
                    <a:pt x="97449" y="60141"/>
                    <a:pt x="97457" y="58728"/>
                  </a:cubicBezTo>
                  <a:cubicBezTo>
                    <a:pt x="97529" y="57313"/>
                    <a:pt x="98027" y="55952"/>
                    <a:pt x="98885" y="54823"/>
                  </a:cubicBezTo>
                  <a:cubicBezTo>
                    <a:pt x="99836" y="53650"/>
                    <a:pt x="100431" y="52229"/>
                    <a:pt x="100600" y="50727"/>
                  </a:cubicBezTo>
                  <a:cubicBezTo>
                    <a:pt x="100600" y="45013"/>
                    <a:pt x="97647" y="47204"/>
                    <a:pt x="98028" y="41774"/>
                  </a:cubicBezTo>
                  <a:cubicBezTo>
                    <a:pt x="98409" y="36345"/>
                    <a:pt x="103362" y="36535"/>
                    <a:pt x="108887" y="34154"/>
                  </a:cubicBezTo>
                  <a:cubicBezTo>
                    <a:pt x="110893" y="33324"/>
                    <a:pt x="112708" y="32093"/>
                    <a:pt x="114221" y="30535"/>
                  </a:cubicBezTo>
                  <a:cubicBezTo>
                    <a:pt x="116179" y="28115"/>
                    <a:pt x="118569" y="26081"/>
                    <a:pt x="121269" y="24534"/>
                  </a:cubicBezTo>
                  <a:cubicBezTo>
                    <a:pt x="126127" y="21105"/>
                    <a:pt x="129842" y="21200"/>
                    <a:pt x="130223" y="16247"/>
                  </a:cubicBezTo>
                  <a:cubicBezTo>
                    <a:pt x="130223" y="15581"/>
                    <a:pt x="128318" y="14056"/>
                    <a:pt x="128032" y="12723"/>
                  </a:cubicBezTo>
                  <a:cubicBezTo>
                    <a:pt x="127722" y="10889"/>
                    <a:pt x="127110" y="9118"/>
                    <a:pt x="126222" y="7484"/>
                  </a:cubicBezTo>
                  <a:cubicBezTo>
                    <a:pt x="124476" y="5580"/>
                    <a:pt x="122632" y="3768"/>
                    <a:pt x="120698" y="2055"/>
                  </a:cubicBezTo>
                  <a:cubicBezTo>
                    <a:pt x="119744" y="876"/>
                    <a:pt x="118386" y="95"/>
                    <a:pt x="116888" y="-136"/>
                  </a:cubicBezTo>
                  <a:cubicBezTo>
                    <a:pt x="115649" y="-136"/>
                    <a:pt x="114792" y="531"/>
                    <a:pt x="112411" y="531"/>
                  </a:cubicBezTo>
                  <a:cubicBezTo>
                    <a:pt x="110676" y="296"/>
                    <a:pt x="108909" y="492"/>
                    <a:pt x="107267" y="1102"/>
                  </a:cubicBezTo>
                  <a:cubicBezTo>
                    <a:pt x="101522" y="4301"/>
                    <a:pt x="95456" y="6887"/>
                    <a:pt x="89170" y="8818"/>
                  </a:cubicBezTo>
                  <a:lnTo>
                    <a:pt x="86122" y="9865"/>
                  </a:lnTo>
                  <a:lnTo>
                    <a:pt x="81931" y="11104"/>
                  </a:lnTo>
                  <a:cubicBezTo>
                    <a:pt x="73944" y="12871"/>
                    <a:pt x="65868" y="14206"/>
                    <a:pt x="57737" y="15104"/>
                  </a:cubicBezTo>
                  <a:cubicBezTo>
                    <a:pt x="54594" y="15104"/>
                    <a:pt x="48689" y="12151"/>
                    <a:pt x="47546" y="12723"/>
                  </a:cubicBezTo>
                  <a:cubicBezTo>
                    <a:pt x="44879" y="14056"/>
                    <a:pt x="42021" y="14342"/>
                    <a:pt x="42021" y="17485"/>
                  </a:cubicBezTo>
                  <a:cubicBezTo>
                    <a:pt x="42021" y="18724"/>
                    <a:pt x="42593" y="22629"/>
                    <a:pt x="42593" y="23867"/>
                  </a:cubicBezTo>
                  <a:cubicBezTo>
                    <a:pt x="42452" y="26148"/>
                    <a:pt x="42844" y="28431"/>
                    <a:pt x="43736" y="30535"/>
                  </a:cubicBezTo>
                  <a:cubicBezTo>
                    <a:pt x="45953" y="32802"/>
                    <a:pt x="47502" y="35636"/>
                    <a:pt x="48212" y="38726"/>
                  </a:cubicBezTo>
                  <a:cubicBezTo>
                    <a:pt x="48213" y="41774"/>
                    <a:pt x="48213" y="44727"/>
                    <a:pt x="50594" y="45584"/>
                  </a:cubicBezTo>
                  <a:cubicBezTo>
                    <a:pt x="53068" y="46094"/>
                    <a:pt x="55634" y="45930"/>
                    <a:pt x="58023" y="45108"/>
                  </a:cubicBezTo>
                  <a:cubicBezTo>
                    <a:pt x="59954" y="44591"/>
                    <a:pt x="61933" y="44272"/>
                    <a:pt x="63929" y="44156"/>
                  </a:cubicBezTo>
                  <a:cubicBezTo>
                    <a:pt x="65072" y="44156"/>
                    <a:pt x="65167" y="47204"/>
                    <a:pt x="65167" y="49489"/>
                  </a:cubicBezTo>
                  <a:cubicBezTo>
                    <a:pt x="65168" y="51800"/>
                    <a:pt x="64748" y="54092"/>
                    <a:pt x="63929" y="56252"/>
                  </a:cubicBezTo>
                  <a:cubicBezTo>
                    <a:pt x="62405" y="60824"/>
                    <a:pt x="61929" y="72731"/>
                    <a:pt x="52118" y="76636"/>
                  </a:cubicBezTo>
                  <a:cubicBezTo>
                    <a:pt x="47450" y="78446"/>
                    <a:pt x="41164" y="81589"/>
                    <a:pt x="36878" y="82922"/>
                  </a:cubicBezTo>
                  <a:cubicBezTo>
                    <a:pt x="35544" y="82922"/>
                    <a:pt x="32973" y="83494"/>
                    <a:pt x="31448" y="84065"/>
                  </a:cubicBezTo>
                  <a:cubicBezTo>
                    <a:pt x="26876" y="85684"/>
                    <a:pt x="18780" y="88923"/>
                    <a:pt x="17542" y="89304"/>
                  </a:cubicBezTo>
                  <a:cubicBezTo>
                    <a:pt x="16304" y="89685"/>
                    <a:pt x="12017" y="88447"/>
                    <a:pt x="10874" y="88637"/>
                  </a:cubicBezTo>
                  <a:cubicBezTo>
                    <a:pt x="9731" y="88828"/>
                    <a:pt x="1349" y="92162"/>
                    <a:pt x="-365" y="94924"/>
                  </a:cubicBezTo>
                  <a:cubicBezTo>
                    <a:pt x="422" y="97185"/>
                    <a:pt x="651" y="99603"/>
                    <a:pt x="302" y="101972"/>
                  </a:cubicBezTo>
                  <a:cubicBezTo>
                    <a:pt x="-25" y="103863"/>
                    <a:pt x="-25" y="105796"/>
                    <a:pt x="302" y="107687"/>
                  </a:cubicBezTo>
                  <a:cubicBezTo>
                    <a:pt x="4398" y="111497"/>
                    <a:pt x="8684" y="117212"/>
                    <a:pt x="10684" y="117212"/>
                  </a:cubicBezTo>
                  <a:cubicBezTo>
                    <a:pt x="12684" y="117212"/>
                    <a:pt x="28686" y="110068"/>
                    <a:pt x="37830" y="106925"/>
                  </a:cubicBezTo>
                  <a:cubicBezTo>
                    <a:pt x="45037" y="104589"/>
                    <a:pt x="52480" y="103056"/>
                    <a:pt x="60023" y="102353"/>
                  </a:cubicBezTo>
                  <a:cubicBezTo>
                    <a:pt x="63643" y="102353"/>
                    <a:pt x="68596" y="103210"/>
                    <a:pt x="72597" y="102353"/>
                  </a:cubicBezTo>
                  <a:lnTo>
                    <a:pt x="83550" y="100734"/>
                  </a:lnTo>
                  <a:cubicBezTo>
                    <a:pt x="87316" y="99802"/>
                    <a:pt x="91213" y="99512"/>
                    <a:pt x="95075" y="99877"/>
                  </a:cubicBezTo>
                  <a:cubicBezTo>
                    <a:pt x="97266" y="99877"/>
                    <a:pt x="104600" y="99877"/>
                    <a:pt x="106315" y="99877"/>
                  </a:cubicBezTo>
                  <a:cubicBezTo>
                    <a:pt x="110421" y="100446"/>
                    <a:pt x="114554" y="100796"/>
                    <a:pt x="118697" y="100924"/>
                  </a:cubicBezTo>
                  <a:cubicBezTo>
                    <a:pt x="121555" y="100924"/>
                    <a:pt x="123746" y="100258"/>
                    <a:pt x="126222" y="100258"/>
                  </a:cubicBezTo>
                  <a:cubicBezTo>
                    <a:pt x="128689" y="100571"/>
                    <a:pt x="131137" y="101016"/>
                    <a:pt x="133556" y="101591"/>
                  </a:cubicBezTo>
                  <a:lnTo>
                    <a:pt x="140224" y="101115"/>
                  </a:lnTo>
                  <a:cubicBezTo>
                    <a:pt x="141653" y="101115"/>
                    <a:pt x="142796" y="99019"/>
                    <a:pt x="143748" y="97686"/>
                  </a:cubicBezTo>
                  <a:cubicBezTo>
                    <a:pt x="144598" y="96455"/>
                    <a:pt x="145182" y="95060"/>
                    <a:pt x="145463" y="93590"/>
                  </a:cubicBezTo>
                  <a:cubicBezTo>
                    <a:pt x="145621" y="92704"/>
                    <a:pt x="145452" y="91790"/>
                    <a:pt x="144987" y="91019"/>
                  </a:cubicBezTo>
                  <a:cubicBezTo>
                    <a:pt x="144986" y="91018"/>
                    <a:pt x="144320" y="89875"/>
                    <a:pt x="144320" y="89304"/>
                  </a:cubicBezTo>
                </a:path>
              </a:pathLst>
            </a:custGeom>
            <a:grpFill/>
            <a:ln w="9525" cap="flat">
              <a:noFill/>
              <a:prstDash val="solid"/>
              <a:miter/>
            </a:ln>
          </p:spPr>
          <p:txBody>
            <a:bodyPr rtlCol="0" anchor="ctr"/>
            <a:lstStyle/>
            <a:p>
              <a:endParaRPr lang="zh-CN" altLang="en-US"/>
            </a:p>
          </p:txBody>
        </p:sp>
        <p:sp>
          <p:nvSpPr>
            <p:cNvPr id="322" name="任意多边形: 形状 321"/>
            <p:cNvSpPr/>
            <p:nvPr/>
          </p:nvSpPr>
          <p:spPr>
            <a:xfrm>
              <a:off x="5501947" y="1639463"/>
              <a:ext cx="353697" cy="296433"/>
            </a:xfrm>
            <a:custGeom>
              <a:avLst/>
              <a:gdLst>
                <a:gd name="connsiteX0" fmla="*/ 157523 w 157899"/>
                <a:gd name="connsiteY0" fmla="*/ 116492 h 132335"/>
                <a:gd name="connsiteX1" fmla="*/ 153142 w 157899"/>
                <a:gd name="connsiteY1" fmla="*/ 114492 h 132335"/>
                <a:gd name="connsiteX2" fmla="*/ 140378 w 157899"/>
                <a:gd name="connsiteY2" fmla="*/ 109730 h 132335"/>
                <a:gd name="connsiteX3" fmla="*/ 134854 w 157899"/>
                <a:gd name="connsiteY3" fmla="*/ 106110 h 132335"/>
                <a:gd name="connsiteX4" fmla="*/ 127519 w 157899"/>
                <a:gd name="connsiteY4" fmla="*/ 103157 h 132335"/>
                <a:gd name="connsiteX5" fmla="*/ 114661 w 157899"/>
                <a:gd name="connsiteY5" fmla="*/ 94394 h 132335"/>
                <a:gd name="connsiteX6" fmla="*/ 102088 w 157899"/>
                <a:gd name="connsiteY6" fmla="*/ 80297 h 132335"/>
                <a:gd name="connsiteX7" fmla="*/ 85133 w 157899"/>
                <a:gd name="connsiteY7" fmla="*/ 62962 h 132335"/>
                <a:gd name="connsiteX8" fmla="*/ 83990 w 157899"/>
                <a:gd name="connsiteY8" fmla="*/ 55056 h 132335"/>
                <a:gd name="connsiteX9" fmla="*/ 87324 w 157899"/>
                <a:gd name="connsiteY9" fmla="*/ 50103 h 132335"/>
                <a:gd name="connsiteX10" fmla="*/ 97611 w 157899"/>
                <a:gd name="connsiteY10" fmla="*/ 46198 h 132335"/>
                <a:gd name="connsiteX11" fmla="*/ 104278 w 157899"/>
                <a:gd name="connsiteY11" fmla="*/ 45341 h 132335"/>
                <a:gd name="connsiteX12" fmla="*/ 110184 w 157899"/>
                <a:gd name="connsiteY12" fmla="*/ 42864 h 132335"/>
                <a:gd name="connsiteX13" fmla="*/ 120185 w 157899"/>
                <a:gd name="connsiteY13" fmla="*/ 38578 h 132335"/>
                <a:gd name="connsiteX14" fmla="*/ 124471 w 157899"/>
                <a:gd name="connsiteY14" fmla="*/ 35339 h 132335"/>
                <a:gd name="connsiteX15" fmla="*/ 126567 w 157899"/>
                <a:gd name="connsiteY15" fmla="*/ 32767 h 132335"/>
                <a:gd name="connsiteX16" fmla="*/ 121138 w 157899"/>
                <a:gd name="connsiteY16" fmla="*/ 22385 h 132335"/>
                <a:gd name="connsiteX17" fmla="*/ 113327 w 157899"/>
                <a:gd name="connsiteY17" fmla="*/ 19909 h 132335"/>
                <a:gd name="connsiteX18" fmla="*/ 104278 w 157899"/>
                <a:gd name="connsiteY18" fmla="*/ 19909 h 132335"/>
                <a:gd name="connsiteX19" fmla="*/ 98373 w 157899"/>
                <a:gd name="connsiteY19" fmla="*/ 24005 h 132335"/>
                <a:gd name="connsiteX20" fmla="*/ 93325 w 157899"/>
                <a:gd name="connsiteY20" fmla="*/ 25719 h 132335"/>
                <a:gd name="connsiteX21" fmla="*/ 89134 w 157899"/>
                <a:gd name="connsiteY21" fmla="*/ 27624 h 132335"/>
                <a:gd name="connsiteX22" fmla="*/ 85705 w 157899"/>
                <a:gd name="connsiteY22" fmla="*/ 28481 h 132335"/>
                <a:gd name="connsiteX23" fmla="*/ 85705 w 157899"/>
                <a:gd name="connsiteY23" fmla="*/ 23528 h 132335"/>
                <a:gd name="connsiteX24" fmla="*/ 89229 w 157899"/>
                <a:gd name="connsiteY24" fmla="*/ 15051 h 132335"/>
                <a:gd name="connsiteX25" fmla="*/ 88276 w 157899"/>
                <a:gd name="connsiteY25" fmla="*/ 10574 h 132335"/>
                <a:gd name="connsiteX26" fmla="*/ 86752 w 157899"/>
                <a:gd name="connsiteY26" fmla="*/ 5812 h 132335"/>
                <a:gd name="connsiteX27" fmla="*/ 80085 w 157899"/>
                <a:gd name="connsiteY27" fmla="*/ 287 h 132335"/>
                <a:gd name="connsiteX28" fmla="*/ 71703 w 157899"/>
                <a:gd name="connsiteY28" fmla="*/ 287 h 132335"/>
                <a:gd name="connsiteX29" fmla="*/ 67226 w 157899"/>
                <a:gd name="connsiteY29" fmla="*/ 1716 h 132335"/>
                <a:gd name="connsiteX30" fmla="*/ 61321 w 157899"/>
                <a:gd name="connsiteY30" fmla="*/ 1240 h 132335"/>
                <a:gd name="connsiteX31" fmla="*/ 59035 w 157899"/>
                <a:gd name="connsiteY31" fmla="*/ 3907 h 132335"/>
                <a:gd name="connsiteX32" fmla="*/ 59035 w 157899"/>
                <a:gd name="connsiteY32" fmla="*/ 11336 h 132335"/>
                <a:gd name="connsiteX33" fmla="*/ 58082 w 157899"/>
                <a:gd name="connsiteY33" fmla="*/ 20004 h 132335"/>
                <a:gd name="connsiteX34" fmla="*/ 55225 w 157899"/>
                <a:gd name="connsiteY34" fmla="*/ 33625 h 132335"/>
                <a:gd name="connsiteX35" fmla="*/ 40461 w 157899"/>
                <a:gd name="connsiteY35" fmla="*/ 38863 h 132335"/>
                <a:gd name="connsiteX36" fmla="*/ 31508 w 157899"/>
                <a:gd name="connsiteY36" fmla="*/ 38864 h 132335"/>
                <a:gd name="connsiteX37" fmla="*/ 27793 w 157899"/>
                <a:gd name="connsiteY37" fmla="*/ 41245 h 132335"/>
                <a:gd name="connsiteX38" fmla="*/ 23411 w 157899"/>
                <a:gd name="connsiteY38" fmla="*/ 42959 h 132335"/>
                <a:gd name="connsiteX39" fmla="*/ 19982 w 157899"/>
                <a:gd name="connsiteY39" fmla="*/ 46483 h 132335"/>
                <a:gd name="connsiteX40" fmla="*/ 17982 w 157899"/>
                <a:gd name="connsiteY40" fmla="*/ 52103 h 132335"/>
                <a:gd name="connsiteX41" fmla="*/ 25316 w 157899"/>
                <a:gd name="connsiteY41" fmla="*/ 61628 h 132335"/>
                <a:gd name="connsiteX42" fmla="*/ 31603 w 157899"/>
                <a:gd name="connsiteY42" fmla="*/ 64581 h 132335"/>
                <a:gd name="connsiteX43" fmla="*/ 35698 w 157899"/>
                <a:gd name="connsiteY43" fmla="*/ 64581 h 132335"/>
                <a:gd name="connsiteX44" fmla="*/ 39889 w 157899"/>
                <a:gd name="connsiteY44" fmla="*/ 63438 h 132335"/>
                <a:gd name="connsiteX45" fmla="*/ 43128 w 157899"/>
                <a:gd name="connsiteY45" fmla="*/ 63438 h 132335"/>
                <a:gd name="connsiteX46" fmla="*/ 47224 w 157899"/>
                <a:gd name="connsiteY46" fmla="*/ 63438 h 132335"/>
                <a:gd name="connsiteX47" fmla="*/ 45604 w 157899"/>
                <a:gd name="connsiteY47" fmla="*/ 69248 h 132335"/>
                <a:gd name="connsiteX48" fmla="*/ 37603 w 157899"/>
                <a:gd name="connsiteY48" fmla="*/ 83345 h 132335"/>
                <a:gd name="connsiteX49" fmla="*/ 16839 w 157899"/>
                <a:gd name="connsiteY49" fmla="*/ 103157 h 132335"/>
                <a:gd name="connsiteX50" fmla="*/ 13696 w 157899"/>
                <a:gd name="connsiteY50" fmla="*/ 104586 h 132335"/>
                <a:gd name="connsiteX51" fmla="*/ 9314 w 157899"/>
                <a:gd name="connsiteY51" fmla="*/ 107920 h 132335"/>
                <a:gd name="connsiteX52" fmla="*/ 2837 w 157899"/>
                <a:gd name="connsiteY52" fmla="*/ 111635 h 132335"/>
                <a:gd name="connsiteX53" fmla="*/ -20 w 157899"/>
                <a:gd name="connsiteY53" fmla="*/ 114873 h 132335"/>
                <a:gd name="connsiteX54" fmla="*/ 4361 w 157899"/>
                <a:gd name="connsiteY54" fmla="*/ 116397 h 132335"/>
                <a:gd name="connsiteX55" fmla="*/ 6933 w 157899"/>
                <a:gd name="connsiteY55" fmla="*/ 121636 h 132335"/>
                <a:gd name="connsiteX56" fmla="*/ 10362 w 157899"/>
                <a:gd name="connsiteY56" fmla="*/ 124589 h 132335"/>
                <a:gd name="connsiteX57" fmla="*/ 15410 w 157899"/>
                <a:gd name="connsiteY57" fmla="*/ 123636 h 132335"/>
                <a:gd name="connsiteX58" fmla="*/ 24935 w 157899"/>
                <a:gd name="connsiteY58" fmla="*/ 121255 h 132335"/>
                <a:gd name="connsiteX59" fmla="*/ 34936 w 157899"/>
                <a:gd name="connsiteY59" fmla="*/ 115825 h 132335"/>
                <a:gd name="connsiteX60" fmla="*/ 48271 w 157899"/>
                <a:gd name="connsiteY60" fmla="*/ 107634 h 132335"/>
                <a:gd name="connsiteX61" fmla="*/ 61416 w 157899"/>
                <a:gd name="connsiteY61" fmla="*/ 94871 h 132335"/>
                <a:gd name="connsiteX62" fmla="*/ 70465 w 157899"/>
                <a:gd name="connsiteY62" fmla="*/ 81155 h 132335"/>
                <a:gd name="connsiteX63" fmla="*/ 83514 w 157899"/>
                <a:gd name="connsiteY63" fmla="*/ 92584 h 132335"/>
                <a:gd name="connsiteX64" fmla="*/ 89610 w 157899"/>
                <a:gd name="connsiteY64" fmla="*/ 99157 h 132335"/>
                <a:gd name="connsiteX65" fmla="*/ 99135 w 157899"/>
                <a:gd name="connsiteY65" fmla="*/ 111063 h 132335"/>
                <a:gd name="connsiteX66" fmla="*/ 107326 w 157899"/>
                <a:gd name="connsiteY66" fmla="*/ 125922 h 132335"/>
                <a:gd name="connsiteX67" fmla="*/ 112756 w 157899"/>
                <a:gd name="connsiteY67" fmla="*/ 129637 h 132335"/>
                <a:gd name="connsiteX68" fmla="*/ 122281 w 157899"/>
                <a:gd name="connsiteY68" fmla="*/ 130970 h 132335"/>
                <a:gd name="connsiteX69" fmla="*/ 128377 w 157899"/>
                <a:gd name="connsiteY69" fmla="*/ 132113 h 132335"/>
                <a:gd name="connsiteX70" fmla="*/ 135330 w 157899"/>
                <a:gd name="connsiteY70" fmla="*/ 132113 h 132335"/>
                <a:gd name="connsiteX71" fmla="*/ 142093 w 157899"/>
                <a:gd name="connsiteY71" fmla="*/ 132113 h 132335"/>
                <a:gd name="connsiteX72" fmla="*/ 145141 w 157899"/>
                <a:gd name="connsiteY72" fmla="*/ 131542 h 132335"/>
                <a:gd name="connsiteX73" fmla="*/ 148093 w 157899"/>
                <a:gd name="connsiteY73" fmla="*/ 128970 h 132335"/>
                <a:gd name="connsiteX74" fmla="*/ 155428 w 157899"/>
                <a:gd name="connsiteY74" fmla="*/ 125160 h 132335"/>
                <a:gd name="connsiteX75" fmla="*/ 155999 w 157899"/>
                <a:gd name="connsiteY75" fmla="*/ 120493 h 132335"/>
                <a:gd name="connsiteX76" fmla="*/ 157428 w 157899"/>
                <a:gd name="connsiteY76" fmla="*/ 117159 h 13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57899" h="132335">
                  <a:moveTo>
                    <a:pt x="157523" y="116492"/>
                  </a:moveTo>
                  <a:cubicBezTo>
                    <a:pt x="156856" y="115254"/>
                    <a:pt x="154570" y="115064"/>
                    <a:pt x="153142" y="114492"/>
                  </a:cubicBezTo>
                  <a:cubicBezTo>
                    <a:pt x="147427" y="112111"/>
                    <a:pt x="144093" y="110968"/>
                    <a:pt x="140378" y="109730"/>
                  </a:cubicBezTo>
                  <a:cubicBezTo>
                    <a:pt x="138950" y="109253"/>
                    <a:pt x="136949" y="107063"/>
                    <a:pt x="134854" y="106110"/>
                  </a:cubicBezTo>
                  <a:cubicBezTo>
                    <a:pt x="132293" y="105442"/>
                    <a:pt x="129829" y="104449"/>
                    <a:pt x="127519" y="103157"/>
                  </a:cubicBezTo>
                  <a:cubicBezTo>
                    <a:pt x="123534" y="99818"/>
                    <a:pt x="119227" y="96882"/>
                    <a:pt x="114661" y="94394"/>
                  </a:cubicBezTo>
                  <a:cubicBezTo>
                    <a:pt x="109517" y="91823"/>
                    <a:pt x="105136" y="82774"/>
                    <a:pt x="102088" y="80297"/>
                  </a:cubicBezTo>
                  <a:cubicBezTo>
                    <a:pt x="95667" y="75324"/>
                    <a:pt x="89962" y="69491"/>
                    <a:pt x="85133" y="62962"/>
                  </a:cubicBezTo>
                  <a:cubicBezTo>
                    <a:pt x="83612" y="60621"/>
                    <a:pt x="83194" y="57732"/>
                    <a:pt x="83990" y="55056"/>
                  </a:cubicBezTo>
                  <a:cubicBezTo>
                    <a:pt x="84863" y="53257"/>
                    <a:pt x="85985" y="51589"/>
                    <a:pt x="87324" y="50103"/>
                  </a:cubicBezTo>
                  <a:cubicBezTo>
                    <a:pt x="90580" y="48385"/>
                    <a:pt x="94035" y="47073"/>
                    <a:pt x="97611" y="46198"/>
                  </a:cubicBezTo>
                  <a:cubicBezTo>
                    <a:pt x="99814" y="45782"/>
                    <a:pt x="102041" y="45495"/>
                    <a:pt x="104278" y="45341"/>
                  </a:cubicBezTo>
                  <a:cubicBezTo>
                    <a:pt x="106372" y="44855"/>
                    <a:pt x="108369" y="44017"/>
                    <a:pt x="110184" y="42864"/>
                  </a:cubicBezTo>
                  <a:cubicBezTo>
                    <a:pt x="113668" y="41815"/>
                    <a:pt x="117023" y="40377"/>
                    <a:pt x="120185" y="38578"/>
                  </a:cubicBezTo>
                  <a:cubicBezTo>
                    <a:pt x="122185" y="37244"/>
                    <a:pt x="123424" y="35434"/>
                    <a:pt x="124471" y="35339"/>
                  </a:cubicBezTo>
                  <a:cubicBezTo>
                    <a:pt x="125519" y="35244"/>
                    <a:pt x="126662" y="34577"/>
                    <a:pt x="126567" y="32767"/>
                  </a:cubicBezTo>
                  <a:cubicBezTo>
                    <a:pt x="126567" y="28291"/>
                    <a:pt x="124471" y="23242"/>
                    <a:pt x="121138" y="22385"/>
                  </a:cubicBezTo>
                  <a:cubicBezTo>
                    <a:pt x="117804" y="21528"/>
                    <a:pt x="114661" y="22385"/>
                    <a:pt x="113327" y="19909"/>
                  </a:cubicBezTo>
                  <a:cubicBezTo>
                    <a:pt x="111994" y="17432"/>
                    <a:pt x="104278" y="19909"/>
                    <a:pt x="104278" y="19909"/>
                  </a:cubicBezTo>
                  <a:cubicBezTo>
                    <a:pt x="104278" y="19909"/>
                    <a:pt x="100468" y="22576"/>
                    <a:pt x="98373" y="24005"/>
                  </a:cubicBezTo>
                  <a:cubicBezTo>
                    <a:pt x="96753" y="24746"/>
                    <a:pt x="95061" y="25320"/>
                    <a:pt x="93325" y="25719"/>
                  </a:cubicBezTo>
                  <a:cubicBezTo>
                    <a:pt x="91896" y="25719"/>
                    <a:pt x="89610" y="27433"/>
                    <a:pt x="89134" y="27624"/>
                  </a:cubicBezTo>
                  <a:cubicBezTo>
                    <a:pt x="88118" y="28284"/>
                    <a:pt x="86911" y="28586"/>
                    <a:pt x="85705" y="28481"/>
                  </a:cubicBezTo>
                  <a:cubicBezTo>
                    <a:pt x="84657" y="28481"/>
                    <a:pt x="85705" y="24385"/>
                    <a:pt x="85705" y="23528"/>
                  </a:cubicBezTo>
                  <a:cubicBezTo>
                    <a:pt x="87038" y="19814"/>
                    <a:pt x="88658" y="16766"/>
                    <a:pt x="89229" y="15051"/>
                  </a:cubicBezTo>
                  <a:cubicBezTo>
                    <a:pt x="89800" y="13337"/>
                    <a:pt x="88658" y="12575"/>
                    <a:pt x="88276" y="10574"/>
                  </a:cubicBezTo>
                  <a:cubicBezTo>
                    <a:pt x="87895" y="8574"/>
                    <a:pt x="89038" y="6955"/>
                    <a:pt x="86752" y="5812"/>
                  </a:cubicBezTo>
                  <a:cubicBezTo>
                    <a:pt x="84042" y="4654"/>
                    <a:pt x="81727" y="2735"/>
                    <a:pt x="80085" y="287"/>
                  </a:cubicBezTo>
                  <a:cubicBezTo>
                    <a:pt x="80085" y="-665"/>
                    <a:pt x="73894" y="287"/>
                    <a:pt x="71703" y="287"/>
                  </a:cubicBezTo>
                  <a:cubicBezTo>
                    <a:pt x="69512" y="287"/>
                    <a:pt x="69226" y="1716"/>
                    <a:pt x="67226" y="1716"/>
                  </a:cubicBezTo>
                  <a:cubicBezTo>
                    <a:pt x="65226" y="1716"/>
                    <a:pt x="65226" y="192"/>
                    <a:pt x="61321" y="1240"/>
                  </a:cubicBezTo>
                  <a:cubicBezTo>
                    <a:pt x="60083" y="1240"/>
                    <a:pt x="58939" y="1811"/>
                    <a:pt x="59035" y="3907"/>
                  </a:cubicBezTo>
                  <a:cubicBezTo>
                    <a:pt x="59430" y="6367"/>
                    <a:pt x="59430" y="8876"/>
                    <a:pt x="59035" y="11336"/>
                  </a:cubicBezTo>
                  <a:cubicBezTo>
                    <a:pt x="59090" y="14254"/>
                    <a:pt x="58770" y="17168"/>
                    <a:pt x="58082" y="20004"/>
                  </a:cubicBezTo>
                  <a:cubicBezTo>
                    <a:pt x="56047" y="24248"/>
                    <a:pt x="55067" y="28921"/>
                    <a:pt x="55225" y="33625"/>
                  </a:cubicBezTo>
                  <a:cubicBezTo>
                    <a:pt x="50745" y="36428"/>
                    <a:pt x="45706" y="38216"/>
                    <a:pt x="40461" y="38863"/>
                  </a:cubicBezTo>
                  <a:cubicBezTo>
                    <a:pt x="37413" y="38864"/>
                    <a:pt x="33127" y="38197"/>
                    <a:pt x="31508" y="38864"/>
                  </a:cubicBezTo>
                  <a:cubicBezTo>
                    <a:pt x="30100" y="39356"/>
                    <a:pt x="28827" y="40171"/>
                    <a:pt x="27793" y="41245"/>
                  </a:cubicBezTo>
                  <a:cubicBezTo>
                    <a:pt x="26364" y="42197"/>
                    <a:pt x="24650" y="42007"/>
                    <a:pt x="23411" y="42959"/>
                  </a:cubicBezTo>
                  <a:cubicBezTo>
                    <a:pt x="22173" y="43912"/>
                    <a:pt x="21411" y="45436"/>
                    <a:pt x="19982" y="46483"/>
                  </a:cubicBezTo>
                  <a:cubicBezTo>
                    <a:pt x="18254" y="47790"/>
                    <a:pt x="17468" y="49999"/>
                    <a:pt x="17982" y="52103"/>
                  </a:cubicBezTo>
                  <a:cubicBezTo>
                    <a:pt x="18358" y="56438"/>
                    <a:pt x="21222" y="60157"/>
                    <a:pt x="25316" y="61628"/>
                  </a:cubicBezTo>
                  <a:cubicBezTo>
                    <a:pt x="28174" y="61628"/>
                    <a:pt x="29412" y="63819"/>
                    <a:pt x="31603" y="64581"/>
                  </a:cubicBezTo>
                  <a:cubicBezTo>
                    <a:pt x="32934" y="65011"/>
                    <a:pt x="34367" y="65011"/>
                    <a:pt x="35698" y="64581"/>
                  </a:cubicBezTo>
                  <a:cubicBezTo>
                    <a:pt x="37032" y="64581"/>
                    <a:pt x="38746" y="63438"/>
                    <a:pt x="39889" y="63438"/>
                  </a:cubicBezTo>
                  <a:cubicBezTo>
                    <a:pt x="41033" y="63438"/>
                    <a:pt x="41890" y="63438"/>
                    <a:pt x="43128" y="63438"/>
                  </a:cubicBezTo>
                  <a:cubicBezTo>
                    <a:pt x="44366" y="63438"/>
                    <a:pt x="47128" y="62485"/>
                    <a:pt x="47224" y="63438"/>
                  </a:cubicBezTo>
                  <a:cubicBezTo>
                    <a:pt x="47156" y="65476"/>
                    <a:pt x="46601" y="67469"/>
                    <a:pt x="45604" y="69248"/>
                  </a:cubicBezTo>
                  <a:cubicBezTo>
                    <a:pt x="44069" y="74505"/>
                    <a:pt x="41329" y="79331"/>
                    <a:pt x="37603" y="83345"/>
                  </a:cubicBezTo>
                  <a:cubicBezTo>
                    <a:pt x="31071" y="90345"/>
                    <a:pt x="24138" y="96960"/>
                    <a:pt x="16839" y="103157"/>
                  </a:cubicBezTo>
                  <a:cubicBezTo>
                    <a:pt x="16077" y="103633"/>
                    <a:pt x="14267" y="103919"/>
                    <a:pt x="13696" y="104586"/>
                  </a:cubicBezTo>
                  <a:cubicBezTo>
                    <a:pt x="12311" y="105794"/>
                    <a:pt x="10847" y="106907"/>
                    <a:pt x="9314" y="107920"/>
                  </a:cubicBezTo>
                  <a:cubicBezTo>
                    <a:pt x="7406" y="109552"/>
                    <a:pt x="5209" y="110812"/>
                    <a:pt x="2837" y="111635"/>
                  </a:cubicBezTo>
                  <a:cubicBezTo>
                    <a:pt x="-211" y="112682"/>
                    <a:pt x="-878" y="114016"/>
                    <a:pt x="-20" y="114873"/>
                  </a:cubicBezTo>
                  <a:cubicBezTo>
                    <a:pt x="1381" y="115537"/>
                    <a:pt x="2850" y="116048"/>
                    <a:pt x="4361" y="116397"/>
                  </a:cubicBezTo>
                  <a:cubicBezTo>
                    <a:pt x="5885" y="117159"/>
                    <a:pt x="5980" y="120874"/>
                    <a:pt x="6933" y="121636"/>
                  </a:cubicBezTo>
                  <a:cubicBezTo>
                    <a:pt x="7885" y="122398"/>
                    <a:pt x="9028" y="124303"/>
                    <a:pt x="10362" y="124589"/>
                  </a:cubicBezTo>
                  <a:cubicBezTo>
                    <a:pt x="12088" y="124579"/>
                    <a:pt x="13799" y="124256"/>
                    <a:pt x="15410" y="123636"/>
                  </a:cubicBezTo>
                  <a:cubicBezTo>
                    <a:pt x="17410" y="122683"/>
                    <a:pt x="21983" y="122874"/>
                    <a:pt x="24935" y="121255"/>
                  </a:cubicBezTo>
                  <a:cubicBezTo>
                    <a:pt x="27888" y="119635"/>
                    <a:pt x="32650" y="117350"/>
                    <a:pt x="34936" y="115825"/>
                  </a:cubicBezTo>
                  <a:cubicBezTo>
                    <a:pt x="39875" y="113995"/>
                    <a:pt x="44406" y="111212"/>
                    <a:pt x="48271" y="107634"/>
                  </a:cubicBezTo>
                  <a:cubicBezTo>
                    <a:pt x="53701" y="101729"/>
                    <a:pt x="56939" y="99728"/>
                    <a:pt x="61416" y="94871"/>
                  </a:cubicBezTo>
                  <a:cubicBezTo>
                    <a:pt x="65893" y="90013"/>
                    <a:pt x="69798" y="80774"/>
                    <a:pt x="70465" y="81155"/>
                  </a:cubicBezTo>
                  <a:cubicBezTo>
                    <a:pt x="71131" y="81535"/>
                    <a:pt x="77704" y="88393"/>
                    <a:pt x="83514" y="92584"/>
                  </a:cubicBezTo>
                  <a:cubicBezTo>
                    <a:pt x="85684" y="94643"/>
                    <a:pt x="87720" y="96838"/>
                    <a:pt x="89610" y="99157"/>
                  </a:cubicBezTo>
                  <a:cubicBezTo>
                    <a:pt x="92492" y="103352"/>
                    <a:pt x="95675" y="107331"/>
                    <a:pt x="99135" y="111063"/>
                  </a:cubicBezTo>
                  <a:cubicBezTo>
                    <a:pt x="107993" y="119255"/>
                    <a:pt x="105517" y="120588"/>
                    <a:pt x="107326" y="125922"/>
                  </a:cubicBezTo>
                  <a:cubicBezTo>
                    <a:pt x="107993" y="127827"/>
                    <a:pt x="110851" y="129160"/>
                    <a:pt x="112756" y="129637"/>
                  </a:cubicBezTo>
                  <a:cubicBezTo>
                    <a:pt x="114661" y="130113"/>
                    <a:pt x="118756" y="128780"/>
                    <a:pt x="122281" y="130970"/>
                  </a:cubicBezTo>
                  <a:cubicBezTo>
                    <a:pt x="124223" y="131729"/>
                    <a:pt x="126291" y="132117"/>
                    <a:pt x="128377" y="132113"/>
                  </a:cubicBezTo>
                  <a:cubicBezTo>
                    <a:pt x="131139" y="132113"/>
                    <a:pt x="133711" y="132113"/>
                    <a:pt x="135330" y="132113"/>
                  </a:cubicBezTo>
                  <a:cubicBezTo>
                    <a:pt x="137583" y="132228"/>
                    <a:pt x="139840" y="132228"/>
                    <a:pt x="142093" y="132113"/>
                  </a:cubicBezTo>
                  <a:cubicBezTo>
                    <a:pt x="142950" y="132113"/>
                    <a:pt x="144188" y="132113"/>
                    <a:pt x="145141" y="131542"/>
                  </a:cubicBezTo>
                  <a:cubicBezTo>
                    <a:pt x="146093" y="130970"/>
                    <a:pt x="146855" y="129160"/>
                    <a:pt x="148093" y="128970"/>
                  </a:cubicBezTo>
                  <a:cubicBezTo>
                    <a:pt x="150967" y="128793"/>
                    <a:pt x="153631" y="127409"/>
                    <a:pt x="155428" y="125160"/>
                  </a:cubicBezTo>
                  <a:cubicBezTo>
                    <a:pt x="156475" y="123922"/>
                    <a:pt x="155904" y="121731"/>
                    <a:pt x="155999" y="120493"/>
                  </a:cubicBezTo>
                  <a:cubicBezTo>
                    <a:pt x="156094" y="119255"/>
                    <a:pt x="158000" y="118207"/>
                    <a:pt x="157428" y="117159"/>
                  </a:cubicBezTo>
                </a:path>
              </a:pathLst>
            </a:custGeom>
            <a:grpFill/>
            <a:ln w="9525" cap="flat">
              <a:noFill/>
              <a:prstDash val="solid"/>
              <a:miter/>
            </a:ln>
          </p:spPr>
          <p:txBody>
            <a:bodyPr rtlCol="0" anchor="ctr"/>
            <a:lstStyle/>
            <a:p>
              <a:endParaRPr lang="zh-CN" altLang="en-US"/>
            </a:p>
          </p:txBody>
        </p:sp>
      </p:gr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3" name="PA-矩形 7"/>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pic>
        <p:nvPicPr>
          <p:cNvPr id="266" name="图形 265"/>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l="43218"/>
          <a:stretch>
            <a:fillRect/>
          </a:stretch>
        </p:blipFill>
        <p:spPr>
          <a:xfrm>
            <a:off x="-13675" y="162968"/>
            <a:ext cx="3873138" cy="6532064"/>
          </a:xfrm>
          <a:custGeom>
            <a:avLst/>
            <a:gdLst>
              <a:gd name="connsiteX0" fmla="*/ 0 w 3873138"/>
              <a:gd name="connsiteY0" fmla="*/ 0 h 6532064"/>
              <a:gd name="connsiteX1" fmla="*/ 3873138 w 3873138"/>
              <a:gd name="connsiteY1" fmla="*/ 0 h 6532064"/>
              <a:gd name="connsiteX2" fmla="*/ 3873138 w 3873138"/>
              <a:gd name="connsiteY2" fmla="*/ 6532064 h 6532064"/>
              <a:gd name="connsiteX3" fmla="*/ 0 w 3873138"/>
              <a:gd name="connsiteY3" fmla="*/ 6532064 h 6532064"/>
            </a:gdLst>
            <a:ahLst/>
            <a:cxnLst>
              <a:cxn ang="0">
                <a:pos x="connsiteX0" y="connsiteY0"/>
              </a:cxn>
              <a:cxn ang="0">
                <a:pos x="connsiteX1" y="connsiteY1"/>
              </a:cxn>
              <a:cxn ang="0">
                <a:pos x="connsiteX2" y="connsiteY2"/>
              </a:cxn>
              <a:cxn ang="0">
                <a:pos x="connsiteX3" y="connsiteY3"/>
              </a:cxn>
            </a:cxnLst>
            <a:rect l="l" t="t" r="r" b="b"/>
            <a:pathLst>
              <a:path w="3873138" h="6532064">
                <a:moveTo>
                  <a:pt x="0" y="0"/>
                </a:moveTo>
                <a:lnTo>
                  <a:pt x="3873138" y="0"/>
                </a:lnTo>
                <a:lnTo>
                  <a:pt x="3873138" y="6532064"/>
                </a:lnTo>
                <a:lnTo>
                  <a:pt x="0" y="6532064"/>
                </a:lnTo>
                <a:close/>
              </a:path>
            </a:pathLst>
          </a:custGeom>
        </p:spPr>
      </p:pic>
      <p:sp>
        <p:nvSpPr>
          <p:cNvPr id="35" name="PA-矩形 7"/>
          <p:cNvSpPr/>
          <p:nvPr userDrawn="1">
            <p:custDataLst>
              <p:tags r:id="rId5"/>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矩形 2"/>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ea"/>
              <a:sym typeface="+mn-lt"/>
            </a:endParaRPr>
          </a:p>
        </p:txBody>
      </p:sp>
      <p:sp>
        <p:nvSpPr>
          <p:cNvPr id="31" name="任意多边形: 形状 30"/>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1" fmla="*/ 0 w 6415214"/>
              <a:gd name="connsiteY0-2" fmla="*/ 171407 h 262847"/>
              <a:gd name="connsiteX1-3" fmla="*/ 6415214 w 6415214"/>
              <a:gd name="connsiteY1-4" fmla="*/ 171407 h 262847"/>
              <a:gd name="connsiteX2-5" fmla="*/ 6415214 w 6415214"/>
              <a:gd name="connsiteY2-6" fmla="*/ 100390 h 262847"/>
              <a:gd name="connsiteX3-7" fmla="*/ 511261 w 6415214"/>
              <a:gd name="connsiteY3-8" fmla="*/ 100390 h 262847"/>
              <a:gd name="connsiteX4-9" fmla="*/ 229919 w 6415214"/>
              <a:gd name="connsiteY4-10" fmla="*/ 0 h 262847"/>
              <a:gd name="connsiteX5-11" fmla="*/ 229919 w 6415214"/>
              <a:gd name="connsiteY5-12" fmla="*/ 100390 h 262847"/>
              <a:gd name="connsiteX6-13" fmla="*/ 0 w 6415214"/>
              <a:gd name="connsiteY6-14" fmla="*/ 100390 h 262847"/>
              <a:gd name="connsiteX7" fmla="*/ 91440 w 6415214"/>
              <a:gd name="connsiteY7" fmla="*/ 262847 h 262847"/>
              <a:gd name="connsiteX0-15" fmla="*/ 0 w 6415214"/>
              <a:gd name="connsiteY0-16" fmla="*/ 171407 h 171407"/>
              <a:gd name="connsiteX1-17" fmla="*/ 6415214 w 6415214"/>
              <a:gd name="connsiteY1-18" fmla="*/ 171407 h 171407"/>
              <a:gd name="connsiteX2-19" fmla="*/ 6415214 w 6415214"/>
              <a:gd name="connsiteY2-20" fmla="*/ 100390 h 171407"/>
              <a:gd name="connsiteX3-21" fmla="*/ 511261 w 6415214"/>
              <a:gd name="connsiteY3-22" fmla="*/ 100390 h 171407"/>
              <a:gd name="connsiteX4-23" fmla="*/ 229919 w 6415214"/>
              <a:gd name="connsiteY4-24" fmla="*/ 0 h 171407"/>
              <a:gd name="connsiteX5-25" fmla="*/ 229919 w 6415214"/>
              <a:gd name="connsiteY5-26" fmla="*/ 100390 h 171407"/>
              <a:gd name="connsiteX6-27" fmla="*/ 0 w 6415214"/>
              <a:gd name="connsiteY6-28" fmla="*/ 100390 h 171407"/>
              <a:gd name="connsiteX0-29" fmla="*/ 0 w 6415214"/>
              <a:gd name="connsiteY0-30" fmla="*/ 171407 h 171407"/>
              <a:gd name="connsiteX1-31" fmla="*/ 6415214 w 6415214"/>
              <a:gd name="connsiteY1-32" fmla="*/ 100390 h 171407"/>
              <a:gd name="connsiteX2-33" fmla="*/ 511261 w 6415214"/>
              <a:gd name="connsiteY2-34" fmla="*/ 100390 h 171407"/>
              <a:gd name="connsiteX3-35" fmla="*/ 229919 w 6415214"/>
              <a:gd name="connsiteY3-36" fmla="*/ 0 h 171407"/>
              <a:gd name="connsiteX4-37" fmla="*/ 229919 w 6415214"/>
              <a:gd name="connsiteY4-38" fmla="*/ 100390 h 171407"/>
              <a:gd name="connsiteX5-39" fmla="*/ 0 w 6415214"/>
              <a:gd name="connsiteY5-40" fmla="*/ 100390 h 171407"/>
              <a:gd name="connsiteX0-41" fmla="*/ 6415214 w 6415214"/>
              <a:gd name="connsiteY0-42" fmla="*/ 100390 h 100390"/>
              <a:gd name="connsiteX1-43" fmla="*/ 511261 w 6415214"/>
              <a:gd name="connsiteY1-44" fmla="*/ 100390 h 100390"/>
              <a:gd name="connsiteX2-45" fmla="*/ 229919 w 6415214"/>
              <a:gd name="connsiteY2-46" fmla="*/ 0 h 100390"/>
              <a:gd name="connsiteX3-47" fmla="*/ 229919 w 6415214"/>
              <a:gd name="connsiteY3-48" fmla="*/ 100390 h 100390"/>
              <a:gd name="connsiteX4-49" fmla="*/ 0 w 6415214"/>
              <a:gd name="connsiteY4-50" fmla="*/ 100390 h 100390"/>
              <a:gd name="connsiteX0-51" fmla="*/ 6415214 w 6415214"/>
              <a:gd name="connsiteY0-52" fmla="*/ 195640 h 195640"/>
              <a:gd name="connsiteX1-53" fmla="*/ 511261 w 6415214"/>
              <a:gd name="connsiteY1-54" fmla="*/ 195640 h 195640"/>
              <a:gd name="connsiteX2-55" fmla="*/ 227538 w 6415214"/>
              <a:gd name="connsiteY2-56" fmla="*/ 0 h 195640"/>
              <a:gd name="connsiteX3-57" fmla="*/ 229919 w 6415214"/>
              <a:gd name="connsiteY3-58" fmla="*/ 195640 h 195640"/>
              <a:gd name="connsiteX4-59" fmla="*/ 0 w 6415214"/>
              <a:gd name="connsiteY4-60" fmla="*/ 195640 h 195640"/>
              <a:gd name="connsiteX0-61" fmla="*/ 6415214 w 6415214"/>
              <a:gd name="connsiteY0-62" fmla="*/ 193259 h 193259"/>
              <a:gd name="connsiteX1-63" fmla="*/ 511261 w 6415214"/>
              <a:gd name="connsiteY1-64" fmla="*/ 193259 h 193259"/>
              <a:gd name="connsiteX2-65" fmla="*/ 232301 w 6415214"/>
              <a:gd name="connsiteY2-66" fmla="*/ 0 h 193259"/>
              <a:gd name="connsiteX3-67" fmla="*/ 229919 w 6415214"/>
              <a:gd name="connsiteY3-68" fmla="*/ 193259 h 193259"/>
              <a:gd name="connsiteX4-69" fmla="*/ 0 w 6415214"/>
              <a:gd name="connsiteY4-70" fmla="*/ 193259 h 1932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sym typeface="+mn-lt"/>
            </a:endParaRPr>
          </a:p>
        </p:txBody>
      </p:sp>
      <p:sp>
        <p:nvSpPr>
          <p:cNvPr id="48" name="标题 47"/>
          <p:cNvSpPr>
            <a:spLocks noGrp="1"/>
          </p:cNvSpPr>
          <p:nvPr>
            <p:ph type="title" hasCustomPrompt="1"/>
          </p:nvPr>
        </p:nvSpPr>
        <p:spPr>
          <a:xfrm>
            <a:off x="5143364" y="2558484"/>
            <a:ext cx="6206079"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endParaRPr lang="zh-CN" altLang="en-US" dirty="0"/>
          </a:p>
        </p:txBody>
      </p:sp>
      <p:sp>
        <p:nvSpPr>
          <p:cNvPr id="60" name="文本占位符 87"/>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endParaRPr lang="zh-CN" altLang="en-US" dirty="0"/>
          </a:p>
        </p:txBody>
      </p:sp>
      <p:sp>
        <p:nvSpPr>
          <p:cNvPr id="38" name="文本占位符 53"/>
          <p:cNvSpPr>
            <a:spLocks noGrp="1"/>
          </p:cNvSpPr>
          <p:nvPr>
            <p:ph type="body" sz="quarter" idx="16" hasCustomPrompt="1"/>
          </p:nvPr>
        </p:nvSpPr>
        <p:spPr>
          <a:xfrm>
            <a:off x="5143364" y="4185030"/>
            <a:ext cx="6229674"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grpSp>
        <p:nvGrpSpPr>
          <p:cNvPr id="2" name="组合 1"/>
          <p:cNvGrpSpPr/>
          <p:nvPr userDrawn="1"/>
        </p:nvGrpSpPr>
        <p:grpSpPr>
          <a:xfrm>
            <a:off x="1104911" y="2343808"/>
            <a:ext cx="2855385" cy="2170385"/>
            <a:chOff x="1104911" y="2343808"/>
            <a:chExt cx="2855385" cy="2170385"/>
          </a:xfrm>
        </p:grpSpPr>
        <p:grpSp>
          <p:nvGrpSpPr>
            <p:cNvPr id="143" name="组合 142"/>
            <p:cNvGrpSpPr/>
            <p:nvPr/>
          </p:nvGrpSpPr>
          <p:grpSpPr>
            <a:xfrm>
              <a:off x="1829034" y="2343808"/>
              <a:ext cx="1409945" cy="1409945"/>
              <a:chOff x="5251372" y="2617131"/>
              <a:chExt cx="540067" cy="540067"/>
            </a:xfrm>
          </p:grpSpPr>
          <p:sp>
            <p:nvSpPr>
              <p:cNvPr id="183" name="任意多边形: 形状 182"/>
              <p:cNvSpPr/>
              <p:nvPr/>
            </p:nvSpPr>
            <p:spPr>
              <a:xfrm>
                <a:off x="5254991" y="2620465"/>
                <a:ext cx="533400" cy="533400"/>
              </a:xfrm>
              <a:custGeom>
                <a:avLst/>
                <a:gdLst>
                  <a:gd name="connsiteX0" fmla="*/ -365 w 533400"/>
                  <a:gd name="connsiteY0" fmla="*/ 266564 h 533400"/>
                  <a:gd name="connsiteX1" fmla="*/ 266335 w 533400"/>
                  <a:gd name="connsiteY1" fmla="*/ -136 h 533400"/>
                  <a:gd name="connsiteX2" fmla="*/ 533035 w 533400"/>
                  <a:gd name="connsiteY2" fmla="*/ 266564 h 533400"/>
                  <a:gd name="connsiteX3" fmla="*/ 266335 w 533400"/>
                  <a:gd name="connsiteY3" fmla="*/ 533264 h 533400"/>
                  <a:gd name="connsiteX4" fmla="*/ -365 w 533400"/>
                  <a:gd name="connsiteY4" fmla="*/ 266564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533400">
                    <a:moveTo>
                      <a:pt x="-365" y="266564"/>
                    </a:moveTo>
                    <a:cubicBezTo>
                      <a:pt x="-365" y="119270"/>
                      <a:pt x="119041" y="-136"/>
                      <a:pt x="266335" y="-136"/>
                    </a:cubicBezTo>
                    <a:cubicBezTo>
                      <a:pt x="413629" y="-136"/>
                      <a:pt x="533035" y="119270"/>
                      <a:pt x="533035" y="266564"/>
                    </a:cubicBezTo>
                    <a:cubicBezTo>
                      <a:pt x="533035" y="413858"/>
                      <a:pt x="413629" y="533264"/>
                      <a:pt x="266335" y="533264"/>
                    </a:cubicBezTo>
                    <a:cubicBezTo>
                      <a:pt x="119041" y="533264"/>
                      <a:pt x="-365" y="413858"/>
                      <a:pt x="-365" y="266564"/>
                    </a:cubicBezTo>
                  </a:path>
                </a:pathLst>
              </a:custGeom>
              <a:solidFill>
                <a:srgbClr val="A13F0B"/>
              </a:solidFill>
              <a:ln w="9525" cap="flat">
                <a:noFill/>
                <a:prstDash val="solid"/>
                <a:miter/>
              </a:ln>
            </p:spPr>
            <p:txBody>
              <a:bodyPr rtlCol="0" anchor="ctr"/>
              <a:lstStyle/>
              <a:p>
                <a:endParaRPr lang="zh-CN" altLang="en-US"/>
              </a:p>
            </p:txBody>
          </p:sp>
          <p:sp>
            <p:nvSpPr>
              <p:cNvPr id="184" name="任意多边形: 形状 183"/>
              <p:cNvSpPr/>
              <p:nvPr/>
            </p:nvSpPr>
            <p:spPr>
              <a:xfrm>
                <a:off x="5251372" y="2617131"/>
                <a:ext cx="540067" cy="540067"/>
              </a:xfrm>
              <a:custGeom>
                <a:avLst/>
                <a:gdLst>
                  <a:gd name="connsiteX0" fmla="*/ 269669 w 540067"/>
                  <a:gd name="connsiteY0" fmla="*/ 539932 h 540067"/>
                  <a:gd name="connsiteX1" fmla="*/ -365 w 540067"/>
                  <a:gd name="connsiteY1" fmla="*/ 269898 h 540067"/>
                  <a:gd name="connsiteX2" fmla="*/ 269669 w 540067"/>
                  <a:gd name="connsiteY2" fmla="*/ -136 h 540067"/>
                  <a:gd name="connsiteX3" fmla="*/ 539703 w 540067"/>
                  <a:gd name="connsiteY3" fmla="*/ 269898 h 540067"/>
                  <a:gd name="connsiteX4" fmla="*/ 269669 w 540067"/>
                  <a:gd name="connsiteY4" fmla="*/ 539932 h 540067"/>
                  <a:gd name="connsiteX5" fmla="*/ 269669 w 540067"/>
                  <a:gd name="connsiteY5" fmla="*/ 7198 h 540067"/>
                  <a:gd name="connsiteX6" fmla="*/ 6779 w 540067"/>
                  <a:gd name="connsiteY6" fmla="*/ 269898 h 540067"/>
                  <a:gd name="connsiteX7" fmla="*/ 269478 w 540067"/>
                  <a:gd name="connsiteY7" fmla="*/ 532788 h 540067"/>
                  <a:gd name="connsiteX8" fmla="*/ 532368 w 540067"/>
                  <a:gd name="connsiteY8" fmla="*/ 270089 h 540067"/>
                  <a:gd name="connsiteX9" fmla="*/ 532368 w 540067"/>
                  <a:gd name="connsiteY9" fmla="*/ 269898 h 540067"/>
                  <a:gd name="connsiteX10" fmla="*/ 269573 w 540067"/>
                  <a:gd name="connsiteY10" fmla="*/ 7199 h 54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0067" h="540067">
                    <a:moveTo>
                      <a:pt x="269669" y="539932"/>
                    </a:moveTo>
                    <a:cubicBezTo>
                      <a:pt x="120533" y="539932"/>
                      <a:pt x="-365" y="419034"/>
                      <a:pt x="-365" y="269898"/>
                    </a:cubicBezTo>
                    <a:cubicBezTo>
                      <a:pt x="-365" y="120762"/>
                      <a:pt x="120533" y="-136"/>
                      <a:pt x="269669" y="-136"/>
                    </a:cubicBezTo>
                    <a:cubicBezTo>
                      <a:pt x="418804" y="-136"/>
                      <a:pt x="539703" y="120762"/>
                      <a:pt x="539703" y="269898"/>
                    </a:cubicBezTo>
                    <a:cubicBezTo>
                      <a:pt x="539545" y="418968"/>
                      <a:pt x="418739" y="539774"/>
                      <a:pt x="269669" y="539932"/>
                    </a:cubicBezTo>
                    <a:moveTo>
                      <a:pt x="269669" y="7198"/>
                    </a:moveTo>
                    <a:cubicBezTo>
                      <a:pt x="124531" y="7146"/>
                      <a:pt x="6831" y="124760"/>
                      <a:pt x="6779" y="269898"/>
                    </a:cubicBezTo>
                    <a:cubicBezTo>
                      <a:pt x="6726" y="415036"/>
                      <a:pt x="124341" y="532735"/>
                      <a:pt x="269478" y="532788"/>
                    </a:cubicBezTo>
                    <a:cubicBezTo>
                      <a:pt x="414616" y="532841"/>
                      <a:pt x="532316" y="415226"/>
                      <a:pt x="532368" y="270089"/>
                    </a:cubicBezTo>
                    <a:cubicBezTo>
                      <a:pt x="532368" y="270025"/>
                      <a:pt x="532368" y="269962"/>
                      <a:pt x="532368" y="269898"/>
                    </a:cubicBezTo>
                    <a:cubicBezTo>
                      <a:pt x="532211" y="124841"/>
                      <a:pt x="414630" y="7304"/>
                      <a:pt x="269573" y="7199"/>
                    </a:cubicBezTo>
                  </a:path>
                </a:pathLst>
              </a:custGeom>
              <a:solidFill>
                <a:srgbClr val="DAB293"/>
              </a:solidFill>
              <a:ln w="9525" cap="flat">
                <a:noFill/>
                <a:prstDash val="solid"/>
                <a:miter/>
              </a:ln>
            </p:spPr>
            <p:txBody>
              <a:bodyPr rtlCol="0" anchor="ctr"/>
              <a:lstStyle/>
              <a:p>
                <a:endParaRPr lang="zh-CN" altLang="en-US"/>
              </a:p>
            </p:txBody>
          </p:sp>
          <p:sp>
            <p:nvSpPr>
              <p:cNvPr id="185" name="任意多边形: 形状 184"/>
              <p:cNvSpPr/>
              <p:nvPr/>
            </p:nvSpPr>
            <p:spPr>
              <a:xfrm>
                <a:off x="5319380" y="2685140"/>
                <a:ext cx="404050" cy="404050"/>
              </a:xfrm>
              <a:custGeom>
                <a:avLst/>
                <a:gdLst>
                  <a:gd name="connsiteX0" fmla="*/ -365 w 404050"/>
                  <a:gd name="connsiteY0" fmla="*/ 201889 h 404050"/>
                  <a:gd name="connsiteX1" fmla="*/ 201660 w 404050"/>
                  <a:gd name="connsiteY1" fmla="*/ -136 h 404050"/>
                  <a:gd name="connsiteX2" fmla="*/ 403685 w 404050"/>
                  <a:gd name="connsiteY2" fmla="*/ 201889 h 404050"/>
                  <a:gd name="connsiteX3" fmla="*/ 201660 w 404050"/>
                  <a:gd name="connsiteY3" fmla="*/ 403914 h 404050"/>
                  <a:gd name="connsiteX4" fmla="*/ -365 w 404050"/>
                  <a:gd name="connsiteY4" fmla="*/ 201889 h 404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050" h="404050">
                    <a:moveTo>
                      <a:pt x="-365" y="201889"/>
                    </a:moveTo>
                    <a:cubicBezTo>
                      <a:pt x="-365" y="90314"/>
                      <a:pt x="90085" y="-136"/>
                      <a:pt x="201660" y="-136"/>
                    </a:cubicBezTo>
                    <a:cubicBezTo>
                      <a:pt x="313236" y="-136"/>
                      <a:pt x="403685" y="90314"/>
                      <a:pt x="403685" y="201889"/>
                    </a:cubicBezTo>
                    <a:cubicBezTo>
                      <a:pt x="403685" y="313465"/>
                      <a:pt x="313236" y="403914"/>
                      <a:pt x="201660" y="403914"/>
                    </a:cubicBezTo>
                    <a:cubicBezTo>
                      <a:pt x="90107" y="403862"/>
                      <a:pt x="-312" y="313443"/>
                      <a:pt x="-365" y="201889"/>
                    </a:cubicBezTo>
                  </a:path>
                </a:pathLst>
              </a:custGeom>
              <a:solidFill>
                <a:srgbClr val="005C30"/>
              </a:solidFill>
              <a:ln w="9525" cap="flat">
                <a:noFill/>
                <a:prstDash val="solid"/>
                <a:miter/>
              </a:ln>
            </p:spPr>
            <p:txBody>
              <a:bodyPr rtlCol="0" anchor="ctr"/>
              <a:lstStyle/>
              <a:p>
                <a:endParaRPr lang="zh-CN" altLang="en-US"/>
              </a:p>
            </p:txBody>
          </p:sp>
          <p:grpSp>
            <p:nvGrpSpPr>
              <p:cNvPr id="186" name="图形 4"/>
              <p:cNvGrpSpPr/>
              <p:nvPr/>
            </p:nvGrpSpPr>
            <p:grpSpPr>
              <a:xfrm>
                <a:off x="5443776" y="3014229"/>
                <a:ext cx="156019" cy="72855"/>
                <a:chOff x="5443776" y="3014229"/>
                <a:chExt cx="156019" cy="72855"/>
              </a:xfrm>
              <a:solidFill>
                <a:srgbClr val="009944"/>
              </a:solidFill>
            </p:grpSpPr>
            <p:sp>
              <p:nvSpPr>
                <p:cNvPr id="253" name="任意多边形: 形状 252"/>
                <p:cNvSpPr/>
                <p:nvPr/>
              </p:nvSpPr>
              <p:spPr>
                <a:xfrm>
                  <a:off x="5443776" y="3014229"/>
                  <a:ext cx="156019" cy="52578"/>
                </a:xfrm>
                <a:custGeom>
                  <a:avLst/>
                  <a:gdLst>
                    <a:gd name="connsiteX0" fmla="*/ 76978 w 156019"/>
                    <a:gd name="connsiteY0" fmla="*/ -136 h 52578"/>
                    <a:gd name="connsiteX1" fmla="*/ 75073 w 156019"/>
                    <a:gd name="connsiteY1" fmla="*/ 2341 h 52578"/>
                    <a:gd name="connsiteX2" fmla="*/ 72978 w 156019"/>
                    <a:gd name="connsiteY2" fmla="*/ 4627 h 52578"/>
                    <a:gd name="connsiteX3" fmla="*/ 73740 w 156019"/>
                    <a:gd name="connsiteY3" fmla="*/ 5389 h 52578"/>
                    <a:gd name="connsiteX4" fmla="*/ 73740 w 156019"/>
                    <a:gd name="connsiteY4" fmla="*/ 21962 h 52578"/>
                    <a:gd name="connsiteX5" fmla="*/ 64881 w 156019"/>
                    <a:gd name="connsiteY5" fmla="*/ 22438 h 52578"/>
                    <a:gd name="connsiteX6" fmla="*/ 59262 w 156019"/>
                    <a:gd name="connsiteY6" fmla="*/ 25867 h 52578"/>
                    <a:gd name="connsiteX7" fmla="*/ 52975 w 156019"/>
                    <a:gd name="connsiteY7" fmla="*/ 27582 h 52578"/>
                    <a:gd name="connsiteX8" fmla="*/ 48022 w 156019"/>
                    <a:gd name="connsiteY8" fmla="*/ 31011 h 52578"/>
                    <a:gd name="connsiteX9" fmla="*/ 42974 w 156019"/>
                    <a:gd name="connsiteY9" fmla="*/ 32916 h 52578"/>
                    <a:gd name="connsiteX10" fmla="*/ 39545 w 156019"/>
                    <a:gd name="connsiteY10" fmla="*/ 37298 h 52578"/>
                    <a:gd name="connsiteX11" fmla="*/ 35640 w 156019"/>
                    <a:gd name="connsiteY11" fmla="*/ 39488 h 52578"/>
                    <a:gd name="connsiteX12" fmla="*/ 31258 w 156019"/>
                    <a:gd name="connsiteY12" fmla="*/ 41679 h 52578"/>
                    <a:gd name="connsiteX13" fmla="*/ 26877 w 156019"/>
                    <a:gd name="connsiteY13" fmla="*/ 45870 h 52578"/>
                    <a:gd name="connsiteX14" fmla="*/ 18685 w 156019"/>
                    <a:gd name="connsiteY14" fmla="*/ 50251 h 52578"/>
                    <a:gd name="connsiteX15" fmla="*/ -365 w 156019"/>
                    <a:gd name="connsiteY15" fmla="*/ 52442 h 52578"/>
                    <a:gd name="connsiteX16" fmla="*/ 155655 w 156019"/>
                    <a:gd name="connsiteY16" fmla="*/ 52442 h 52578"/>
                    <a:gd name="connsiteX17" fmla="*/ 140415 w 156019"/>
                    <a:gd name="connsiteY17" fmla="*/ 49966 h 52578"/>
                    <a:gd name="connsiteX18" fmla="*/ 132509 w 156019"/>
                    <a:gd name="connsiteY18" fmla="*/ 45584 h 52578"/>
                    <a:gd name="connsiteX19" fmla="*/ 127175 w 156019"/>
                    <a:gd name="connsiteY19" fmla="*/ 43393 h 52578"/>
                    <a:gd name="connsiteX20" fmla="*/ 122984 w 156019"/>
                    <a:gd name="connsiteY20" fmla="*/ 42917 h 52578"/>
                    <a:gd name="connsiteX21" fmla="*/ 119364 w 156019"/>
                    <a:gd name="connsiteY21" fmla="*/ 41393 h 52578"/>
                    <a:gd name="connsiteX22" fmla="*/ 117460 w 156019"/>
                    <a:gd name="connsiteY22" fmla="*/ 39012 h 52578"/>
                    <a:gd name="connsiteX23" fmla="*/ 113554 w 156019"/>
                    <a:gd name="connsiteY23" fmla="*/ 36535 h 52578"/>
                    <a:gd name="connsiteX24" fmla="*/ 108411 w 156019"/>
                    <a:gd name="connsiteY24" fmla="*/ 32725 h 52578"/>
                    <a:gd name="connsiteX25" fmla="*/ 104791 w 156019"/>
                    <a:gd name="connsiteY25" fmla="*/ 32725 h 52578"/>
                    <a:gd name="connsiteX26" fmla="*/ 101553 w 156019"/>
                    <a:gd name="connsiteY26" fmla="*/ 29582 h 52578"/>
                    <a:gd name="connsiteX27" fmla="*/ 95266 w 156019"/>
                    <a:gd name="connsiteY27" fmla="*/ 27773 h 52578"/>
                    <a:gd name="connsiteX28" fmla="*/ 88694 w 156019"/>
                    <a:gd name="connsiteY28" fmla="*/ 23772 h 52578"/>
                    <a:gd name="connsiteX29" fmla="*/ 80216 w 156019"/>
                    <a:gd name="connsiteY29" fmla="*/ 22343 h 52578"/>
                    <a:gd name="connsiteX30" fmla="*/ 80217 w 156019"/>
                    <a:gd name="connsiteY30" fmla="*/ 5579 h 52578"/>
                    <a:gd name="connsiteX31" fmla="*/ 80788 w 156019"/>
                    <a:gd name="connsiteY31" fmla="*/ 4913 h 52578"/>
                    <a:gd name="connsiteX32" fmla="*/ 78597 w 156019"/>
                    <a:gd name="connsiteY32" fmla="*/ 2817 h 52578"/>
                    <a:gd name="connsiteX33" fmla="*/ 76597 w 156019"/>
                    <a:gd name="connsiteY33" fmla="*/ 340 h 5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019" h="52578">
                      <a:moveTo>
                        <a:pt x="76978" y="-136"/>
                      </a:moveTo>
                      <a:cubicBezTo>
                        <a:pt x="76431" y="754"/>
                        <a:pt x="75793" y="1584"/>
                        <a:pt x="75073" y="2341"/>
                      </a:cubicBezTo>
                      <a:cubicBezTo>
                        <a:pt x="74121" y="3389"/>
                        <a:pt x="72597" y="4341"/>
                        <a:pt x="72978" y="4627"/>
                      </a:cubicBezTo>
                      <a:lnTo>
                        <a:pt x="73740" y="5389"/>
                      </a:lnTo>
                      <a:lnTo>
                        <a:pt x="73740" y="21962"/>
                      </a:lnTo>
                      <a:cubicBezTo>
                        <a:pt x="70780" y="21680"/>
                        <a:pt x="67794" y="21840"/>
                        <a:pt x="64881" y="22438"/>
                      </a:cubicBezTo>
                      <a:cubicBezTo>
                        <a:pt x="63167" y="23486"/>
                        <a:pt x="61071" y="24629"/>
                        <a:pt x="59262" y="25867"/>
                      </a:cubicBezTo>
                      <a:cubicBezTo>
                        <a:pt x="57302" y="26854"/>
                        <a:pt x="55164" y="27437"/>
                        <a:pt x="52975" y="27582"/>
                      </a:cubicBezTo>
                      <a:cubicBezTo>
                        <a:pt x="51642" y="27582"/>
                        <a:pt x="49832" y="30344"/>
                        <a:pt x="48022" y="31011"/>
                      </a:cubicBezTo>
                      <a:cubicBezTo>
                        <a:pt x="46212" y="31678"/>
                        <a:pt x="43831" y="32440"/>
                        <a:pt x="42974" y="32916"/>
                      </a:cubicBezTo>
                      <a:cubicBezTo>
                        <a:pt x="42117" y="33392"/>
                        <a:pt x="40688" y="36916"/>
                        <a:pt x="39545" y="37298"/>
                      </a:cubicBezTo>
                      <a:cubicBezTo>
                        <a:pt x="38402" y="37678"/>
                        <a:pt x="36306" y="37298"/>
                        <a:pt x="35640" y="39488"/>
                      </a:cubicBezTo>
                      <a:cubicBezTo>
                        <a:pt x="34973" y="41679"/>
                        <a:pt x="31639" y="41107"/>
                        <a:pt x="31258" y="41679"/>
                      </a:cubicBezTo>
                      <a:cubicBezTo>
                        <a:pt x="30877" y="42250"/>
                        <a:pt x="27829" y="45775"/>
                        <a:pt x="26877" y="45870"/>
                      </a:cubicBezTo>
                      <a:cubicBezTo>
                        <a:pt x="23870" y="46741"/>
                        <a:pt x="21079" y="48234"/>
                        <a:pt x="18685" y="50251"/>
                      </a:cubicBezTo>
                      <a:cubicBezTo>
                        <a:pt x="5160" y="51394"/>
                        <a:pt x="-365" y="52442"/>
                        <a:pt x="-365" y="52442"/>
                      </a:cubicBezTo>
                      <a:lnTo>
                        <a:pt x="155655" y="52442"/>
                      </a:lnTo>
                      <a:cubicBezTo>
                        <a:pt x="150671" y="51103"/>
                        <a:pt x="145565" y="50273"/>
                        <a:pt x="140415" y="49966"/>
                      </a:cubicBezTo>
                      <a:cubicBezTo>
                        <a:pt x="137954" y="48209"/>
                        <a:pt x="135302" y="46739"/>
                        <a:pt x="132509" y="45584"/>
                      </a:cubicBezTo>
                      <a:cubicBezTo>
                        <a:pt x="130794" y="45013"/>
                        <a:pt x="127937" y="43584"/>
                        <a:pt x="127175" y="43393"/>
                      </a:cubicBezTo>
                      <a:cubicBezTo>
                        <a:pt x="126413" y="43203"/>
                        <a:pt x="123651" y="43393"/>
                        <a:pt x="122984" y="42917"/>
                      </a:cubicBezTo>
                      <a:cubicBezTo>
                        <a:pt x="122068" y="41891"/>
                        <a:pt x="120739" y="41331"/>
                        <a:pt x="119364" y="41393"/>
                      </a:cubicBezTo>
                      <a:cubicBezTo>
                        <a:pt x="117745" y="41393"/>
                        <a:pt x="118126" y="40536"/>
                        <a:pt x="117460" y="39012"/>
                      </a:cubicBezTo>
                      <a:cubicBezTo>
                        <a:pt x="116793" y="37488"/>
                        <a:pt x="114983" y="37298"/>
                        <a:pt x="113554" y="36535"/>
                      </a:cubicBezTo>
                      <a:cubicBezTo>
                        <a:pt x="112125" y="35773"/>
                        <a:pt x="109744" y="33202"/>
                        <a:pt x="108411" y="32725"/>
                      </a:cubicBezTo>
                      <a:cubicBezTo>
                        <a:pt x="107077" y="32249"/>
                        <a:pt x="105648" y="32725"/>
                        <a:pt x="104791" y="32725"/>
                      </a:cubicBezTo>
                      <a:cubicBezTo>
                        <a:pt x="103934" y="32725"/>
                        <a:pt x="103172" y="29963"/>
                        <a:pt x="101553" y="29582"/>
                      </a:cubicBezTo>
                      <a:cubicBezTo>
                        <a:pt x="99933" y="29201"/>
                        <a:pt x="96123" y="28915"/>
                        <a:pt x="95266" y="27773"/>
                      </a:cubicBezTo>
                      <a:cubicBezTo>
                        <a:pt x="94409" y="26630"/>
                        <a:pt x="90694" y="25391"/>
                        <a:pt x="88694" y="23772"/>
                      </a:cubicBezTo>
                      <a:cubicBezTo>
                        <a:pt x="86000" y="22707"/>
                        <a:pt x="83111" y="22220"/>
                        <a:pt x="80216" y="22343"/>
                      </a:cubicBezTo>
                      <a:lnTo>
                        <a:pt x="80217" y="5579"/>
                      </a:lnTo>
                      <a:cubicBezTo>
                        <a:pt x="80217" y="5579"/>
                        <a:pt x="80883" y="5579"/>
                        <a:pt x="80788" y="4913"/>
                      </a:cubicBezTo>
                      <a:cubicBezTo>
                        <a:pt x="80693" y="4246"/>
                        <a:pt x="79455" y="3674"/>
                        <a:pt x="78597" y="2817"/>
                      </a:cubicBezTo>
                      <a:lnTo>
                        <a:pt x="76597" y="340"/>
                      </a:lnTo>
                    </a:path>
                  </a:pathLst>
                </a:custGeom>
                <a:solidFill>
                  <a:srgbClr val="009944"/>
                </a:solidFill>
                <a:ln w="9525" cap="flat">
                  <a:noFill/>
                  <a:prstDash val="solid"/>
                  <a:miter/>
                </a:ln>
              </p:spPr>
              <p:txBody>
                <a:bodyPr rtlCol="0" anchor="ctr"/>
                <a:lstStyle/>
                <a:p>
                  <a:endParaRPr lang="zh-CN" altLang="en-US"/>
                </a:p>
              </p:txBody>
            </p:sp>
            <p:sp>
              <p:nvSpPr>
                <p:cNvPr id="254" name="任意多边形: 形状 253"/>
                <p:cNvSpPr/>
                <p:nvPr/>
              </p:nvSpPr>
              <p:spPr>
                <a:xfrm>
                  <a:off x="5450063" y="3067172"/>
                  <a:ext cx="33295" cy="19026"/>
                </a:xfrm>
                <a:custGeom>
                  <a:avLst/>
                  <a:gdLst>
                    <a:gd name="connsiteX0" fmla="*/ -365 w 33295"/>
                    <a:gd name="connsiteY0" fmla="*/ 165 h 19026"/>
                    <a:gd name="connsiteX1" fmla="*/ 969 w 33295"/>
                    <a:gd name="connsiteY1" fmla="*/ 1404 h 19026"/>
                    <a:gd name="connsiteX2" fmla="*/ 8589 w 33295"/>
                    <a:gd name="connsiteY2" fmla="*/ 4166 h 19026"/>
                    <a:gd name="connsiteX3" fmla="*/ 13542 w 33295"/>
                    <a:gd name="connsiteY3" fmla="*/ 15310 h 19026"/>
                    <a:gd name="connsiteX4" fmla="*/ 19828 w 33295"/>
                    <a:gd name="connsiteY4" fmla="*/ 15310 h 19026"/>
                    <a:gd name="connsiteX5" fmla="*/ 19828 w 33295"/>
                    <a:gd name="connsiteY5" fmla="*/ 17501 h 19026"/>
                    <a:gd name="connsiteX6" fmla="*/ 25162 w 33295"/>
                    <a:gd name="connsiteY6" fmla="*/ 17501 h 19026"/>
                    <a:gd name="connsiteX7" fmla="*/ 23448 w 33295"/>
                    <a:gd name="connsiteY7" fmla="*/ 18072 h 19026"/>
                    <a:gd name="connsiteX8" fmla="*/ 28781 w 33295"/>
                    <a:gd name="connsiteY8" fmla="*/ 18072 h 19026"/>
                    <a:gd name="connsiteX9" fmla="*/ 23829 w 33295"/>
                    <a:gd name="connsiteY9" fmla="*/ 18644 h 19026"/>
                    <a:gd name="connsiteX10" fmla="*/ 32592 w 33295"/>
                    <a:gd name="connsiteY10" fmla="*/ 18644 h 19026"/>
                    <a:gd name="connsiteX11" fmla="*/ 32592 w 33295"/>
                    <a:gd name="connsiteY11" fmla="*/ 15119 h 19026"/>
                    <a:gd name="connsiteX12" fmla="*/ 23067 w 33295"/>
                    <a:gd name="connsiteY12" fmla="*/ 15119 h 19026"/>
                    <a:gd name="connsiteX13" fmla="*/ 22019 w 33295"/>
                    <a:gd name="connsiteY13" fmla="*/ 13786 h 19026"/>
                    <a:gd name="connsiteX14" fmla="*/ 19352 w 33295"/>
                    <a:gd name="connsiteY14" fmla="*/ 13786 h 19026"/>
                    <a:gd name="connsiteX15" fmla="*/ 11732 w 33295"/>
                    <a:gd name="connsiteY15" fmla="*/ 1975 h 19026"/>
                    <a:gd name="connsiteX16" fmla="*/ -174 w 33295"/>
                    <a:gd name="connsiteY16" fmla="*/ -120 h 19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295" h="19026">
                      <a:moveTo>
                        <a:pt x="-365" y="165"/>
                      </a:moveTo>
                      <a:cubicBezTo>
                        <a:pt x="-275" y="844"/>
                        <a:pt x="285" y="1364"/>
                        <a:pt x="969" y="1404"/>
                      </a:cubicBezTo>
                      <a:cubicBezTo>
                        <a:pt x="3630" y="1948"/>
                        <a:pt x="6197" y="2878"/>
                        <a:pt x="8589" y="4166"/>
                      </a:cubicBezTo>
                      <a:cubicBezTo>
                        <a:pt x="12875" y="6738"/>
                        <a:pt x="13542" y="15310"/>
                        <a:pt x="13542" y="15310"/>
                      </a:cubicBezTo>
                      <a:lnTo>
                        <a:pt x="19828" y="15310"/>
                      </a:lnTo>
                      <a:lnTo>
                        <a:pt x="19828" y="17501"/>
                      </a:lnTo>
                      <a:lnTo>
                        <a:pt x="25162" y="17501"/>
                      </a:lnTo>
                      <a:cubicBezTo>
                        <a:pt x="25162" y="17501"/>
                        <a:pt x="21923" y="17977"/>
                        <a:pt x="23448" y="18072"/>
                      </a:cubicBezTo>
                      <a:cubicBezTo>
                        <a:pt x="24972" y="18168"/>
                        <a:pt x="29163" y="18072"/>
                        <a:pt x="28781" y="18072"/>
                      </a:cubicBezTo>
                      <a:cubicBezTo>
                        <a:pt x="28401" y="18072"/>
                        <a:pt x="22495" y="18644"/>
                        <a:pt x="23829" y="18644"/>
                      </a:cubicBezTo>
                      <a:cubicBezTo>
                        <a:pt x="26740" y="18973"/>
                        <a:pt x="29680" y="18973"/>
                        <a:pt x="32592" y="18644"/>
                      </a:cubicBezTo>
                      <a:cubicBezTo>
                        <a:pt x="33354" y="17977"/>
                        <a:pt x="32592" y="15119"/>
                        <a:pt x="32592" y="15119"/>
                      </a:cubicBezTo>
                      <a:lnTo>
                        <a:pt x="23067" y="15119"/>
                      </a:lnTo>
                      <a:cubicBezTo>
                        <a:pt x="23067" y="15119"/>
                        <a:pt x="23067" y="13881"/>
                        <a:pt x="22019" y="13786"/>
                      </a:cubicBezTo>
                      <a:lnTo>
                        <a:pt x="19352" y="13786"/>
                      </a:lnTo>
                      <a:cubicBezTo>
                        <a:pt x="19352" y="13786"/>
                        <a:pt x="17447" y="4261"/>
                        <a:pt x="11732" y="1975"/>
                      </a:cubicBezTo>
                      <a:cubicBezTo>
                        <a:pt x="7951" y="460"/>
                        <a:pt x="3897" y="-253"/>
                        <a:pt x="-174" y="-120"/>
                      </a:cubicBezTo>
                    </a:path>
                  </a:pathLst>
                </a:custGeom>
                <a:solidFill>
                  <a:srgbClr val="009944"/>
                </a:solidFill>
                <a:ln w="9525" cap="flat">
                  <a:noFill/>
                  <a:prstDash val="solid"/>
                  <a:miter/>
                </a:ln>
              </p:spPr>
              <p:txBody>
                <a:bodyPr rtlCol="0" anchor="ctr"/>
                <a:lstStyle/>
                <a:p>
                  <a:endParaRPr lang="zh-CN" altLang="en-US"/>
                </a:p>
              </p:txBody>
            </p:sp>
            <p:sp>
              <p:nvSpPr>
                <p:cNvPr id="255" name="任意多边形: 形状 254"/>
                <p:cNvSpPr/>
                <p:nvPr/>
              </p:nvSpPr>
              <p:spPr>
                <a:xfrm>
                  <a:off x="5472303" y="3070183"/>
                  <a:ext cx="1905" cy="9808"/>
                </a:xfrm>
                <a:custGeom>
                  <a:avLst/>
                  <a:gdLst>
                    <a:gd name="connsiteX0" fmla="*/ -221 w 1905"/>
                    <a:gd name="connsiteY0" fmla="*/ 108 h 9808"/>
                    <a:gd name="connsiteX1" fmla="*/ -221 w 1905"/>
                    <a:gd name="connsiteY1" fmla="*/ 9061 h 9808"/>
                    <a:gd name="connsiteX2" fmla="*/ 1398 w 1905"/>
                    <a:gd name="connsiteY2" fmla="*/ 9061 h 9808"/>
                    <a:gd name="connsiteX3" fmla="*/ 1398 w 1905"/>
                    <a:gd name="connsiteY3" fmla="*/ 203 h 9808"/>
                    <a:gd name="connsiteX4" fmla="*/ -31 w 1905"/>
                    <a:gd name="connsiteY4" fmla="*/ 203 h 98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 h="9808">
                      <a:moveTo>
                        <a:pt x="-221" y="108"/>
                      </a:moveTo>
                      <a:cubicBezTo>
                        <a:pt x="-413" y="3089"/>
                        <a:pt x="-413" y="6080"/>
                        <a:pt x="-221" y="9061"/>
                      </a:cubicBezTo>
                      <a:cubicBezTo>
                        <a:pt x="-221" y="10013"/>
                        <a:pt x="1398" y="9728"/>
                        <a:pt x="1398" y="9061"/>
                      </a:cubicBezTo>
                      <a:cubicBezTo>
                        <a:pt x="1588" y="6111"/>
                        <a:pt x="1588" y="3152"/>
                        <a:pt x="1398" y="203"/>
                      </a:cubicBezTo>
                      <a:cubicBezTo>
                        <a:pt x="1398" y="-559"/>
                        <a:pt x="-31" y="203"/>
                        <a:pt x="-31" y="203"/>
                      </a:cubicBezTo>
                    </a:path>
                  </a:pathLst>
                </a:custGeom>
                <a:solidFill>
                  <a:srgbClr val="009944"/>
                </a:solidFill>
                <a:ln w="9525" cap="flat">
                  <a:noFill/>
                  <a:prstDash val="solid"/>
                  <a:miter/>
                </a:ln>
              </p:spPr>
              <p:txBody>
                <a:bodyPr rtlCol="0" anchor="ctr"/>
                <a:lstStyle/>
                <a:p>
                  <a:endParaRPr lang="zh-CN" altLang="en-US"/>
                </a:p>
              </p:txBody>
            </p:sp>
            <p:sp>
              <p:nvSpPr>
                <p:cNvPr id="256" name="任意多边形: 形状 255"/>
                <p:cNvSpPr/>
                <p:nvPr/>
              </p:nvSpPr>
              <p:spPr>
                <a:xfrm>
                  <a:off x="5475717" y="3068291"/>
                  <a:ext cx="2302" cy="12054"/>
                </a:xfrm>
                <a:custGeom>
                  <a:avLst/>
                  <a:gdLst>
                    <a:gd name="connsiteX0" fmla="*/ -111 w 2302"/>
                    <a:gd name="connsiteY0" fmla="*/ 761 h 12054"/>
                    <a:gd name="connsiteX1" fmla="*/ -111 w 2302"/>
                    <a:gd name="connsiteY1" fmla="*/ 11525 h 12054"/>
                    <a:gd name="connsiteX2" fmla="*/ 1794 w 2302"/>
                    <a:gd name="connsiteY2" fmla="*/ 11525 h 12054"/>
                    <a:gd name="connsiteX3" fmla="*/ 1794 w 2302"/>
                    <a:gd name="connsiteY3" fmla="*/ 476 h 12054"/>
                    <a:gd name="connsiteX4" fmla="*/ 405 w 2302"/>
                    <a:gd name="connsiteY4" fmla="*/ -40 h 12054"/>
                    <a:gd name="connsiteX5" fmla="*/ -111 w 2302"/>
                    <a:gd name="connsiteY5" fmla="*/ 476 h 12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2" h="12054">
                      <a:moveTo>
                        <a:pt x="-111" y="761"/>
                      </a:moveTo>
                      <a:cubicBezTo>
                        <a:pt x="-450" y="4341"/>
                        <a:pt x="-450" y="7945"/>
                        <a:pt x="-111" y="11525"/>
                      </a:cubicBezTo>
                      <a:cubicBezTo>
                        <a:pt x="-111" y="12001"/>
                        <a:pt x="1794" y="12096"/>
                        <a:pt x="1794" y="11525"/>
                      </a:cubicBezTo>
                      <a:cubicBezTo>
                        <a:pt x="1986" y="7844"/>
                        <a:pt x="1986" y="4156"/>
                        <a:pt x="1794" y="476"/>
                      </a:cubicBezTo>
                      <a:cubicBezTo>
                        <a:pt x="1553" y="-51"/>
                        <a:pt x="931" y="-282"/>
                        <a:pt x="405" y="-40"/>
                      </a:cubicBezTo>
                      <a:cubicBezTo>
                        <a:pt x="177" y="64"/>
                        <a:pt x="-6" y="247"/>
                        <a:pt x="-111" y="476"/>
                      </a:cubicBezTo>
                    </a:path>
                  </a:pathLst>
                </a:custGeom>
                <a:solidFill>
                  <a:srgbClr val="009944"/>
                </a:solidFill>
                <a:ln w="9525" cap="flat">
                  <a:noFill/>
                  <a:prstDash val="solid"/>
                  <a:miter/>
                </a:ln>
              </p:spPr>
              <p:txBody>
                <a:bodyPr rtlCol="0" anchor="ctr"/>
                <a:lstStyle/>
                <a:p>
                  <a:endParaRPr lang="zh-CN" altLang="en-US"/>
                </a:p>
              </p:txBody>
            </p:sp>
            <p:sp>
              <p:nvSpPr>
                <p:cNvPr id="257" name="任意多边形: 形状 256"/>
                <p:cNvSpPr/>
                <p:nvPr/>
              </p:nvSpPr>
              <p:spPr>
                <a:xfrm>
                  <a:off x="5479588" y="3069757"/>
                  <a:ext cx="1625" cy="9527"/>
                </a:xfrm>
                <a:custGeom>
                  <a:avLst/>
                  <a:gdLst>
                    <a:gd name="connsiteX0" fmla="*/ 495 w 1625"/>
                    <a:gd name="connsiteY0" fmla="*/ -133 h 9527"/>
                    <a:gd name="connsiteX1" fmla="*/ -362 w 1625"/>
                    <a:gd name="connsiteY1" fmla="*/ 3010 h 9527"/>
                    <a:gd name="connsiteX2" fmla="*/ 495 w 1625"/>
                    <a:gd name="connsiteY2" fmla="*/ 9392 h 9527"/>
                    <a:gd name="connsiteX3" fmla="*/ 1257 w 1625"/>
                    <a:gd name="connsiteY3" fmla="*/ 3010 h 9527"/>
                    <a:gd name="connsiteX4" fmla="*/ 495 w 1625"/>
                    <a:gd name="connsiteY4" fmla="*/ -133 h 9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5" h="9527">
                      <a:moveTo>
                        <a:pt x="495" y="-133"/>
                      </a:moveTo>
                      <a:cubicBezTo>
                        <a:pt x="-458" y="-133"/>
                        <a:pt x="-362" y="1486"/>
                        <a:pt x="-362" y="3010"/>
                      </a:cubicBezTo>
                      <a:cubicBezTo>
                        <a:pt x="-362" y="4534"/>
                        <a:pt x="-362" y="9392"/>
                        <a:pt x="495" y="9392"/>
                      </a:cubicBezTo>
                      <a:cubicBezTo>
                        <a:pt x="1352" y="9392"/>
                        <a:pt x="1257" y="3772"/>
                        <a:pt x="1257" y="3010"/>
                      </a:cubicBezTo>
                      <a:cubicBezTo>
                        <a:pt x="1257" y="2248"/>
                        <a:pt x="1257" y="-229"/>
                        <a:pt x="495" y="-133"/>
                      </a:cubicBezTo>
                    </a:path>
                  </a:pathLst>
                </a:custGeom>
                <a:solidFill>
                  <a:srgbClr val="009944"/>
                </a:solidFill>
                <a:ln w="9525" cap="flat">
                  <a:noFill/>
                  <a:prstDash val="solid"/>
                  <a:miter/>
                </a:ln>
              </p:spPr>
              <p:txBody>
                <a:bodyPr rtlCol="0" anchor="ctr"/>
                <a:lstStyle/>
                <a:p>
                  <a:endParaRPr lang="zh-CN" altLang="en-US"/>
                </a:p>
              </p:txBody>
            </p:sp>
            <p:sp>
              <p:nvSpPr>
                <p:cNvPr id="258" name="任意多边形: 形状 257"/>
                <p:cNvSpPr/>
                <p:nvPr/>
              </p:nvSpPr>
              <p:spPr>
                <a:xfrm>
                  <a:off x="5518167" y="3070331"/>
                  <a:ext cx="2190" cy="9429"/>
                </a:xfrm>
                <a:custGeom>
                  <a:avLst/>
                  <a:gdLst>
                    <a:gd name="connsiteX0" fmla="*/ 873 w 2190"/>
                    <a:gd name="connsiteY0" fmla="*/ -136 h 9429"/>
                    <a:gd name="connsiteX1" fmla="*/ -365 w 2190"/>
                    <a:gd name="connsiteY1" fmla="*/ 2721 h 9429"/>
                    <a:gd name="connsiteX2" fmla="*/ 969 w 2190"/>
                    <a:gd name="connsiteY2" fmla="*/ 9294 h 9429"/>
                    <a:gd name="connsiteX3" fmla="*/ 1826 w 2190"/>
                    <a:gd name="connsiteY3" fmla="*/ 2436 h 9429"/>
                    <a:gd name="connsiteX4" fmla="*/ 873 w 2190"/>
                    <a:gd name="connsiteY4" fmla="*/ -136 h 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0" h="9429">
                      <a:moveTo>
                        <a:pt x="873" y="-136"/>
                      </a:moveTo>
                      <a:cubicBezTo>
                        <a:pt x="-365" y="-136"/>
                        <a:pt x="-365" y="721"/>
                        <a:pt x="-365" y="2721"/>
                      </a:cubicBezTo>
                      <a:cubicBezTo>
                        <a:pt x="-365" y="4722"/>
                        <a:pt x="207" y="9294"/>
                        <a:pt x="969" y="9294"/>
                      </a:cubicBezTo>
                      <a:cubicBezTo>
                        <a:pt x="1731" y="9294"/>
                        <a:pt x="1826" y="3674"/>
                        <a:pt x="1826" y="2436"/>
                      </a:cubicBezTo>
                      <a:cubicBezTo>
                        <a:pt x="1826" y="1198"/>
                        <a:pt x="1826" y="-136"/>
                        <a:pt x="873" y="-136"/>
                      </a:cubicBezTo>
                    </a:path>
                  </a:pathLst>
                </a:custGeom>
                <a:solidFill>
                  <a:srgbClr val="009944"/>
                </a:solidFill>
                <a:ln w="9525" cap="flat">
                  <a:noFill/>
                  <a:prstDash val="solid"/>
                  <a:miter/>
                </a:ln>
              </p:spPr>
              <p:txBody>
                <a:bodyPr rtlCol="0" anchor="ctr"/>
                <a:lstStyle/>
                <a:p>
                  <a:endParaRPr lang="zh-CN" altLang="en-US"/>
                </a:p>
              </p:txBody>
            </p:sp>
            <p:sp>
              <p:nvSpPr>
                <p:cNvPr id="259" name="任意多边形: 形状 258"/>
                <p:cNvSpPr/>
                <p:nvPr/>
              </p:nvSpPr>
              <p:spPr>
                <a:xfrm>
                  <a:off x="5522148" y="3068331"/>
                  <a:ext cx="2381" cy="12001"/>
                </a:xfrm>
                <a:custGeom>
                  <a:avLst/>
                  <a:gdLst>
                    <a:gd name="connsiteX0" fmla="*/ 988 w 2381"/>
                    <a:gd name="connsiteY0" fmla="*/ -136 h 12001"/>
                    <a:gd name="connsiteX1" fmla="*/ -346 w 2381"/>
                    <a:gd name="connsiteY1" fmla="*/ 3864 h 12001"/>
                    <a:gd name="connsiteX2" fmla="*/ 797 w 2381"/>
                    <a:gd name="connsiteY2" fmla="*/ 11865 h 12001"/>
                    <a:gd name="connsiteX3" fmla="*/ 1940 w 2381"/>
                    <a:gd name="connsiteY3" fmla="*/ 3960 h 12001"/>
                    <a:gd name="connsiteX4" fmla="*/ 988 w 2381"/>
                    <a:gd name="connsiteY4" fmla="*/ -136 h 1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 h="12001">
                      <a:moveTo>
                        <a:pt x="988" y="-136"/>
                      </a:moveTo>
                      <a:cubicBezTo>
                        <a:pt x="-631" y="-136"/>
                        <a:pt x="-346" y="1960"/>
                        <a:pt x="-346" y="3864"/>
                      </a:cubicBezTo>
                      <a:cubicBezTo>
                        <a:pt x="-346" y="5769"/>
                        <a:pt x="-346" y="11865"/>
                        <a:pt x="797" y="11865"/>
                      </a:cubicBezTo>
                      <a:cubicBezTo>
                        <a:pt x="1940" y="11865"/>
                        <a:pt x="1940" y="6055"/>
                        <a:pt x="1940" y="3960"/>
                      </a:cubicBezTo>
                      <a:cubicBezTo>
                        <a:pt x="1940" y="1864"/>
                        <a:pt x="2417" y="-136"/>
                        <a:pt x="988" y="-136"/>
                      </a:cubicBezTo>
                    </a:path>
                  </a:pathLst>
                </a:custGeom>
                <a:solidFill>
                  <a:srgbClr val="009944"/>
                </a:solidFill>
                <a:ln w="9525" cap="flat">
                  <a:noFill/>
                  <a:prstDash val="solid"/>
                  <a:miter/>
                </a:ln>
              </p:spPr>
              <p:txBody>
                <a:bodyPr rtlCol="0" anchor="ctr"/>
                <a:lstStyle/>
                <a:p>
                  <a:endParaRPr lang="zh-CN" altLang="en-US"/>
                </a:p>
              </p:txBody>
            </p:sp>
            <p:sp>
              <p:nvSpPr>
                <p:cNvPr id="260" name="任意多边形: 形状 259"/>
                <p:cNvSpPr/>
                <p:nvPr/>
              </p:nvSpPr>
              <p:spPr>
                <a:xfrm>
                  <a:off x="5526263" y="3070617"/>
                  <a:ext cx="1874" cy="9143"/>
                </a:xfrm>
                <a:custGeom>
                  <a:avLst/>
                  <a:gdLst>
                    <a:gd name="connsiteX0" fmla="*/ 302 w 1874"/>
                    <a:gd name="connsiteY0" fmla="*/ -136 h 9143"/>
                    <a:gd name="connsiteX1" fmla="*/ -365 w 1874"/>
                    <a:gd name="connsiteY1" fmla="*/ 2531 h 9143"/>
                    <a:gd name="connsiteX2" fmla="*/ 302 w 1874"/>
                    <a:gd name="connsiteY2" fmla="*/ 9008 h 9143"/>
                    <a:gd name="connsiteX3" fmla="*/ 1445 w 1874"/>
                    <a:gd name="connsiteY3" fmla="*/ 2150 h 9143"/>
                    <a:gd name="connsiteX4" fmla="*/ 302 w 1874"/>
                    <a:gd name="connsiteY4" fmla="*/ -136 h 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 h="9143">
                      <a:moveTo>
                        <a:pt x="302" y="-136"/>
                      </a:moveTo>
                      <a:cubicBezTo>
                        <a:pt x="-365" y="-136"/>
                        <a:pt x="-365" y="531"/>
                        <a:pt x="-365" y="2531"/>
                      </a:cubicBezTo>
                      <a:cubicBezTo>
                        <a:pt x="-365" y="4531"/>
                        <a:pt x="-365" y="9008"/>
                        <a:pt x="302" y="9008"/>
                      </a:cubicBezTo>
                      <a:cubicBezTo>
                        <a:pt x="969" y="9008"/>
                        <a:pt x="1254" y="3484"/>
                        <a:pt x="1445" y="2150"/>
                      </a:cubicBezTo>
                      <a:cubicBezTo>
                        <a:pt x="1635" y="817"/>
                        <a:pt x="1445" y="-136"/>
                        <a:pt x="302" y="-136"/>
                      </a:cubicBezTo>
                    </a:path>
                  </a:pathLst>
                </a:custGeom>
                <a:solidFill>
                  <a:srgbClr val="009944"/>
                </a:solidFill>
                <a:ln w="9525" cap="flat">
                  <a:noFill/>
                  <a:prstDash val="solid"/>
                  <a:miter/>
                </a:ln>
              </p:spPr>
              <p:txBody>
                <a:bodyPr rtlCol="0" anchor="ctr"/>
                <a:lstStyle/>
                <a:p>
                  <a:endParaRPr lang="zh-CN" altLang="en-US"/>
                </a:p>
              </p:txBody>
            </p:sp>
            <p:sp>
              <p:nvSpPr>
                <p:cNvPr id="261" name="任意多边形: 形状 260"/>
                <p:cNvSpPr/>
                <p:nvPr/>
              </p:nvSpPr>
              <p:spPr>
                <a:xfrm>
                  <a:off x="5563887" y="3070331"/>
                  <a:ext cx="2217" cy="9334"/>
                </a:xfrm>
                <a:custGeom>
                  <a:avLst/>
                  <a:gdLst>
                    <a:gd name="connsiteX0" fmla="*/ 778 w 2217"/>
                    <a:gd name="connsiteY0" fmla="*/ -136 h 9334"/>
                    <a:gd name="connsiteX1" fmla="*/ -365 w 2217"/>
                    <a:gd name="connsiteY1" fmla="*/ 2721 h 9334"/>
                    <a:gd name="connsiteX2" fmla="*/ 968 w 2217"/>
                    <a:gd name="connsiteY2" fmla="*/ 9199 h 9334"/>
                    <a:gd name="connsiteX3" fmla="*/ 1731 w 2217"/>
                    <a:gd name="connsiteY3" fmla="*/ 2436 h 9334"/>
                    <a:gd name="connsiteX4" fmla="*/ 778 w 2217"/>
                    <a:gd name="connsiteY4" fmla="*/ -136 h 9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7" h="9334">
                      <a:moveTo>
                        <a:pt x="778" y="-136"/>
                      </a:moveTo>
                      <a:cubicBezTo>
                        <a:pt x="-365" y="-136"/>
                        <a:pt x="-365" y="721"/>
                        <a:pt x="-365" y="2721"/>
                      </a:cubicBezTo>
                      <a:cubicBezTo>
                        <a:pt x="-365" y="4722"/>
                        <a:pt x="-365" y="9199"/>
                        <a:pt x="968" y="9199"/>
                      </a:cubicBezTo>
                      <a:cubicBezTo>
                        <a:pt x="2302" y="9199"/>
                        <a:pt x="1731" y="3674"/>
                        <a:pt x="1731" y="2436"/>
                      </a:cubicBezTo>
                      <a:cubicBezTo>
                        <a:pt x="1731" y="1198"/>
                        <a:pt x="1731" y="-136"/>
                        <a:pt x="778" y="-136"/>
                      </a:cubicBezTo>
                    </a:path>
                  </a:pathLst>
                </a:custGeom>
                <a:solidFill>
                  <a:srgbClr val="009944"/>
                </a:solidFill>
                <a:ln w="9525" cap="flat">
                  <a:noFill/>
                  <a:prstDash val="solid"/>
                  <a:miter/>
                </a:ln>
              </p:spPr>
              <p:txBody>
                <a:bodyPr rtlCol="0" anchor="ctr"/>
                <a:lstStyle/>
                <a:p>
                  <a:endParaRPr lang="zh-CN" altLang="en-US"/>
                </a:p>
              </p:txBody>
            </p:sp>
            <p:sp>
              <p:nvSpPr>
                <p:cNvPr id="262" name="任意多边形: 形状 261"/>
                <p:cNvSpPr/>
                <p:nvPr/>
              </p:nvSpPr>
              <p:spPr>
                <a:xfrm>
                  <a:off x="5568134" y="3068331"/>
                  <a:ext cx="2325" cy="12001"/>
                </a:xfrm>
                <a:custGeom>
                  <a:avLst/>
                  <a:gdLst>
                    <a:gd name="connsiteX0" fmla="*/ 912 w 2325"/>
                    <a:gd name="connsiteY0" fmla="*/ -136 h 12001"/>
                    <a:gd name="connsiteX1" fmla="*/ -326 w 2325"/>
                    <a:gd name="connsiteY1" fmla="*/ 3864 h 12001"/>
                    <a:gd name="connsiteX2" fmla="*/ 817 w 2325"/>
                    <a:gd name="connsiteY2" fmla="*/ 11865 h 12001"/>
                    <a:gd name="connsiteX3" fmla="*/ 1960 w 2325"/>
                    <a:gd name="connsiteY3" fmla="*/ 3960 h 12001"/>
                    <a:gd name="connsiteX4" fmla="*/ 912 w 2325"/>
                    <a:gd name="connsiteY4" fmla="*/ -136 h 1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5" h="12001">
                      <a:moveTo>
                        <a:pt x="912" y="-136"/>
                      </a:moveTo>
                      <a:cubicBezTo>
                        <a:pt x="-707" y="-136"/>
                        <a:pt x="-326" y="1960"/>
                        <a:pt x="-326" y="3864"/>
                      </a:cubicBezTo>
                      <a:cubicBezTo>
                        <a:pt x="-326" y="5769"/>
                        <a:pt x="-326" y="11865"/>
                        <a:pt x="817" y="11865"/>
                      </a:cubicBezTo>
                      <a:cubicBezTo>
                        <a:pt x="1960" y="11865"/>
                        <a:pt x="1960" y="6055"/>
                        <a:pt x="1960" y="3960"/>
                      </a:cubicBezTo>
                      <a:cubicBezTo>
                        <a:pt x="1960" y="1864"/>
                        <a:pt x="1960" y="-136"/>
                        <a:pt x="912" y="-136"/>
                      </a:cubicBezTo>
                    </a:path>
                  </a:pathLst>
                </a:custGeom>
                <a:solidFill>
                  <a:srgbClr val="009944"/>
                </a:solidFill>
                <a:ln w="9525" cap="flat">
                  <a:noFill/>
                  <a:prstDash val="solid"/>
                  <a:miter/>
                </a:ln>
              </p:spPr>
              <p:txBody>
                <a:bodyPr rtlCol="0" anchor="ctr"/>
                <a:lstStyle/>
                <a:p>
                  <a:endParaRPr lang="zh-CN" altLang="en-US"/>
                </a:p>
              </p:txBody>
            </p:sp>
            <p:sp>
              <p:nvSpPr>
                <p:cNvPr id="263" name="任意多边形: 形状 262"/>
                <p:cNvSpPr/>
                <p:nvPr/>
              </p:nvSpPr>
              <p:spPr>
                <a:xfrm>
                  <a:off x="5572269" y="3070617"/>
                  <a:ext cx="1779" cy="9143"/>
                </a:xfrm>
                <a:custGeom>
                  <a:avLst/>
                  <a:gdLst>
                    <a:gd name="connsiteX0" fmla="*/ 302 w 1779"/>
                    <a:gd name="connsiteY0" fmla="*/ -136 h 9143"/>
                    <a:gd name="connsiteX1" fmla="*/ -365 w 1779"/>
                    <a:gd name="connsiteY1" fmla="*/ 2531 h 9143"/>
                    <a:gd name="connsiteX2" fmla="*/ 302 w 1779"/>
                    <a:gd name="connsiteY2" fmla="*/ 9008 h 9143"/>
                    <a:gd name="connsiteX3" fmla="*/ 1349 w 1779"/>
                    <a:gd name="connsiteY3" fmla="*/ 2150 h 9143"/>
                    <a:gd name="connsiteX4" fmla="*/ 302 w 1779"/>
                    <a:gd name="connsiteY4" fmla="*/ -136 h 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 h="9143">
                      <a:moveTo>
                        <a:pt x="302" y="-136"/>
                      </a:moveTo>
                      <a:cubicBezTo>
                        <a:pt x="-365" y="-136"/>
                        <a:pt x="-365" y="531"/>
                        <a:pt x="-365" y="2531"/>
                      </a:cubicBezTo>
                      <a:cubicBezTo>
                        <a:pt x="-365" y="4531"/>
                        <a:pt x="-365" y="9008"/>
                        <a:pt x="302" y="9008"/>
                      </a:cubicBezTo>
                      <a:cubicBezTo>
                        <a:pt x="968" y="9008"/>
                        <a:pt x="1159" y="3484"/>
                        <a:pt x="1349" y="2150"/>
                      </a:cubicBezTo>
                      <a:cubicBezTo>
                        <a:pt x="1540" y="817"/>
                        <a:pt x="1349" y="-136"/>
                        <a:pt x="302" y="-136"/>
                      </a:cubicBezTo>
                    </a:path>
                  </a:pathLst>
                </a:custGeom>
                <a:solidFill>
                  <a:srgbClr val="009944"/>
                </a:solidFill>
                <a:ln w="9525" cap="flat">
                  <a:noFill/>
                  <a:prstDash val="solid"/>
                  <a:miter/>
                </a:ln>
              </p:spPr>
              <p:txBody>
                <a:bodyPr rtlCol="0" anchor="ctr"/>
                <a:lstStyle/>
                <a:p>
                  <a:endParaRPr lang="zh-CN" altLang="en-US"/>
                </a:p>
              </p:txBody>
            </p:sp>
            <p:sp>
              <p:nvSpPr>
                <p:cNvPr id="264" name="任意多边形: 形状 263"/>
                <p:cNvSpPr/>
                <p:nvPr/>
              </p:nvSpPr>
              <p:spPr>
                <a:xfrm>
                  <a:off x="5483591" y="3067393"/>
                  <a:ext cx="108299" cy="19691"/>
                </a:xfrm>
                <a:custGeom>
                  <a:avLst/>
                  <a:gdLst>
                    <a:gd name="connsiteX0" fmla="*/ 45831 w 108299"/>
                    <a:gd name="connsiteY0" fmla="*/ 15185 h 19691"/>
                    <a:gd name="connsiteX1" fmla="*/ 45831 w 108299"/>
                    <a:gd name="connsiteY1" fmla="*/ 19376 h 19691"/>
                    <a:gd name="connsiteX2" fmla="*/ 40878 w 108299"/>
                    <a:gd name="connsiteY2" fmla="*/ 19376 h 19691"/>
                    <a:gd name="connsiteX3" fmla="*/ 42974 w 108299"/>
                    <a:gd name="connsiteY3" fmla="*/ 18614 h 19691"/>
                    <a:gd name="connsiteX4" fmla="*/ 41259 w 108299"/>
                    <a:gd name="connsiteY4" fmla="*/ 18614 h 19691"/>
                    <a:gd name="connsiteX5" fmla="*/ 42021 w 108299"/>
                    <a:gd name="connsiteY5" fmla="*/ 17852 h 19691"/>
                    <a:gd name="connsiteX6" fmla="*/ 39259 w 108299"/>
                    <a:gd name="connsiteY6" fmla="*/ 17852 h 19691"/>
                    <a:gd name="connsiteX7" fmla="*/ 40307 w 108299"/>
                    <a:gd name="connsiteY7" fmla="*/ 17185 h 19691"/>
                    <a:gd name="connsiteX8" fmla="*/ 35640 w 108299"/>
                    <a:gd name="connsiteY8" fmla="*/ 17185 h 19691"/>
                    <a:gd name="connsiteX9" fmla="*/ 36592 w 108299"/>
                    <a:gd name="connsiteY9" fmla="*/ 16423 h 19691"/>
                    <a:gd name="connsiteX10" fmla="*/ 27067 w 108299"/>
                    <a:gd name="connsiteY10" fmla="*/ 16423 h 19691"/>
                    <a:gd name="connsiteX11" fmla="*/ 21733 w 108299"/>
                    <a:gd name="connsiteY11" fmla="*/ 4136 h 19691"/>
                    <a:gd name="connsiteX12" fmla="*/ 7826 w 108299"/>
                    <a:gd name="connsiteY12" fmla="*/ 3469 h 19691"/>
                    <a:gd name="connsiteX13" fmla="*/ 873 w 108299"/>
                    <a:gd name="connsiteY13" fmla="*/ 14137 h 19691"/>
                    <a:gd name="connsiteX14" fmla="*/ -365 w 108299"/>
                    <a:gd name="connsiteY14" fmla="*/ 14137 h 19691"/>
                    <a:gd name="connsiteX15" fmla="*/ 2778 w 108299"/>
                    <a:gd name="connsiteY15" fmla="*/ 5374 h 19691"/>
                    <a:gd name="connsiteX16" fmla="*/ 14399 w 108299"/>
                    <a:gd name="connsiteY16" fmla="*/ 707 h 19691"/>
                    <a:gd name="connsiteX17" fmla="*/ 32670 w 108299"/>
                    <a:gd name="connsiteY17" fmla="*/ 9332 h 19691"/>
                    <a:gd name="connsiteX18" fmla="*/ 33449 w 108299"/>
                    <a:gd name="connsiteY18" fmla="*/ 15470 h 19691"/>
                    <a:gd name="connsiteX19" fmla="*/ 44307 w 108299"/>
                    <a:gd name="connsiteY19" fmla="*/ 15470 h 19691"/>
                    <a:gd name="connsiteX20" fmla="*/ 48403 w 108299"/>
                    <a:gd name="connsiteY20" fmla="*/ 5945 h 19691"/>
                    <a:gd name="connsiteX21" fmla="*/ 60023 w 108299"/>
                    <a:gd name="connsiteY21" fmla="*/ 1278 h 19691"/>
                    <a:gd name="connsiteX22" fmla="*/ 76216 w 108299"/>
                    <a:gd name="connsiteY22" fmla="*/ 5564 h 19691"/>
                    <a:gd name="connsiteX23" fmla="*/ 79359 w 108299"/>
                    <a:gd name="connsiteY23" fmla="*/ 16042 h 19691"/>
                    <a:gd name="connsiteX24" fmla="*/ 90313 w 108299"/>
                    <a:gd name="connsiteY24" fmla="*/ 16042 h 19691"/>
                    <a:gd name="connsiteX25" fmla="*/ 96599 w 108299"/>
                    <a:gd name="connsiteY25" fmla="*/ 3469 h 19691"/>
                    <a:gd name="connsiteX26" fmla="*/ 107934 w 108299"/>
                    <a:gd name="connsiteY26" fmla="*/ 897 h 19691"/>
                    <a:gd name="connsiteX27" fmla="*/ 107934 w 108299"/>
                    <a:gd name="connsiteY27" fmla="*/ 4898 h 19691"/>
                    <a:gd name="connsiteX28" fmla="*/ 96695 w 108299"/>
                    <a:gd name="connsiteY28" fmla="*/ 6517 h 19691"/>
                    <a:gd name="connsiteX29" fmla="*/ 92028 w 108299"/>
                    <a:gd name="connsiteY29" fmla="*/ 16042 h 19691"/>
                    <a:gd name="connsiteX30" fmla="*/ 91551 w 108299"/>
                    <a:gd name="connsiteY30" fmla="*/ 17471 h 19691"/>
                    <a:gd name="connsiteX31" fmla="*/ 85646 w 108299"/>
                    <a:gd name="connsiteY31" fmla="*/ 18614 h 19691"/>
                    <a:gd name="connsiteX32" fmla="*/ 88598 w 108299"/>
                    <a:gd name="connsiteY32" fmla="*/ 17185 h 19691"/>
                    <a:gd name="connsiteX33" fmla="*/ 82788 w 108299"/>
                    <a:gd name="connsiteY33" fmla="*/ 18423 h 19691"/>
                    <a:gd name="connsiteX34" fmla="*/ 85931 w 108299"/>
                    <a:gd name="connsiteY34" fmla="*/ 18423 h 19691"/>
                    <a:gd name="connsiteX35" fmla="*/ 80788 w 108299"/>
                    <a:gd name="connsiteY35" fmla="*/ 18423 h 19691"/>
                    <a:gd name="connsiteX36" fmla="*/ 82407 w 108299"/>
                    <a:gd name="connsiteY36" fmla="*/ 17947 h 19691"/>
                    <a:gd name="connsiteX37" fmla="*/ 72882 w 108299"/>
                    <a:gd name="connsiteY37" fmla="*/ 17947 h 19691"/>
                    <a:gd name="connsiteX38" fmla="*/ 67548 w 108299"/>
                    <a:gd name="connsiteY38" fmla="*/ 5660 h 19691"/>
                    <a:gd name="connsiteX39" fmla="*/ 53642 w 108299"/>
                    <a:gd name="connsiteY39" fmla="*/ 4993 h 19691"/>
                    <a:gd name="connsiteX40" fmla="*/ 46689 w 108299"/>
                    <a:gd name="connsiteY40" fmla="*/ 15661 h 19691"/>
                    <a:gd name="connsiteX41" fmla="*/ 46022 w 108299"/>
                    <a:gd name="connsiteY41" fmla="*/ 17280 h 19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08299" h="19691">
                      <a:moveTo>
                        <a:pt x="45831" y="15185"/>
                      </a:moveTo>
                      <a:cubicBezTo>
                        <a:pt x="45423" y="16552"/>
                        <a:pt x="45423" y="18008"/>
                        <a:pt x="45831" y="19376"/>
                      </a:cubicBezTo>
                      <a:cubicBezTo>
                        <a:pt x="44189" y="19615"/>
                        <a:pt x="42520" y="19615"/>
                        <a:pt x="40878" y="19376"/>
                      </a:cubicBezTo>
                      <a:cubicBezTo>
                        <a:pt x="40211" y="19376"/>
                        <a:pt x="43736" y="19376"/>
                        <a:pt x="42974" y="18614"/>
                      </a:cubicBezTo>
                      <a:cubicBezTo>
                        <a:pt x="42212" y="17852"/>
                        <a:pt x="41545" y="18614"/>
                        <a:pt x="41259" y="18614"/>
                      </a:cubicBezTo>
                      <a:cubicBezTo>
                        <a:pt x="40973" y="18614"/>
                        <a:pt x="41926" y="18614"/>
                        <a:pt x="42021" y="17852"/>
                      </a:cubicBezTo>
                      <a:cubicBezTo>
                        <a:pt x="42116" y="17090"/>
                        <a:pt x="39640" y="17852"/>
                        <a:pt x="39259" y="17852"/>
                      </a:cubicBezTo>
                      <a:cubicBezTo>
                        <a:pt x="38878" y="17852"/>
                        <a:pt x="40307" y="17185"/>
                        <a:pt x="40307" y="17185"/>
                      </a:cubicBezTo>
                      <a:lnTo>
                        <a:pt x="35640" y="17185"/>
                      </a:lnTo>
                      <a:lnTo>
                        <a:pt x="36592" y="16423"/>
                      </a:lnTo>
                      <a:lnTo>
                        <a:pt x="27067" y="16423"/>
                      </a:lnTo>
                      <a:cubicBezTo>
                        <a:pt x="27067" y="16423"/>
                        <a:pt x="27639" y="6326"/>
                        <a:pt x="21733" y="4136"/>
                      </a:cubicBezTo>
                      <a:cubicBezTo>
                        <a:pt x="17317" y="2296"/>
                        <a:pt x="12397" y="2060"/>
                        <a:pt x="7826" y="3469"/>
                      </a:cubicBezTo>
                      <a:cubicBezTo>
                        <a:pt x="2873" y="5183"/>
                        <a:pt x="1635" y="13661"/>
                        <a:pt x="873" y="14137"/>
                      </a:cubicBezTo>
                      <a:cubicBezTo>
                        <a:pt x="111" y="14613"/>
                        <a:pt x="-365" y="14137"/>
                        <a:pt x="-365" y="14137"/>
                      </a:cubicBezTo>
                      <a:cubicBezTo>
                        <a:pt x="78" y="11033"/>
                        <a:pt x="1148" y="8052"/>
                        <a:pt x="2778" y="5374"/>
                      </a:cubicBezTo>
                      <a:cubicBezTo>
                        <a:pt x="5825" y="2256"/>
                        <a:pt x="10042" y="562"/>
                        <a:pt x="14399" y="707"/>
                      </a:cubicBezTo>
                      <a:cubicBezTo>
                        <a:pt x="21826" y="-1957"/>
                        <a:pt x="30007" y="1905"/>
                        <a:pt x="32670" y="9332"/>
                      </a:cubicBezTo>
                      <a:cubicBezTo>
                        <a:pt x="33375" y="11297"/>
                        <a:pt x="33641" y="13392"/>
                        <a:pt x="33449" y="15470"/>
                      </a:cubicBezTo>
                      <a:lnTo>
                        <a:pt x="44307" y="15470"/>
                      </a:lnTo>
                      <a:cubicBezTo>
                        <a:pt x="45183" y="12107"/>
                        <a:pt x="46564" y="8895"/>
                        <a:pt x="48403" y="5945"/>
                      </a:cubicBezTo>
                      <a:cubicBezTo>
                        <a:pt x="51469" y="2857"/>
                        <a:pt x="55673" y="1168"/>
                        <a:pt x="60023" y="1278"/>
                      </a:cubicBezTo>
                      <a:cubicBezTo>
                        <a:pt x="65780" y="428"/>
                        <a:pt x="71634" y="1978"/>
                        <a:pt x="76216" y="5564"/>
                      </a:cubicBezTo>
                      <a:cubicBezTo>
                        <a:pt x="78208" y="8701"/>
                        <a:pt x="79296" y="12327"/>
                        <a:pt x="79359" y="16042"/>
                      </a:cubicBezTo>
                      <a:lnTo>
                        <a:pt x="90313" y="16042"/>
                      </a:lnTo>
                      <a:cubicBezTo>
                        <a:pt x="91362" y="11405"/>
                        <a:pt x="93519" y="7091"/>
                        <a:pt x="96599" y="3469"/>
                      </a:cubicBezTo>
                      <a:cubicBezTo>
                        <a:pt x="100018" y="1452"/>
                        <a:pt x="103980" y="553"/>
                        <a:pt x="107934" y="897"/>
                      </a:cubicBezTo>
                      <a:lnTo>
                        <a:pt x="107934" y="4898"/>
                      </a:lnTo>
                      <a:cubicBezTo>
                        <a:pt x="104111" y="4488"/>
                        <a:pt x="100247" y="5044"/>
                        <a:pt x="96695" y="6517"/>
                      </a:cubicBezTo>
                      <a:cubicBezTo>
                        <a:pt x="94227" y="9158"/>
                        <a:pt x="92603" y="12474"/>
                        <a:pt x="92028" y="16042"/>
                      </a:cubicBezTo>
                      <a:cubicBezTo>
                        <a:pt x="92027" y="17185"/>
                        <a:pt x="92694" y="16899"/>
                        <a:pt x="91551" y="17471"/>
                      </a:cubicBezTo>
                      <a:cubicBezTo>
                        <a:pt x="89648" y="18135"/>
                        <a:pt x="87659" y="18520"/>
                        <a:pt x="85646" y="18614"/>
                      </a:cubicBezTo>
                      <a:cubicBezTo>
                        <a:pt x="84884" y="18614"/>
                        <a:pt x="88503" y="17375"/>
                        <a:pt x="88598" y="17185"/>
                      </a:cubicBezTo>
                      <a:cubicBezTo>
                        <a:pt x="88694" y="16994"/>
                        <a:pt x="83455" y="18423"/>
                        <a:pt x="82788" y="18423"/>
                      </a:cubicBezTo>
                      <a:lnTo>
                        <a:pt x="85931" y="18423"/>
                      </a:lnTo>
                      <a:lnTo>
                        <a:pt x="80788" y="18423"/>
                      </a:lnTo>
                      <a:lnTo>
                        <a:pt x="82407" y="17947"/>
                      </a:lnTo>
                      <a:lnTo>
                        <a:pt x="72882" y="17947"/>
                      </a:lnTo>
                      <a:cubicBezTo>
                        <a:pt x="72882" y="17947"/>
                        <a:pt x="73358" y="7850"/>
                        <a:pt x="67548" y="5660"/>
                      </a:cubicBezTo>
                      <a:cubicBezTo>
                        <a:pt x="63131" y="3828"/>
                        <a:pt x="58214" y="3592"/>
                        <a:pt x="53642" y="4993"/>
                      </a:cubicBezTo>
                      <a:cubicBezTo>
                        <a:pt x="48689" y="6707"/>
                        <a:pt x="47450" y="15185"/>
                        <a:pt x="46689" y="15661"/>
                      </a:cubicBezTo>
                      <a:cubicBezTo>
                        <a:pt x="46410" y="16176"/>
                        <a:pt x="46186" y="16718"/>
                        <a:pt x="46022" y="17280"/>
                      </a:cubicBezTo>
                    </a:path>
                  </a:pathLst>
                </a:custGeom>
                <a:solidFill>
                  <a:srgbClr val="009944"/>
                </a:solidFill>
                <a:ln w="9525" cap="flat">
                  <a:noFill/>
                  <a:prstDash val="solid"/>
                  <a:miter/>
                </a:ln>
              </p:spPr>
              <p:txBody>
                <a:bodyPr rtlCol="0" anchor="ctr"/>
                <a:lstStyle/>
                <a:p>
                  <a:endParaRPr lang="zh-CN" altLang="en-US"/>
                </a:p>
              </p:txBody>
            </p:sp>
          </p:grpSp>
          <p:sp>
            <p:nvSpPr>
              <p:cNvPr id="187" name="任意多边形: 形状 186"/>
              <p:cNvSpPr/>
              <p:nvPr/>
            </p:nvSpPr>
            <p:spPr>
              <a:xfrm>
                <a:off x="5316808" y="2682568"/>
                <a:ext cx="409194" cy="409194"/>
              </a:xfrm>
              <a:custGeom>
                <a:avLst/>
                <a:gdLst>
                  <a:gd name="connsiteX0" fmla="*/ 204232 w 409194"/>
                  <a:gd name="connsiteY0" fmla="*/ 409058 h 409194"/>
                  <a:gd name="connsiteX1" fmla="*/ -365 w 409194"/>
                  <a:gd name="connsiteY1" fmla="*/ 204461 h 409194"/>
                  <a:gd name="connsiteX2" fmla="*/ 204232 w 409194"/>
                  <a:gd name="connsiteY2" fmla="*/ -136 h 409194"/>
                  <a:gd name="connsiteX3" fmla="*/ 408829 w 409194"/>
                  <a:gd name="connsiteY3" fmla="*/ 204461 h 409194"/>
                  <a:gd name="connsiteX4" fmla="*/ 204232 w 409194"/>
                  <a:gd name="connsiteY4" fmla="*/ 409058 h 409194"/>
                  <a:gd name="connsiteX5" fmla="*/ 204232 w 409194"/>
                  <a:gd name="connsiteY5" fmla="*/ 5008 h 409194"/>
                  <a:gd name="connsiteX6" fmla="*/ 4779 w 409194"/>
                  <a:gd name="connsiteY6" fmla="*/ 204461 h 409194"/>
                  <a:gd name="connsiteX7" fmla="*/ 204232 w 409194"/>
                  <a:gd name="connsiteY7" fmla="*/ 403915 h 409194"/>
                  <a:gd name="connsiteX8" fmla="*/ 403686 w 409194"/>
                  <a:gd name="connsiteY8" fmla="*/ 204461 h 409194"/>
                  <a:gd name="connsiteX9" fmla="*/ 204232 w 409194"/>
                  <a:gd name="connsiteY9" fmla="*/ 5008 h 409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9194" h="409194">
                    <a:moveTo>
                      <a:pt x="204232" y="409058"/>
                    </a:moveTo>
                    <a:cubicBezTo>
                      <a:pt x="91236" y="409058"/>
                      <a:pt x="-365" y="317457"/>
                      <a:pt x="-365" y="204461"/>
                    </a:cubicBezTo>
                    <a:cubicBezTo>
                      <a:pt x="-365" y="91465"/>
                      <a:pt x="91236" y="-136"/>
                      <a:pt x="204232" y="-136"/>
                    </a:cubicBezTo>
                    <a:cubicBezTo>
                      <a:pt x="317228" y="-136"/>
                      <a:pt x="408829" y="91465"/>
                      <a:pt x="408829" y="204461"/>
                    </a:cubicBezTo>
                    <a:cubicBezTo>
                      <a:pt x="408672" y="317392"/>
                      <a:pt x="317163" y="408901"/>
                      <a:pt x="204232" y="409058"/>
                    </a:cubicBezTo>
                    <a:moveTo>
                      <a:pt x="204232" y="5008"/>
                    </a:moveTo>
                    <a:cubicBezTo>
                      <a:pt x="94077" y="5008"/>
                      <a:pt x="4779" y="94306"/>
                      <a:pt x="4779" y="204461"/>
                    </a:cubicBezTo>
                    <a:cubicBezTo>
                      <a:pt x="4779" y="314616"/>
                      <a:pt x="94077" y="403915"/>
                      <a:pt x="204232" y="403915"/>
                    </a:cubicBezTo>
                    <a:cubicBezTo>
                      <a:pt x="314387" y="403915"/>
                      <a:pt x="403686" y="314616"/>
                      <a:pt x="403686" y="204461"/>
                    </a:cubicBezTo>
                    <a:cubicBezTo>
                      <a:pt x="403372" y="94436"/>
                      <a:pt x="314257" y="5322"/>
                      <a:pt x="204232" y="5008"/>
                    </a:cubicBezTo>
                  </a:path>
                </a:pathLst>
              </a:custGeom>
              <a:solidFill>
                <a:srgbClr val="DAB293"/>
              </a:solidFill>
              <a:ln w="9525" cap="flat">
                <a:noFill/>
                <a:prstDash val="solid"/>
                <a:miter/>
              </a:ln>
            </p:spPr>
            <p:txBody>
              <a:bodyPr rtlCol="0" anchor="ctr"/>
              <a:lstStyle/>
              <a:p>
                <a:endParaRPr lang="zh-CN" altLang="en-US"/>
              </a:p>
            </p:txBody>
          </p:sp>
          <p:sp>
            <p:nvSpPr>
              <p:cNvPr id="188" name="任意多边形: 形状 187"/>
              <p:cNvSpPr/>
              <p:nvPr/>
            </p:nvSpPr>
            <p:spPr>
              <a:xfrm>
                <a:off x="5490640" y="3047090"/>
                <a:ext cx="7048" cy="16097"/>
              </a:xfrm>
              <a:custGeom>
                <a:avLst/>
                <a:gdLst>
                  <a:gd name="connsiteX0" fmla="*/ 6683 w 7048"/>
                  <a:gd name="connsiteY0" fmla="*/ -136 h 16097"/>
                  <a:gd name="connsiteX1" fmla="*/ 4779 w 7048"/>
                  <a:gd name="connsiteY1" fmla="*/ -136 h 16097"/>
                  <a:gd name="connsiteX2" fmla="*/ -365 w 7048"/>
                  <a:gd name="connsiteY2" fmla="*/ 2912 h 16097"/>
                  <a:gd name="connsiteX3" fmla="*/ -365 w 7048"/>
                  <a:gd name="connsiteY3" fmla="*/ 4531 h 16097"/>
                  <a:gd name="connsiteX4" fmla="*/ 4112 w 7048"/>
                  <a:gd name="connsiteY4" fmla="*/ 4531 h 16097"/>
                  <a:gd name="connsiteX5" fmla="*/ 4112 w 7048"/>
                  <a:gd name="connsiteY5" fmla="*/ 15961 h 16097"/>
                  <a:gd name="connsiteX6" fmla="*/ 6683 w 7048"/>
                  <a:gd name="connsiteY6" fmla="*/ 15961 h 1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48" h="16097">
                    <a:moveTo>
                      <a:pt x="6683" y="-136"/>
                    </a:moveTo>
                    <a:lnTo>
                      <a:pt x="4779" y="-136"/>
                    </a:lnTo>
                    <a:cubicBezTo>
                      <a:pt x="4016" y="2531"/>
                      <a:pt x="2683" y="2721"/>
                      <a:pt x="-365" y="2912"/>
                    </a:cubicBezTo>
                    <a:lnTo>
                      <a:pt x="-365" y="4531"/>
                    </a:lnTo>
                    <a:lnTo>
                      <a:pt x="4112" y="4531"/>
                    </a:lnTo>
                    <a:lnTo>
                      <a:pt x="4112" y="15961"/>
                    </a:lnTo>
                    <a:lnTo>
                      <a:pt x="6683" y="15961"/>
                    </a:lnTo>
                    <a:close/>
                  </a:path>
                </a:pathLst>
              </a:custGeom>
              <a:solidFill>
                <a:srgbClr val="FFFFFF"/>
              </a:solidFill>
              <a:ln w="9525" cap="flat">
                <a:noFill/>
                <a:prstDash val="solid"/>
                <a:miter/>
              </a:ln>
            </p:spPr>
            <p:txBody>
              <a:bodyPr rtlCol="0" anchor="ctr"/>
              <a:lstStyle/>
              <a:p>
                <a:endParaRPr lang="zh-CN" altLang="en-US"/>
              </a:p>
            </p:txBody>
          </p:sp>
          <p:sp>
            <p:nvSpPr>
              <p:cNvPr id="189" name="任意多边形: 形状 188"/>
              <p:cNvSpPr/>
              <p:nvPr/>
            </p:nvSpPr>
            <p:spPr>
              <a:xfrm>
                <a:off x="5505499" y="3046489"/>
                <a:ext cx="13026" cy="16984"/>
              </a:xfrm>
              <a:custGeom>
                <a:avLst/>
                <a:gdLst>
                  <a:gd name="connsiteX0" fmla="*/ 5826 w 13026"/>
                  <a:gd name="connsiteY0" fmla="*/ 11133 h 16984"/>
                  <a:gd name="connsiteX1" fmla="*/ 10208 w 13026"/>
                  <a:gd name="connsiteY1" fmla="*/ 9228 h 16984"/>
                  <a:gd name="connsiteX2" fmla="*/ 10208 w 13026"/>
                  <a:gd name="connsiteY2" fmla="*/ 9228 h 16984"/>
                  <a:gd name="connsiteX3" fmla="*/ 5540 w 13026"/>
                  <a:gd name="connsiteY3" fmla="*/ 15229 h 16984"/>
                  <a:gd name="connsiteX4" fmla="*/ 2324 w 13026"/>
                  <a:gd name="connsiteY4" fmla="*/ 12783 h 16984"/>
                  <a:gd name="connsiteX5" fmla="*/ 2302 w 13026"/>
                  <a:gd name="connsiteY5" fmla="*/ 12562 h 16984"/>
                  <a:gd name="connsiteX6" fmla="*/ -79 w 13026"/>
                  <a:gd name="connsiteY6" fmla="*/ 12562 h 16984"/>
                  <a:gd name="connsiteX7" fmla="*/ 5636 w 13026"/>
                  <a:gd name="connsiteY7" fmla="*/ 16848 h 16984"/>
                  <a:gd name="connsiteX8" fmla="*/ 12589 w 13026"/>
                  <a:gd name="connsiteY8" fmla="*/ 7323 h 16984"/>
                  <a:gd name="connsiteX9" fmla="*/ 7146 w 13026"/>
                  <a:gd name="connsiteY9" fmla="*/ -44 h 16984"/>
                  <a:gd name="connsiteX10" fmla="*/ 5826 w 13026"/>
                  <a:gd name="connsiteY10" fmla="*/ -106 h 16984"/>
                  <a:gd name="connsiteX11" fmla="*/ -336 w 13026"/>
                  <a:gd name="connsiteY11" fmla="*/ 4912 h 16984"/>
                  <a:gd name="connsiteX12" fmla="*/ -365 w 13026"/>
                  <a:gd name="connsiteY12" fmla="*/ 5418 h 16984"/>
                  <a:gd name="connsiteX13" fmla="*/ 5731 w 13026"/>
                  <a:gd name="connsiteY13" fmla="*/ 10562 h 16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026" h="16984">
                    <a:moveTo>
                      <a:pt x="5826" y="11133"/>
                    </a:moveTo>
                    <a:cubicBezTo>
                      <a:pt x="7511" y="11256"/>
                      <a:pt x="9149" y="10544"/>
                      <a:pt x="10208" y="9228"/>
                    </a:cubicBezTo>
                    <a:lnTo>
                      <a:pt x="10208" y="9228"/>
                    </a:lnTo>
                    <a:cubicBezTo>
                      <a:pt x="9541" y="13324"/>
                      <a:pt x="8207" y="15229"/>
                      <a:pt x="5540" y="15229"/>
                    </a:cubicBezTo>
                    <a:cubicBezTo>
                      <a:pt x="3977" y="15442"/>
                      <a:pt x="2536" y="14347"/>
                      <a:pt x="2324" y="12783"/>
                    </a:cubicBezTo>
                    <a:cubicBezTo>
                      <a:pt x="2314" y="12710"/>
                      <a:pt x="2306" y="12636"/>
                      <a:pt x="2302" y="12562"/>
                    </a:cubicBezTo>
                    <a:lnTo>
                      <a:pt x="-79" y="12562"/>
                    </a:lnTo>
                    <a:cubicBezTo>
                      <a:pt x="-79" y="14086"/>
                      <a:pt x="1064" y="16848"/>
                      <a:pt x="5636" y="16848"/>
                    </a:cubicBezTo>
                    <a:cubicBezTo>
                      <a:pt x="12208" y="16848"/>
                      <a:pt x="12589" y="9514"/>
                      <a:pt x="12589" y="7323"/>
                    </a:cubicBezTo>
                    <a:cubicBezTo>
                      <a:pt x="13121" y="3786"/>
                      <a:pt x="10683" y="487"/>
                      <a:pt x="7146" y="-44"/>
                    </a:cubicBezTo>
                    <a:cubicBezTo>
                      <a:pt x="6710" y="-110"/>
                      <a:pt x="6267" y="-131"/>
                      <a:pt x="5826" y="-106"/>
                    </a:cubicBezTo>
                    <a:cubicBezTo>
                      <a:pt x="2739" y="-422"/>
                      <a:pt x="-21" y="1825"/>
                      <a:pt x="-336" y="4912"/>
                    </a:cubicBezTo>
                    <a:cubicBezTo>
                      <a:pt x="-353" y="5080"/>
                      <a:pt x="-363" y="5249"/>
                      <a:pt x="-365" y="5418"/>
                    </a:cubicBezTo>
                    <a:cubicBezTo>
                      <a:pt x="-365" y="8561"/>
                      <a:pt x="2112" y="10562"/>
                      <a:pt x="5731" y="10562"/>
                    </a:cubicBezTo>
                  </a:path>
                </a:pathLst>
              </a:custGeom>
              <a:solidFill>
                <a:srgbClr val="FFFFFF"/>
              </a:solidFill>
              <a:ln w="9525" cap="flat">
                <a:noFill/>
                <a:prstDash val="solid"/>
                <a:miter/>
              </a:ln>
            </p:spPr>
            <p:txBody>
              <a:bodyPr rtlCol="0" anchor="ctr"/>
              <a:lstStyle/>
              <a:p>
                <a:endParaRPr lang="zh-CN" altLang="en-US"/>
              </a:p>
            </p:txBody>
          </p:sp>
          <p:sp>
            <p:nvSpPr>
              <p:cNvPr id="190" name="任意多边形: 形状 189"/>
              <p:cNvSpPr/>
              <p:nvPr/>
            </p:nvSpPr>
            <p:spPr>
              <a:xfrm>
                <a:off x="5508069" y="3048894"/>
                <a:ext cx="7636" cy="7077"/>
              </a:xfrm>
              <a:custGeom>
                <a:avLst/>
                <a:gdLst>
                  <a:gd name="connsiteX0" fmla="*/ 3542 w 7636"/>
                  <a:gd name="connsiteY0" fmla="*/ 6918 h 7077"/>
                  <a:gd name="connsiteX1" fmla="*/ -364 w 7636"/>
                  <a:gd name="connsiteY1" fmla="*/ 3489 h 7077"/>
                  <a:gd name="connsiteX2" fmla="*/ 3059 w 7636"/>
                  <a:gd name="connsiteY2" fmla="*/ -134 h 7077"/>
                  <a:gd name="connsiteX3" fmla="*/ 3351 w 7636"/>
                  <a:gd name="connsiteY3" fmla="*/ -131 h 7077"/>
                  <a:gd name="connsiteX4" fmla="*/ 7257 w 7636"/>
                  <a:gd name="connsiteY4" fmla="*/ 3298 h 7077"/>
                  <a:gd name="connsiteX5" fmla="*/ 4247 w 7636"/>
                  <a:gd name="connsiteY5" fmla="*/ 6927 h 7077"/>
                  <a:gd name="connsiteX6" fmla="*/ 3542 w 7636"/>
                  <a:gd name="connsiteY6" fmla="*/ 6918 h 7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6" h="7077">
                    <a:moveTo>
                      <a:pt x="3542" y="6918"/>
                    </a:moveTo>
                    <a:cubicBezTo>
                      <a:pt x="2018" y="6918"/>
                      <a:pt x="-364" y="6918"/>
                      <a:pt x="-364" y="3489"/>
                    </a:cubicBezTo>
                    <a:cubicBezTo>
                      <a:pt x="-419" y="1543"/>
                      <a:pt x="1113" y="-79"/>
                      <a:pt x="3059" y="-134"/>
                    </a:cubicBezTo>
                    <a:cubicBezTo>
                      <a:pt x="3156" y="-137"/>
                      <a:pt x="3254" y="-136"/>
                      <a:pt x="3351" y="-131"/>
                    </a:cubicBezTo>
                    <a:cubicBezTo>
                      <a:pt x="6114" y="-131"/>
                      <a:pt x="7257" y="1489"/>
                      <a:pt x="7257" y="3298"/>
                    </a:cubicBezTo>
                    <a:cubicBezTo>
                      <a:pt x="7428" y="5131"/>
                      <a:pt x="6080" y="6756"/>
                      <a:pt x="4247" y="6927"/>
                    </a:cubicBezTo>
                    <a:cubicBezTo>
                      <a:pt x="4012" y="6949"/>
                      <a:pt x="3776" y="6946"/>
                      <a:pt x="3542" y="6918"/>
                    </a:cubicBezTo>
                  </a:path>
                </a:pathLst>
              </a:custGeom>
              <a:solidFill>
                <a:srgbClr val="009944"/>
              </a:solidFill>
              <a:ln w="9525" cap="flat">
                <a:noFill/>
                <a:prstDash val="solid"/>
                <a:miter/>
              </a:ln>
            </p:spPr>
            <p:txBody>
              <a:bodyPr rtlCol="0" anchor="ctr"/>
              <a:lstStyle/>
              <a:p>
                <a:endParaRPr lang="zh-CN" altLang="en-US"/>
              </a:p>
            </p:txBody>
          </p:sp>
          <p:sp>
            <p:nvSpPr>
              <p:cNvPr id="191" name="任意多边形: 形状 190"/>
              <p:cNvSpPr/>
              <p:nvPr/>
            </p:nvSpPr>
            <p:spPr>
              <a:xfrm>
                <a:off x="5521786" y="3047090"/>
                <a:ext cx="13620" cy="16097"/>
              </a:xfrm>
              <a:custGeom>
                <a:avLst/>
                <a:gdLst>
                  <a:gd name="connsiteX0" fmla="*/ 13621 w 13620"/>
                  <a:gd name="connsiteY0" fmla="*/ 12192 h 16097"/>
                  <a:gd name="connsiteX1" fmla="*/ 13621 w 13620"/>
                  <a:gd name="connsiteY1" fmla="*/ 10478 h 16097"/>
                  <a:gd name="connsiteX2" fmla="*/ 10763 w 13620"/>
                  <a:gd name="connsiteY2" fmla="*/ 10478 h 16097"/>
                  <a:gd name="connsiteX3" fmla="*/ 10763 w 13620"/>
                  <a:gd name="connsiteY3" fmla="*/ 0 h 16097"/>
                  <a:gd name="connsiteX4" fmla="*/ 8763 w 13620"/>
                  <a:gd name="connsiteY4" fmla="*/ 0 h 16097"/>
                  <a:gd name="connsiteX5" fmla="*/ 0 w 13620"/>
                  <a:gd name="connsiteY5" fmla="*/ 10192 h 16097"/>
                  <a:gd name="connsiteX6" fmla="*/ 0 w 13620"/>
                  <a:gd name="connsiteY6" fmla="*/ 12192 h 16097"/>
                  <a:gd name="connsiteX7" fmla="*/ 8382 w 13620"/>
                  <a:gd name="connsiteY7" fmla="*/ 12192 h 16097"/>
                  <a:gd name="connsiteX8" fmla="*/ 8382 w 13620"/>
                  <a:gd name="connsiteY8" fmla="*/ 16097 h 16097"/>
                  <a:gd name="connsiteX9" fmla="*/ 10763 w 13620"/>
                  <a:gd name="connsiteY9" fmla="*/ 16097 h 16097"/>
                  <a:gd name="connsiteX10" fmla="*/ 10763 w 13620"/>
                  <a:gd name="connsiteY10" fmla="*/ 12192 h 16097"/>
                  <a:gd name="connsiteX11" fmla="*/ 13621 w 13620"/>
                  <a:gd name="connsiteY11" fmla="*/ 12192 h 16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20" h="16097">
                    <a:moveTo>
                      <a:pt x="13621" y="12192"/>
                    </a:moveTo>
                    <a:lnTo>
                      <a:pt x="13621" y="10478"/>
                    </a:lnTo>
                    <a:lnTo>
                      <a:pt x="10763" y="10478"/>
                    </a:lnTo>
                    <a:lnTo>
                      <a:pt x="10763" y="0"/>
                    </a:lnTo>
                    <a:lnTo>
                      <a:pt x="8763" y="0"/>
                    </a:lnTo>
                    <a:lnTo>
                      <a:pt x="0" y="10192"/>
                    </a:lnTo>
                    <a:lnTo>
                      <a:pt x="0" y="12192"/>
                    </a:lnTo>
                    <a:lnTo>
                      <a:pt x="8382" y="12192"/>
                    </a:lnTo>
                    <a:lnTo>
                      <a:pt x="8382" y="16097"/>
                    </a:lnTo>
                    <a:lnTo>
                      <a:pt x="10763" y="16097"/>
                    </a:lnTo>
                    <a:lnTo>
                      <a:pt x="10763" y="12192"/>
                    </a:lnTo>
                    <a:lnTo>
                      <a:pt x="13621" y="12192"/>
                    </a:lnTo>
                    <a:close/>
                  </a:path>
                </a:pathLst>
              </a:custGeom>
              <a:solidFill>
                <a:srgbClr val="FFFFFF"/>
              </a:solidFill>
              <a:ln w="9525" cap="flat">
                <a:noFill/>
                <a:prstDash val="solid"/>
                <a:miter/>
              </a:ln>
            </p:spPr>
            <p:txBody>
              <a:bodyPr rtlCol="0" anchor="ctr"/>
              <a:lstStyle/>
              <a:p>
                <a:endParaRPr lang="zh-CN" altLang="en-US"/>
              </a:p>
            </p:txBody>
          </p:sp>
          <p:sp>
            <p:nvSpPr>
              <p:cNvPr id="192" name="任意多边形: 形状 191"/>
              <p:cNvSpPr/>
              <p:nvPr/>
            </p:nvSpPr>
            <p:spPr>
              <a:xfrm>
                <a:off x="5523977" y="3050233"/>
                <a:ext cx="6191" cy="7334"/>
              </a:xfrm>
              <a:custGeom>
                <a:avLst/>
                <a:gdLst>
                  <a:gd name="connsiteX0" fmla="*/ 6096 w 6191"/>
                  <a:gd name="connsiteY0" fmla="*/ 0 h 7334"/>
                  <a:gd name="connsiteX1" fmla="*/ 6191 w 6191"/>
                  <a:gd name="connsiteY1" fmla="*/ 0 h 7334"/>
                  <a:gd name="connsiteX2" fmla="*/ 6191 w 6191"/>
                  <a:gd name="connsiteY2" fmla="*/ 7334 h 7334"/>
                  <a:gd name="connsiteX3" fmla="*/ 0 w 6191"/>
                  <a:gd name="connsiteY3" fmla="*/ 7334 h 7334"/>
                  <a:gd name="connsiteX4" fmla="*/ 6096 w 6191"/>
                  <a:gd name="connsiteY4" fmla="*/ 0 h 7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 h="7334">
                    <a:moveTo>
                      <a:pt x="6096" y="0"/>
                    </a:moveTo>
                    <a:lnTo>
                      <a:pt x="6191" y="0"/>
                    </a:lnTo>
                    <a:lnTo>
                      <a:pt x="6191" y="7334"/>
                    </a:lnTo>
                    <a:lnTo>
                      <a:pt x="0" y="7334"/>
                    </a:lnTo>
                    <a:lnTo>
                      <a:pt x="6096" y="0"/>
                    </a:lnTo>
                    <a:close/>
                  </a:path>
                </a:pathLst>
              </a:custGeom>
              <a:solidFill>
                <a:srgbClr val="009944"/>
              </a:solidFill>
              <a:ln w="9525" cap="flat">
                <a:noFill/>
                <a:prstDash val="solid"/>
                <a:miter/>
              </a:ln>
            </p:spPr>
            <p:txBody>
              <a:bodyPr rtlCol="0" anchor="ctr"/>
              <a:lstStyle/>
              <a:p>
                <a:endParaRPr lang="zh-CN" altLang="en-US"/>
              </a:p>
            </p:txBody>
          </p:sp>
          <p:sp>
            <p:nvSpPr>
              <p:cNvPr id="193" name="任意多边形: 形状 192"/>
              <p:cNvSpPr/>
              <p:nvPr/>
            </p:nvSpPr>
            <p:spPr>
              <a:xfrm>
                <a:off x="5538741" y="3047090"/>
                <a:ext cx="13144" cy="16478"/>
              </a:xfrm>
              <a:custGeom>
                <a:avLst/>
                <a:gdLst>
                  <a:gd name="connsiteX0" fmla="*/ 12780 w 13144"/>
                  <a:gd name="connsiteY0" fmla="*/ 8151 h 16478"/>
                  <a:gd name="connsiteX1" fmla="*/ 6207 w 13144"/>
                  <a:gd name="connsiteY1" fmla="*/ -136 h 16478"/>
                  <a:gd name="connsiteX2" fmla="*/ -365 w 13144"/>
                  <a:gd name="connsiteY2" fmla="*/ 8151 h 16478"/>
                  <a:gd name="connsiteX3" fmla="*/ 6207 w 13144"/>
                  <a:gd name="connsiteY3" fmla="*/ 16342 h 16478"/>
                  <a:gd name="connsiteX4" fmla="*/ 12780 w 13144"/>
                  <a:gd name="connsiteY4" fmla="*/ 8151 h 1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4" h="16478">
                    <a:moveTo>
                      <a:pt x="12780" y="8151"/>
                    </a:moveTo>
                    <a:cubicBezTo>
                      <a:pt x="12780" y="4817"/>
                      <a:pt x="11732" y="-136"/>
                      <a:pt x="6207" y="-136"/>
                    </a:cubicBezTo>
                    <a:cubicBezTo>
                      <a:pt x="683" y="-136"/>
                      <a:pt x="-365" y="4817"/>
                      <a:pt x="-365" y="8151"/>
                    </a:cubicBezTo>
                    <a:cubicBezTo>
                      <a:pt x="-365" y="11485"/>
                      <a:pt x="683" y="16342"/>
                      <a:pt x="6207" y="16342"/>
                    </a:cubicBezTo>
                    <a:cubicBezTo>
                      <a:pt x="11732" y="16342"/>
                      <a:pt x="12780" y="11485"/>
                      <a:pt x="12780" y="8151"/>
                    </a:cubicBezTo>
                  </a:path>
                </a:pathLst>
              </a:custGeom>
              <a:solidFill>
                <a:srgbClr val="FFFFFF"/>
              </a:solidFill>
              <a:ln w="9525" cap="flat">
                <a:noFill/>
                <a:prstDash val="solid"/>
                <a:miter/>
              </a:ln>
            </p:spPr>
            <p:txBody>
              <a:bodyPr rtlCol="0" anchor="ctr"/>
              <a:lstStyle/>
              <a:p>
                <a:endParaRPr lang="zh-CN" altLang="en-US"/>
              </a:p>
            </p:txBody>
          </p:sp>
          <p:sp>
            <p:nvSpPr>
              <p:cNvPr id="194" name="任意多边形: 形状 193"/>
              <p:cNvSpPr/>
              <p:nvPr/>
            </p:nvSpPr>
            <p:spPr>
              <a:xfrm>
                <a:off x="5541313" y="3048900"/>
                <a:ext cx="8000" cy="12858"/>
              </a:xfrm>
              <a:custGeom>
                <a:avLst/>
                <a:gdLst>
                  <a:gd name="connsiteX0" fmla="*/ 7636 w 8000"/>
                  <a:gd name="connsiteY0" fmla="*/ 6341 h 12858"/>
                  <a:gd name="connsiteX1" fmla="*/ 3635 w 8000"/>
                  <a:gd name="connsiteY1" fmla="*/ 12723 h 12858"/>
                  <a:gd name="connsiteX2" fmla="*/ -365 w 8000"/>
                  <a:gd name="connsiteY2" fmla="*/ 6341 h 12858"/>
                  <a:gd name="connsiteX3" fmla="*/ 3635 w 8000"/>
                  <a:gd name="connsiteY3" fmla="*/ -136 h 12858"/>
                  <a:gd name="connsiteX4" fmla="*/ 7636 w 8000"/>
                  <a:gd name="connsiteY4" fmla="*/ 6341 h 12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 h="12858">
                    <a:moveTo>
                      <a:pt x="7636" y="6341"/>
                    </a:moveTo>
                    <a:cubicBezTo>
                      <a:pt x="7636" y="10342"/>
                      <a:pt x="6398" y="12723"/>
                      <a:pt x="3635" y="12723"/>
                    </a:cubicBezTo>
                    <a:cubicBezTo>
                      <a:pt x="873" y="12723"/>
                      <a:pt x="-365" y="10342"/>
                      <a:pt x="-365" y="6341"/>
                    </a:cubicBezTo>
                    <a:cubicBezTo>
                      <a:pt x="-365" y="2341"/>
                      <a:pt x="873" y="-136"/>
                      <a:pt x="3635" y="-136"/>
                    </a:cubicBezTo>
                    <a:cubicBezTo>
                      <a:pt x="6398" y="-136"/>
                      <a:pt x="7636" y="2341"/>
                      <a:pt x="7636" y="6341"/>
                    </a:cubicBezTo>
                  </a:path>
                </a:pathLst>
              </a:custGeom>
              <a:solidFill>
                <a:srgbClr val="009944"/>
              </a:solidFill>
              <a:ln w="9525" cap="flat">
                <a:noFill/>
                <a:prstDash val="solid"/>
                <a:miter/>
              </a:ln>
            </p:spPr>
            <p:txBody>
              <a:bodyPr rtlCol="0" anchor="ctr"/>
              <a:lstStyle/>
              <a:p>
                <a:endParaRPr lang="zh-CN" altLang="en-US"/>
              </a:p>
            </p:txBody>
          </p:sp>
          <p:sp>
            <p:nvSpPr>
              <p:cNvPr id="195" name="任意多边形: 形状 194"/>
              <p:cNvSpPr/>
              <p:nvPr/>
            </p:nvSpPr>
            <p:spPr>
              <a:xfrm>
                <a:off x="5479305" y="2637610"/>
                <a:ext cx="26774" cy="38862"/>
              </a:xfrm>
              <a:custGeom>
                <a:avLst/>
                <a:gdLst>
                  <a:gd name="connsiteX0" fmla="*/ -365 w 26774"/>
                  <a:gd name="connsiteY0" fmla="*/ 7866 h 38862"/>
                  <a:gd name="connsiteX1" fmla="*/ 397 w 26774"/>
                  <a:gd name="connsiteY1" fmla="*/ 5580 h 38862"/>
                  <a:gd name="connsiteX2" fmla="*/ 1826 w 26774"/>
                  <a:gd name="connsiteY2" fmla="*/ 6151 h 38862"/>
                  <a:gd name="connsiteX3" fmla="*/ 3160 w 26774"/>
                  <a:gd name="connsiteY3" fmla="*/ 6151 h 38862"/>
                  <a:gd name="connsiteX4" fmla="*/ 4779 w 26774"/>
                  <a:gd name="connsiteY4" fmla="*/ 5389 h 38862"/>
                  <a:gd name="connsiteX5" fmla="*/ 7541 w 26774"/>
                  <a:gd name="connsiteY5" fmla="*/ 3770 h 38862"/>
                  <a:gd name="connsiteX6" fmla="*/ 9731 w 26774"/>
                  <a:gd name="connsiteY6" fmla="*/ 3198 h 38862"/>
                  <a:gd name="connsiteX7" fmla="*/ 16399 w 26774"/>
                  <a:gd name="connsiteY7" fmla="*/ -40 h 38862"/>
                  <a:gd name="connsiteX8" fmla="*/ 18018 w 26774"/>
                  <a:gd name="connsiteY8" fmla="*/ -40 h 38862"/>
                  <a:gd name="connsiteX9" fmla="*/ 21161 w 26774"/>
                  <a:gd name="connsiteY9" fmla="*/ -40 h 38862"/>
                  <a:gd name="connsiteX10" fmla="*/ 21923 w 26774"/>
                  <a:gd name="connsiteY10" fmla="*/ 1198 h 38862"/>
                  <a:gd name="connsiteX11" fmla="*/ 23257 w 26774"/>
                  <a:gd name="connsiteY11" fmla="*/ 3198 h 38862"/>
                  <a:gd name="connsiteX12" fmla="*/ 22686 w 26774"/>
                  <a:gd name="connsiteY12" fmla="*/ 5199 h 38862"/>
                  <a:gd name="connsiteX13" fmla="*/ 22686 w 26774"/>
                  <a:gd name="connsiteY13" fmla="*/ 6913 h 38862"/>
                  <a:gd name="connsiteX14" fmla="*/ 21638 w 26774"/>
                  <a:gd name="connsiteY14" fmla="*/ 9866 h 38862"/>
                  <a:gd name="connsiteX15" fmla="*/ 20400 w 26774"/>
                  <a:gd name="connsiteY15" fmla="*/ 11676 h 38862"/>
                  <a:gd name="connsiteX16" fmla="*/ 18209 w 26774"/>
                  <a:gd name="connsiteY16" fmla="*/ 18629 h 38862"/>
                  <a:gd name="connsiteX17" fmla="*/ 17351 w 26774"/>
                  <a:gd name="connsiteY17" fmla="*/ 19772 h 38862"/>
                  <a:gd name="connsiteX18" fmla="*/ 16113 w 26774"/>
                  <a:gd name="connsiteY18" fmla="*/ 19772 h 38862"/>
                  <a:gd name="connsiteX19" fmla="*/ 14780 w 26774"/>
                  <a:gd name="connsiteY19" fmla="*/ 20439 h 38862"/>
                  <a:gd name="connsiteX20" fmla="*/ 12970 w 26774"/>
                  <a:gd name="connsiteY20" fmla="*/ 21296 h 38862"/>
                  <a:gd name="connsiteX21" fmla="*/ 12970 w 26774"/>
                  <a:gd name="connsiteY21" fmla="*/ 22820 h 38862"/>
                  <a:gd name="connsiteX22" fmla="*/ 14399 w 26774"/>
                  <a:gd name="connsiteY22" fmla="*/ 22344 h 38862"/>
                  <a:gd name="connsiteX23" fmla="*/ 15542 w 26774"/>
                  <a:gd name="connsiteY23" fmla="*/ 21582 h 38862"/>
                  <a:gd name="connsiteX24" fmla="*/ 17256 w 26774"/>
                  <a:gd name="connsiteY24" fmla="*/ 21582 h 38862"/>
                  <a:gd name="connsiteX25" fmla="*/ 18018 w 26774"/>
                  <a:gd name="connsiteY25" fmla="*/ 22248 h 38862"/>
                  <a:gd name="connsiteX26" fmla="*/ 18780 w 26774"/>
                  <a:gd name="connsiteY26" fmla="*/ 24344 h 38862"/>
                  <a:gd name="connsiteX27" fmla="*/ 18780 w 26774"/>
                  <a:gd name="connsiteY27" fmla="*/ 25201 h 38862"/>
                  <a:gd name="connsiteX28" fmla="*/ 17351 w 26774"/>
                  <a:gd name="connsiteY28" fmla="*/ 26535 h 38862"/>
                  <a:gd name="connsiteX29" fmla="*/ 15732 w 26774"/>
                  <a:gd name="connsiteY29" fmla="*/ 27392 h 38862"/>
                  <a:gd name="connsiteX30" fmla="*/ 15732 w 26774"/>
                  <a:gd name="connsiteY30" fmla="*/ 28439 h 38862"/>
                  <a:gd name="connsiteX31" fmla="*/ 16685 w 26774"/>
                  <a:gd name="connsiteY31" fmla="*/ 29011 h 38862"/>
                  <a:gd name="connsiteX32" fmla="*/ 18875 w 26774"/>
                  <a:gd name="connsiteY32" fmla="*/ 28249 h 38862"/>
                  <a:gd name="connsiteX33" fmla="*/ 20685 w 26774"/>
                  <a:gd name="connsiteY33" fmla="*/ 28249 h 38862"/>
                  <a:gd name="connsiteX34" fmla="*/ 22686 w 26774"/>
                  <a:gd name="connsiteY34" fmla="*/ 27582 h 38862"/>
                  <a:gd name="connsiteX35" fmla="*/ 24590 w 26774"/>
                  <a:gd name="connsiteY35" fmla="*/ 27582 h 38862"/>
                  <a:gd name="connsiteX36" fmla="*/ 26400 w 26774"/>
                  <a:gd name="connsiteY36" fmla="*/ 29773 h 38862"/>
                  <a:gd name="connsiteX37" fmla="*/ 24209 w 26774"/>
                  <a:gd name="connsiteY37" fmla="*/ 34059 h 38862"/>
                  <a:gd name="connsiteX38" fmla="*/ 21733 w 26774"/>
                  <a:gd name="connsiteY38" fmla="*/ 34059 h 38862"/>
                  <a:gd name="connsiteX39" fmla="*/ 17637 w 26774"/>
                  <a:gd name="connsiteY39" fmla="*/ 34726 h 38862"/>
                  <a:gd name="connsiteX40" fmla="*/ 15351 w 26774"/>
                  <a:gd name="connsiteY40" fmla="*/ 34726 h 38862"/>
                  <a:gd name="connsiteX41" fmla="*/ 13446 w 26774"/>
                  <a:gd name="connsiteY41" fmla="*/ 35202 h 38862"/>
                  <a:gd name="connsiteX42" fmla="*/ 11256 w 26774"/>
                  <a:gd name="connsiteY42" fmla="*/ 35869 h 38862"/>
                  <a:gd name="connsiteX43" fmla="*/ 8684 w 26774"/>
                  <a:gd name="connsiteY43" fmla="*/ 36822 h 38862"/>
                  <a:gd name="connsiteX44" fmla="*/ 5922 w 26774"/>
                  <a:gd name="connsiteY44" fmla="*/ 37489 h 38862"/>
                  <a:gd name="connsiteX45" fmla="*/ 3159 w 26774"/>
                  <a:gd name="connsiteY45" fmla="*/ 38727 h 38862"/>
                  <a:gd name="connsiteX46" fmla="*/ 1254 w 26774"/>
                  <a:gd name="connsiteY46" fmla="*/ 38060 h 38862"/>
                  <a:gd name="connsiteX47" fmla="*/ 493 w 26774"/>
                  <a:gd name="connsiteY47" fmla="*/ 35678 h 38862"/>
                  <a:gd name="connsiteX48" fmla="*/ 492 w 26774"/>
                  <a:gd name="connsiteY48" fmla="*/ 34917 h 38862"/>
                  <a:gd name="connsiteX49" fmla="*/ 492 w 26774"/>
                  <a:gd name="connsiteY49" fmla="*/ 33488 h 38862"/>
                  <a:gd name="connsiteX50" fmla="*/ 1064 w 26774"/>
                  <a:gd name="connsiteY50" fmla="*/ 32916 h 38862"/>
                  <a:gd name="connsiteX51" fmla="*/ 2016 w 26774"/>
                  <a:gd name="connsiteY51" fmla="*/ 32916 h 38862"/>
                  <a:gd name="connsiteX52" fmla="*/ 4302 w 26774"/>
                  <a:gd name="connsiteY52" fmla="*/ 31678 h 38862"/>
                  <a:gd name="connsiteX53" fmla="*/ 7255 w 26774"/>
                  <a:gd name="connsiteY53" fmla="*/ 29868 h 38862"/>
                  <a:gd name="connsiteX54" fmla="*/ 6588 w 26774"/>
                  <a:gd name="connsiteY54" fmla="*/ 29107 h 38862"/>
                  <a:gd name="connsiteX55" fmla="*/ 5350 w 26774"/>
                  <a:gd name="connsiteY55" fmla="*/ 29107 h 38862"/>
                  <a:gd name="connsiteX56" fmla="*/ 4207 w 26774"/>
                  <a:gd name="connsiteY56" fmla="*/ 29107 h 38862"/>
                  <a:gd name="connsiteX57" fmla="*/ 4207 w 26774"/>
                  <a:gd name="connsiteY57" fmla="*/ 28059 h 38862"/>
                  <a:gd name="connsiteX58" fmla="*/ 4207 w 26774"/>
                  <a:gd name="connsiteY58" fmla="*/ 26820 h 38862"/>
                  <a:gd name="connsiteX59" fmla="*/ 4779 w 26774"/>
                  <a:gd name="connsiteY59" fmla="*/ 25773 h 38862"/>
                  <a:gd name="connsiteX60" fmla="*/ 5540 w 26774"/>
                  <a:gd name="connsiteY60" fmla="*/ 25773 h 38862"/>
                  <a:gd name="connsiteX61" fmla="*/ 6303 w 26774"/>
                  <a:gd name="connsiteY61" fmla="*/ 25773 h 38862"/>
                  <a:gd name="connsiteX62" fmla="*/ 6969 w 26774"/>
                  <a:gd name="connsiteY62" fmla="*/ 25773 h 38862"/>
                  <a:gd name="connsiteX63" fmla="*/ 7541 w 26774"/>
                  <a:gd name="connsiteY63" fmla="*/ 25106 h 38862"/>
                  <a:gd name="connsiteX64" fmla="*/ 7541 w 26774"/>
                  <a:gd name="connsiteY64" fmla="*/ 23582 h 38862"/>
                  <a:gd name="connsiteX65" fmla="*/ 6588 w 26774"/>
                  <a:gd name="connsiteY65" fmla="*/ 23582 h 38862"/>
                  <a:gd name="connsiteX66" fmla="*/ 5445 w 26774"/>
                  <a:gd name="connsiteY66" fmla="*/ 24058 h 38862"/>
                  <a:gd name="connsiteX67" fmla="*/ 4493 w 26774"/>
                  <a:gd name="connsiteY67" fmla="*/ 24058 h 38862"/>
                  <a:gd name="connsiteX68" fmla="*/ 3540 w 26774"/>
                  <a:gd name="connsiteY68" fmla="*/ 24058 h 38862"/>
                  <a:gd name="connsiteX69" fmla="*/ 3064 w 26774"/>
                  <a:gd name="connsiteY69" fmla="*/ 23486 h 38862"/>
                  <a:gd name="connsiteX70" fmla="*/ 2588 w 26774"/>
                  <a:gd name="connsiteY70" fmla="*/ 22534 h 38862"/>
                  <a:gd name="connsiteX71" fmla="*/ 1540 w 26774"/>
                  <a:gd name="connsiteY71" fmla="*/ 21201 h 38862"/>
                  <a:gd name="connsiteX72" fmla="*/ 969 w 26774"/>
                  <a:gd name="connsiteY72" fmla="*/ 19581 h 38862"/>
                  <a:gd name="connsiteX73" fmla="*/ 1445 w 26774"/>
                  <a:gd name="connsiteY73" fmla="*/ 17105 h 38862"/>
                  <a:gd name="connsiteX74" fmla="*/ 492 w 26774"/>
                  <a:gd name="connsiteY74" fmla="*/ 13200 h 38862"/>
                  <a:gd name="connsiteX75" fmla="*/ -270 w 26774"/>
                  <a:gd name="connsiteY75" fmla="*/ 11580 h 38862"/>
                  <a:gd name="connsiteX76" fmla="*/ -270 w 26774"/>
                  <a:gd name="connsiteY76" fmla="*/ 10342 h 38862"/>
                  <a:gd name="connsiteX77" fmla="*/ -270 w 26774"/>
                  <a:gd name="connsiteY77" fmla="*/ 8056 h 3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774" h="38862">
                    <a:moveTo>
                      <a:pt x="-365" y="7866"/>
                    </a:moveTo>
                    <a:cubicBezTo>
                      <a:pt x="-365" y="6913"/>
                      <a:pt x="-365" y="5580"/>
                      <a:pt x="397" y="5580"/>
                    </a:cubicBezTo>
                    <a:cubicBezTo>
                      <a:pt x="1159" y="5580"/>
                      <a:pt x="1159" y="6246"/>
                      <a:pt x="1826" y="6151"/>
                    </a:cubicBezTo>
                    <a:cubicBezTo>
                      <a:pt x="2265" y="6250"/>
                      <a:pt x="2720" y="6250"/>
                      <a:pt x="3160" y="6151"/>
                    </a:cubicBezTo>
                    <a:lnTo>
                      <a:pt x="4779" y="5389"/>
                    </a:lnTo>
                    <a:cubicBezTo>
                      <a:pt x="5652" y="4773"/>
                      <a:pt x="6576" y="4231"/>
                      <a:pt x="7541" y="3770"/>
                    </a:cubicBezTo>
                    <a:cubicBezTo>
                      <a:pt x="8207" y="3770"/>
                      <a:pt x="9160" y="3770"/>
                      <a:pt x="9731" y="3198"/>
                    </a:cubicBezTo>
                    <a:cubicBezTo>
                      <a:pt x="10303" y="2627"/>
                      <a:pt x="15732" y="55"/>
                      <a:pt x="16399" y="-40"/>
                    </a:cubicBezTo>
                    <a:cubicBezTo>
                      <a:pt x="17066" y="-135"/>
                      <a:pt x="17542" y="436"/>
                      <a:pt x="18018" y="-40"/>
                    </a:cubicBezTo>
                    <a:cubicBezTo>
                      <a:pt x="19062" y="-168"/>
                      <a:pt x="20117" y="-168"/>
                      <a:pt x="21161" y="-40"/>
                    </a:cubicBezTo>
                    <a:cubicBezTo>
                      <a:pt x="21162" y="-40"/>
                      <a:pt x="21162" y="1008"/>
                      <a:pt x="21923" y="1198"/>
                    </a:cubicBezTo>
                    <a:cubicBezTo>
                      <a:pt x="22616" y="1662"/>
                      <a:pt x="23095" y="2381"/>
                      <a:pt x="23257" y="3198"/>
                    </a:cubicBezTo>
                    <a:cubicBezTo>
                      <a:pt x="23257" y="3865"/>
                      <a:pt x="22686" y="4913"/>
                      <a:pt x="22686" y="5199"/>
                    </a:cubicBezTo>
                    <a:cubicBezTo>
                      <a:pt x="22868" y="5756"/>
                      <a:pt x="22868" y="6356"/>
                      <a:pt x="22686" y="6913"/>
                    </a:cubicBezTo>
                    <a:cubicBezTo>
                      <a:pt x="22235" y="7858"/>
                      <a:pt x="21883" y="8848"/>
                      <a:pt x="21638" y="9866"/>
                    </a:cubicBezTo>
                    <a:cubicBezTo>
                      <a:pt x="21258" y="10491"/>
                      <a:pt x="20845" y="11095"/>
                      <a:pt x="20400" y="11676"/>
                    </a:cubicBezTo>
                    <a:cubicBezTo>
                      <a:pt x="19733" y="14247"/>
                      <a:pt x="18780" y="16057"/>
                      <a:pt x="18209" y="18629"/>
                    </a:cubicBezTo>
                    <a:cubicBezTo>
                      <a:pt x="18209" y="18629"/>
                      <a:pt x="17637" y="19867"/>
                      <a:pt x="17351" y="19772"/>
                    </a:cubicBezTo>
                    <a:cubicBezTo>
                      <a:pt x="17066" y="19677"/>
                      <a:pt x="16304" y="19772"/>
                      <a:pt x="16113" y="19772"/>
                    </a:cubicBezTo>
                    <a:cubicBezTo>
                      <a:pt x="15923" y="19772"/>
                      <a:pt x="15161" y="19772"/>
                      <a:pt x="14780" y="20439"/>
                    </a:cubicBezTo>
                    <a:cubicBezTo>
                      <a:pt x="14399" y="21105"/>
                      <a:pt x="13161" y="20439"/>
                      <a:pt x="12970" y="21296"/>
                    </a:cubicBezTo>
                    <a:cubicBezTo>
                      <a:pt x="12732" y="21776"/>
                      <a:pt x="12732" y="22340"/>
                      <a:pt x="12970" y="22820"/>
                    </a:cubicBezTo>
                    <a:cubicBezTo>
                      <a:pt x="13446" y="23296"/>
                      <a:pt x="14304" y="22820"/>
                      <a:pt x="14399" y="22344"/>
                    </a:cubicBezTo>
                    <a:cubicBezTo>
                      <a:pt x="14648" y="21933"/>
                      <a:pt x="15066" y="21653"/>
                      <a:pt x="15542" y="21582"/>
                    </a:cubicBezTo>
                    <a:cubicBezTo>
                      <a:pt x="16110" y="21669"/>
                      <a:pt x="16688" y="21669"/>
                      <a:pt x="17256" y="21582"/>
                    </a:cubicBezTo>
                    <a:cubicBezTo>
                      <a:pt x="17628" y="21614"/>
                      <a:pt x="17937" y="21884"/>
                      <a:pt x="18018" y="22248"/>
                    </a:cubicBezTo>
                    <a:cubicBezTo>
                      <a:pt x="18147" y="22986"/>
                      <a:pt x="18405" y="23695"/>
                      <a:pt x="18780" y="24344"/>
                    </a:cubicBezTo>
                    <a:cubicBezTo>
                      <a:pt x="18882" y="24621"/>
                      <a:pt x="18882" y="24924"/>
                      <a:pt x="18780" y="25201"/>
                    </a:cubicBezTo>
                    <a:cubicBezTo>
                      <a:pt x="18348" y="25691"/>
                      <a:pt x="17869" y="26137"/>
                      <a:pt x="17351" y="26535"/>
                    </a:cubicBezTo>
                    <a:cubicBezTo>
                      <a:pt x="17351" y="26535"/>
                      <a:pt x="16208" y="26535"/>
                      <a:pt x="15732" y="27392"/>
                    </a:cubicBezTo>
                    <a:cubicBezTo>
                      <a:pt x="15589" y="27726"/>
                      <a:pt x="15589" y="28105"/>
                      <a:pt x="15732" y="28439"/>
                    </a:cubicBezTo>
                    <a:cubicBezTo>
                      <a:pt x="15732" y="29107"/>
                      <a:pt x="16304" y="29107"/>
                      <a:pt x="16685" y="29011"/>
                    </a:cubicBezTo>
                    <a:cubicBezTo>
                      <a:pt x="17066" y="28916"/>
                      <a:pt x="18304" y="28344"/>
                      <a:pt x="18875" y="28249"/>
                    </a:cubicBezTo>
                    <a:cubicBezTo>
                      <a:pt x="19477" y="28301"/>
                      <a:pt x="20083" y="28301"/>
                      <a:pt x="20685" y="28249"/>
                    </a:cubicBezTo>
                    <a:cubicBezTo>
                      <a:pt x="20685" y="28249"/>
                      <a:pt x="22114" y="27487"/>
                      <a:pt x="22686" y="27582"/>
                    </a:cubicBezTo>
                    <a:cubicBezTo>
                      <a:pt x="23257" y="27678"/>
                      <a:pt x="24114" y="26820"/>
                      <a:pt x="24590" y="27582"/>
                    </a:cubicBezTo>
                    <a:cubicBezTo>
                      <a:pt x="25067" y="28344"/>
                      <a:pt x="26305" y="28535"/>
                      <a:pt x="26400" y="29773"/>
                    </a:cubicBezTo>
                    <a:cubicBezTo>
                      <a:pt x="26496" y="31011"/>
                      <a:pt x="25829" y="33774"/>
                      <a:pt x="24209" y="34059"/>
                    </a:cubicBezTo>
                    <a:cubicBezTo>
                      <a:pt x="22590" y="34345"/>
                      <a:pt x="24209" y="34059"/>
                      <a:pt x="21733" y="34059"/>
                    </a:cubicBezTo>
                    <a:lnTo>
                      <a:pt x="17637" y="34726"/>
                    </a:lnTo>
                    <a:cubicBezTo>
                      <a:pt x="16876" y="34777"/>
                      <a:pt x="16112" y="34777"/>
                      <a:pt x="15351" y="34726"/>
                    </a:cubicBezTo>
                    <a:cubicBezTo>
                      <a:pt x="14701" y="34814"/>
                      <a:pt x="14062" y="34974"/>
                      <a:pt x="13446" y="35202"/>
                    </a:cubicBezTo>
                    <a:cubicBezTo>
                      <a:pt x="12739" y="35494"/>
                      <a:pt x="12005" y="35718"/>
                      <a:pt x="11256" y="35869"/>
                    </a:cubicBezTo>
                    <a:cubicBezTo>
                      <a:pt x="10341" y="36002"/>
                      <a:pt x="9465" y="36327"/>
                      <a:pt x="8684" y="36822"/>
                    </a:cubicBezTo>
                    <a:cubicBezTo>
                      <a:pt x="7780" y="37110"/>
                      <a:pt x="6857" y="37333"/>
                      <a:pt x="5922" y="37489"/>
                    </a:cubicBezTo>
                    <a:cubicBezTo>
                      <a:pt x="5040" y="37983"/>
                      <a:pt x="4115" y="38397"/>
                      <a:pt x="3159" y="38727"/>
                    </a:cubicBezTo>
                    <a:cubicBezTo>
                      <a:pt x="2683" y="38727"/>
                      <a:pt x="1349" y="38727"/>
                      <a:pt x="1254" y="38060"/>
                    </a:cubicBezTo>
                    <a:cubicBezTo>
                      <a:pt x="902" y="37301"/>
                      <a:pt x="646" y="36501"/>
                      <a:pt x="493" y="35678"/>
                    </a:cubicBezTo>
                    <a:lnTo>
                      <a:pt x="492" y="34917"/>
                    </a:lnTo>
                    <a:cubicBezTo>
                      <a:pt x="492" y="34917"/>
                      <a:pt x="492" y="33869"/>
                      <a:pt x="492" y="33488"/>
                    </a:cubicBezTo>
                    <a:cubicBezTo>
                      <a:pt x="492" y="33107"/>
                      <a:pt x="492" y="32916"/>
                      <a:pt x="1064" y="32916"/>
                    </a:cubicBezTo>
                    <a:cubicBezTo>
                      <a:pt x="1635" y="32916"/>
                      <a:pt x="1540" y="32916"/>
                      <a:pt x="2016" y="32916"/>
                    </a:cubicBezTo>
                    <a:cubicBezTo>
                      <a:pt x="2824" y="32594"/>
                      <a:pt x="3591" y="32179"/>
                      <a:pt x="4302" y="31678"/>
                    </a:cubicBezTo>
                    <a:lnTo>
                      <a:pt x="7255" y="29868"/>
                    </a:lnTo>
                    <a:cubicBezTo>
                      <a:pt x="7255" y="29297"/>
                      <a:pt x="7255" y="29011"/>
                      <a:pt x="6588" y="29107"/>
                    </a:cubicBezTo>
                    <a:cubicBezTo>
                      <a:pt x="5922" y="29202"/>
                      <a:pt x="5636" y="29107"/>
                      <a:pt x="5350" y="29107"/>
                    </a:cubicBezTo>
                    <a:cubicBezTo>
                      <a:pt x="5064" y="29107"/>
                      <a:pt x="4302" y="29107"/>
                      <a:pt x="4207" y="29107"/>
                    </a:cubicBezTo>
                    <a:cubicBezTo>
                      <a:pt x="4112" y="29107"/>
                      <a:pt x="4207" y="28344"/>
                      <a:pt x="4207" y="28059"/>
                    </a:cubicBezTo>
                    <a:lnTo>
                      <a:pt x="4207" y="26820"/>
                    </a:lnTo>
                    <a:cubicBezTo>
                      <a:pt x="4207" y="26820"/>
                      <a:pt x="4207" y="25868"/>
                      <a:pt x="4779" y="25773"/>
                    </a:cubicBezTo>
                    <a:cubicBezTo>
                      <a:pt x="5350" y="25677"/>
                      <a:pt x="4779" y="25773"/>
                      <a:pt x="5540" y="25773"/>
                    </a:cubicBezTo>
                    <a:lnTo>
                      <a:pt x="6303" y="25773"/>
                    </a:lnTo>
                    <a:lnTo>
                      <a:pt x="6969" y="25773"/>
                    </a:lnTo>
                    <a:cubicBezTo>
                      <a:pt x="7230" y="25621"/>
                      <a:pt x="7431" y="25386"/>
                      <a:pt x="7541" y="25106"/>
                    </a:cubicBezTo>
                    <a:cubicBezTo>
                      <a:pt x="7638" y="24603"/>
                      <a:pt x="7638" y="24085"/>
                      <a:pt x="7541" y="23582"/>
                    </a:cubicBezTo>
                    <a:cubicBezTo>
                      <a:pt x="7541" y="23582"/>
                      <a:pt x="7064" y="23582"/>
                      <a:pt x="6588" y="23582"/>
                    </a:cubicBezTo>
                    <a:lnTo>
                      <a:pt x="5445" y="24058"/>
                    </a:lnTo>
                    <a:cubicBezTo>
                      <a:pt x="5130" y="24111"/>
                      <a:pt x="4808" y="24111"/>
                      <a:pt x="4493" y="24058"/>
                    </a:cubicBezTo>
                    <a:cubicBezTo>
                      <a:pt x="4182" y="24154"/>
                      <a:pt x="3850" y="24154"/>
                      <a:pt x="3540" y="24058"/>
                    </a:cubicBezTo>
                    <a:cubicBezTo>
                      <a:pt x="3540" y="24058"/>
                      <a:pt x="3540" y="24058"/>
                      <a:pt x="3064" y="23486"/>
                    </a:cubicBezTo>
                    <a:cubicBezTo>
                      <a:pt x="2832" y="23211"/>
                      <a:pt x="2669" y="22885"/>
                      <a:pt x="2588" y="22534"/>
                    </a:cubicBezTo>
                    <a:cubicBezTo>
                      <a:pt x="2588" y="21582"/>
                      <a:pt x="1731" y="21391"/>
                      <a:pt x="1540" y="21201"/>
                    </a:cubicBezTo>
                    <a:cubicBezTo>
                      <a:pt x="1253" y="20700"/>
                      <a:pt x="1059" y="20151"/>
                      <a:pt x="969" y="19581"/>
                    </a:cubicBezTo>
                    <a:cubicBezTo>
                      <a:pt x="969" y="18629"/>
                      <a:pt x="1635" y="17676"/>
                      <a:pt x="1445" y="17105"/>
                    </a:cubicBezTo>
                    <a:cubicBezTo>
                      <a:pt x="981" y="15843"/>
                      <a:pt x="661" y="14533"/>
                      <a:pt x="492" y="13200"/>
                    </a:cubicBezTo>
                    <a:cubicBezTo>
                      <a:pt x="492" y="13200"/>
                      <a:pt x="-79" y="12342"/>
                      <a:pt x="-270" y="11580"/>
                    </a:cubicBezTo>
                    <a:cubicBezTo>
                      <a:pt x="-460" y="10818"/>
                      <a:pt x="-270" y="10723"/>
                      <a:pt x="-270" y="10342"/>
                    </a:cubicBezTo>
                    <a:cubicBezTo>
                      <a:pt x="-168" y="9584"/>
                      <a:pt x="-168" y="8815"/>
                      <a:pt x="-270" y="8056"/>
                    </a:cubicBezTo>
                  </a:path>
                </a:pathLst>
              </a:custGeom>
              <a:solidFill>
                <a:srgbClr val="FFFFFF"/>
              </a:solidFill>
              <a:ln w="9525" cap="flat">
                <a:noFill/>
                <a:prstDash val="solid"/>
                <a:miter/>
              </a:ln>
            </p:spPr>
            <p:txBody>
              <a:bodyPr rtlCol="0" anchor="ctr"/>
              <a:lstStyle/>
              <a:p>
                <a:endParaRPr lang="zh-CN" altLang="en-US"/>
              </a:p>
            </p:txBody>
          </p:sp>
          <p:sp>
            <p:nvSpPr>
              <p:cNvPr id="196" name="任意多边形: 形状 195"/>
              <p:cNvSpPr/>
              <p:nvPr/>
            </p:nvSpPr>
            <p:spPr>
              <a:xfrm>
                <a:off x="5462605" y="2644854"/>
                <a:ext cx="16229" cy="34222"/>
              </a:xfrm>
              <a:custGeom>
                <a:avLst/>
                <a:gdLst>
                  <a:gd name="connsiteX0" fmla="*/ 15477 w 16229"/>
                  <a:gd name="connsiteY0" fmla="*/ -45 h 34222"/>
                  <a:gd name="connsiteX1" fmla="*/ 15477 w 16229"/>
                  <a:gd name="connsiteY1" fmla="*/ 1860 h 34222"/>
                  <a:gd name="connsiteX2" fmla="*/ 15477 w 16229"/>
                  <a:gd name="connsiteY2" fmla="*/ 4051 h 34222"/>
                  <a:gd name="connsiteX3" fmla="*/ 14525 w 16229"/>
                  <a:gd name="connsiteY3" fmla="*/ 5765 h 34222"/>
                  <a:gd name="connsiteX4" fmla="*/ 13000 w 16229"/>
                  <a:gd name="connsiteY4" fmla="*/ 8146 h 34222"/>
                  <a:gd name="connsiteX5" fmla="*/ 13000 w 16229"/>
                  <a:gd name="connsiteY5" fmla="*/ 10432 h 34222"/>
                  <a:gd name="connsiteX6" fmla="*/ 13000 w 16229"/>
                  <a:gd name="connsiteY6" fmla="*/ 12051 h 34222"/>
                  <a:gd name="connsiteX7" fmla="*/ 14239 w 16229"/>
                  <a:gd name="connsiteY7" fmla="*/ 12051 h 34222"/>
                  <a:gd name="connsiteX8" fmla="*/ 14810 w 16229"/>
                  <a:gd name="connsiteY8" fmla="*/ 13099 h 34222"/>
                  <a:gd name="connsiteX9" fmla="*/ 15763 w 16229"/>
                  <a:gd name="connsiteY9" fmla="*/ 14814 h 34222"/>
                  <a:gd name="connsiteX10" fmla="*/ 15763 w 16229"/>
                  <a:gd name="connsiteY10" fmla="*/ 15576 h 34222"/>
                  <a:gd name="connsiteX11" fmla="*/ 12524 w 16229"/>
                  <a:gd name="connsiteY11" fmla="*/ 19576 h 34222"/>
                  <a:gd name="connsiteX12" fmla="*/ 12524 w 16229"/>
                  <a:gd name="connsiteY12" fmla="*/ 20910 h 34222"/>
                  <a:gd name="connsiteX13" fmla="*/ 13953 w 16229"/>
                  <a:gd name="connsiteY13" fmla="*/ 20910 h 34222"/>
                  <a:gd name="connsiteX14" fmla="*/ 15287 w 16229"/>
                  <a:gd name="connsiteY14" fmla="*/ 21577 h 34222"/>
                  <a:gd name="connsiteX15" fmla="*/ 15858 w 16229"/>
                  <a:gd name="connsiteY15" fmla="*/ 22815 h 34222"/>
                  <a:gd name="connsiteX16" fmla="*/ 12905 w 16229"/>
                  <a:gd name="connsiteY16" fmla="*/ 27482 h 34222"/>
                  <a:gd name="connsiteX17" fmla="*/ 7666 w 16229"/>
                  <a:gd name="connsiteY17" fmla="*/ 31101 h 34222"/>
                  <a:gd name="connsiteX18" fmla="*/ 5190 w 16229"/>
                  <a:gd name="connsiteY18" fmla="*/ 33959 h 34222"/>
                  <a:gd name="connsiteX19" fmla="*/ 4142 w 16229"/>
                  <a:gd name="connsiteY19" fmla="*/ 33959 h 34222"/>
                  <a:gd name="connsiteX20" fmla="*/ 2523 w 16229"/>
                  <a:gd name="connsiteY20" fmla="*/ 33959 h 34222"/>
                  <a:gd name="connsiteX21" fmla="*/ 1666 w 16229"/>
                  <a:gd name="connsiteY21" fmla="*/ 32721 h 34222"/>
                  <a:gd name="connsiteX22" fmla="*/ 523 w 16229"/>
                  <a:gd name="connsiteY22" fmla="*/ 31483 h 34222"/>
                  <a:gd name="connsiteX23" fmla="*/ -334 w 16229"/>
                  <a:gd name="connsiteY23" fmla="*/ 29006 h 34222"/>
                  <a:gd name="connsiteX24" fmla="*/ 1856 w 16229"/>
                  <a:gd name="connsiteY24" fmla="*/ 26339 h 34222"/>
                  <a:gd name="connsiteX25" fmla="*/ 3094 w 16229"/>
                  <a:gd name="connsiteY25" fmla="*/ 25101 h 34222"/>
                  <a:gd name="connsiteX26" fmla="*/ 3952 w 16229"/>
                  <a:gd name="connsiteY26" fmla="*/ 23863 h 34222"/>
                  <a:gd name="connsiteX27" fmla="*/ 3952 w 16229"/>
                  <a:gd name="connsiteY27" fmla="*/ 22815 h 34222"/>
                  <a:gd name="connsiteX28" fmla="*/ 3952 w 16229"/>
                  <a:gd name="connsiteY28" fmla="*/ 21481 h 34222"/>
                  <a:gd name="connsiteX29" fmla="*/ 3380 w 16229"/>
                  <a:gd name="connsiteY29" fmla="*/ 20529 h 34222"/>
                  <a:gd name="connsiteX30" fmla="*/ 2713 w 16229"/>
                  <a:gd name="connsiteY30" fmla="*/ 19672 h 34222"/>
                  <a:gd name="connsiteX31" fmla="*/ 1285 w 16229"/>
                  <a:gd name="connsiteY31" fmla="*/ 17957 h 34222"/>
                  <a:gd name="connsiteX32" fmla="*/ 2809 w 16229"/>
                  <a:gd name="connsiteY32" fmla="*/ 15862 h 34222"/>
                  <a:gd name="connsiteX33" fmla="*/ 4047 w 16229"/>
                  <a:gd name="connsiteY33" fmla="*/ 15862 h 34222"/>
                  <a:gd name="connsiteX34" fmla="*/ 5476 w 16229"/>
                  <a:gd name="connsiteY34" fmla="*/ 14242 h 34222"/>
                  <a:gd name="connsiteX35" fmla="*/ 5476 w 16229"/>
                  <a:gd name="connsiteY35" fmla="*/ 11671 h 34222"/>
                  <a:gd name="connsiteX36" fmla="*/ 3952 w 16229"/>
                  <a:gd name="connsiteY36" fmla="*/ 10623 h 34222"/>
                  <a:gd name="connsiteX37" fmla="*/ 2333 w 16229"/>
                  <a:gd name="connsiteY37" fmla="*/ 10623 h 34222"/>
                  <a:gd name="connsiteX38" fmla="*/ 1285 w 16229"/>
                  <a:gd name="connsiteY38" fmla="*/ 9670 h 34222"/>
                  <a:gd name="connsiteX39" fmla="*/ 332 w 16229"/>
                  <a:gd name="connsiteY39" fmla="*/ 9670 h 34222"/>
                  <a:gd name="connsiteX40" fmla="*/ -334 w 16229"/>
                  <a:gd name="connsiteY40" fmla="*/ 7956 h 34222"/>
                  <a:gd name="connsiteX41" fmla="*/ 427 w 16229"/>
                  <a:gd name="connsiteY41" fmla="*/ 7289 h 34222"/>
                  <a:gd name="connsiteX42" fmla="*/ 904 w 16229"/>
                  <a:gd name="connsiteY42" fmla="*/ 6241 h 34222"/>
                  <a:gd name="connsiteX43" fmla="*/ 2142 w 16229"/>
                  <a:gd name="connsiteY43" fmla="*/ 5194 h 34222"/>
                  <a:gd name="connsiteX44" fmla="*/ 3952 w 16229"/>
                  <a:gd name="connsiteY44" fmla="*/ 5194 h 34222"/>
                  <a:gd name="connsiteX45" fmla="*/ 11096 w 16229"/>
                  <a:gd name="connsiteY45" fmla="*/ 431 h 34222"/>
                  <a:gd name="connsiteX46" fmla="*/ 13191 w 16229"/>
                  <a:gd name="connsiteY46" fmla="*/ -45 h 34222"/>
                  <a:gd name="connsiteX47" fmla="*/ 14906 w 16229"/>
                  <a:gd name="connsiteY47" fmla="*/ 1574 h 3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229" h="34222">
                    <a:moveTo>
                      <a:pt x="15477" y="-45"/>
                    </a:moveTo>
                    <a:cubicBezTo>
                      <a:pt x="15477" y="-45"/>
                      <a:pt x="15477" y="1384"/>
                      <a:pt x="15477" y="1860"/>
                    </a:cubicBezTo>
                    <a:cubicBezTo>
                      <a:pt x="15313" y="2581"/>
                      <a:pt x="15313" y="3330"/>
                      <a:pt x="15477" y="4051"/>
                    </a:cubicBezTo>
                    <a:cubicBezTo>
                      <a:pt x="15477" y="4527"/>
                      <a:pt x="15477" y="5003"/>
                      <a:pt x="14525" y="5765"/>
                    </a:cubicBezTo>
                    <a:cubicBezTo>
                      <a:pt x="13938" y="6506"/>
                      <a:pt x="13427" y="7304"/>
                      <a:pt x="13000" y="8146"/>
                    </a:cubicBezTo>
                    <a:cubicBezTo>
                      <a:pt x="12682" y="8875"/>
                      <a:pt x="12682" y="9704"/>
                      <a:pt x="13000" y="10432"/>
                    </a:cubicBezTo>
                    <a:cubicBezTo>
                      <a:pt x="13000" y="10432"/>
                      <a:pt x="13000" y="11766"/>
                      <a:pt x="13000" y="12051"/>
                    </a:cubicBezTo>
                    <a:cubicBezTo>
                      <a:pt x="13000" y="12337"/>
                      <a:pt x="13763" y="12051"/>
                      <a:pt x="14239" y="12051"/>
                    </a:cubicBezTo>
                    <a:cubicBezTo>
                      <a:pt x="14715" y="12051"/>
                      <a:pt x="14239" y="12623"/>
                      <a:pt x="14810" y="13099"/>
                    </a:cubicBezTo>
                    <a:cubicBezTo>
                      <a:pt x="15382" y="13575"/>
                      <a:pt x="15763" y="14242"/>
                      <a:pt x="15763" y="14814"/>
                    </a:cubicBezTo>
                    <a:cubicBezTo>
                      <a:pt x="15899" y="15050"/>
                      <a:pt x="15899" y="15340"/>
                      <a:pt x="15763" y="15576"/>
                    </a:cubicBezTo>
                    <a:cubicBezTo>
                      <a:pt x="14378" y="16630"/>
                      <a:pt x="13268" y="18002"/>
                      <a:pt x="12524" y="19576"/>
                    </a:cubicBezTo>
                    <a:cubicBezTo>
                      <a:pt x="12524" y="19576"/>
                      <a:pt x="12524" y="20815"/>
                      <a:pt x="12524" y="20910"/>
                    </a:cubicBezTo>
                    <a:lnTo>
                      <a:pt x="13953" y="20910"/>
                    </a:lnTo>
                    <a:cubicBezTo>
                      <a:pt x="14454" y="20996"/>
                      <a:pt x="14918" y="21228"/>
                      <a:pt x="15287" y="21577"/>
                    </a:cubicBezTo>
                    <a:cubicBezTo>
                      <a:pt x="15571" y="21939"/>
                      <a:pt x="15767" y="22363"/>
                      <a:pt x="15858" y="22815"/>
                    </a:cubicBezTo>
                    <a:cubicBezTo>
                      <a:pt x="15647" y="24743"/>
                      <a:pt x="14557" y="26465"/>
                      <a:pt x="12905" y="27482"/>
                    </a:cubicBezTo>
                    <a:cubicBezTo>
                      <a:pt x="11476" y="28720"/>
                      <a:pt x="8905" y="30149"/>
                      <a:pt x="7666" y="31101"/>
                    </a:cubicBezTo>
                    <a:cubicBezTo>
                      <a:pt x="6428" y="32054"/>
                      <a:pt x="5857" y="33673"/>
                      <a:pt x="5190" y="33959"/>
                    </a:cubicBezTo>
                    <a:cubicBezTo>
                      <a:pt x="4523" y="34245"/>
                      <a:pt x="4523" y="33959"/>
                      <a:pt x="4142" y="33959"/>
                    </a:cubicBezTo>
                    <a:lnTo>
                      <a:pt x="2523" y="33959"/>
                    </a:lnTo>
                    <a:cubicBezTo>
                      <a:pt x="1951" y="33959"/>
                      <a:pt x="2047" y="33102"/>
                      <a:pt x="1666" y="32721"/>
                    </a:cubicBezTo>
                    <a:cubicBezTo>
                      <a:pt x="1190" y="32407"/>
                      <a:pt x="798" y="31982"/>
                      <a:pt x="523" y="31483"/>
                    </a:cubicBezTo>
                    <a:cubicBezTo>
                      <a:pt x="83" y="30719"/>
                      <a:pt x="-208" y="29878"/>
                      <a:pt x="-334" y="29006"/>
                    </a:cubicBezTo>
                    <a:cubicBezTo>
                      <a:pt x="28" y="27870"/>
                      <a:pt x="812" y="26915"/>
                      <a:pt x="1856" y="26339"/>
                    </a:cubicBezTo>
                    <a:cubicBezTo>
                      <a:pt x="1856" y="26339"/>
                      <a:pt x="2809" y="25291"/>
                      <a:pt x="3094" y="25101"/>
                    </a:cubicBezTo>
                    <a:cubicBezTo>
                      <a:pt x="3476" y="24764"/>
                      <a:pt x="3771" y="24339"/>
                      <a:pt x="3952" y="23863"/>
                    </a:cubicBezTo>
                    <a:cubicBezTo>
                      <a:pt x="4004" y="23515"/>
                      <a:pt x="4004" y="23162"/>
                      <a:pt x="3952" y="22815"/>
                    </a:cubicBezTo>
                    <a:cubicBezTo>
                      <a:pt x="3995" y="22372"/>
                      <a:pt x="3995" y="21925"/>
                      <a:pt x="3952" y="21481"/>
                    </a:cubicBezTo>
                    <a:cubicBezTo>
                      <a:pt x="3850" y="21118"/>
                      <a:pt x="3653" y="20789"/>
                      <a:pt x="3380" y="20529"/>
                    </a:cubicBezTo>
                    <a:cubicBezTo>
                      <a:pt x="3087" y="20307"/>
                      <a:pt x="2856" y="20011"/>
                      <a:pt x="2713" y="19672"/>
                    </a:cubicBezTo>
                    <a:cubicBezTo>
                      <a:pt x="2714" y="19672"/>
                      <a:pt x="1380" y="18529"/>
                      <a:pt x="1285" y="17957"/>
                    </a:cubicBezTo>
                    <a:cubicBezTo>
                      <a:pt x="1211" y="16980"/>
                      <a:pt x="1856" y="16092"/>
                      <a:pt x="2809" y="15862"/>
                    </a:cubicBezTo>
                    <a:lnTo>
                      <a:pt x="4047" y="15862"/>
                    </a:lnTo>
                    <a:cubicBezTo>
                      <a:pt x="4809" y="15862"/>
                      <a:pt x="5190" y="14909"/>
                      <a:pt x="5476" y="14242"/>
                    </a:cubicBezTo>
                    <a:cubicBezTo>
                      <a:pt x="5762" y="13575"/>
                      <a:pt x="5476" y="12337"/>
                      <a:pt x="5476" y="11671"/>
                    </a:cubicBezTo>
                    <a:cubicBezTo>
                      <a:pt x="5476" y="11004"/>
                      <a:pt x="4523" y="10718"/>
                      <a:pt x="3952" y="10623"/>
                    </a:cubicBezTo>
                    <a:cubicBezTo>
                      <a:pt x="3413" y="10577"/>
                      <a:pt x="2871" y="10577"/>
                      <a:pt x="2333" y="10623"/>
                    </a:cubicBezTo>
                    <a:cubicBezTo>
                      <a:pt x="2333" y="10623"/>
                      <a:pt x="1380" y="10147"/>
                      <a:pt x="1285" y="9670"/>
                    </a:cubicBezTo>
                    <a:cubicBezTo>
                      <a:pt x="1190" y="9194"/>
                      <a:pt x="808" y="9670"/>
                      <a:pt x="332" y="9670"/>
                    </a:cubicBezTo>
                    <a:cubicBezTo>
                      <a:pt x="-144" y="9670"/>
                      <a:pt x="-239" y="8242"/>
                      <a:pt x="-334" y="7956"/>
                    </a:cubicBezTo>
                    <a:cubicBezTo>
                      <a:pt x="-430" y="7670"/>
                      <a:pt x="-334" y="7956"/>
                      <a:pt x="427" y="7289"/>
                    </a:cubicBezTo>
                    <a:cubicBezTo>
                      <a:pt x="1190" y="6622"/>
                      <a:pt x="427" y="6622"/>
                      <a:pt x="904" y="6241"/>
                    </a:cubicBezTo>
                    <a:cubicBezTo>
                      <a:pt x="1380" y="5860"/>
                      <a:pt x="1666" y="5479"/>
                      <a:pt x="2142" y="5194"/>
                    </a:cubicBezTo>
                    <a:lnTo>
                      <a:pt x="3952" y="5194"/>
                    </a:lnTo>
                    <a:cubicBezTo>
                      <a:pt x="6238" y="3860"/>
                      <a:pt x="8619" y="622"/>
                      <a:pt x="11096" y="431"/>
                    </a:cubicBezTo>
                    <a:cubicBezTo>
                      <a:pt x="13572" y="241"/>
                      <a:pt x="12810" y="431"/>
                      <a:pt x="13191" y="-45"/>
                    </a:cubicBezTo>
                    <a:cubicBezTo>
                      <a:pt x="13572" y="-521"/>
                      <a:pt x="14525" y="1003"/>
                      <a:pt x="14906" y="1574"/>
                    </a:cubicBezTo>
                  </a:path>
                </a:pathLst>
              </a:custGeom>
              <a:solidFill>
                <a:srgbClr val="FFFFFF"/>
              </a:solidFill>
              <a:ln w="9525" cap="flat">
                <a:noFill/>
                <a:prstDash val="solid"/>
                <a:miter/>
              </a:ln>
            </p:spPr>
            <p:txBody>
              <a:bodyPr rtlCol="0" anchor="ctr"/>
              <a:lstStyle/>
              <a:p>
                <a:endParaRPr lang="zh-CN" altLang="en-US"/>
              </a:p>
            </p:txBody>
          </p:sp>
          <p:sp>
            <p:nvSpPr>
              <p:cNvPr id="197" name="任意多边形: 形状 196"/>
              <p:cNvSpPr/>
              <p:nvPr/>
            </p:nvSpPr>
            <p:spPr>
              <a:xfrm>
                <a:off x="5491208" y="2642754"/>
                <a:ext cx="3765" cy="3631"/>
              </a:xfrm>
              <a:custGeom>
                <a:avLst/>
                <a:gdLst>
                  <a:gd name="connsiteX0" fmla="*/ 3353 w 3765"/>
                  <a:gd name="connsiteY0" fmla="*/ 55 h 3631"/>
                  <a:gd name="connsiteX1" fmla="*/ 3353 w 3765"/>
                  <a:gd name="connsiteY1" fmla="*/ 1483 h 3631"/>
                  <a:gd name="connsiteX2" fmla="*/ 2305 w 3765"/>
                  <a:gd name="connsiteY2" fmla="*/ 3389 h 3631"/>
                  <a:gd name="connsiteX3" fmla="*/ 400 w 3765"/>
                  <a:gd name="connsiteY3" fmla="*/ 3389 h 3631"/>
                  <a:gd name="connsiteX4" fmla="*/ -362 w 3765"/>
                  <a:gd name="connsiteY4" fmla="*/ 1769 h 3631"/>
                  <a:gd name="connsiteX5" fmla="*/ 3067 w 3765"/>
                  <a:gd name="connsiteY5" fmla="*/ -136 h 3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65" h="3631">
                    <a:moveTo>
                      <a:pt x="3353" y="55"/>
                    </a:moveTo>
                    <a:cubicBezTo>
                      <a:pt x="3416" y="529"/>
                      <a:pt x="3416" y="1009"/>
                      <a:pt x="3353" y="1483"/>
                    </a:cubicBezTo>
                    <a:cubicBezTo>
                      <a:pt x="3353" y="1483"/>
                      <a:pt x="2781" y="2912"/>
                      <a:pt x="2305" y="3389"/>
                    </a:cubicBezTo>
                    <a:cubicBezTo>
                      <a:pt x="1678" y="3532"/>
                      <a:pt x="1027" y="3532"/>
                      <a:pt x="400" y="3389"/>
                    </a:cubicBezTo>
                    <a:cubicBezTo>
                      <a:pt x="-172" y="3389"/>
                      <a:pt x="-267" y="2341"/>
                      <a:pt x="-362" y="1769"/>
                    </a:cubicBezTo>
                    <a:cubicBezTo>
                      <a:pt x="-457" y="1198"/>
                      <a:pt x="1734" y="531"/>
                      <a:pt x="3067" y="-136"/>
                    </a:cubicBezTo>
                  </a:path>
                </a:pathLst>
              </a:custGeom>
              <a:solidFill>
                <a:srgbClr val="914623"/>
              </a:solidFill>
              <a:ln w="9525" cap="flat">
                <a:noFill/>
                <a:prstDash val="solid"/>
                <a:miter/>
              </a:ln>
            </p:spPr>
            <p:txBody>
              <a:bodyPr rtlCol="0" anchor="ctr"/>
              <a:lstStyle/>
              <a:p>
                <a:endParaRPr lang="zh-CN" altLang="en-US"/>
              </a:p>
            </p:txBody>
          </p:sp>
          <p:sp>
            <p:nvSpPr>
              <p:cNvPr id="198" name="任意多边形: 形状 197"/>
              <p:cNvSpPr/>
              <p:nvPr/>
            </p:nvSpPr>
            <p:spPr>
              <a:xfrm>
                <a:off x="5485591" y="2646469"/>
                <a:ext cx="2285" cy="3344"/>
              </a:xfrm>
              <a:custGeom>
                <a:avLst/>
                <a:gdLst>
                  <a:gd name="connsiteX0" fmla="*/ 588 w 2285"/>
                  <a:gd name="connsiteY0" fmla="*/ -136 h 3344"/>
                  <a:gd name="connsiteX1" fmla="*/ 1921 w 2285"/>
                  <a:gd name="connsiteY1" fmla="*/ 1007 h 3344"/>
                  <a:gd name="connsiteX2" fmla="*/ 397 w 2285"/>
                  <a:gd name="connsiteY2" fmla="*/ 2912 h 3344"/>
                  <a:gd name="connsiteX3" fmla="*/ -365 w 2285"/>
                  <a:gd name="connsiteY3" fmla="*/ 2912 h 3344"/>
                  <a:gd name="connsiteX4" fmla="*/ -365 w 2285"/>
                  <a:gd name="connsiteY4" fmla="*/ 1483 h 3344"/>
                  <a:gd name="connsiteX5" fmla="*/ 968 w 2285"/>
                  <a:gd name="connsiteY5" fmla="*/ 245 h 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5" h="3344">
                    <a:moveTo>
                      <a:pt x="588" y="-136"/>
                    </a:moveTo>
                    <a:cubicBezTo>
                      <a:pt x="1540" y="-136"/>
                      <a:pt x="1921" y="-136"/>
                      <a:pt x="1921" y="1007"/>
                    </a:cubicBezTo>
                    <a:cubicBezTo>
                      <a:pt x="1921" y="2150"/>
                      <a:pt x="1064" y="2245"/>
                      <a:pt x="397" y="2912"/>
                    </a:cubicBezTo>
                    <a:cubicBezTo>
                      <a:pt x="-270" y="3579"/>
                      <a:pt x="-365" y="2912"/>
                      <a:pt x="-365" y="2912"/>
                    </a:cubicBezTo>
                    <a:cubicBezTo>
                      <a:pt x="-365" y="2912"/>
                      <a:pt x="-365" y="1960"/>
                      <a:pt x="-365" y="1483"/>
                    </a:cubicBezTo>
                    <a:cubicBezTo>
                      <a:pt x="-365" y="1007"/>
                      <a:pt x="683" y="626"/>
                      <a:pt x="968" y="245"/>
                    </a:cubicBezTo>
                  </a:path>
                </a:pathLst>
              </a:custGeom>
              <a:solidFill>
                <a:srgbClr val="914623"/>
              </a:solidFill>
              <a:ln w="9525" cap="flat">
                <a:noFill/>
                <a:prstDash val="solid"/>
                <a:miter/>
              </a:ln>
            </p:spPr>
            <p:txBody>
              <a:bodyPr rtlCol="0" anchor="ctr"/>
              <a:lstStyle/>
              <a:p>
                <a:endParaRPr lang="zh-CN" altLang="en-US"/>
              </a:p>
            </p:txBody>
          </p:sp>
          <p:sp>
            <p:nvSpPr>
              <p:cNvPr id="199" name="任意多边形: 形状 198"/>
              <p:cNvSpPr/>
              <p:nvPr/>
            </p:nvSpPr>
            <p:spPr>
              <a:xfrm>
                <a:off x="5491550" y="2649707"/>
                <a:ext cx="2447" cy="2762"/>
              </a:xfrm>
              <a:custGeom>
                <a:avLst/>
                <a:gdLst>
                  <a:gd name="connsiteX0" fmla="*/ 1106 w 2447"/>
                  <a:gd name="connsiteY0" fmla="*/ 54 h 2762"/>
                  <a:gd name="connsiteX1" fmla="*/ 2059 w 2447"/>
                  <a:gd name="connsiteY1" fmla="*/ 54 h 2762"/>
                  <a:gd name="connsiteX2" fmla="*/ 2059 w 2447"/>
                  <a:gd name="connsiteY2" fmla="*/ 1293 h 2762"/>
                  <a:gd name="connsiteX3" fmla="*/ 630 w 2447"/>
                  <a:gd name="connsiteY3" fmla="*/ 2626 h 2762"/>
                  <a:gd name="connsiteX4" fmla="*/ -323 w 2447"/>
                  <a:gd name="connsiteY4" fmla="*/ 1960 h 2762"/>
                  <a:gd name="connsiteX5" fmla="*/ -323 w 2447"/>
                  <a:gd name="connsiteY5" fmla="*/ 531 h 2762"/>
                  <a:gd name="connsiteX6" fmla="*/ 1011 w 2447"/>
                  <a:gd name="connsiteY6" fmla="*/ -136 h 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47" h="2762">
                    <a:moveTo>
                      <a:pt x="1106" y="54"/>
                    </a:moveTo>
                    <a:cubicBezTo>
                      <a:pt x="1106" y="54"/>
                      <a:pt x="1868" y="54"/>
                      <a:pt x="2059" y="54"/>
                    </a:cubicBezTo>
                    <a:cubicBezTo>
                      <a:pt x="2090" y="467"/>
                      <a:pt x="2090" y="881"/>
                      <a:pt x="2059" y="1293"/>
                    </a:cubicBezTo>
                    <a:cubicBezTo>
                      <a:pt x="1818" y="1937"/>
                      <a:pt x="1289" y="2430"/>
                      <a:pt x="630" y="2626"/>
                    </a:cubicBezTo>
                    <a:cubicBezTo>
                      <a:pt x="630" y="2626"/>
                      <a:pt x="-228" y="2626"/>
                      <a:pt x="-323" y="1960"/>
                    </a:cubicBezTo>
                    <a:cubicBezTo>
                      <a:pt x="-418" y="1293"/>
                      <a:pt x="-323" y="1007"/>
                      <a:pt x="-323" y="531"/>
                    </a:cubicBezTo>
                    <a:cubicBezTo>
                      <a:pt x="-323" y="54"/>
                      <a:pt x="535" y="54"/>
                      <a:pt x="1011" y="-136"/>
                    </a:cubicBezTo>
                  </a:path>
                </a:pathLst>
              </a:custGeom>
              <a:solidFill>
                <a:srgbClr val="914623"/>
              </a:solidFill>
              <a:ln w="9525" cap="flat">
                <a:noFill/>
                <a:prstDash val="solid"/>
                <a:miter/>
              </a:ln>
            </p:spPr>
            <p:txBody>
              <a:bodyPr rtlCol="0" anchor="ctr"/>
              <a:lstStyle/>
              <a:p>
                <a:endParaRPr lang="zh-CN" altLang="en-US"/>
              </a:p>
            </p:txBody>
          </p:sp>
          <p:sp>
            <p:nvSpPr>
              <p:cNvPr id="200" name="任意多边形: 形状 199"/>
              <p:cNvSpPr/>
              <p:nvPr/>
            </p:nvSpPr>
            <p:spPr>
              <a:xfrm>
                <a:off x="5485951" y="2651898"/>
                <a:ext cx="2514" cy="2490"/>
              </a:xfrm>
              <a:custGeom>
                <a:avLst/>
                <a:gdLst>
                  <a:gd name="connsiteX0" fmla="*/ 1561 w 2514"/>
                  <a:gd name="connsiteY0" fmla="*/ 245 h 2490"/>
                  <a:gd name="connsiteX1" fmla="*/ 2132 w 2514"/>
                  <a:gd name="connsiteY1" fmla="*/ 245 h 2490"/>
                  <a:gd name="connsiteX2" fmla="*/ 1371 w 2514"/>
                  <a:gd name="connsiteY2" fmla="*/ 2245 h 2490"/>
                  <a:gd name="connsiteX3" fmla="*/ -249 w 2514"/>
                  <a:gd name="connsiteY3" fmla="*/ 2245 h 2490"/>
                  <a:gd name="connsiteX4" fmla="*/ -249 w 2514"/>
                  <a:gd name="connsiteY4" fmla="*/ 1388 h 2490"/>
                  <a:gd name="connsiteX5" fmla="*/ -249 w 2514"/>
                  <a:gd name="connsiteY5" fmla="*/ 340 h 2490"/>
                  <a:gd name="connsiteX6" fmla="*/ 1466 w 2514"/>
                  <a:gd name="connsiteY6" fmla="*/ -136 h 2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4" h="2490">
                    <a:moveTo>
                      <a:pt x="1561" y="245"/>
                    </a:moveTo>
                    <a:lnTo>
                      <a:pt x="2132" y="245"/>
                    </a:lnTo>
                    <a:cubicBezTo>
                      <a:pt x="2225" y="997"/>
                      <a:pt x="1940" y="1746"/>
                      <a:pt x="1371" y="2245"/>
                    </a:cubicBezTo>
                    <a:cubicBezTo>
                      <a:pt x="841" y="2391"/>
                      <a:pt x="281" y="2391"/>
                      <a:pt x="-249" y="2245"/>
                    </a:cubicBezTo>
                    <a:cubicBezTo>
                      <a:pt x="-249" y="2245"/>
                      <a:pt x="-249" y="1769"/>
                      <a:pt x="-249" y="1388"/>
                    </a:cubicBezTo>
                    <a:cubicBezTo>
                      <a:pt x="-404" y="1056"/>
                      <a:pt x="-404" y="672"/>
                      <a:pt x="-249" y="340"/>
                    </a:cubicBezTo>
                    <a:lnTo>
                      <a:pt x="1466" y="-136"/>
                    </a:lnTo>
                  </a:path>
                </a:pathLst>
              </a:custGeom>
              <a:solidFill>
                <a:srgbClr val="914623"/>
              </a:solidFill>
              <a:ln w="9525" cap="flat">
                <a:noFill/>
                <a:prstDash val="solid"/>
                <a:miter/>
              </a:ln>
            </p:spPr>
            <p:txBody>
              <a:bodyPr rtlCol="0" anchor="ctr"/>
              <a:lstStyle/>
              <a:p>
                <a:endParaRPr lang="zh-CN" altLang="en-US"/>
              </a:p>
            </p:txBody>
          </p:sp>
          <p:sp>
            <p:nvSpPr>
              <p:cNvPr id="201" name="任意多边形: 形状 200"/>
              <p:cNvSpPr/>
              <p:nvPr/>
            </p:nvSpPr>
            <p:spPr>
              <a:xfrm>
                <a:off x="5397580" y="2673005"/>
                <a:ext cx="23762" cy="31953"/>
              </a:xfrm>
              <a:custGeom>
                <a:avLst/>
                <a:gdLst>
                  <a:gd name="connsiteX0" fmla="*/ 11256 w 23762"/>
                  <a:gd name="connsiteY0" fmla="*/ 664 h 31953"/>
                  <a:gd name="connsiteX1" fmla="*/ 12684 w 23762"/>
                  <a:gd name="connsiteY1" fmla="*/ 664 h 31953"/>
                  <a:gd name="connsiteX2" fmla="*/ 14018 w 23762"/>
                  <a:gd name="connsiteY2" fmla="*/ -98 h 31953"/>
                  <a:gd name="connsiteX3" fmla="*/ 16685 w 23762"/>
                  <a:gd name="connsiteY3" fmla="*/ -98 h 31953"/>
                  <a:gd name="connsiteX4" fmla="*/ 18113 w 23762"/>
                  <a:gd name="connsiteY4" fmla="*/ 1236 h 31953"/>
                  <a:gd name="connsiteX5" fmla="*/ 18875 w 23762"/>
                  <a:gd name="connsiteY5" fmla="*/ 2379 h 31953"/>
                  <a:gd name="connsiteX6" fmla="*/ 18304 w 23762"/>
                  <a:gd name="connsiteY6" fmla="*/ 4951 h 31953"/>
                  <a:gd name="connsiteX7" fmla="*/ 18304 w 23762"/>
                  <a:gd name="connsiteY7" fmla="*/ 6665 h 31953"/>
                  <a:gd name="connsiteX8" fmla="*/ 18304 w 23762"/>
                  <a:gd name="connsiteY8" fmla="*/ 12571 h 31953"/>
                  <a:gd name="connsiteX9" fmla="*/ 18304 w 23762"/>
                  <a:gd name="connsiteY9" fmla="*/ 14666 h 31953"/>
                  <a:gd name="connsiteX10" fmla="*/ 17637 w 23762"/>
                  <a:gd name="connsiteY10" fmla="*/ 15238 h 31953"/>
                  <a:gd name="connsiteX11" fmla="*/ 17637 w 23762"/>
                  <a:gd name="connsiteY11" fmla="*/ 16571 h 31953"/>
                  <a:gd name="connsiteX12" fmla="*/ 18876 w 23762"/>
                  <a:gd name="connsiteY12" fmla="*/ 18000 h 31953"/>
                  <a:gd name="connsiteX13" fmla="*/ 23067 w 23762"/>
                  <a:gd name="connsiteY13" fmla="*/ 25144 h 31953"/>
                  <a:gd name="connsiteX14" fmla="*/ 23067 w 23762"/>
                  <a:gd name="connsiteY14" fmla="*/ 27906 h 31953"/>
                  <a:gd name="connsiteX15" fmla="*/ 22495 w 23762"/>
                  <a:gd name="connsiteY15" fmla="*/ 30192 h 31953"/>
                  <a:gd name="connsiteX16" fmla="*/ 21543 w 23762"/>
                  <a:gd name="connsiteY16" fmla="*/ 31716 h 31953"/>
                  <a:gd name="connsiteX17" fmla="*/ 20685 w 23762"/>
                  <a:gd name="connsiteY17" fmla="*/ 31716 h 31953"/>
                  <a:gd name="connsiteX18" fmla="*/ 19542 w 23762"/>
                  <a:gd name="connsiteY18" fmla="*/ 31716 h 31953"/>
                  <a:gd name="connsiteX19" fmla="*/ 18495 w 23762"/>
                  <a:gd name="connsiteY19" fmla="*/ 31716 h 31953"/>
                  <a:gd name="connsiteX20" fmla="*/ 16875 w 23762"/>
                  <a:gd name="connsiteY20" fmla="*/ 31716 h 31953"/>
                  <a:gd name="connsiteX21" fmla="*/ 15446 w 23762"/>
                  <a:gd name="connsiteY21" fmla="*/ 30859 h 31953"/>
                  <a:gd name="connsiteX22" fmla="*/ 12398 w 23762"/>
                  <a:gd name="connsiteY22" fmla="*/ 30097 h 31953"/>
                  <a:gd name="connsiteX23" fmla="*/ 13256 w 23762"/>
                  <a:gd name="connsiteY23" fmla="*/ 28858 h 31953"/>
                  <a:gd name="connsiteX24" fmla="*/ 14685 w 23762"/>
                  <a:gd name="connsiteY24" fmla="*/ 28096 h 31953"/>
                  <a:gd name="connsiteX25" fmla="*/ 14685 w 23762"/>
                  <a:gd name="connsiteY25" fmla="*/ 25525 h 31953"/>
                  <a:gd name="connsiteX26" fmla="*/ 14018 w 23762"/>
                  <a:gd name="connsiteY26" fmla="*/ 24382 h 31953"/>
                  <a:gd name="connsiteX27" fmla="*/ 13065 w 23762"/>
                  <a:gd name="connsiteY27" fmla="*/ 22762 h 31953"/>
                  <a:gd name="connsiteX28" fmla="*/ 12018 w 23762"/>
                  <a:gd name="connsiteY28" fmla="*/ 20476 h 31953"/>
                  <a:gd name="connsiteX29" fmla="*/ 11256 w 23762"/>
                  <a:gd name="connsiteY29" fmla="*/ 20000 h 31953"/>
                  <a:gd name="connsiteX30" fmla="*/ 9922 w 23762"/>
                  <a:gd name="connsiteY30" fmla="*/ 20000 h 31953"/>
                  <a:gd name="connsiteX31" fmla="*/ 9065 w 23762"/>
                  <a:gd name="connsiteY31" fmla="*/ 20667 h 31953"/>
                  <a:gd name="connsiteX32" fmla="*/ 7541 w 23762"/>
                  <a:gd name="connsiteY32" fmla="*/ 21429 h 31953"/>
                  <a:gd name="connsiteX33" fmla="*/ 6779 w 23762"/>
                  <a:gd name="connsiteY33" fmla="*/ 21429 h 31953"/>
                  <a:gd name="connsiteX34" fmla="*/ 5826 w 23762"/>
                  <a:gd name="connsiteY34" fmla="*/ 20571 h 31953"/>
                  <a:gd name="connsiteX35" fmla="*/ 5255 w 23762"/>
                  <a:gd name="connsiteY35" fmla="*/ 20571 h 31953"/>
                  <a:gd name="connsiteX36" fmla="*/ 4398 w 23762"/>
                  <a:gd name="connsiteY36" fmla="*/ 19524 h 31953"/>
                  <a:gd name="connsiteX37" fmla="*/ 3064 w 23762"/>
                  <a:gd name="connsiteY37" fmla="*/ 18095 h 31953"/>
                  <a:gd name="connsiteX38" fmla="*/ 1445 w 23762"/>
                  <a:gd name="connsiteY38" fmla="*/ 16190 h 31953"/>
                  <a:gd name="connsiteX39" fmla="*/ 16 w 23762"/>
                  <a:gd name="connsiteY39" fmla="*/ 14095 h 31953"/>
                  <a:gd name="connsiteX40" fmla="*/ 16 w 23762"/>
                  <a:gd name="connsiteY40" fmla="*/ 10856 h 31953"/>
                  <a:gd name="connsiteX41" fmla="*/ 969 w 23762"/>
                  <a:gd name="connsiteY41" fmla="*/ 9618 h 31953"/>
                  <a:gd name="connsiteX42" fmla="*/ 2397 w 23762"/>
                  <a:gd name="connsiteY42" fmla="*/ 9618 h 31953"/>
                  <a:gd name="connsiteX43" fmla="*/ 3350 w 23762"/>
                  <a:gd name="connsiteY43" fmla="*/ 9618 h 31953"/>
                  <a:gd name="connsiteX44" fmla="*/ 5255 w 23762"/>
                  <a:gd name="connsiteY44" fmla="*/ 7618 h 31953"/>
                  <a:gd name="connsiteX45" fmla="*/ 6588 w 23762"/>
                  <a:gd name="connsiteY45" fmla="*/ 6094 h 31953"/>
                  <a:gd name="connsiteX46" fmla="*/ 7541 w 23762"/>
                  <a:gd name="connsiteY46" fmla="*/ 4951 h 31953"/>
                  <a:gd name="connsiteX47" fmla="*/ 8398 w 23762"/>
                  <a:gd name="connsiteY47" fmla="*/ 4093 h 31953"/>
                  <a:gd name="connsiteX48" fmla="*/ 9351 w 23762"/>
                  <a:gd name="connsiteY48" fmla="*/ 2760 h 31953"/>
                  <a:gd name="connsiteX49" fmla="*/ 9351 w 23762"/>
                  <a:gd name="connsiteY49" fmla="*/ 1807 h 31953"/>
                  <a:gd name="connsiteX50" fmla="*/ 9827 w 23762"/>
                  <a:gd name="connsiteY50" fmla="*/ 1045 h 31953"/>
                  <a:gd name="connsiteX51" fmla="*/ 10398 w 23762"/>
                  <a:gd name="connsiteY51" fmla="*/ 379 h 31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3762" h="31953">
                    <a:moveTo>
                      <a:pt x="11256" y="664"/>
                    </a:moveTo>
                    <a:cubicBezTo>
                      <a:pt x="11729" y="591"/>
                      <a:pt x="12211" y="591"/>
                      <a:pt x="12684" y="664"/>
                    </a:cubicBezTo>
                    <a:cubicBezTo>
                      <a:pt x="12684" y="664"/>
                      <a:pt x="13637" y="-98"/>
                      <a:pt x="14018" y="-98"/>
                    </a:cubicBezTo>
                    <a:cubicBezTo>
                      <a:pt x="14906" y="-149"/>
                      <a:pt x="15796" y="-149"/>
                      <a:pt x="16685" y="-98"/>
                    </a:cubicBezTo>
                    <a:cubicBezTo>
                      <a:pt x="17161" y="-98"/>
                      <a:pt x="17828" y="1045"/>
                      <a:pt x="18113" y="1236"/>
                    </a:cubicBezTo>
                    <a:cubicBezTo>
                      <a:pt x="18516" y="1494"/>
                      <a:pt x="18792" y="1908"/>
                      <a:pt x="18875" y="2379"/>
                    </a:cubicBezTo>
                    <a:cubicBezTo>
                      <a:pt x="18876" y="3617"/>
                      <a:pt x="18304" y="4379"/>
                      <a:pt x="18304" y="4951"/>
                    </a:cubicBezTo>
                    <a:cubicBezTo>
                      <a:pt x="18356" y="5521"/>
                      <a:pt x="18356" y="6095"/>
                      <a:pt x="18304" y="6665"/>
                    </a:cubicBezTo>
                    <a:cubicBezTo>
                      <a:pt x="18304" y="8665"/>
                      <a:pt x="18304" y="10570"/>
                      <a:pt x="18304" y="12571"/>
                    </a:cubicBezTo>
                    <a:cubicBezTo>
                      <a:pt x="18304" y="13142"/>
                      <a:pt x="18304" y="13904"/>
                      <a:pt x="18304" y="14666"/>
                    </a:cubicBezTo>
                    <a:cubicBezTo>
                      <a:pt x="18204" y="14965"/>
                      <a:pt x="17948" y="15184"/>
                      <a:pt x="17637" y="15238"/>
                    </a:cubicBezTo>
                    <a:cubicBezTo>
                      <a:pt x="17637" y="15238"/>
                      <a:pt x="17066" y="16000"/>
                      <a:pt x="17637" y="16571"/>
                    </a:cubicBezTo>
                    <a:cubicBezTo>
                      <a:pt x="17923" y="17144"/>
                      <a:pt x="18349" y="17635"/>
                      <a:pt x="18876" y="18000"/>
                    </a:cubicBezTo>
                    <a:cubicBezTo>
                      <a:pt x="20466" y="20262"/>
                      <a:pt x="21868" y="22652"/>
                      <a:pt x="23067" y="25144"/>
                    </a:cubicBezTo>
                    <a:cubicBezTo>
                      <a:pt x="23508" y="26012"/>
                      <a:pt x="23508" y="27038"/>
                      <a:pt x="23067" y="27906"/>
                    </a:cubicBezTo>
                    <a:cubicBezTo>
                      <a:pt x="23067" y="28382"/>
                      <a:pt x="23067" y="29525"/>
                      <a:pt x="22495" y="30192"/>
                    </a:cubicBezTo>
                    <a:cubicBezTo>
                      <a:pt x="21924" y="30859"/>
                      <a:pt x="21828" y="31525"/>
                      <a:pt x="21543" y="31716"/>
                    </a:cubicBezTo>
                    <a:cubicBezTo>
                      <a:pt x="21273" y="31852"/>
                      <a:pt x="20955" y="31852"/>
                      <a:pt x="20685" y="31716"/>
                    </a:cubicBezTo>
                    <a:cubicBezTo>
                      <a:pt x="20685" y="31716"/>
                      <a:pt x="19828" y="31716"/>
                      <a:pt x="19542" y="31716"/>
                    </a:cubicBezTo>
                    <a:lnTo>
                      <a:pt x="18495" y="31716"/>
                    </a:lnTo>
                    <a:cubicBezTo>
                      <a:pt x="17959" y="31814"/>
                      <a:pt x="17411" y="31814"/>
                      <a:pt x="16875" y="31716"/>
                    </a:cubicBezTo>
                    <a:cubicBezTo>
                      <a:pt x="16399" y="31716"/>
                      <a:pt x="16018" y="31144"/>
                      <a:pt x="15446" y="30859"/>
                    </a:cubicBezTo>
                    <a:cubicBezTo>
                      <a:pt x="14456" y="30512"/>
                      <a:pt x="13436" y="30257"/>
                      <a:pt x="12398" y="30097"/>
                    </a:cubicBezTo>
                    <a:cubicBezTo>
                      <a:pt x="12399" y="29620"/>
                      <a:pt x="13161" y="28954"/>
                      <a:pt x="13256" y="28858"/>
                    </a:cubicBezTo>
                    <a:cubicBezTo>
                      <a:pt x="13687" y="28527"/>
                      <a:pt x="14170" y="28270"/>
                      <a:pt x="14685" y="28096"/>
                    </a:cubicBezTo>
                    <a:cubicBezTo>
                      <a:pt x="15637" y="27525"/>
                      <a:pt x="15828" y="26953"/>
                      <a:pt x="14685" y="25525"/>
                    </a:cubicBezTo>
                    <a:cubicBezTo>
                      <a:pt x="14498" y="25124"/>
                      <a:pt x="14275" y="24741"/>
                      <a:pt x="14018" y="24382"/>
                    </a:cubicBezTo>
                    <a:cubicBezTo>
                      <a:pt x="14018" y="24381"/>
                      <a:pt x="13351" y="23334"/>
                      <a:pt x="13065" y="22762"/>
                    </a:cubicBezTo>
                    <a:cubicBezTo>
                      <a:pt x="12779" y="22191"/>
                      <a:pt x="12399" y="21429"/>
                      <a:pt x="12018" y="20476"/>
                    </a:cubicBezTo>
                    <a:cubicBezTo>
                      <a:pt x="11637" y="19524"/>
                      <a:pt x="11446" y="19905"/>
                      <a:pt x="11256" y="20000"/>
                    </a:cubicBezTo>
                    <a:cubicBezTo>
                      <a:pt x="11065" y="20095"/>
                      <a:pt x="10303" y="20000"/>
                      <a:pt x="9922" y="20000"/>
                    </a:cubicBezTo>
                    <a:cubicBezTo>
                      <a:pt x="9541" y="20000"/>
                      <a:pt x="9351" y="20571"/>
                      <a:pt x="9065" y="20667"/>
                    </a:cubicBezTo>
                    <a:cubicBezTo>
                      <a:pt x="8599" y="20997"/>
                      <a:pt x="8085" y="21254"/>
                      <a:pt x="7541" y="21429"/>
                    </a:cubicBezTo>
                    <a:cubicBezTo>
                      <a:pt x="7293" y="21509"/>
                      <a:pt x="7027" y="21509"/>
                      <a:pt x="6779" y="21429"/>
                    </a:cubicBezTo>
                    <a:cubicBezTo>
                      <a:pt x="6303" y="21429"/>
                      <a:pt x="6207" y="21429"/>
                      <a:pt x="5826" y="20571"/>
                    </a:cubicBezTo>
                    <a:lnTo>
                      <a:pt x="5255" y="20571"/>
                    </a:lnTo>
                    <a:lnTo>
                      <a:pt x="4398" y="19524"/>
                    </a:lnTo>
                    <a:lnTo>
                      <a:pt x="3064" y="18095"/>
                    </a:lnTo>
                    <a:cubicBezTo>
                      <a:pt x="2474" y="17505"/>
                      <a:pt x="1932" y="16868"/>
                      <a:pt x="1445" y="16190"/>
                    </a:cubicBezTo>
                    <a:lnTo>
                      <a:pt x="16" y="14095"/>
                    </a:lnTo>
                    <a:cubicBezTo>
                      <a:pt x="-841" y="12571"/>
                      <a:pt x="16" y="11713"/>
                      <a:pt x="16" y="10856"/>
                    </a:cubicBezTo>
                    <a:lnTo>
                      <a:pt x="969" y="9618"/>
                    </a:lnTo>
                    <a:cubicBezTo>
                      <a:pt x="969" y="9618"/>
                      <a:pt x="1731" y="9618"/>
                      <a:pt x="2397" y="9618"/>
                    </a:cubicBezTo>
                    <a:cubicBezTo>
                      <a:pt x="3064" y="9618"/>
                      <a:pt x="3159" y="9618"/>
                      <a:pt x="3350" y="9618"/>
                    </a:cubicBezTo>
                    <a:cubicBezTo>
                      <a:pt x="4100" y="9071"/>
                      <a:pt x="4745" y="8393"/>
                      <a:pt x="5255" y="7618"/>
                    </a:cubicBezTo>
                    <a:cubicBezTo>
                      <a:pt x="5255" y="7141"/>
                      <a:pt x="6207" y="6760"/>
                      <a:pt x="6588" y="6094"/>
                    </a:cubicBezTo>
                    <a:cubicBezTo>
                      <a:pt x="6862" y="5678"/>
                      <a:pt x="7181" y="5294"/>
                      <a:pt x="7541" y="4951"/>
                    </a:cubicBezTo>
                    <a:lnTo>
                      <a:pt x="8398" y="4093"/>
                    </a:lnTo>
                    <a:cubicBezTo>
                      <a:pt x="8819" y="3732"/>
                      <a:pt x="9145" y="3275"/>
                      <a:pt x="9351" y="2760"/>
                    </a:cubicBezTo>
                    <a:lnTo>
                      <a:pt x="9351" y="1807"/>
                    </a:lnTo>
                    <a:cubicBezTo>
                      <a:pt x="9488" y="1540"/>
                      <a:pt x="9647" y="1285"/>
                      <a:pt x="9827" y="1045"/>
                    </a:cubicBezTo>
                    <a:cubicBezTo>
                      <a:pt x="9827" y="1045"/>
                      <a:pt x="9827" y="1045"/>
                      <a:pt x="10398" y="379"/>
                    </a:cubicBezTo>
                  </a:path>
                </a:pathLst>
              </a:custGeom>
              <a:solidFill>
                <a:srgbClr val="FFFFFF"/>
              </a:solidFill>
              <a:ln w="9525" cap="flat">
                <a:noFill/>
                <a:prstDash val="solid"/>
                <a:miter/>
              </a:ln>
            </p:spPr>
            <p:txBody>
              <a:bodyPr rtlCol="0" anchor="ctr"/>
              <a:lstStyle/>
              <a:p>
                <a:endParaRPr lang="zh-CN" altLang="en-US"/>
              </a:p>
            </p:txBody>
          </p:sp>
          <p:sp>
            <p:nvSpPr>
              <p:cNvPr id="202" name="任意多边形: 形状 201"/>
              <p:cNvSpPr/>
              <p:nvPr/>
            </p:nvSpPr>
            <p:spPr>
              <a:xfrm>
                <a:off x="5418059" y="2684564"/>
                <a:ext cx="10971" cy="10042"/>
              </a:xfrm>
              <a:custGeom>
                <a:avLst/>
                <a:gdLst>
                  <a:gd name="connsiteX0" fmla="*/ -365 w 10971"/>
                  <a:gd name="connsiteY0" fmla="*/ 1297 h 10042"/>
                  <a:gd name="connsiteX1" fmla="*/ 873 w 10971"/>
                  <a:gd name="connsiteY1" fmla="*/ 1297 h 10042"/>
                  <a:gd name="connsiteX2" fmla="*/ 2302 w 10971"/>
                  <a:gd name="connsiteY2" fmla="*/ 1297 h 10042"/>
                  <a:gd name="connsiteX3" fmla="*/ 3445 w 10971"/>
                  <a:gd name="connsiteY3" fmla="*/ 726 h 10042"/>
                  <a:gd name="connsiteX4" fmla="*/ 4683 w 10971"/>
                  <a:gd name="connsiteY4" fmla="*/ 726 h 10042"/>
                  <a:gd name="connsiteX5" fmla="*/ 5540 w 10971"/>
                  <a:gd name="connsiteY5" fmla="*/ 59 h 10042"/>
                  <a:gd name="connsiteX6" fmla="*/ 8874 w 10971"/>
                  <a:gd name="connsiteY6" fmla="*/ 630 h 10042"/>
                  <a:gd name="connsiteX7" fmla="*/ 10017 w 10971"/>
                  <a:gd name="connsiteY7" fmla="*/ 1107 h 10042"/>
                  <a:gd name="connsiteX8" fmla="*/ 10589 w 10971"/>
                  <a:gd name="connsiteY8" fmla="*/ 2250 h 10042"/>
                  <a:gd name="connsiteX9" fmla="*/ 10589 w 10971"/>
                  <a:gd name="connsiteY9" fmla="*/ 3774 h 10042"/>
                  <a:gd name="connsiteX10" fmla="*/ 10589 w 10971"/>
                  <a:gd name="connsiteY10" fmla="*/ 5393 h 10042"/>
                  <a:gd name="connsiteX11" fmla="*/ 10589 w 10971"/>
                  <a:gd name="connsiteY11" fmla="*/ 6631 h 10042"/>
                  <a:gd name="connsiteX12" fmla="*/ 9731 w 10971"/>
                  <a:gd name="connsiteY12" fmla="*/ 7869 h 10042"/>
                  <a:gd name="connsiteX13" fmla="*/ 8684 w 10971"/>
                  <a:gd name="connsiteY13" fmla="*/ 8536 h 10042"/>
                  <a:gd name="connsiteX14" fmla="*/ 7922 w 10971"/>
                  <a:gd name="connsiteY14" fmla="*/ 9679 h 10042"/>
                  <a:gd name="connsiteX15" fmla="*/ 6493 w 10971"/>
                  <a:gd name="connsiteY15" fmla="*/ 9679 h 10042"/>
                  <a:gd name="connsiteX16" fmla="*/ 5731 w 10971"/>
                  <a:gd name="connsiteY16" fmla="*/ 8536 h 10042"/>
                  <a:gd name="connsiteX17" fmla="*/ 3826 w 10971"/>
                  <a:gd name="connsiteY17" fmla="*/ 7393 h 10042"/>
                  <a:gd name="connsiteX18" fmla="*/ 2302 w 10971"/>
                  <a:gd name="connsiteY18" fmla="*/ 6441 h 10042"/>
                  <a:gd name="connsiteX19" fmla="*/ 968 w 10971"/>
                  <a:gd name="connsiteY19" fmla="*/ 5107 h 10042"/>
                  <a:gd name="connsiteX20" fmla="*/ 397 w 10971"/>
                  <a:gd name="connsiteY20" fmla="*/ 4060 h 10042"/>
                  <a:gd name="connsiteX21" fmla="*/ -79 w 10971"/>
                  <a:gd name="connsiteY21" fmla="*/ 2440 h 1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971" h="10042">
                    <a:moveTo>
                      <a:pt x="-365" y="1297"/>
                    </a:moveTo>
                    <a:cubicBezTo>
                      <a:pt x="-365" y="1297"/>
                      <a:pt x="397" y="1297"/>
                      <a:pt x="873" y="1297"/>
                    </a:cubicBezTo>
                    <a:lnTo>
                      <a:pt x="2302" y="1297"/>
                    </a:lnTo>
                    <a:lnTo>
                      <a:pt x="3445" y="726"/>
                    </a:lnTo>
                    <a:cubicBezTo>
                      <a:pt x="3445" y="726"/>
                      <a:pt x="4493" y="726"/>
                      <a:pt x="4683" y="726"/>
                    </a:cubicBezTo>
                    <a:lnTo>
                      <a:pt x="5540" y="59"/>
                    </a:lnTo>
                    <a:cubicBezTo>
                      <a:pt x="6017" y="-417"/>
                      <a:pt x="8207" y="59"/>
                      <a:pt x="8874" y="630"/>
                    </a:cubicBezTo>
                    <a:lnTo>
                      <a:pt x="10017" y="1107"/>
                    </a:lnTo>
                    <a:cubicBezTo>
                      <a:pt x="10264" y="1457"/>
                      <a:pt x="10456" y="1843"/>
                      <a:pt x="10589" y="2250"/>
                    </a:cubicBezTo>
                    <a:cubicBezTo>
                      <a:pt x="10589" y="3012"/>
                      <a:pt x="10589" y="3202"/>
                      <a:pt x="10589" y="3774"/>
                    </a:cubicBezTo>
                    <a:cubicBezTo>
                      <a:pt x="10547" y="4313"/>
                      <a:pt x="10547" y="4854"/>
                      <a:pt x="10589" y="5393"/>
                    </a:cubicBezTo>
                    <a:cubicBezTo>
                      <a:pt x="10613" y="5806"/>
                      <a:pt x="10613" y="6219"/>
                      <a:pt x="10589" y="6631"/>
                    </a:cubicBezTo>
                    <a:cubicBezTo>
                      <a:pt x="10589" y="7108"/>
                      <a:pt x="10113" y="7393"/>
                      <a:pt x="9731" y="7869"/>
                    </a:cubicBezTo>
                    <a:cubicBezTo>
                      <a:pt x="9350" y="8346"/>
                      <a:pt x="8874" y="7869"/>
                      <a:pt x="8684" y="8536"/>
                    </a:cubicBezTo>
                    <a:cubicBezTo>
                      <a:pt x="8493" y="9203"/>
                      <a:pt x="8112" y="9584"/>
                      <a:pt x="7922" y="9679"/>
                    </a:cubicBezTo>
                    <a:cubicBezTo>
                      <a:pt x="7494" y="9982"/>
                      <a:pt x="6921" y="9982"/>
                      <a:pt x="6493" y="9679"/>
                    </a:cubicBezTo>
                    <a:cubicBezTo>
                      <a:pt x="6493" y="9679"/>
                      <a:pt x="6493" y="8822"/>
                      <a:pt x="5731" y="8536"/>
                    </a:cubicBezTo>
                    <a:cubicBezTo>
                      <a:pt x="4969" y="8251"/>
                      <a:pt x="4016" y="7679"/>
                      <a:pt x="3826" y="7393"/>
                    </a:cubicBezTo>
                    <a:cubicBezTo>
                      <a:pt x="3635" y="7108"/>
                      <a:pt x="2588" y="6822"/>
                      <a:pt x="2302" y="6441"/>
                    </a:cubicBezTo>
                    <a:cubicBezTo>
                      <a:pt x="1970" y="5896"/>
                      <a:pt x="1513" y="5439"/>
                      <a:pt x="968" y="5107"/>
                    </a:cubicBezTo>
                    <a:cubicBezTo>
                      <a:pt x="624" y="4867"/>
                      <a:pt x="412" y="4479"/>
                      <a:pt x="397" y="4060"/>
                    </a:cubicBezTo>
                    <a:cubicBezTo>
                      <a:pt x="397" y="4060"/>
                      <a:pt x="-270" y="3012"/>
                      <a:pt x="-79" y="2440"/>
                    </a:cubicBezTo>
                  </a:path>
                </a:pathLst>
              </a:custGeom>
              <a:solidFill>
                <a:srgbClr val="FFFFFF"/>
              </a:solidFill>
              <a:ln w="9525" cap="flat">
                <a:noFill/>
                <a:prstDash val="solid"/>
                <a:miter/>
              </a:ln>
            </p:spPr>
            <p:txBody>
              <a:bodyPr rtlCol="0" anchor="ctr"/>
              <a:lstStyle/>
              <a:p>
                <a:endParaRPr lang="zh-CN" altLang="en-US"/>
              </a:p>
            </p:txBody>
          </p:sp>
          <p:sp>
            <p:nvSpPr>
              <p:cNvPr id="203" name="任意多边形: 形状 202"/>
              <p:cNvSpPr/>
              <p:nvPr/>
            </p:nvSpPr>
            <p:spPr>
              <a:xfrm>
                <a:off x="5400687" y="2698761"/>
                <a:ext cx="7952" cy="10646"/>
              </a:xfrm>
              <a:custGeom>
                <a:avLst/>
                <a:gdLst>
                  <a:gd name="connsiteX0" fmla="*/ 1100 w 7952"/>
                  <a:gd name="connsiteY0" fmla="*/ 1198 h 10646"/>
                  <a:gd name="connsiteX1" fmla="*/ 3481 w 7952"/>
                  <a:gd name="connsiteY1" fmla="*/ 2055 h 10646"/>
                  <a:gd name="connsiteX2" fmla="*/ 4720 w 7952"/>
                  <a:gd name="connsiteY2" fmla="*/ 817 h 10646"/>
                  <a:gd name="connsiteX3" fmla="*/ 6339 w 7952"/>
                  <a:gd name="connsiteY3" fmla="*/ -136 h 10646"/>
                  <a:gd name="connsiteX4" fmla="*/ 7101 w 7952"/>
                  <a:gd name="connsiteY4" fmla="*/ -136 h 10646"/>
                  <a:gd name="connsiteX5" fmla="*/ 7101 w 7952"/>
                  <a:gd name="connsiteY5" fmla="*/ 912 h 10646"/>
                  <a:gd name="connsiteX6" fmla="*/ 7577 w 7952"/>
                  <a:gd name="connsiteY6" fmla="*/ 2055 h 10646"/>
                  <a:gd name="connsiteX7" fmla="*/ 7577 w 7952"/>
                  <a:gd name="connsiteY7" fmla="*/ 3198 h 10646"/>
                  <a:gd name="connsiteX8" fmla="*/ 7101 w 7952"/>
                  <a:gd name="connsiteY8" fmla="*/ 4246 h 10646"/>
                  <a:gd name="connsiteX9" fmla="*/ 7101 w 7952"/>
                  <a:gd name="connsiteY9" fmla="*/ 6056 h 10646"/>
                  <a:gd name="connsiteX10" fmla="*/ 6529 w 7952"/>
                  <a:gd name="connsiteY10" fmla="*/ 7389 h 10646"/>
                  <a:gd name="connsiteX11" fmla="*/ 5386 w 7952"/>
                  <a:gd name="connsiteY11" fmla="*/ 8246 h 10646"/>
                  <a:gd name="connsiteX12" fmla="*/ 4148 w 7952"/>
                  <a:gd name="connsiteY12" fmla="*/ 9865 h 10646"/>
                  <a:gd name="connsiteX13" fmla="*/ 1459 w 7952"/>
                  <a:gd name="connsiteY13" fmla="*/ 10034 h 10646"/>
                  <a:gd name="connsiteX14" fmla="*/ 1291 w 7952"/>
                  <a:gd name="connsiteY14" fmla="*/ 9865 h 10646"/>
                  <a:gd name="connsiteX15" fmla="*/ 815 w 7952"/>
                  <a:gd name="connsiteY15" fmla="*/ 8532 h 10646"/>
                  <a:gd name="connsiteX16" fmla="*/ -43 w 7952"/>
                  <a:gd name="connsiteY16" fmla="*/ 7770 h 10646"/>
                  <a:gd name="connsiteX17" fmla="*/ -43 w 7952"/>
                  <a:gd name="connsiteY17" fmla="*/ 6341 h 10646"/>
                  <a:gd name="connsiteX18" fmla="*/ -43 w 7952"/>
                  <a:gd name="connsiteY18" fmla="*/ 3007 h 10646"/>
                  <a:gd name="connsiteX19" fmla="*/ 624 w 7952"/>
                  <a:gd name="connsiteY19" fmla="*/ 1769 h 10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52" h="10646">
                    <a:moveTo>
                      <a:pt x="1100" y="1198"/>
                    </a:moveTo>
                    <a:cubicBezTo>
                      <a:pt x="2148" y="626"/>
                      <a:pt x="3195" y="2245"/>
                      <a:pt x="3481" y="2055"/>
                    </a:cubicBezTo>
                    <a:cubicBezTo>
                      <a:pt x="3963" y="1717"/>
                      <a:pt x="4382" y="1298"/>
                      <a:pt x="4720" y="817"/>
                    </a:cubicBezTo>
                    <a:lnTo>
                      <a:pt x="6339" y="-136"/>
                    </a:lnTo>
                    <a:cubicBezTo>
                      <a:pt x="6339" y="-136"/>
                      <a:pt x="6910" y="-136"/>
                      <a:pt x="7101" y="-136"/>
                    </a:cubicBezTo>
                    <a:cubicBezTo>
                      <a:pt x="7291" y="-136"/>
                      <a:pt x="7101" y="912"/>
                      <a:pt x="7101" y="912"/>
                    </a:cubicBezTo>
                    <a:cubicBezTo>
                      <a:pt x="7101" y="912"/>
                      <a:pt x="7672" y="1769"/>
                      <a:pt x="7577" y="2055"/>
                    </a:cubicBezTo>
                    <a:cubicBezTo>
                      <a:pt x="7482" y="2341"/>
                      <a:pt x="7577" y="2722"/>
                      <a:pt x="7577" y="3198"/>
                    </a:cubicBezTo>
                    <a:cubicBezTo>
                      <a:pt x="7577" y="3674"/>
                      <a:pt x="7101" y="3960"/>
                      <a:pt x="7101" y="4246"/>
                    </a:cubicBezTo>
                    <a:cubicBezTo>
                      <a:pt x="7101" y="4531"/>
                      <a:pt x="7577" y="5389"/>
                      <a:pt x="7101" y="6056"/>
                    </a:cubicBezTo>
                    <a:cubicBezTo>
                      <a:pt x="6957" y="6519"/>
                      <a:pt x="6766" y="6966"/>
                      <a:pt x="6529" y="7389"/>
                    </a:cubicBezTo>
                    <a:cubicBezTo>
                      <a:pt x="6529" y="7865"/>
                      <a:pt x="5577" y="7960"/>
                      <a:pt x="5386" y="8246"/>
                    </a:cubicBezTo>
                    <a:cubicBezTo>
                      <a:pt x="5196" y="8532"/>
                      <a:pt x="4624" y="9580"/>
                      <a:pt x="4148" y="9865"/>
                    </a:cubicBezTo>
                    <a:cubicBezTo>
                      <a:pt x="3452" y="10655"/>
                      <a:pt x="2248" y="10730"/>
                      <a:pt x="1459" y="10034"/>
                    </a:cubicBezTo>
                    <a:cubicBezTo>
                      <a:pt x="1400" y="9981"/>
                      <a:pt x="1343" y="9925"/>
                      <a:pt x="1291" y="9865"/>
                    </a:cubicBezTo>
                    <a:cubicBezTo>
                      <a:pt x="1175" y="9407"/>
                      <a:pt x="1015" y="8960"/>
                      <a:pt x="815" y="8532"/>
                    </a:cubicBezTo>
                    <a:cubicBezTo>
                      <a:pt x="506" y="8305"/>
                      <a:pt x="219" y="8050"/>
                      <a:pt x="-43" y="7770"/>
                    </a:cubicBezTo>
                    <a:cubicBezTo>
                      <a:pt x="-43" y="7770"/>
                      <a:pt x="-43" y="6722"/>
                      <a:pt x="-43" y="6341"/>
                    </a:cubicBezTo>
                    <a:cubicBezTo>
                      <a:pt x="-472" y="5272"/>
                      <a:pt x="-472" y="4077"/>
                      <a:pt x="-43" y="3007"/>
                    </a:cubicBezTo>
                    <a:cubicBezTo>
                      <a:pt x="117" y="2564"/>
                      <a:pt x="342" y="2147"/>
                      <a:pt x="624" y="1769"/>
                    </a:cubicBezTo>
                  </a:path>
                </a:pathLst>
              </a:custGeom>
              <a:solidFill>
                <a:srgbClr val="FFFFFF"/>
              </a:solidFill>
              <a:ln w="9525" cap="flat">
                <a:noFill/>
                <a:prstDash val="solid"/>
                <a:miter/>
              </a:ln>
            </p:spPr>
            <p:txBody>
              <a:bodyPr rtlCol="0" anchor="ctr"/>
              <a:lstStyle/>
              <a:p>
                <a:endParaRPr lang="zh-CN" altLang="en-US"/>
              </a:p>
            </p:txBody>
          </p:sp>
          <p:sp>
            <p:nvSpPr>
              <p:cNvPr id="204" name="任意多边形: 形状 203"/>
              <p:cNvSpPr/>
              <p:nvPr/>
            </p:nvSpPr>
            <p:spPr>
              <a:xfrm>
                <a:off x="5388148" y="2659973"/>
                <a:ext cx="29054" cy="27461"/>
              </a:xfrm>
              <a:custGeom>
                <a:avLst/>
                <a:gdLst>
                  <a:gd name="connsiteX0" fmla="*/ 8687 w 29054"/>
                  <a:gd name="connsiteY0" fmla="*/ 1314 h 27461"/>
                  <a:gd name="connsiteX1" fmla="*/ 9734 w 29054"/>
                  <a:gd name="connsiteY1" fmla="*/ 838 h 27461"/>
                  <a:gd name="connsiteX2" fmla="*/ 10973 w 29054"/>
                  <a:gd name="connsiteY2" fmla="*/ 76 h 27461"/>
                  <a:gd name="connsiteX3" fmla="*/ 12020 w 29054"/>
                  <a:gd name="connsiteY3" fmla="*/ 76 h 27461"/>
                  <a:gd name="connsiteX4" fmla="*/ 13354 w 29054"/>
                  <a:gd name="connsiteY4" fmla="*/ 76 h 27461"/>
                  <a:gd name="connsiteX5" fmla="*/ 14592 w 29054"/>
                  <a:gd name="connsiteY5" fmla="*/ 1219 h 27461"/>
                  <a:gd name="connsiteX6" fmla="*/ 16688 w 29054"/>
                  <a:gd name="connsiteY6" fmla="*/ 2647 h 27461"/>
                  <a:gd name="connsiteX7" fmla="*/ 16688 w 29054"/>
                  <a:gd name="connsiteY7" fmla="*/ 5410 h 27461"/>
                  <a:gd name="connsiteX8" fmla="*/ 17354 w 29054"/>
                  <a:gd name="connsiteY8" fmla="*/ 5981 h 27461"/>
                  <a:gd name="connsiteX9" fmla="*/ 20783 w 29054"/>
                  <a:gd name="connsiteY9" fmla="*/ 2647 h 27461"/>
                  <a:gd name="connsiteX10" fmla="*/ 22783 w 29054"/>
                  <a:gd name="connsiteY10" fmla="*/ 742 h 27461"/>
                  <a:gd name="connsiteX11" fmla="*/ 24022 w 29054"/>
                  <a:gd name="connsiteY11" fmla="*/ 742 h 27461"/>
                  <a:gd name="connsiteX12" fmla="*/ 25165 w 29054"/>
                  <a:gd name="connsiteY12" fmla="*/ 742 h 27461"/>
                  <a:gd name="connsiteX13" fmla="*/ 27070 w 29054"/>
                  <a:gd name="connsiteY13" fmla="*/ 742 h 27461"/>
                  <a:gd name="connsiteX14" fmla="*/ 27927 w 29054"/>
                  <a:gd name="connsiteY14" fmla="*/ 742 h 27461"/>
                  <a:gd name="connsiteX15" fmla="*/ 28689 w 29054"/>
                  <a:gd name="connsiteY15" fmla="*/ 2076 h 27461"/>
                  <a:gd name="connsiteX16" fmla="*/ 27546 w 29054"/>
                  <a:gd name="connsiteY16" fmla="*/ 5219 h 27461"/>
                  <a:gd name="connsiteX17" fmla="*/ 26213 w 29054"/>
                  <a:gd name="connsiteY17" fmla="*/ 5219 h 27461"/>
                  <a:gd name="connsiteX18" fmla="*/ 24212 w 29054"/>
                  <a:gd name="connsiteY18" fmla="*/ 6553 h 27461"/>
                  <a:gd name="connsiteX19" fmla="*/ 22783 w 29054"/>
                  <a:gd name="connsiteY19" fmla="*/ 7696 h 27461"/>
                  <a:gd name="connsiteX20" fmla="*/ 21545 w 29054"/>
                  <a:gd name="connsiteY20" fmla="*/ 9029 h 27461"/>
                  <a:gd name="connsiteX21" fmla="*/ 20402 w 29054"/>
                  <a:gd name="connsiteY21" fmla="*/ 10458 h 27461"/>
                  <a:gd name="connsiteX22" fmla="*/ 18974 w 29054"/>
                  <a:gd name="connsiteY22" fmla="*/ 11220 h 27461"/>
                  <a:gd name="connsiteX23" fmla="*/ 17449 w 29054"/>
                  <a:gd name="connsiteY23" fmla="*/ 13315 h 27461"/>
                  <a:gd name="connsiteX24" fmla="*/ 13449 w 29054"/>
                  <a:gd name="connsiteY24" fmla="*/ 17316 h 27461"/>
                  <a:gd name="connsiteX25" fmla="*/ 12306 w 29054"/>
                  <a:gd name="connsiteY25" fmla="*/ 18459 h 27461"/>
                  <a:gd name="connsiteX26" fmla="*/ 11258 w 29054"/>
                  <a:gd name="connsiteY26" fmla="*/ 19602 h 27461"/>
                  <a:gd name="connsiteX27" fmla="*/ 10211 w 29054"/>
                  <a:gd name="connsiteY27" fmla="*/ 20554 h 27461"/>
                  <a:gd name="connsiteX28" fmla="*/ 9258 w 29054"/>
                  <a:gd name="connsiteY28" fmla="*/ 21317 h 27461"/>
                  <a:gd name="connsiteX29" fmla="*/ 8401 w 29054"/>
                  <a:gd name="connsiteY29" fmla="*/ 22269 h 27461"/>
                  <a:gd name="connsiteX30" fmla="*/ 7448 w 29054"/>
                  <a:gd name="connsiteY30" fmla="*/ 22936 h 27461"/>
                  <a:gd name="connsiteX31" fmla="*/ 6686 w 29054"/>
                  <a:gd name="connsiteY31" fmla="*/ 23412 h 27461"/>
                  <a:gd name="connsiteX32" fmla="*/ 5639 w 29054"/>
                  <a:gd name="connsiteY32" fmla="*/ 24460 h 27461"/>
                  <a:gd name="connsiteX33" fmla="*/ 4781 w 29054"/>
                  <a:gd name="connsiteY33" fmla="*/ 25507 h 27461"/>
                  <a:gd name="connsiteX34" fmla="*/ 4210 w 29054"/>
                  <a:gd name="connsiteY34" fmla="*/ 26555 h 27461"/>
                  <a:gd name="connsiteX35" fmla="*/ 3162 w 29054"/>
                  <a:gd name="connsiteY35" fmla="*/ 26555 h 27461"/>
                  <a:gd name="connsiteX36" fmla="*/ 1733 w 29054"/>
                  <a:gd name="connsiteY36" fmla="*/ 27317 h 27461"/>
                  <a:gd name="connsiteX37" fmla="*/ 590 w 29054"/>
                  <a:gd name="connsiteY37" fmla="*/ 26079 h 27461"/>
                  <a:gd name="connsiteX38" fmla="*/ -267 w 29054"/>
                  <a:gd name="connsiteY38" fmla="*/ 24936 h 27461"/>
                  <a:gd name="connsiteX39" fmla="*/ -267 w 29054"/>
                  <a:gd name="connsiteY39" fmla="*/ 23793 h 27461"/>
                  <a:gd name="connsiteX40" fmla="*/ 1638 w 29054"/>
                  <a:gd name="connsiteY40" fmla="*/ 20840 h 27461"/>
                  <a:gd name="connsiteX41" fmla="*/ 2590 w 29054"/>
                  <a:gd name="connsiteY41" fmla="*/ 20840 h 27461"/>
                  <a:gd name="connsiteX42" fmla="*/ 3829 w 29054"/>
                  <a:gd name="connsiteY42" fmla="*/ 19411 h 27461"/>
                  <a:gd name="connsiteX43" fmla="*/ 7067 w 29054"/>
                  <a:gd name="connsiteY43" fmla="*/ 16459 h 27461"/>
                  <a:gd name="connsiteX44" fmla="*/ 8496 w 29054"/>
                  <a:gd name="connsiteY44" fmla="*/ 15220 h 27461"/>
                  <a:gd name="connsiteX45" fmla="*/ 10877 w 29054"/>
                  <a:gd name="connsiteY45" fmla="*/ 12649 h 27461"/>
                  <a:gd name="connsiteX46" fmla="*/ 11639 w 29054"/>
                  <a:gd name="connsiteY46" fmla="*/ 11220 h 27461"/>
                  <a:gd name="connsiteX47" fmla="*/ 10973 w 29054"/>
                  <a:gd name="connsiteY47" fmla="*/ 10553 h 27461"/>
                  <a:gd name="connsiteX48" fmla="*/ 10020 w 29054"/>
                  <a:gd name="connsiteY48" fmla="*/ 10553 h 27461"/>
                  <a:gd name="connsiteX49" fmla="*/ 8877 w 29054"/>
                  <a:gd name="connsiteY49" fmla="*/ 10553 h 27461"/>
                  <a:gd name="connsiteX50" fmla="*/ 8877 w 29054"/>
                  <a:gd name="connsiteY50" fmla="*/ 9601 h 27461"/>
                  <a:gd name="connsiteX51" fmla="*/ 8877 w 29054"/>
                  <a:gd name="connsiteY51" fmla="*/ 8648 h 27461"/>
                  <a:gd name="connsiteX52" fmla="*/ 8877 w 29054"/>
                  <a:gd name="connsiteY52" fmla="*/ 7410 h 27461"/>
                  <a:gd name="connsiteX53" fmla="*/ 6305 w 29054"/>
                  <a:gd name="connsiteY53" fmla="*/ 5600 h 27461"/>
                  <a:gd name="connsiteX54" fmla="*/ 6305 w 29054"/>
                  <a:gd name="connsiteY54" fmla="*/ 4552 h 27461"/>
                  <a:gd name="connsiteX55" fmla="*/ 7734 w 29054"/>
                  <a:gd name="connsiteY55" fmla="*/ 3409 h 27461"/>
                  <a:gd name="connsiteX56" fmla="*/ 8401 w 29054"/>
                  <a:gd name="connsiteY56" fmla="*/ 2457 h 27461"/>
                  <a:gd name="connsiteX57" fmla="*/ 9163 w 29054"/>
                  <a:gd name="connsiteY57" fmla="*/ 1885 h 27461"/>
                  <a:gd name="connsiteX58" fmla="*/ 9830 w 29054"/>
                  <a:gd name="connsiteY58" fmla="*/ 1028 h 2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9054" h="27461">
                    <a:moveTo>
                      <a:pt x="8687" y="1314"/>
                    </a:moveTo>
                    <a:lnTo>
                      <a:pt x="9734" y="838"/>
                    </a:lnTo>
                    <a:cubicBezTo>
                      <a:pt x="10184" y="650"/>
                      <a:pt x="10602" y="393"/>
                      <a:pt x="10973" y="76"/>
                    </a:cubicBezTo>
                    <a:cubicBezTo>
                      <a:pt x="10973" y="76"/>
                      <a:pt x="11544" y="76"/>
                      <a:pt x="12020" y="76"/>
                    </a:cubicBezTo>
                    <a:cubicBezTo>
                      <a:pt x="12497" y="76"/>
                      <a:pt x="13068" y="-400"/>
                      <a:pt x="13354" y="76"/>
                    </a:cubicBezTo>
                    <a:cubicBezTo>
                      <a:pt x="13640" y="552"/>
                      <a:pt x="14306" y="1028"/>
                      <a:pt x="14592" y="1219"/>
                    </a:cubicBezTo>
                    <a:cubicBezTo>
                      <a:pt x="14878" y="1409"/>
                      <a:pt x="15830" y="1219"/>
                      <a:pt x="16688" y="2647"/>
                    </a:cubicBezTo>
                    <a:cubicBezTo>
                      <a:pt x="17545" y="4076"/>
                      <a:pt x="17259" y="4171"/>
                      <a:pt x="16688" y="5410"/>
                    </a:cubicBezTo>
                    <a:cubicBezTo>
                      <a:pt x="16116" y="6648"/>
                      <a:pt x="16688" y="6267"/>
                      <a:pt x="17354" y="5981"/>
                    </a:cubicBezTo>
                    <a:lnTo>
                      <a:pt x="20783" y="2647"/>
                    </a:lnTo>
                    <a:cubicBezTo>
                      <a:pt x="21375" y="1937"/>
                      <a:pt x="22046" y="1298"/>
                      <a:pt x="22783" y="742"/>
                    </a:cubicBezTo>
                    <a:cubicBezTo>
                      <a:pt x="22783" y="742"/>
                      <a:pt x="23546" y="742"/>
                      <a:pt x="24022" y="742"/>
                    </a:cubicBezTo>
                    <a:cubicBezTo>
                      <a:pt x="24498" y="742"/>
                      <a:pt x="24879" y="266"/>
                      <a:pt x="25165" y="742"/>
                    </a:cubicBezTo>
                    <a:cubicBezTo>
                      <a:pt x="25774" y="997"/>
                      <a:pt x="26460" y="997"/>
                      <a:pt x="27070" y="742"/>
                    </a:cubicBezTo>
                    <a:cubicBezTo>
                      <a:pt x="27070" y="742"/>
                      <a:pt x="27832" y="742"/>
                      <a:pt x="27927" y="742"/>
                    </a:cubicBezTo>
                    <a:lnTo>
                      <a:pt x="28689" y="2076"/>
                    </a:lnTo>
                    <a:cubicBezTo>
                      <a:pt x="28689" y="2933"/>
                      <a:pt x="27927" y="4457"/>
                      <a:pt x="27546" y="5219"/>
                    </a:cubicBezTo>
                    <a:cubicBezTo>
                      <a:pt x="27165" y="5981"/>
                      <a:pt x="26879" y="5219"/>
                      <a:pt x="26213" y="5219"/>
                    </a:cubicBezTo>
                    <a:lnTo>
                      <a:pt x="24212" y="6553"/>
                    </a:lnTo>
                    <a:lnTo>
                      <a:pt x="22783" y="7696"/>
                    </a:lnTo>
                    <a:lnTo>
                      <a:pt x="21545" y="9029"/>
                    </a:lnTo>
                    <a:lnTo>
                      <a:pt x="20402" y="10458"/>
                    </a:lnTo>
                    <a:cubicBezTo>
                      <a:pt x="19909" y="10678"/>
                      <a:pt x="19431" y="10933"/>
                      <a:pt x="18974" y="11220"/>
                    </a:cubicBezTo>
                    <a:cubicBezTo>
                      <a:pt x="18520" y="11956"/>
                      <a:pt x="18010" y="12657"/>
                      <a:pt x="17449" y="13315"/>
                    </a:cubicBezTo>
                    <a:cubicBezTo>
                      <a:pt x="16016" y="14544"/>
                      <a:pt x="14678" y="15882"/>
                      <a:pt x="13449" y="17316"/>
                    </a:cubicBezTo>
                    <a:cubicBezTo>
                      <a:pt x="13449" y="17887"/>
                      <a:pt x="12592" y="17983"/>
                      <a:pt x="12306" y="18459"/>
                    </a:cubicBezTo>
                    <a:cubicBezTo>
                      <a:pt x="12020" y="18935"/>
                      <a:pt x="11449" y="19126"/>
                      <a:pt x="11258" y="19602"/>
                    </a:cubicBezTo>
                    <a:cubicBezTo>
                      <a:pt x="11068" y="20078"/>
                      <a:pt x="10496" y="20269"/>
                      <a:pt x="10211" y="20554"/>
                    </a:cubicBezTo>
                    <a:cubicBezTo>
                      <a:pt x="9925" y="20840"/>
                      <a:pt x="9734" y="21031"/>
                      <a:pt x="9258" y="21317"/>
                    </a:cubicBezTo>
                    <a:cubicBezTo>
                      <a:pt x="8782" y="21602"/>
                      <a:pt x="8782" y="21983"/>
                      <a:pt x="8401" y="22269"/>
                    </a:cubicBezTo>
                    <a:cubicBezTo>
                      <a:pt x="8106" y="22522"/>
                      <a:pt x="7787" y="22746"/>
                      <a:pt x="7448" y="22936"/>
                    </a:cubicBezTo>
                    <a:cubicBezTo>
                      <a:pt x="7448" y="22936"/>
                      <a:pt x="6686" y="23412"/>
                      <a:pt x="6686" y="23412"/>
                    </a:cubicBezTo>
                    <a:cubicBezTo>
                      <a:pt x="6686" y="23412"/>
                      <a:pt x="6115" y="24174"/>
                      <a:pt x="5639" y="24460"/>
                    </a:cubicBezTo>
                    <a:cubicBezTo>
                      <a:pt x="5298" y="24760"/>
                      <a:pt x="5008" y="25114"/>
                      <a:pt x="4781" y="25507"/>
                    </a:cubicBezTo>
                    <a:cubicBezTo>
                      <a:pt x="4781" y="25507"/>
                      <a:pt x="4781" y="26174"/>
                      <a:pt x="4210" y="26555"/>
                    </a:cubicBezTo>
                    <a:cubicBezTo>
                      <a:pt x="3638" y="26936"/>
                      <a:pt x="4210" y="26555"/>
                      <a:pt x="3162" y="26555"/>
                    </a:cubicBezTo>
                    <a:cubicBezTo>
                      <a:pt x="2114" y="26555"/>
                      <a:pt x="2210" y="27222"/>
                      <a:pt x="1733" y="27317"/>
                    </a:cubicBezTo>
                    <a:cubicBezTo>
                      <a:pt x="1257" y="27412"/>
                      <a:pt x="781" y="26650"/>
                      <a:pt x="590" y="26079"/>
                    </a:cubicBezTo>
                    <a:lnTo>
                      <a:pt x="-267" y="24936"/>
                    </a:lnTo>
                    <a:cubicBezTo>
                      <a:pt x="-398" y="24566"/>
                      <a:pt x="-398" y="24163"/>
                      <a:pt x="-267" y="23793"/>
                    </a:cubicBezTo>
                    <a:cubicBezTo>
                      <a:pt x="208" y="22714"/>
                      <a:pt x="851" y="21717"/>
                      <a:pt x="1638" y="20840"/>
                    </a:cubicBezTo>
                    <a:cubicBezTo>
                      <a:pt x="1638" y="20840"/>
                      <a:pt x="2305" y="20840"/>
                      <a:pt x="2590" y="20840"/>
                    </a:cubicBezTo>
                    <a:cubicBezTo>
                      <a:pt x="2876" y="20840"/>
                      <a:pt x="3448" y="19697"/>
                      <a:pt x="3829" y="19411"/>
                    </a:cubicBezTo>
                    <a:lnTo>
                      <a:pt x="7067" y="16459"/>
                    </a:lnTo>
                    <a:cubicBezTo>
                      <a:pt x="7544" y="15887"/>
                      <a:pt x="8306" y="15792"/>
                      <a:pt x="8496" y="15220"/>
                    </a:cubicBezTo>
                    <a:cubicBezTo>
                      <a:pt x="9233" y="14313"/>
                      <a:pt x="10029" y="13454"/>
                      <a:pt x="10877" y="12649"/>
                    </a:cubicBezTo>
                    <a:cubicBezTo>
                      <a:pt x="11297" y="12281"/>
                      <a:pt x="11568" y="11773"/>
                      <a:pt x="11639" y="11220"/>
                    </a:cubicBezTo>
                    <a:lnTo>
                      <a:pt x="10973" y="10553"/>
                    </a:lnTo>
                    <a:cubicBezTo>
                      <a:pt x="10973" y="10553"/>
                      <a:pt x="10401" y="10553"/>
                      <a:pt x="10020" y="10553"/>
                    </a:cubicBezTo>
                    <a:cubicBezTo>
                      <a:pt x="9639" y="10553"/>
                      <a:pt x="8972" y="10553"/>
                      <a:pt x="8877" y="10553"/>
                    </a:cubicBezTo>
                    <a:cubicBezTo>
                      <a:pt x="8782" y="10553"/>
                      <a:pt x="8877" y="9886"/>
                      <a:pt x="8877" y="9601"/>
                    </a:cubicBezTo>
                    <a:cubicBezTo>
                      <a:pt x="8924" y="9285"/>
                      <a:pt x="8924" y="8964"/>
                      <a:pt x="8877" y="8648"/>
                    </a:cubicBezTo>
                    <a:lnTo>
                      <a:pt x="8877" y="7410"/>
                    </a:lnTo>
                    <a:cubicBezTo>
                      <a:pt x="8877" y="6743"/>
                      <a:pt x="6782" y="5886"/>
                      <a:pt x="6305" y="5600"/>
                    </a:cubicBezTo>
                    <a:cubicBezTo>
                      <a:pt x="6162" y="5265"/>
                      <a:pt x="6162" y="4887"/>
                      <a:pt x="6305" y="4552"/>
                    </a:cubicBezTo>
                    <a:cubicBezTo>
                      <a:pt x="6305" y="3790"/>
                      <a:pt x="7163" y="3695"/>
                      <a:pt x="7734" y="3409"/>
                    </a:cubicBezTo>
                    <a:cubicBezTo>
                      <a:pt x="8306" y="3124"/>
                      <a:pt x="7734" y="2647"/>
                      <a:pt x="8401" y="2457"/>
                    </a:cubicBezTo>
                    <a:cubicBezTo>
                      <a:pt x="9068" y="2266"/>
                      <a:pt x="8972" y="2457"/>
                      <a:pt x="9163" y="1885"/>
                    </a:cubicBezTo>
                    <a:cubicBezTo>
                      <a:pt x="9353" y="1314"/>
                      <a:pt x="9163" y="1314"/>
                      <a:pt x="9830" y="1028"/>
                    </a:cubicBezTo>
                  </a:path>
                </a:pathLst>
              </a:custGeom>
              <a:solidFill>
                <a:srgbClr val="FFFFFF"/>
              </a:solidFill>
              <a:ln w="9525" cap="flat">
                <a:noFill/>
                <a:prstDash val="solid"/>
                <a:miter/>
              </a:ln>
            </p:spPr>
            <p:txBody>
              <a:bodyPr rtlCol="0" anchor="ctr"/>
              <a:lstStyle/>
              <a:p>
                <a:endParaRPr lang="zh-CN" altLang="en-US"/>
              </a:p>
            </p:txBody>
          </p:sp>
          <p:sp>
            <p:nvSpPr>
              <p:cNvPr id="205" name="任意多边形: 形状 204"/>
              <p:cNvSpPr/>
              <p:nvPr/>
            </p:nvSpPr>
            <p:spPr>
              <a:xfrm>
                <a:off x="5405462" y="2680568"/>
                <a:ext cx="4119" cy="6654"/>
              </a:xfrm>
              <a:custGeom>
                <a:avLst/>
                <a:gdLst>
                  <a:gd name="connsiteX0" fmla="*/ 2898 w 4119"/>
                  <a:gd name="connsiteY0" fmla="*/ 531 h 6654"/>
                  <a:gd name="connsiteX1" fmla="*/ 3755 w 4119"/>
                  <a:gd name="connsiteY1" fmla="*/ -136 h 6654"/>
                  <a:gd name="connsiteX2" fmla="*/ 3755 w 4119"/>
                  <a:gd name="connsiteY2" fmla="*/ 1102 h 6654"/>
                  <a:gd name="connsiteX3" fmla="*/ 3183 w 4119"/>
                  <a:gd name="connsiteY3" fmla="*/ 2912 h 6654"/>
                  <a:gd name="connsiteX4" fmla="*/ 2421 w 4119"/>
                  <a:gd name="connsiteY4" fmla="*/ 4817 h 6654"/>
                  <a:gd name="connsiteX5" fmla="*/ 1183 w 4119"/>
                  <a:gd name="connsiteY5" fmla="*/ 6246 h 6654"/>
                  <a:gd name="connsiteX6" fmla="*/ -150 w 4119"/>
                  <a:gd name="connsiteY6" fmla="*/ 6246 h 6654"/>
                  <a:gd name="connsiteX7" fmla="*/ -150 w 4119"/>
                  <a:gd name="connsiteY7" fmla="*/ 4912 h 6654"/>
                  <a:gd name="connsiteX8" fmla="*/ 1278 w 4119"/>
                  <a:gd name="connsiteY8" fmla="*/ 2817 h 6654"/>
                  <a:gd name="connsiteX9" fmla="*/ 1754 w 4119"/>
                  <a:gd name="connsiteY9" fmla="*/ 1864 h 6654"/>
                  <a:gd name="connsiteX10" fmla="*/ 2612 w 4119"/>
                  <a:gd name="connsiteY10" fmla="*/ 912 h 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19" h="6654">
                    <a:moveTo>
                      <a:pt x="2898" y="531"/>
                    </a:moveTo>
                    <a:cubicBezTo>
                      <a:pt x="3128" y="245"/>
                      <a:pt x="3422" y="17"/>
                      <a:pt x="3755" y="-136"/>
                    </a:cubicBezTo>
                    <a:cubicBezTo>
                      <a:pt x="3755" y="-136"/>
                      <a:pt x="3755" y="531"/>
                      <a:pt x="3755" y="1102"/>
                    </a:cubicBezTo>
                    <a:cubicBezTo>
                      <a:pt x="3642" y="1728"/>
                      <a:pt x="3450" y="2336"/>
                      <a:pt x="3183" y="2912"/>
                    </a:cubicBezTo>
                    <a:cubicBezTo>
                      <a:pt x="2963" y="3560"/>
                      <a:pt x="2708" y="4196"/>
                      <a:pt x="2421" y="4817"/>
                    </a:cubicBezTo>
                    <a:cubicBezTo>
                      <a:pt x="2115" y="5376"/>
                      <a:pt x="1693" y="5863"/>
                      <a:pt x="1183" y="6246"/>
                    </a:cubicBezTo>
                    <a:cubicBezTo>
                      <a:pt x="813" y="6609"/>
                      <a:pt x="220" y="6609"/>
                      <a:pt x="-150" y="6246"/>
                    </a:cubicBezTo>
                    <a:cubicBezTo>
                      <a:pt x="-436" y="5847"/>
                      <a:pt x="-436" y="5311"/>
                      <a:pt x="-150" y="4912"/>
                    </a:cubicBezTo>
                    <a:cubicBezTo>
                      <a:pt x="282" y="4185"/>
                      <a:pt x="760" y="3485"/>
                      <a:pt x="1278" y="2817"/>
                    </a:cubicBezTo>
                    <a:cubicBezTo>
                      <a:pt x="1513" y="2543"/>
                      <a:pt x="1676" y="2216"/>
                      <a:pt x="1754" y="1864"/>
                    </a:cubicBezTo>
                    <a:cubicBezTo>
                      <a:pt x="1755" y="1864"/>
                      <a:pt x="2326" y="1388"/>
                      <a:pt x="2612" y="912"/>
                    </a:cubicBezTo>
                  </a:path>
                </a:pathLst>
              </a:custGeom>
              <a:solidFill>
                <a:srgbClr val="914623"/>
              </a:solidFill>
              <a:ln w="9525" cap="flat">
                <a:noFill/>
                <a:prstDash val="solid"/>
                <a:miter/>
              </a:ln>
            </p:spPr>
            <p:txBody>
              <a:bodyPr rtlCol="0" anchor="ctr"/>
              <a:lstStyle/>
              <a:p>
                <a:endParaRPr lang="zh-CN" altLang="en-US"/>
              </a:p>
            </p:txBody>
          </p:sp>
          <p:sp>
            <p:nvSpPr>
              <p:cNvPr id="206" name="任意多边形: 形状 205"/>
              <p:cNvSpPr/>
              <p:nvPr/>
            </p:nvSpPr>
            <p:spPr>
              <a:xfrm>
                <a:off x="5673424" y="2712324"/>
                <a:ext cx="50131" cy="37047"/>
              </a:xfrm>
              <a:custGeom>
                <a:avLst/>
                <a:gdLst>
                  <a:gd name="connsiteX0" fmla="*/ 44498 w 50131"/>
                  <a:gd name="connsiteY0" fmla="*/ 8589 h 37047"/>
                  <a:gd name="connsiteX1" fmla="*/ 44498 w 50131"/>
                  <a:gd name="connsiteY1" fmla="*/ 10685 h 37047"/>
                  <a:gd name="connsiteX2" fmla="*/ 42498 w 50131"/>
                  <a:gd name="connsiteY2" fmla="*/ 11542 h 37047"/>
                  <a:gd name="connsiteX3" fmla="*/ 40307 w 50131"/>
                  <a:gd name="connsiteY3" fmla="*/ 11542 h 37047"/>
                  <a:gd name="connsiteX4" fmla="*/ 39069 w 50131"/>
                  <a:gd name="connsiteY4" fmla="*/ 12590 h 37047"/>
                  <a:gd name="connsiteX5" fmla="*/ 39069 w 50131"/>
                  <a:gd name="connsiteY5" fmla="*/ 14114 h 37047"/>
                  <a:gd name="connsiteX6" fmla="*/ 35068 w 50131"/>
                  <a:gd name="connsiteY6" fmla="*/ 15352 h 37047"/>
                  <a:gd name="connsiteX7" fmla="*/ 32592 w 50131"/>
                  <a:gd name="connsiteY7" fmla="*/ 15352 h 37047"/>
                  <a:gd name="connsiteX8" fmla="*/ 33163 w 50131"/>
                  <a:gd name="connsiteY8" fmla="*/ 17257 h 37047"/>
                  <a:gd name="connsiteX9" fmla="*/ 32687 w 50131"/>
                  <a:gd name="connsiteY9" fmla="*/ 18781 h 37047"/>
                  <a:gd name="connsiteX10" fmla="*/ 34878 w 50131"/>
                  <a:gd name="connsiteY10" fmla="*/ 18781 h 37047"/>
                  <a:gd name="connsiteX11" fmla="*/ 34306 w 50131"/>
                  <a:gd name="connsiteY11" fmla="*/ 17448 h 37047"/>
                  <a:gd name="connsiteX12" fmla="*/ 35163 w 50131"/>
                  <a:gd name="connsiteY12" fmla="*/ 16209 h 37047"/>
                  <a:gd name="connsiteX13" fmla="*/ 36306 w 50131"/>
                  <a:gd name="connsiteY13" fmla="*/ 16209 h 37047"/>
                  <a:gd name="connsiteX14" fmla="*/ 37450 w 50131"/>
                  <a:gd name="connsiteY14" fmla="*/ 16209 h 37047"/>
                  <a:gd name="connsiteX15" fmla="*/ 38402 w 50131"/>
                  <a:gd name="connsiteY15" fmla="*/ 15162 h 37047"/>
                  <a:gd name="connsiteX16" fmla="*/ 39735 w 50131"/>
                  <a:gd name="connsiteY16" fmla="*/ 15638 h 37047"/>
                  <a:gd name="connsiteX17" fmla="*/ 41069 w 50131"/>
                  <a:gd name="connsiteY17" fmla="*/ 15638 h 37047"/>
                  <a:gd name="connsiteX18" fmla="*/ 42117 w 50131"/>
                  <a:gd name="connsiteY18" fmla="*/ 15066 h 37047"/>
                  <a:gd name="connsiteX19" fmla="*/ 43069 w 50131"/>
                  <a:gd name="connsiteY19" fmla="*/ 12876 h 37047"/>
                  <a:gd name="connsiteX20" fmla="*/ 47927 w 50131"/>
                  <a:gd name="connsiteY20" fmla="*/ 14590 h 37047"/>
                  <a:gd name="connsiteX21" fmla="*/ 48689 w 50131"/>
                  <a:gd name="connsiteY21" fmla="*/ 14590 h 37047"/>
                  <a:gd name="connsiteX22" fmla="*/ 49737 w 50131"/>
                  <a:gd name="connsiteY22" fmla="*/ 15447 h 37047"/>
                  <a:gd name="connsiteX23" fmla="*/ 49737 w 50131"/>
                  <a:gd name="connsiteY23" fmla="*/ 17162 h 37047"/>
                  <a:gd name="connsiteX24" fmla="*/ 49165 w 50131"/>
                  <a:gd name="connsiteY24" fmla="*/ 18114 h 37047"/>
                  <a:gd name="connsiteX25" fmla="*/ 47736 w 50131"/>
                  <a:gd name="connsiteY25" fmla="*/ 19353 h 37047"/>
                  <a:gd name="connsiteX26" fmla="*/ 45165 w 50131"/>
                  <a:gd name="connsiteY26" fmla="*/ 19353 h 37047"/>
                  <a:gd name="connsiteX27" fmla="*/ 41355 w 50131"/>
                  <a:gd name="connsiteY27" fmla="*/ 20781 h 37047"/>
                  <a:gd name="connsiteX28" fmla="*/ 40021 w 50131"/>
                  <a:gd name="connsiteY28" fmla="*/ 21353 h 37047"/>
                  <a:gd name="connsiteX29" fmla="*/ 38688 w 50131"/>
                  <a:gd name="connsiteY29" fmla="*/ 22115 h 37047"/>
                  <a:gd name="connsiteX30" fmla="*/ 36973 w 50131"/>
                  <a:gd name="connsiteY30" fmla="*/ 23258 h 37047"/>
                  <a:gd name="connsiteX31" fmla="*/ 37450 w 50131"/>
                  <a:gd name="connsiteY31" fmla="*/ 24115 h 37047"/>
                  <a:gd name="connsiteX32" fmla="*/ 39355 w 50131"/>
                  <a:gd name="connsiteY32" fmla="*/ 24687 h 37047"/>
                  <a:gd name="connsiteX33" fmla="*/ 40212 w 50131"/>
                  <a:gd name="connsiteY33" fmla="*/ 25544 h 37047"/>
                  <a:gd name="connsiteX34" fmla="*/ 40212 w 50131"/>
                  <a:gd name="connsiteY34" fmla="*/ 26782 h 37047"/>
                  <a:gd name="connsiteX35" fmla="*/ 40783 w 50131"/>
                  <a:gd name="connsiteY35" fmla="*/ 27830 h 37047"/>
                  <a:gd name="connsiteX36" fmla="*/ 40783 w 50131"/>
                  <a:gd name="connsiteY36" fmla="*/ 29068 h 37047"/>
                  <a:gd name="connsiteX37" fmla="*/ 39164 w 50131"/>
                  <a:gd name="connsiteY37" fmla="*/ 31545 h 37047"/>
                  <a:gd name="connsiteX38" fmla="*/ 36783 w 50131"/>
                  <a:gd name="connsiteY38" fmla="*/ 32783 h 37047"/>
                  <a:gd name="connsiteX39" fmla="*/ 33354 w 50131"/>
                  <a:gd name="connsiteY39" fmla="*/ 30592 h 37047"/>
                  <a:gd name="connsiteX40" fmla="*/ 32116 w 50131"/>
                  <a:gd name="connsiteY40" fmla="*/ 30021 h 37047"/>
                  <a:gd name="connsiteX41" fmla="*/ 31163 w 50131"/>
                  <a:gd name="connsiteY41" fmla="*/ 28878 h 37047"/>
                  <a:gd name="connsiteX42" fmla="*/ 29829 w 50131"/>
                  <a:gd name="connsiteY42" fmla="*/ 27449 h 37047"/>
                  <a:gd name="connsiteX43" fmla="*/ 25734 w 50131"/>
                  <a:gd name="connsiteY43" fmla="*/ 26592 h 37047"/>
                  <a:gd name="connsiteX44" fmla="*/ 23924 w 50131"/>
                  <a:gd name="connsiteY44" fmla="*/ 26592 h 37047"/>
                  <a:gd name="connsiteX45" fmla="*/ 21638 w 50131"/>
                  <a:gd name="connsiteY45" fmla="*/ 26592 h 37047"/>
                  <a:gd name="connsiteX46" fmla="*/ 20019 w 50131"/>
                  <a:gd name="connsiteY46" fmla="*/ 27639 h 37047"/>
                  <a:gd name="connsiteX47" fmla="*/ 20019 w 50131"/>
                  <a:gd name="connsiteY47" fmla="*/ 28497 h 37047"/>
                  <a:gd name="connsiteX48" fmla="*/ 21733 w 50131"/>
                  <a:gd name="connsiteY48" fmla="*/ 29259 h 37047"/>
                  <a:gd name="connsiteX49" fmla="*/ 22876 w 50131"/>
                  <a:gd name="connsiteY49" fmla="*/ 29259 h 37047"/>
                  <a:gd name="connsiteX50" fmla="*/ 23448 w 50131"/>
                  <a:gd name="connsiteY50" fmla="*/ 31354 h 37047"/>
                  <a:gd name="connsiteX51" fmla="*/ 24210 w 50131"/>
                  <a:gd name="connsiteY51" fmla="*/ 33259 h 37047"/>
                  <a:gd name="connsiteX52" fmla="*/ 24210 w 50131"/>
                  <a:gd name="connsiteY52" fmla="*/ 34307 h 37047"/>
                  <a:gd name="connsiteX53" fmla="*/ 22495 w 50131"/>
                  <a:gd name="connsiteY53" fmla="*/ 35259 h 37047"/>
                  <a:gd name="connsiteX54" fmla="*/ 20971 w 50131"/>
                  <a:gd name="connsiteY54" fmla="*/ 35259 h 37047"/>
                  <a:gd name="connsiteX55" fmla="*/ 19352 w 50131"/>
                  <a:gd name="connsiteY55" fmla="*/ 34021 h 37047"/>
                  <a:gd name="connsiteX56" fmla="*/ 18114 w 50131"/>
                  <a:gd name="connsiteY56" fmla="*/ 33354 h 37047"/>
                  <a:gd name="connsiteX57" fmla="*/ 14970 w 50131"/>
                  <a:gd name="connsiteY57" fmla="*/ 32021 h 37047"/>
                  <a:gd name="connsiteX58" fmla="*/ 13542 w 50131"/>
                  <a:gd name="connsiteY58" fmla="*/ 33640 h 37047"/>
                  <a:gd name="connsiteX59" fmla="*/ 12018 w 50131"/>
                  <a:gd name="connsiteY59" fmla="*/ 34688 h 37047"/>
                  <a:gd name="connsiteX60" fmla="*/ 10113 w 50131"/>
                  <a:gd name="connsiteY60" fmla="*/ 35831 h 37047"/>
                  <a:gd name="connsiteX61" fmla="*/ 8589 w 50131"/>
                  <a:gd name="connsiteY61" fmla="*/ 35831 h 37047"/>
                  <a:gd name="connsiteX62" fmla="*/ 5255 w 50131"/>
                  <a:gd name="connsiteY62" fmla="*/ 36783 h 37047"/>
                  <a:gd name="connsiteX63" fmla="*/ 3160 w 50131"/>
                  <a:gd name="connsiteY63" fmla="*/ 35640 h 37047"/>
                  <a:gd name="connsiteX64" fmla="*/ 1540 w 50131"/>
                  <a:gd name="connsiteY64" fmla="*/ 34593 h 37047"/>
                  <a:gd name="connsiteX65" fmla="*/ -365 w 50131"/>
                  <a:gd name="connsiteY65" fmla="*/ 32593 h 37047"/>
                  <a:gd name="connsiteX66" fmla="*/ 778 w 50131"/>
                  <a:gd name="connsiteY66" fmla="*/ 31354 h 37047"/>
                  <a:gd name="connsiteX67" fmla="*/ 778 w 50131"/>
                  <a:gd name="connsiteY67" fmla="*/ 27735 h 37047"/>
                  <a:gd name="connsiteX68" fmla="*/ 2302 w 50131"/>
                  <a:gd name="connsiteY68" fmla="*/ 28306 h 37047"/>
                  <a:gd name="connsiteX69" fmla="*/ 5065 w 50131"/>
                  <a:gd name="connsiteY69" fmla="*/ 30306 h 37047"/>
                  <a:gd name="connsiteX70" fmla="*/ 10303 w 50131"/>
                  <a:gd name="connsiteY70" fmla="*/ 29163 h 37047"/>
                  <a:gd name="connsiteX71" fmla="*/ 10303 w 50131"/>
                  <a:gd name="connsiteY71" fmla="*/ 27925 h 37047"/>
                  <a:gd name="connsiteX72" fmla="*/ 8208 w 50131"/>
                  <a:gd name="connsiteY72" fmla="*/ 26306 h 37047"/>
                  <a:gd name="connsiteX73" fmla="*/ 6112 w 50131"/>
                  <a:gd name="connsiteY73" fmla="*/ 24782 h 37047"/>
                  <a:gd name="connsiteX74" fmla="*/ 4112 w 50131"/>
                  <a:gd name="connsiteY74" fmla="*/ 23734 h 37047"/>
                  <a:gd name="connsiteX75" fmla="*/ 3160 w 50131"/>
                  <a:gd name="connsiteY75" fmla="*/ 22020 h 37047"/>
                  <a:gd name="connsiteX76" fmla="*/ 3160 w 50131"/>
                  <a:gd name="connsiteY76" fmla="*/ 21067 h 37047"/>
                  <a:gd name="connsiteX77" fmla="*/ 4112 w 50131"/>
                  <a:gd name="connsiteY77" fmla="*/ 19924 h 37047"/>
                  <a:gd name="connsiteX78" fmla="*/ 5731 w 50131"/>
                  <a:gd name="connsiteY78" fmla="*/ 18971 h 37047"/>
                  <a:gd name="connsiteX79" fmla="*/ 8398 w 50131"/>
                  <a:gd name="connsiteY79" fmla="*/ 19638 h 37047"/>
                  <a:gd name="connsiteX80" fmla="*/ 9256 w 50131"/>
                  <a:gd name="connsiteY80" fmla="*/ 21162 h 37047"/>
                  <a:gd name="connsiteX81" fmla="*/ 11160 w 50131"/>
                  <a:gd name="connsiteY81" fmla="*/ 21734 h 37047"/>
                  <a:gd name="connsiteX82" fmla="*/ 12970 w 50131"/>
                  <a:gd name="connsiteY82" fmla="*/ 22781 h 37047"/>
                  <a:gd name="connsiteX83" fmla="*/ 14304 w 50131"/>
                  <a:gd name="connsiteY83" fmla="*/ 23258 h 37047"/>
                  <a:gd name="connsiteX84" fmla="*/ 15066 w 50131"/>
                  <a:gd name="connsiteY84" fmla="*/ 23258 h 37047"/>
                  <a:gd name="connsiteX85" fmla="*/ 16304 w 50131"/>
                  <a:gd name="connsiteY85" fmla="*/ 22401 h 37047"/>
                  <a:gd name="connsiteX86" fmla="*/ 17828 w 50131"/>
                  <a:gd name="connsiteY86" fmla="*/ 21734 h 37047"/>
                  <a:gd name="connsiteX87" fmla="*/ 17066 w 50131"/>
                  <a:gd name="connsiteY87" fmla="*/ 20781 h 37047"/>
                  <a:gd name="connsiteX88" fmla="*/ 15542 w 50131"/>
                  <a:gd name="connsiteY88" fmla="*/ 20781 h 37047"/>
                  <a:gd name="connsiteX89" fmla="*/ 14018 w 50131"/>
                  <a:gd name="connsiteY89" fmla="*/ 20305 h 37047"/>
                  <a:gd name="connsiteX90" fmla="*/ 13161 w 50131"/>
                  <a:gd name="connsiteY90" fmla="*/ 19353 h 37047"/>
                  <a:gd name="connsiteX91" fmla="*/ 13161 w 50131"/>
                  <a:gd name="connsiteY91" fmla="*/ 18210 h 37047"/>
                  <a:gd name="connsiteX92" fmla="*/ 14685 w 50131"/>
                  <a:gd name="connsiteY92" fmla="*/ 17352 h 37047"/>
                  <a:gd name="connsiteX93" fmla="*/ 17828 w 50131"/>
                  <a:gd name="connsiteY93" fmla="*/ 16114 h 37047"/>
                  <a:gd name="connsiteX94" fmla="*/ 19161 w 50131"/>
                  <a:gd name="connsiteY94" fmla="*/ 17448 h 37047"/>
                  <a:gd name="connsiteX95" fmla="*/ 20019 w 50131"/>
                  <a:gd name="connsiteY95" fmla="*/ 17448 h 37047"/>
                  <a:gd name="connsiteX96" fmla="*/ 21257 w 50131"/>
                  <a:gd name="connsiteY96" fmla="*/ 18591 h 37047"/>
                  <a:gd name="connsiteX97" fmla="*/ 22971 w 50131"/>
                  <a:gd name="connsiteY97" fmla="*/ 19638 h 37047"/>
                  <a:gd name="connsiteX98" fmla="*/ 24115 w 50131"/>
                  <a:gd name="connsiteY98" fmla="*/ 20495 h 37047"/>
                  <a:gd name="connsiteX99" fmla="*/ 25258 w 50131"/>
                  <a:gd name="connsiteY99" fmla="*/ 21162 h 37047"/>
                  <a:gd name="connsiteX100" fmla="*/ 26115 w 50131"/>
                  <a:gd name="connsiteY100" fmla="*/ 21162 h 37047"/>
                  <a:gd name="connsiteX101" fmla="*/ 27258 w 50131"/>
                  <a:gd name="connsiteY101" fmla="*/ 22401 h 37047"/>
                  <a:gd name="connsiteX102" fmla="*/ 28305 w 50131"/>
                  <a:gd name="connsiteY102" fmla="*/ 23353 h 37047"/>
                  <a:gd name="connsiteX103" fmla="*/ 28972 w 50131"/>
                  <a:gd name="connsiteY103" fmla="*/ 24591 h 37047"/>
                  <a:gd name="connsiteX104" fmla="*/ 30687 w 50131"/>
                  <a:gd name="connsiteY104" fmla="*/ 25258 h 37047"/>
                  <a:gd name="connsiteX105" fmla="*/ 32496 w 50131"/>
                  <a:gd name="connsiteY105" fmla="*/ 24782 h 37047"/>
                  <a:gd name="connsiteX106" fmla="*/ 30877 w 50131"/>
                  <a:gd name="connsiteY106" fmla="*/ 23448 h 37047"/>
                  <a:gd name="connsiteX107" fmla="*/ 29163 w 50131"/>
                  <a:gd name="connsiteY107" fmla="*/ 22020 h 37047"/>
                  <a:gd name="connsiteX108" fmla="*/ 26496 w 50131"/>
                  <a:gd name="connsiteY108" fmla="*/ 19734 h 37047"/>
                  <a:gd name="connsiteX109" fmla="*/ 25067 w 50131"/>
                  <a:gd name="connsiteY109" fmla="*/ 18781 h 37047"/>
                  <a:gd name="connsiteX110" fmla="*/ 23638 w 50131"/>
                  <a:gd name="connsiteY110" fmla="*/ 17733 h 37047"/>
                  <a:gd name="connsiteX111" fmla="*/ 21448 w 50131"/>
                  <a:gd name="connsiteY111" fmla="*/ 15924 h 37047"/>
                  <a:gd name="connsiteX112" fmla="*/ 17161 w 50131"/>
                  <a:gd name="connsiteY112" fmla="*/ 13447 h 37047"/>
                  <a:gd name="connsiteX113" fmla="*/ 14494 w 50131"/>
                  <a:gd name="connsiteY113" fmla="*/ 13447 h 37047"/>
                  <a:gd name="connsiteX114" fmla="*/ 15066 w 50131"/>
                  <a:gd name="connsiteY114" fmla="*/ 13447 h 37047"/>
                  <a:gd name="connsiteX115" fmla="*/ 11065 w 50131"/>
                  <a:gd name="connsiteY115" fmla="*/ 12685 h 37047"/>
                  <a:gd name="connsiteX116" fmla="*/ 10589 w 50131"/>
                  <a:gd name="connsiteY116" fmla="*/ 11447 h 37047"/>
                  <a:gd name="connsiteX117" fmla="*/ 12113 w 50131"/>
                  <a:gd name="connsiteY117" fmla="*/ 8685 h 37047"/>
                  <a:gd name="connsiteX118" fmla="*/ 14304 w 50131"/>
                  <a:gd name="connsiteY118" fmla="*/ 6684 h 37047"/>
                  <a:gd name="connsiteX119" fmla="*/ 15542 w 50131"/>
                  <a:gd name="connsiteY119" fmla="*/ 6684 h 37047"/>
                  <a:gd name="connsiteX120" fmla="*/ 16495 w 50131"/>
                  <a:gd name="connsiteY120" fmla="*/ 6684 h 37047"/>
                  <a:gd name="connsiteX121" fmla="*/ 20495 w 50131"/>
                  <a:gd name="connsiteY121" fmla="*/ 5827 h 37047"/>
                  <a:gd name="connsiteX122" fmla="*/ 20971 w 50131"/>
                  <a:gd name="connsiteY122" fmla="*/ 5827 h 37047"/>
                  <a:gd name="connsiteX123" fmla="*/ 19257 w 50131"/>
                  <a:gd name="connsiteY123" fmla="*/ 8018 h 37047"/>
                  <a:gd name="connsiteX124" fmla="*/ 19189 w 50131"/>
                  <a:gd name="connsiteY124" fmla="*/ 9094 h 37047"/>
                  <a:gd name="connsiteX125" fmla="*/ 19257 w 50131"/>
                  <a:gd name="connsiteY125" fmla="*/ 9161 h 37047"/>
                  <a:gd name="connsiteX126" fmla="*/ 21067 w 50131"/>
                  <a:gd name="connsiteY126" fmla="*/ 9923 h 37047"/>
                  <a:gd name="connsiteX127" fmla="*/ 21924 w 50131"/>
                  <a:gd name="connsiteY127" fmla="*/ 9923 h 37047"/>
                  <a:gd name="connsiteX128" fmla="*/ 22495 w 50131"/>
                  <a:gd name="connsiteY128" fmla="*/ 8685 h 37047"/>
                  <a:gd name="connsiteX129" fmla="*/ 23638 w 50131"/>
                  <a:gd name="connsiteY129" fmla="*/ 7256 h 37047"/>
                  <a:gd name="connsiteX130" fmla="*/ 26496 w 50131"/>
                  <a:gd name="connsiteY130" fmla="*/ 4875 h 37047"/>
                  <a:gd name="connsiteX131" fmla="*/ 29163 w 50131"/>
                  <a:gd name="connsiteY131" fmla="*/ 2017 h 37047"/>
                  <a:gd name="connsiteX132" fmla="*/ 30592 w 50131"/>
                  <a:gd name="connsiteY132" fmla="*/ 207 h 37047"/>
                  <a:gd name="connsiteX133" fmla="*/ 32020 w 50131"/>
                  <a:gd name="connsiteY133" fmla="*/ 207 h 37047"/>
                  <a:gd name="connsiteX134" fmla="*/ 32782 w 50131"/>
                  <a:gd name="connsiteY134" fmla="*/ 969 h 37047"/>
                  <a:gd name="connsiteX135" fmla="*/ 33449 w 50131"/>
                  <a:gd name="connsiteY135" fmla="*/ 969 h 37047"/>
                  <a:gd name="connsiteX136" fmla="*/ 33449 w 50131"/>
                  <a:gd name="connsiteY136" fmla="*/ 1827 h 37047"/>
                  <a:gd name="connsiteX137" fmla="*/ 32687 w 50131"/>
                  <a:gd name="connsiteY137" fmla="*/ 2874 h 37047"/>
                  <a:gd name="connsiteX138" fmla="*/ 31544 w 50131"/>
                  <a:gd name="connsiteY138" fmla="*/ 4017 h 37047"/>
                  <a:gd name="connsiteX139" fmla="*/ 30877 w 50131"/>
                  <a:gd name="connsiteY139" fmla="*/ 4684 h 37047"/>
                  <a:gd name="connsiteX140" fmla="*/ 30020 w 50131"/>
                  <a:gd name="connsiteY140" fmla="*/ 5351 h 37047"/>
                  <a:gd name="connsiteX141" fmla="*/ 28972 w 50131"/>
                  <a:gd name="connsiteY141" fmla="*/ 6303 h 37047"/>
                  <a:gd name="connsiteX142" fmla="*/ 27162 w 50131"/>
                  <a:gd name="connsiteY142" fmla="*/ 8208 h 37047"/>
                  <a:gd name="connsiteX143" fmla="*/ 26115 w 50131"/>
                  <a:gd name="connsiteY143" fmla="*/ 9637 h 37047"/>
                  <a:gd name="connsiteX144" fmla="*/ 25162 w 50131"/>
                  <a:gd name="connsiteY144" fmla="*/ 10494 h 37047"/>
                  <a:gd name="connsiteX145" fmla="*/ 23638 w 50131"/>
                  <a:gd name="connsiteY145" fmla="*/ 11256 h 37047"/>
                  <a:gd name="connsiteX146" fmla="*/ 23638 w 50131"/>
                  <a:gd name="connsiteY146" fmla="*/ 12304 h 37047"/>
                  <a:gd name="connsiteX147" fmla="*/ 24972 w 50131"/>
                  <a:gd name="connsiteY147" fmla="*/ 13066 h 37047"/>
                  <a:gd name="connsiteX148" fmla="*/ 25924 w 50131"/>
                  <a:gd name="connsiteY148" fmla="*/ 14019 h 37047"/>
                  <a:gd name="connsiteX149" fmla="*/ 27639 w 50131"/>
                  <a:gd name="connsiteY149" fmla="*/ 15257 h 37047"/>
                  <a:gd name="connsiteX150" fmla="*/ 28686 w 50131"/>
                  <a:gd name="connsiteY150" fmla="*/ 15828 h 37047"/>
                  <a:gd name="connsiteX151" fmla="*/ 29734 w 50131"/>
                  <a:gd name="connsiteY151" fmla="*/ 15828 h 37047"/>
                  <a:gd name="connsiteX152" fmla="*/ 30306 w 50131"/>
                  <a:gd name="connsiteY152" fmla="*/ 15828 h 37047"/>
                  <a:gd name="connsiteX153" fmla="*/ 29544 w 50131"/>
                  <a:gd name="connsiteY153" fmla="*/ 14781 h 37047"/>
                  <a:gd name="connsiteX154" fmla="*/ 28401 w 50131"/>
                  <a:gd name="connsiteY154" fmla="*/ 14304 h 37047"/>
                  <a:gd name="connsiteX155" fmla="*/ 28972 w 50131"/>
                  <a:gd name="connsiteY155" fmla="*/ 13352 h 37047"/>
                  <a:gd name="connsiteX156" fmla="*/ 28972 w 50131"/>
                  <a:gd name="connsiteY156" fmla="*/ 12209 h 37047"/>
                  <a:gd name="connsiteX157" fmla="*/ 27734 w 50131"/>
                  <a:gd name="connsiteY157" fmla="*/ 12780 h 37047"/>
                  <a:gd name="connsiteX158" fmla="*/ 26927 w 50131"/>
                  <a:gd name="connsiteY158" fmla="*/ 12831 h 37047"/>
                  <a:gd name="connsiteX159" fmla="*/ 26877 w 50131"/>
                  <a:gd name="connsiteY159" fmla="*/ 12780 h 37047"/>
                  <a:gd name="connsiteX160" fmla="*/ 26019 w 50131"/>
                  <a:gd name="connsiteY160" fmla="*/ 12780 h 37047"/>
                  <a:gd name="connsiteX161" fmla="*/ 26591 w 50131"/>
                  <a:gd name="connsiteY161" fmla="*/ 11256 h 37047"/>
                  <a:gd name="connsiteX162" fmla="*/ 28877 w 50131"/>
                  <a:gd name="connsiteY162" fmla="*/ 9256 h 37047"/>
                  <a:gd name="connsiteX163" fmla="*/ 30115 w 50131"/>
                  <a:gd name="connsiteY163" fmla="*/ 7637 h 37047"/>
                  <a:gd name="connsiteX164" fmla="*/ 32211 w 50131"/>
                  <a:gd name="connsiteY164" fmla="*/ 5541 h 37047"/>
                  <a:gd name="connsiteX165" fmla="*/ 32782 w 50131"/>
                  <a:gd name="connsiteY165" fmla="*/ 4780 h 37047"/>
                  <a:gd name="connsiteX166" fmla="*/ 34306 w 50131"/>
                  <a:gd name="connsiteY166" fmla="*/ 4208 h 37047"/>
                  <a:gd name="connsiteX167" fmla="*/ 35354 w 50131"/>
                  <a:gd name="connsiteY167" fmla="*/ 4208 h 37047"/>
                  <a:gd name="connsiteX168" fmla="*/ 34497 w 50131"/>
                  <a:gd name="connsiteY168" fmla="*/ 5637 h 37047"/>
                  <a:gd name="connsiteX169" fmla="*/ 34021 w 50131"/>
                  <a:gd name="connsiteY169" fmla="*/ 6589 h 37047"/>
                  <a:gd name="connsiteX170" fmla="*/ 31925 w 50131"/>
                  <a:gd name="connsiteY170" fmla="*/ 9161 h 37047"/>
                  <a:gd name="connsiteX171" fmla="*/ 31925 w 50131"/>
                  <a:gd name="connsiteY171" fmla="*/ 10018 h 37047"/>
                  <a:gd name="connsiteX172" fmla="*/ 33068 w 50131"/>
                  <a:gd name="connsiteY172" fmla="*/ 11256 h 37047"/>
                  <a:gd name="connsiteX173" fmla="*/ 33068 w 50131"/>
                  <a:gd name="connsiteY173" fmla="*/ 12304 h 37047"/>
                  <a:gd name="connsiteX174" fmla="*/ 35163 w 50131"/>
                  <a:gd name="connsiteY174" fmla="*/ 12304 h 37047"/>
                  <a:gd name="connsiteX175" fmla="*/ 36021 w 50131"/>
                  <a:gd name="connsiteY175" fmla="*/ 10399 h 37047"/>
                  <a:gd name="connsiteX176" fmla="*/ 34687 w 50131"/>
                  <a:gd name="connsiteY176" fmla="*/ 9732 h 37047"/>
                  <a:gd name="connsiteX177" fmla="*/ 33735 w 50131"/>
                  <a:gd name="connsiteY177" fmla="*/ 9732 h 37047"/>
                  <a:gd name="connsiteX178" fmla="*/ 35163 w 50131"/>
                  <a:gd name="connsiteY178" fmla="*/ 8399 h 37047"/>
                  <a:gd name="connsiteX179" fmla="*/ 36783 w 50131"/>
                  <a:gd name="connsiteY179" fmla="*/ 7637 h 37047"/>
                  <a:gd name="connsiteX180" fmla="*/ 37545 w 50131"/>
                  <a:gd name="connsiteY180" fmla="*/ 6018 h 37047"/>
                  <a:gd name="connsiteX181" fmla="*/ 39164 w 50131"/>
                  <a:gd name="connsiteY181" fmla="*/ 6018 h 37047"/>
                  <a:gd name="connsiteX182" fmla="*/ 39164 w 50131"/>
                  <a:gd name="connsiteY182" fmla="*/ 7637 h 37047"/>
                  <a:gd name="connsiteX183" fmla="*/ 41545 w 50131"/>
                  <a:gd name="connsiteY183" fmla="*/ 7637 h 37047"/>
                  <a:gd name="connsiteX184" fmla="*/ 43736 w 50131"/>
                  <a:gd name="connsiteY184" fmla="*/ 7065 h 37047"/>
                  <a:gd name="connsiteX185" fmla="*/ 44403 w 50131"/>
                  <a:gd name="connsiteY185" fmla="*/ 7637 h 37047"/>
                  <a:gd name="connsiteX186" fmla="*/ 45165 w 50131"/>
                  <a:gd name="connsiteY186" fmla="*/ 8208 h 3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50131" h="37047">
                    <a:moveTo>
                      <a:pt x="44498" y="8589"/>
                    </a:moveTo>
                    <a:cubicBezTo>
                      <a:pt x="44730" y="9269"/>
                      <a:pt x="44730" y="10005"/>
                      <a:pt x="44498" y="10685"/>
                    </a:cubicBezTo>
                    <a:cubicBezTo>
                      <a:pt x="44498" y="11352"/>
                      <a:pt x="43260" y="11637"/>
                      <a:pt x="42498" y="11542"/>
                    </a:cubicBezTo>
                    <a:cubicBezTo>
                      <a:pt x="41776" y="11382"/>
                      <a:pt x="41028" y="11382"/>
                      <a:pt x="40307" y="11542"/>
                    </a:cubicBezTo>
                    <a:cubicBezTo>
                      <a:pt x="40307" y="11542"/>
                      <a:pt x="39069" y="12304"/>
                      <a:pt x="39069" y="12590"/>
                    </a:cubicBezTo>
                    <a:cubicBezTo>
                      <a:pt x="39229" y="13085"/>
                      <a:pt x="39229" y="13619"/>
                      <a:pt x="39069" y="14114"/>
                    </a:cubicBezTo>
                    <a:cubicBezTo>
                      <a:pt x="38593" y="14590"/>
                      <a:pt x="37640" y="14114"/>
                      <a:pt x="35068" y="15352"/>
                    </a:cubicBezTo>
                    <a:lnTo>
                      <a:pt x="32592" y="15352"/>
                    </a:lnTo>
                    <a:cubicBezTo>
                      <a:pt x="32116" y="15352"/>
                      <a:pt x="32592" y="16686"/>
                      <a:pt x="33163" y="17257"/>
                    </a:cubicBezTo>
                    <a:cubicBezTo>
                      <a:pt x="33735" y="17828"/>
                      <a:pt x="31925" y="17924"/>
                      <a:pt x="32687" y="18781"/>
                    </a:cubicBezTo>
                    <a:cubicBezTo>
                      <a:pt x="33449" y="19638"/>
                      <a:pt x="34497" y="19543"/>
                      <a:pt x="34878" y="18781"/>
                    </a:cubicBezTo>
                    <a:cubicBezTo>
                      <a:pt x="35259" y="18019"/>
                      <a:pt x="34306" y="17828"/>
                      <a:pt x="34306" y="17448"/>
                    </a:cubicBezTo>
                    <a:cubicBezTo>
                      <a:pt x="34306" y="17067"/>
                      <a:pt x="34973" y="16114"/>
                      <a:pt x="35163" y="16209"/>
                    </a:cubicBezTo>
                    <a:cubicBezTo>
                      <a:pt x="35533" y="16340"/>
                      <a:pt x="35937" y="16340"/>
                      <a:pt x="36306" y="16209"/>
                    </a:cubicBezTo>
                    <a:cubicBezTo>
                      <a:pt x="36307" y="16209"/>
                      <a:pt x="37068" y="16209"/>
                      <a:pt x="37450" y="16209"/>
                    </a:cubicBezTo>
                    <a:cubicBezTo>
                      <a:pt x="37831" y="16209"/>
                      <a:pt x="37450" y="15352"/>
                      <a:pt x="38402" y="15162"/>
                    </a:cubicBezTo>
                    <a:cubicBezTo>
                      <a:pt x="39354" y="14971"/>
                      <a:pt x="39450" y="15162"/>
                      <a:pt x="39735" y="15638"/>
                    </a:cubicBezTo>
                    <a:cubicBezTo>
                      <a:pt x="40021" y="16114"/>
                      <a:pt x="40688" y="15638"/>
                      <a:pt x="41069" y="15638"/>
                    </a:cubicBezTo>
                    <a:lnTo>
                      <a:pt x="42117" y="15066"/>
                    </a:lnTo>
                    <a:cubicBezTo>
                      <a:pt x="42879" y="14400"/>
                      <a:pt x="42117" y="13257"/>
                      <a:pt x="43069" y="12876"/>
                    </a:cubicBezTo>
                    <a:cubicBezTo>
                      <a:pt x="44022" y="12495"/>
                      <a:pt x="47451" y="14495"/>
                      <a:pt x="47927" y="14590"/>
                    </a:cubicBezTo>
                    <a:cubicBezTo>
                      <a:pt x="48403" y="14685"/>
                      <a:pt x="48403" y="14590"/>
                      <a:pt x="48689" y="14590"/>
                    </a:cubicBezTo>
                    <a:cubicBezTo>
                      <a:pt x="49168" y="14664"/>
                      <a:pt x="49569" y="14992"/>
                      <a:pt x="49737" y="15447"/>
                    </a:cubicBezTo>
                    <a:cubicBezTo>
                      <a:pt x="49776" y="16018"/>
                      <a:pt x="49776" y="16591"/>
                      <a:pt x="49737" y="17162"/>
                    </a:cubicBezTo>
                    <a:cubicBezTo>
                      <a:pt x="49744" y="17562"/>
                      <a:pt x="49522" y="17932"/>
                      <a:pt x="49165" y="18114"/>
                    </a:cubicBezTo>
                    <a:cubicBezTo>
                      <a:pt x="49165" y="18114"/>
                      <a:pt x="47736" y="18781"/>
                      <a:pt x="47736" y="19353"/>
                    </a:cubicBezTo>
                    <a:cubicBezTo>
                      <a:pt x="47736" y="19924"/>
                      <a:pt x="46117" y="19353"/>
                      <a:pt x="45165" y="19353"/>
                    </a:cubicBezTo>
                    <a:cubicBezTo>
                      <a:pt x="43783" y="19449"/>
                      <a:pt x="42459" y="19946"/>
                      <a:pt x="41355" y="20781"/>
                    </a:cubicBezTo>
                    <a:lnTo>
                      <a:pt x="40021" y="21353"/>
                    </a:lnTo>
                    <a:lnTo>
                      <a:pt x="38688" y="22115"/>
                    </a:lnTo>
                    <a:cubicBezTo>
                      <a:pt x="38035" y="22357"/>
                      <a:pt x="37448" y="22749"/>
                      <a:pt x="36973" y="23258"/>
                    </a:cubicBezTo>
                    <a:cubicBezTo>
                      <a:pt x="36973" y="23258"/>
                      <a:pt x="36973" y="23829"/>
                      <a:pt x="37450" y="24115"/>
                    </a:cubicBezTo>
                    <a:cubicBezTo>
                      <a:pt x="38021" y="24475"/>
                      <a:pt x="38679" y="24673"/>
                      <a:pt x="39355" y="24687"/>
                    </a:cubicBezTo>
                    <a:lnTo>
                      <a:pt x="40212" y="25544"/>
                    </a:lnTo>
                    <a:cubicBezTo>
                      <a:pt x="40212" y="25544"/>
                      <a:pt x="40212" y="26496"/>
                      <a:pt x="40212" y="26782"/>
                    </a:cubicBezTo>
                    <a:cubicBezTo>
                      <a:pt x="40212" y="27068"/>
                      <a:pt x="40688" y="26782"/>
                      <a:pt x="40783" y="27830"/>
                    </a:cubicBezTo>
                    <a:cubicBezTo>
                      <a:pt x="40878" y="28878"/>
                      <a:pt x="41355" y="28497"/>
                      <a:pt x="40783" y="29068"/>
                    </a:cubicBezTo>
                    <a:cubicBezTo>
                      <a:pt x="40509" y="30039"/>
                      <a:pt x="39944" y="30904"/>
                      <a:pt x="39164" y="31545"/>
                    </a:cubicBezTo>
                    <a:cubicBezTo>
                      <a:pt x="38456" y="32104"/>
                      <a:pt x="37648" y="32524"/>
                      <a:pt x="36783" y="32783"/>
                    </a:cubicBezTo>
                    <a:cubicBezTo>
                      <a:pt x="35466" y="32369"/>
                      <a:pt x="34283" y="31613"/>
                      <a:pt x="33354" y="30592"/>
                    </a:cubicBezTo>
                    <a:cubicBezTo>
                      <a:pt x="33016" y="30269"/>
                      <a:pt x="32581" y="30068"/>
                      <a:pt x="32116" y="30021"/>
                    </a:cubicBezTo>
                    <a:cubicBezTo>
                      <a:pt x="32116" y="30020"/>
                      <a:pt x="31258" y="29259"/>
                      <a:pt x="31163" y="28878"/>
                    </a:cubicBezTo>
                    <a:cubicBezTo>
                      <a:pt x="30854" y="28291"/>
                      <a:pt x="30394" y="27797"/>
                      <a:pt x="29829" y="27449"/>
                    </a:cubicBezTo>
                    <a:cubicBezTo>
                      <a:pt x="28602" y="26704"/>
                      <a:pt x="27157" y="26401"/>
                      <a:pt x="25734" y="26592"/>
                    </a:cubicBezTo>
                    <a:cubicBezTo>
                      <a:pt x="25139" y="26733"/>
                      <a:pt x="24519" y="26733"/>
                      <a:pt x="23924" y="26592"/>
                    </a:cubicBezTo>
                    <a:cubicBezTo>
                      <a:pt x="23165" y="26490"/>
                      <a:pt x="22396" y="26490"/>
                      <a:pt x="21638" y="26592"/>
                    </a:cubicBezTo>
                    <a:cubicBezTo>
                      <a:pt x="20993" y="26743"/>
                      <a:pt x="20421" y="27113"/>
                      <a:pt x="20019" y="27639"/>
                    </a:cubicBezTo>
                    <a:cubicBezTo>
                      <a:pt x="20019" y="27639"/>
                      <a:pt x="20019" y="28211"/>
                      <a:pt x="20019" y="28497"/>
                    </a:cubicBezTo>
                    <a:cubicBezTo>
                      <a:pt x="20616" y="28688"/>
                      <a:pt x="21191" y="28944"/>
                      <a:pt x="21733" y="29259"/>
                    </a:cubicBezTo>
                    <a:cubicBezTo>
                      <a:pt x="21733" y="29259"/>
                      <a:pt x="22686" y="29259"/>
                      <a:pt x="22876" y="29259"/>
                    </a:cubicBezTo>
                    <a:cubicBezTo>
                      <a:pt x="23067" y="29259"/>
                      <a:pt x="22876" y="30402"/>
                      <a:pt x="23448" y="31354"/>
                    </a:cubicBezTo>
                    <a:cubicBezTo>
                      <a:pt x="24019" y="32307"/>
                      <a:pt x="23448" y="32402"/>
                      <a:pt x="24210" y="33259"/>
                    </a:cubicBezTo>
                    <a:cubicBezTo>
                      <a:pt x="24972" y="34116"/>
                      <a:pt x="24686" y="34021"/>
                      <a:pt x="24210" y="34307"/>
                    </a:cubicBezTo>
                    <a:cubicBezTo>
                      <a:pt x="23734" y="34593"/>
                      <a:pt x="23067" y="35259"/>
                      <a:pt x="22495" y="35259"/>
                    </a:cubicBezTo>
                    <a:cubicBezTo>
                      <a:pt x="21997" y="35402"/>
                      <a:pt x="21469" y="35402"/>
                      <a:pt x="20971" y="35259"/>
                    </a:cubicBezTo>
                    <a:cubicBezTo>
                      <a:pt x="20467" y="34802"/>
                      <a:pt x="19926" y="34387"/>
                      <a:pt x="19352" y="34021"/>
                    </a:cubicBezTo>
                    <a:lnTo>
                      <a:pt x="18114" y="33354"/>
                    </a:lnTo>
                    <a:cubicBezTo>
                      <a:pt x="17637" y="33354"/>
                      <a:pt x="15637" y="31545"/>
                      <a:pt x="14970" y="32021"/>
                    </a:cubicBezTo>
                    <a:cubicBezTo>
                      <a:pt x="14525" y="32587"/>
                      <a:pt x="14048" y="33128"/>
                      <a:pt x="13542" y="33640"/>
                    </a:cubicBezTo>
                    <a:cubicBezTo>
                      <a:pt x="13542" y="33640"/>
                      <a:pt x="12589" y="34402"/>
                      <a:pt x="12018" y="34688"/>
                    </a:cubicBezTo>
                    <a:cubicBezTo>
                      <a:pt x="11331" y="34976"/>
                      <a:pt x="10690" y="35361"/>
                      <a:pt x="10113" y="35831"/>
                    </a:cubicBezTo>
                    <a:cubicBezTo>
                      <a:pt x="10113" y="36307"/>
                      <a:pt x="8684" y="35831"/>
                      <a:pt x="8589" y="35831"/>
                    </a:cubicBezTo>
                    <a:cubicBezTo>
                      <a:pt x="8493" y="35831"/>
                      <a:pt x="6303" y="37355"/>
                      <a:pt x="5255" y="36783"/>
                    </a:cubicBezTo>
                    <a:cubicBezTo>
                      <a:pt x="4207" y="36212"/>
                      <a:pt x="3636" y="36021"/>
                      <a:pt x="3160" y="35640"/>
                    </a:cubicBezTo>
                    <a:cubicBezTo>
                      <a:pt x="2653" y="35243"/>
                      <a:pt x="2111" y="34892"/>
                      <a:pt x="1540" y="34593"/>
                    </a:cubicBezTo>
                    <a:cubicBezTo>
                      <a:pt x="722" y="34129"/>
                      <a:pt x="59" y="33433"/>
                      <a:pt x="-365" y="32593"/>
                    </a:cubicBezTo>
                    <a:cubicBezTo>
                      <a:pt x="-365" y="32592"/>
                      <a:pt x="397" y="31735"/>
                      <a:pt x="778" y="31354"/>
                    </a:cubicBezTo>
                    <a:cubicBezTo>
                      <a:pt x="1159" y="30973"/>
                      <a:pt x="778" y="28116"/>
                      <a:pt x="778" y="27735"/>
                    </a:cubicBezTo>
                    <a:cubicBezTo>
                      <a:pt x="778" y="27353"/>
                      <a:pt x="1635" y="27735"/>
                      <a:pt x="2302" y="28306"/>
                    </a:cubicBezTo>
                    <a:cubicBezTo>
                      <a:pt x="3184" y="29026"/>
                      <a:pt x="4106" y="29693"/>
                      <a:pt x="5065" y="30306"/>
                    </a:cubicBezTo>
                    <a:cubicBezTo>
                      <a:pt x="6398" y="31068"/>
                      <a:pt x="8875" y="29544"/>
                      <a:pt x="10303" y="29163"/>
                    </a:cubicBezTo>
                    <a:cubicBezTo>
                      <a:pt x="11732" y="28782"/>
                      <a:pt x="11160" y="28592"/>
                      <a:pt x="10303" y="27925"/>
                    </a:cubicBezTo>
                    <a:cubicBezTo>
                      <a:pt x="9655" y="27323"/>
                      <a:pt x="8954" y="26781"/>
                      <a:pt x="8208" y="26306"/>
                    </a:cubicBezTo>
                    <a:lnTo>
                      <a:pt x="6112" y="24782"/>
                    </a:lnTo>
                    <a:cubicBezTo>
                      <a:pt x="6112" y="24306"/>
                      <a:pt x="4302" y="23925"/>
                      <a:pt x="4112" y="23734"/>
                    </a:cubicBezTo>
                    <a:cubicBezTo>
                      <a:pt x="3921" y="23544"/>
                      <a:pt x="3064" y="23067"/>
                      <a:pt x="3160" y="22020"/>
                    </a:cubicBezTo>
                    <a:cubicBezTo>
                      <a:pt x="3255" y="20972"/>
                      <a:pt x="3160" y="21353"/>
                      <a:pt x="3160" y="21067"/>
                    </a:cubicBezTo>
                    <a:cubicBezTo>
                      <a:pt x="3160" y="20781"/>
                      <a:pt x="3826" y="20210"/>
                      <a:pt x="4112" y="19924"/>
                    </a:cubicBezTo>
                    <a:cubicBezTo>
                      <a:pt x="4598" y="19523"/>
                      <a:pt x="5145" y="19202"/>
                      <a:pt x="5731" y="18971"/>
                    </a:cubicBezTo>
                    <a:cubicBezTo>
                      <a:pt x="6675" y="18800"/>
                      <a:pt x="7647" y="19043"/>
                      <a:pt x="8398" y="19638"/>
                    </a:cubicBezTo>
                    <a:cubicBezTo>
                      <a:pt x="8398" y="19638"/>
                      <a:pt x="9065" y="20972"/>
                      <a:pt x="9256" y="21162"/>
                    </a:cubicBezTo>
                    <a:cubicBezTo>
                      <a:pt x="9446" y="21353"/>
                      <a:pt x="10589" y="21162"/>
                      <a:pt x="11160" y="21734"/>
                    </a:cubicBezTo>
                    <a:cubicBezTo>
                      <a:pt x="11795" y="22026"/>
                      <a:pt x="12401" y="22377"/>
                      <a:pt x="12970" y="22781"/>
                    </a:cubicBezTo>
                    <a:cubicBezTo>
                      <a:pt x="13366" y="23053"/>
                      <a:pt x="13825" y="23217"/>
                      <a:pt x="14304" y="23258"/>
                    </a:cubicBezTo>
                    <a:cubicBezTo>
                      <a:pt x="14533" y="23417"/>
                      <a:pt x="14837" y="23417"/>
                      <a:pt x="15066" y="23258"/>
                    </a:cubicBezTo>
                    <a:cubicBezTo>
                      <a:pt x="15066" y="23258"/>
                      <a:pt x="16018" y="22496"/>
                      <a:pt x="16304" y="22401"/>
                    </a:cubicBezTo>
                    <a:lnTo>
                      <a:pt x="17828" y="21734"/>
                    </a:lnTo>
                    <a:cubicBezTo>
                      <a:pt x="17828" y="21734"/>
                      <a:pt x="17828" y="21067"/>
                      <a:pt x="17066" y="20781"/>
                    </a:cubicBezTo>
                    <a:cubicBezTo>
                      <a:pt x="16567" y="20648"/>
                      <a:pt x="16041" y="20648"/>
                      <a:pt x="15542" y="20781"/>
                    </a:cubicBezTo>
                    <a:cubicBezTo>
                      <a:pt x="15005" y="20738"/>
                      <a:pt x="14484" y="20575"/>
                      <a:pt x="14018" y="20305"/>
                    </a:cubicBezTo>
                    <a:cubicBezTo>
                      <a:pt x="13640" y="20085"/>
                      <a:pt x="13340" y="19752"/>
                      <a:pt x="13161" y="19353"/>
                    </a:cubicBezTo>
                    <a:cubicBezTo>
                      <a:pt x="13161" y="18781"/>
                      <a:pt x="13161" y="18591"/>
                      <a:pt x="13161" y="18210"/>
                    </a:cubicBezTo>
                    <a:cubicBezTo>
                      <a:pt x="13562" y="17766"/>
                      <a:pt x="14097" y="17465"/>
                      <a:pt x="14685" y="17352"/>
                    </a:cubicBezTo>
                    <a:cubicBezTo>
                      <a:pt x="14685" y="17352"/>
                      <a:pt x="16304" y="16019"/>
                      <a:pt x="17828" y="16114"/>
                    </a:cubicBezTo>
                    <a:cubicBezTo>
                      <a:pt x="19352" y="16209"/>
                      <a:pt x="18685" y="17257"/>
                      <a:pt x="19161" y="17448"/>
                    </a:cubicBezTo>
                    <a:lnTo>
                      <a:pt x="20019" y="17448"/>
                    </a:lnTo>
                    <a:lnTo>
                      <a:pt x="21257" y="18591"/>
                    </a:lnTo>
                    <a:cubicBezTo>
                      <a:pt x="21802" y="18982"/>
                      <a:pt x="22375" y="19332"/>
                      <a:pt x="22971" y="19638"/>
                    </a:cubicBezTo>
                    <a:cubicBezTo>
                      <a:pt x="22971" y="19638"/>
                      <a:pt x="23638" y="20400"/>
                      <a:pt x="24115" y="20495"/>
                    </a:cubicBezTo>
                    <a:lnTo>
                      <a:pt x="25258" y="21162"/>
                    </a:lnTo>
                    <a:cubicBezTo>
                      <a:pt x="25258" y="21162"/>
                      <a:pt x="25829" y="21162"/>
                      <a:pt x="26115" y="21162"/>
                    </a:cubicBezTo>
                    <a:cubicBezTo>
                      <a:pt x="26401" y="21162"/>
                      <a:pt x="27067" y="22115"/>
                      <a:pt x="27258" y="22401"/>
                    </a:cubicBezTo>
                    <a:cubicBezTo>
                      <a:pt x="27626" y="22696"/>
                      <a:pt x="27976" y="23014"/>
                      <a:pt x="28305" y="23353"/>
                    </a:cubicBezTo>
                    <a:cubicBezTo>
                      <a:pt x="28431" y="23811"/>
                      <a:pt x="28659" y="24234"/>
                      <a:pt x="28972" y="24591"/>
                    </a:cubicBezTo>
                    <a:cubicBezTo>
                      <a:pt x="28972" y="24591"/>
                      <a:pt x="30401" y="25068"/>
                      <a:pt x="30687" y="25258"/>
                    </a:cubicBezTo>
                    <a:cubicBezTo>
                      <a:pt x="30973" y="25449"/>
                      <a:pt x="32306" y="25258"/>
                      <a:pt x="32496" y="24782"/>
                    </a:cubicBezTo>
                    <a:cubicBezTo>
                      <a:pt x="32035" y="24250"/>
                      <a:pt x="31488" y="23799"/>
                      <a:pt x="30877" y="23448"/>
                    </a:cubicBezTo>
                    <a:cubicBezTo>
                      <a:pt x="30401" y="23449"/>
                      <a:pt x="29449" y="22115"/>
                      <a:pt x="29163" y="22020"/>
                    </a:cubicBezTo>
                    <a:cubicBezTo>
                      <a:pt x="28114" y="21467"/>
                      <a:pt x="27202" y="20686"/>
                      <a:pt x="26496" y="19734"/>
                    </a:cubicBezTo>
                    <a:cubicBezTo>
                      <a:pt x="26108" y="19300"/>
                      <a:pt x="25617" y="18972"/>
                      <a:pt x="25067" y="18781"/>
                    </a:cubicBezTo>
                    <a:cubicBezTo>
                      <a:pt x="24548" y="18495"/>
                      <a:pt x="24067" y="18143"/>
                      <a:pt x="23638" y="17733"/>
                    </a:cubicBezTo>
                    <a:lnTo>
                      <a:pt x="21448" y="15924"/>
                    </a:lnTo>
                    <a:cubicBezTo>
                      <a:pt x="20138" y="14907"/>
                      <a:pt x="18696" y="14073"/>
                      <a:pt x="17161" y="13447"/>
                    </a:cubicBezTo>
                    <a:cubicBezTo>
                      <a:pt x="16276" y="13329"/>
                      <a:pt x="15379" y="13329"/>
                      <a:pt x="14494" y="13447"/>
                    </a:cubicBezTo>
                    <a:lnTo>
                      <a:pt x="15066" y="13447"/>
                    </a:lnTo>
                    <a:cubicBezTo>
                      <a:pt x="13446" y="13447"/>
                      <a:pt x="12018" y="13447"/>
                      <a:pt x="11065" y="12685"/>
                    </a:cubicBezTo>
                    <a:cubicBezTo>
                      <a:pt x="10598" y="12469"/>
                      <a:pt x="10387" y="11921"/>
                      <a:pt x="10589" y="11447"/>
                    </a:cubicBezTo>
                    <a:cubicBezTo>
                      <a:pt x="10893" y="10428"/>
                      <a:pt x="11413" y="9486"/>
                      <a:pt x="12113" y="8685"/>
                    </a:cubicBezTo>
                    <a:cubicBezTo>
                      <a:pt x="12780" y="8018"/>
                      <a:pt x="13351" y="8685"/>
                      <a:pt x="14304" y="6684"/>
                    </a:cubicBezTo>
                    <a:cubicBezTo>
                      <a:pt x="14687" y="6463"/>
                      <a:pt x="15159" y="6463"/>
                      <a:pt x="15542" y="6684"/>
                    </a:cubicBezTo>
                    <a:cubicBezTo>
                      <a:pt x="15855" y="6765"/>
                      <a:pt x="16182" y="6765"/>
                      <a:pt x="16495" y="6684"/>
                    </a:cubicBezTo>
                    <a:cubicBezTo>
                      <a:pt x="17733" y="6684"/>
                      <a:pt x="18971" y="6113"/>
                      <a:pt x="20495" y="5827"/>
                    </a:cubicBezTo>
                    <a:cubicBezTo>
                      <a:pt x="20495" y="5827"/>
                      <a:pt x="20495" y="5827"/>
                      <a:pt x="20971" y="5827"/>
                    </a:cubicBezTo>
                    <a:cubicBezTo>
                      <a:pt x="20473" y="6612"/>
                      <a:pt x="19899" y="7346"/>
                      <a:pt x="19257" y="8018"/>
                    </a:cubicBezTo>
                    <a:cubicBezTo>
                      <a:pt x="18941" y="8297"/>
                      <a:pt x="18911" y="8778"/>
                      <a:pt x="19189" y="9094"/>
                    </a:cubicBezTo>
                    <a:cubicBezTo>
                      <a:pt x="19210" y="9117"/>
                      <a:pt x="19233" y="9140"/>
                      <a:pt x="19257" y="9161"/>
                    </a:cubicBezTo>
                    <a:cubicBezTo>
                      <a:pt x="19828" y="9486"/>
                      <a:pt x="20435" y="9741"/>
                      <a:pt x="21067" y="9923"/>
                    </a:cubicBezTo>
                    <a:cubicBezTo>
                      <a:pt x="21332" y="10076"/>
                      <a:pt x="21659" y="10076"/>
                      <a:pt x="21924" y="9923"/>
                    </a:cubicBezTo>
                    <a:cubicBezTo>
                      <a:pt x="21924" y="9923"/>
                      <a:pt x="21924" y="8970"/>
                      <a:pt x="22495" y="8685"/>
                    </a:cubicBezTo>
                    <a:cubicBezTo>
                      <a:pt x="22774" y="8135"/>
                      <a:pt x="23163" y="7648"/>
                      <a:pt x="23638" y="7256"/>
                    </a:cubicBezTo>
                    <a:cubicBezTo>
                      <a:pt x="24532" y="6394"/>
                      <a:pt x="25487" y="5598"/>
                      <a:pt x="26496" y="4875"/>
                    </a:cubicBezTo>
                    <a:cubicBezTo>
                      <a:pt x="27258" y="4399"/>
                      <a:pt x="27543" y="3446"/>
                      <a:pt x="29163" y="2017"/>
                    </a:cubicBezTo>
                    <a:cubicBezTo>
                      <a:pt x="30782" y="588"/>
                      <a:pt x="30687" y="398"/>
                      <a:pt x="30592" y="207"/>
                    </a:cubicBezTo>
                    <a:cubicBezTo>
                      <a:pt x="30496" y="17"/>
                      <a:pt x="31544" y="-459"/>
                      <a:pt x="32020" y="207"/>
                    </a:cubicBezTo>
                    <a:cubicBezTo>
                      <a:pt x="32496" y="874"/>
                      <a:pt x="32592" y="779"/>
                      <a:pt x="32782" y="969"/>
                    </a:cubicBezTo>
                    <a:cubicBezTo>
                      <a:pt x="32973" y="1160"/>
                      <a:pt x="33354" y="969"/>
                      <a:pt x="33449" y="969"/>
                    </a:cubicBezTo>
                    <a:cubicBezTo>
                      <a:pt x="33625" y="1228"/>
                      <a:pt x="33625" y="1568"/>
                      <a:pt x="33449" y="1827"/>
                    </a:cubicBezTo>
                    <a:cubicBezTo>
                      <a:pt x="33449" y="2303"/>
                      <a:pt x="32877" y="2398"/>
                      <a:pt x="32687" y="2874"/>
                    </a:cubicBezTo>
                    <a:cubicBezTo>
                      <a:pt x="32496" y="3351"/>
                      <a:pt x="31639" y="3636"/>
                      <a:pt x="31544" y="4017"/>
                    </a:cubicBezTo>
                    <a:cubicBezTo>
                      <a:pt x="31449" y="4399"/>
                      <a:pt x="31544" y="4684"/>
                      <a:pt x="30877" y="4684"/>
                    </a:cubicBezTo>
                    <a:cubicBezTo>
                      <a:pt x="30210" y="4684"/>
                      <a:pt x="30210" y="5256"/>
                      <a:pt x="30020" y="5351"/>
                    </a:cubicBezTo>
                    <a:cubicBezTo>
                      <a:pt x="29693" y="5692"/>
                      <a:pt x="29343" y="6010"/>
                      <a:pt x="28972" y="6303"/>
                    </a:cubicBezTo>
                    <a:lnTo>
                      <a:pt x="27162" y="8208"/>
                    </a:lnTo>
                    <a:cubicBezTo>
                      <a:pt x="27162" y="8208"/>
                      <a:pt x="27162" y="9161"/>
                      <a:pt x="26115" y="9637"/>
                    </a:cubicBezTo>
                    <a:lnTo>
                      <a:pt x="25162" y="10494"/>
                    </a:lnTo>
                    <a:cubicBezTo>
                      <a:pt x="24591" y="10970"/>
                      <a:pt x="23829" y="10494"/>
                      <a:pt x="23638" y="11256"/>
                    </a:cubicBezTo>
                    <a:cubicBezTo>
                      <a:pt x="23495" y="11591"/>
                      <a:pt x="23495" y="11969"/>
                      <a:pt x="23638" y="12304"/>
                    </a:cubicBezTo>
                    <a:cubicBezTo>
                      <a:pt x="23638" y="12304"/>
                      <a:pt x="24686" y="12876"/>
                      <a:pt x="24972" y="13066"/>
                    </a:cubicBezTo>
                    <a:cubicBezTo>
                      <a:pt x="25240" y="13430"/>
                      <a:pt x="25561" y="13751"/>
                      <a:pt x="25924" y="14019"/>
                    </a:cubicBezTo>
                    <a:lnTo>
                      <a:pt x="27639" y="15257"/>
                    </a:lnTo>
                    <a:lnTo>
                      <a:pt x="28686" y="15828"/>
                    </a:lnTo>
                    <a:lnTo>
                      <a:pt x="29734" y="15828"/>
                    </a:lnTo>
                    <a:cubicBezTo>
                      <a:pt x="29915" y="15914"/>
                      <a:pt x="30125" y="15914"/>
                      <a:pt x="30306" y="15828"/>
                    </a:cubicBezTo>
                    <a:cubicBezTo>
                      <a:pt x="30306" y="15257"/>
                      <a:pt x="30306" y="15066"/>
                      <a:pt x="29544" y="14781"/>
                    </a:cubicBezTo>
                    <a:cubicBezTo>
                      <a:pt x="28782" y="14495"/>
                      <a:pt x="28401" y="14781"/>
                      <a:pt x="28401" y="14304"/>
                    </a:cubicBezTo>
                    <a:cubicBezTo>
                      <a:pt x="28401" y="13828"/>
                      <a:pt x="28401" y="13542"/>
                      <a:pt x="28972" y="13352"/>
                    </a:cubicBezTo>
                    <a:cubicBezTo>
                      <a:pt x="29544" y="13161"/>
                      <a:pt x="29639" y="12495"/>
                      <a:pt x="28972" y="12209"/>
                    </a:cubicBezTo>
                    <a:cubicBezTo>
                      <a:pt x="28306" y="11923"/>
                      <a:pt x="28020" y="12209"/>
                      <a:pt x="27734" y="12780"/>
                    </a:cubicBezTo>
                    <a:cubicBezTo>
                      <a:pt x="27525" y="13017"/>
                      <a:pt x="27164" y="13040"/>
                      <a:pt x="26927" y="12831"/>
                    </a:cubicBezTo>
                    <a:cubicBezTo>
                      <a:pt x="26909" y="12815"/>
                      <a:pt x="26892" y="12798"/>
                      <a:pt x="26877" y="12780"/>
                    </a:cubicBezTo>
                    <a:cubicBezTo>
                      <a:pt x="26877" y="12780"/>
                      <a:pt x="26115" y="12780"/>
                      <a:pt x="26019" y="12780"/>
                    </a:cubicBezTo>
                    <a:cubicBezTo>
                      <a:pt x="25842" y="12202"/>
                      <a:pt x="26076" y="11576"/>
                      <a:pt x="26591" y="11256"/>
                    </a:cubicBezTo>
                    <a:cubicBezTo>
                      <a:pt x="27308" y="10540"/>
                      <a:pt x="28072" y="9871"/>
                      <a:pt x="28877" y="9256"/>
                    </a:cubicBezTo>
                    <a:cubicBezTo>
                      <a:pt x="29353" y="9256"/>
                      <a:pt x="29734" y="7923"/>
                      <a:pt x="30115" y="7637"/>
                    </a:cubicBezTo>
                    <a:cubicBezTo>
                      <a:pt x="30862" y="6989"/>
                      <a:pt x="31563" y="6289"/>
                      <a:pt x="32211" y="5541"/>
                    </a:cubicBezTo>
                    <a:cubicBezTo>
                      <a:pt x="32417" y="5300"/>
                      <a:pt x="32608" y="5045"/>
                      <a:pt x="32782" y="4780"/>
                    </a:cubicBezTo>
                    <a:cubicBezTo>
                      <a:pt x="33203" y="4409"/>
                      <a:pt x="33745" y="4205"/>
                      <a:pt x="34306" y="4208"/>
                    </a:cubicBezTo>
                    <a:cubicBezTo>
                      <a:pt x="34649" y="4115"/>
                      <a:pt x="35011" y="4115"/>
                      <a:pt x="35354" y="4208"/>
                    </a:cubicBezTo>
                    <a:cubicBezTo>
                      <a:pt x="35354" y="4208"/>
                      <a:pt x="35354" y="5160"/>
                      <a:pt x="34497" y="5637"/>
                    </a:cubicBezTo>
                    <a:cubicBezTo>
                      <a:pt x="34213" y="5874"/>
                      <a:pt x="34040" y="6219"/>
                      <a:pt x="34021" y="6589"/>
                    </a:cubicBezTo>
                    <a:cubicBezTo>
                      <a:pt x="33410" y="7514"/>
                      <a:pt x="32708" y="8376"/>
                      <a:pt x="31925" y="9161"/>
                    </a:cubicBezTo>
                    <a:cubicBezTo>
                      <a:pt x="31449" y="9161"/>
                      <a:pt x="31925" y="9637"/>
                      <a:pt x="31925" y="10018"/>
                    </a:cubicBezTo>
                    <a:cubicBezTo>
                      <a:pt x="31925" y="10399"/>
                      <a:pt x="32973" y="10780"/>
                      <a:pt x="33068" y="11256"/>
                    </a:cubicBezTo>
                    <a:cubicBezTo>
                      <a:pt x="33163" y="11733"/>
                      <a:pt x="33068" y="12114"/>
                      <a:pt x="33068" y="12304"/>
                    </a:cubicBezTo>
                    <a:cubicBezTo>
                      <a:pt x="33068" y="12495"/>
                      <a:pt x="34783" y="12304"/>
                      <a:pt x="35163" y="12304"/>
                    </a:cubicBezTo>
                    <a:cubicBezTo>
                      <a:pt x="35544" y="12304"/>
                      <a:pt x="36211" y="10685"/>
                      <a:pt x="36021" y="10399"/>
                    </a:cubicBezTo>
                    <a:cubicBezTo>
                      <a:pt x="35830" y="10113"/>
                      <a:pt x="35163" y="10399"/>
                      <a:pt x="34687" y="9732"/>
                    </a:cubicBezTo>
                    <a:cubicBezTo>
                      <a:pt x="34211" y="9066"/>
                      <a:pt x="33925" y="9732"/>
                      <a:pt x="33735" y="9732"/>
                    </a:cubicBezTo>
                    <a:cubicBezTo>
                      <a:pt x="33544" y="9732"/>
                      <a:pt x="34497" y="8494"/>
                      <a:pt x="35163" y="8399"/>
                    </a:cubicBezTo>
                    <a:cubicBezTo>
                      <a:pt x="35758" y="8284"/>
                      <a:pt x="36315" y="8022"/>
                      <a:pt x="36783" y="7637"/>
                    </a:cubicBezTo>
                    <a:cubicBezTo>
                      <a:pt x="37259" y="7161"/>
                      <a:pt x="37354" y="6208"/>
                      <a:pt x="37545" y="6018"/>
                    </a:cubicBezTo>
                    <a:cubicBezTo>
                      <a:pt x="38068" y="5828"/>
                      <a:pt x="38641" y="5828"/>
                      <a:pt x="39164" y="6018"/>
                    </a:cubicBezTo>
                    <a:cubicBezTo>
                      <a:pt x="39164" y="6018"/>
                      <a:pt x="39164" y="7256"/>
                      <a:pt x="39164" y="7637"/>
                    </a:cubicBezTo>
                    <a:cubicBezTo>
                      <a:pt x="39944" y="7843"/>
                      <a:pt x="40765" y="7843"/>
                      <a:pt x="41545" y="7637"/>
                    </a:cubicBezTo>
                    <a:cubicBezTo>
                      <a:pt x="42021" y="7637"/>
                      <a:pt x="43069" y="6780"/>
                      <a:pt x="43736" y="7065"/>
                    </a:cubicBezTo>
                    <a:cubicBezTo>
                      <a:pt x="44403" y="7351"/>
                      <a:pt x="43736" y="7637"/>
                      <a:pt x="44403" y="7637"/>
                    </a:cubicBezTo>
                    <a:lnTo>
                      <a:pt x="45165" y="8208"/>
                    </a:lnTo>
                  </a:path>
                </a:pathLst>
              </a:custGeom>
              <a:solidFill>
                <a:srgbClr val="FFFFFF"/>
              </a:solidFill>
              <a:ln w="9525" cap="flat">
                <a:noFill/>
                <a:prstDash val="solid"/>
                <a:miter/>
              </a:ln>
            </p:spPr>
            <p:txBody>
              <a:bodyPr rtlCol="0" anchor="ctr"/>
              <a:lstStyle/>
              <a:p>
                <a:endParaRPr lang="zh-CN" altLang="en-US"/>
              </a:p>
            </p:txBody>
          </p:sp>
          <p:sp>
            <p:nvSpPr>
              <p:cNvPr id="207" name="任意多边形: 形状 206"/>
              <p:cNvSpPr/>
              <p:nvPr/>
            </p:nvSpPr>
            <p:spPr>
              <a:xfrm>
                <a:off x="5329096" y="2726097"/>
                <a:ext cx="22388" cy="34967"/>
              </a:xfrm>
              <a:custGeom>
                <a:avLst/>
                <a:gdLst>
                  <a:gd name="connsiteX0" fmla="*/ -365 w 22388"/>
                  <a:gd name="connsiteY0" fmla="*/ 3579 h 34967"/>
                  <a:gd name="connsiteX1" fmla="*/ 873 w 22388"/>
                  <a:gd name="connsiteY1" fmla="*/ 3579 h 34967"/>
                  <a:gd name="connsiteX2" fmla="*/ 2302 w 22388"/>
                  <a:gd name="connsiteY2" fmla="*/ 2341 h 34967"/>
                  <a:gd name="connsiteX3" fmla="*/ 3540 w 22388"/>
                  <a:gd name="connsiteY3" fmla="*/ 1007 h 34967"/>
                  <a:gd name="connsiteX4" fmla="*/ 4588 w 22388"/>
                  <a:gd name="connsiteY4" fmla="*/ 340 h 34967"/>
                  <a:gd name="connsiteX5" fmla="*/ 5731 w 22388"/>
                  <a:gd name="connsiteY5" fmla="*/ -136 h 34967"/>
                  <a:gd name="connsiteX6" fmla="*/ 7826 w 22388"/>
                  <a:gd name="connsiteY6" fmla="*/ -136 h 34967"/>
                  <a:gd name="connsiteX7" fmla="*/ 8684 w 22388"/>
                  <a:gd name="connsiteY7" fmla="*/ 722 h 34967"/>
                  <a:gd name="connsiteX8" fmla="*/ 9922 w 22388"/>
                  <a:gd name="connsiteY8" fmla="*/ 2055 h 34967"/>
                  <a:gd name="connsiteX9" fmla="*/ 10684 w 22388"/>
                  <a:gd name="connsiteY9" fmla="*/ 4055 h 34967"/>
                  <a:gd name="connsiteX10" fmla="*/ 12017 w 22388"/>
                  <a:gd name="connsiteY10" fmla="*/ 5674 h 34967"/>
                  <a:gd name="connsiteX11" fmla="*/ 14589 w 22388"/>
                  <a:gd name="connsiteY11" fmla="*/ 8341 h 34967"/>
                  <a:gd name="connsiteX12" fmla="*/ 16018 w 22388"/>
                  <a:gd name="connsiteY12" fmla="*/ 10056 h 34967"/>
                  <a:gd name="connsiteX13" fmla="*/ 17351 w 22388"/>
                  <a:gd name="connsiteY13" fmla="*/ 11485 h 34967"/>
                  <a:gd name="connsiteX14" fmla="*/ 18590 w 22388"/>
                  <a:gd name="connsiteY14" fmla="*/ 12056 h 34967"/>
                  <a:gd name="connsiteX15" fmla="*/ 19161 w 22388"/>
                  <a:gd name="connsiteY15" fmla="*/ 12056 h 34967"/>
                  <a:gd name="connsiteX16" fmla="*/ 20209 w 22388"/>
                  <a:gd name="connsiteY16" fmla="*/ 12723 h 34967"/>
                  <a:gd name="connsiteX17" fmla="*/ 21542 w 22388"/>
                  <a:gd name="connsiteY17" fmla="*/ 14914 h 34967"/>
                  <a:gd name="connsiteX18" fmla="*/ 22019 w 22388"/>
                  <a:gd name="connsiteY18" fmla="*/ 16533 h 34967"/>
                  <a:gd name="connsiteX19" fmla="*/ 21352 w 22388"/>
                  <a:gd name="connsiteY19" fmla="*/ 19581 h 34967"/>
                  <a:gd name="connsiteX20" fmla="*/ 21352 w 22388"/>
                  <a:gd name="connsiteY20" fmla="*/ 22819 h 34967"/>
                  <a:gd name="connsiteX21" fmla="*/ 20495 w 22388"/>
                  <a:gd name="connsiteY21" fmla="*/ 25296 h 34967"/>
                  <a:gd name="connsiteX22" fmla="*/ 19733 w 22388"/>
                  <a:gd name="connsiteY22" fmla="*/ 28915 h 34967"/>
                  <a:gd name="connsiteX23" fmla="*/ 18971 w 22388"/>
                  <a:gd name="connsiteY23" fmla="*/ 30916 h 34967"/>
                  <a:gd name="connsiteX24" fmla="*/ 18971 w 22388"/>
                  <a:gd name="connsiteY24" fmla="*/ 34535 h 34967"/>
                  <a:gd name="connsiteX25" fmla="*/ 16304 w 22388"/>
                  <a:gd name="connsiteY25" fmla="*/ 34535 h 34967"/>
                  <a:gd name="connsiteX26" fmla="*/ 14780 w 22388"/>
                  <a:gd name="connsiteY26" fmla="*/ 34535 h 34967"/>
                  <a:gd name="connsiteX27" fmla="*/ 13446 w 22388"/>
                  <a:gd name="connsiteY27" fmla="*/ 33773 h 34967"/>
                  <a:gd name="connsiteX28" fmla="*/ 12113 w 22388"/>
                  <a:gd name="connsiteY28" fmla="*/ 33106 h 34967"/>
                  <a:gd name="connsiteX29" fmla="*/ 12113 w 22388"/>
                  <a:gd name="connsiteY29" fmla="*/ 31868 h 34967"/>
                  <a:gd name="connsiteX30" fmla="*/ 12779 w 22388"/>
                  <a:gd name="connsiteY30" fmla="*/ 30916 h 34967"/>
                  <a:gd name="connsiteX31" fmla="*/ 13255 w 22388"/>
                  <a:gd name="connsiteY31" fmla="*/ 28915 h 34967"/>
                  <a:gd name="connsiteX32" fmla="*/ 14017 w 22388"/>
                  <a:gd name="connsiteY32" fmla="*/ 27010 h 34967"/>
                  <a:gd name="connsiteX33" fmla="*/ 14970 w 22388"/>
                  <a:gd name="connsiteY33" fmla="*/ 23295 h 34967"/>
                  <a:gd name="connsiteX34" fmla="*/ 14970 w 22388"/>
                  <a:gd name="connsiteY34" fmla="*/ 21105 h 34967"/>
                  <a:gd name="connsiteX35" fmla="*/ 12303 w 22388"/>
                  <a:gd name="connsiteY35" fmla="*/ 18819 h 34967"/>
                  <a:gd name="connsiteX36" fmla="*/ 11351 w 22388"/>
                  <a:gd name="connsiteY36" fmla="*/ 18819 h 34967"/>
                  <a:gd name="connsiteX37" fmla="*/ 10493 w 22388"/>
                  <a:gd name="connsiteY37" fmla="*/ 20153 h 34967"/>
                  <a:gd name="connsiteX38" fmla="*/ 9827 w 22388"/>
                  <a:gd name="connsiteY38" fmla="*/ 21581 h 34967"/>
                  <a:gd name="connsiteX39" fmla="*/ 9160 w 22388"/>
                  <a:gd name="connsiteY39" fmla="*/ 22534 h 34967"/>
                  <a:gd name="connsiteX40" fmla="*/ 8303 w 22388"/>
                  <a:gd name="connsiteY40" fmla="*/ 22534 h 34967"/>
                  <a:gd name="connsiteX41" fmla="*/ 6683 w 22388"/>
                  <a:gd name="connsiteY41" fmla="*/ 21486 h 34967"/>
                  <a:gd name="connsiteX42" fmla="*/ 5540 w 22388"/>
                  <a:gd name="connsiteY42" fmla="*/ 20914 h 34967"/>
                  <a:gd name="connsiteX43" fmla="*/ 3826 w 22388"/>
                  <a:gd name="connsiteY43" fmla="*/ 19009 h 34967"/>
                  <a:gd name="connsiteX44" fmla="*/ 3826 w 22388"/>
                  <a:gd name="connsiteY44" fmla="*/ 16914 h 34967"/>
                  <a:gd name="connsiteX45" fmla="*/ 4778 w 22388"/>
                  <a:gd name="connsiteY45" fmla="*/ 14914 h 34967"/>
                  <a:gd name="connsiteX46" fmla="*/ 5731 w 22388"/>
                  <a:gd name="connsiteY46" fmla="*/ 13771 h 34967"/>
                  <a:gd name="connsiteX47" fmla="*/ 6493 w 22388"/>
                  <a:gd name="connsiteY47" fmla="*/ 11580 h 34967"/>
                  <a:gd name="connsiteX48" fmla="*/ 5731 w 22388"/>
                  <a:gd name="connsiteY48" fmla="*/ 9580 h 34967"/>
                  <a:gd name="connsiteX49" fmla="*/ 3159 w 22388"/>
                  <a:gd name="connsiteY49" fmla="*/ 6246 h 34967"/>
                  <a:gd name="connsiteX50" fmla="*/ 588 w 22388"/>
                  <a:gd name="connsiteY50" fmla="*/ 5198 h 34967"/>
                  <a:gd name="connsiteX51" fmla="*/ 16 w 22388"/>
                  <a:gd name="connsiteY51" fmla="*/ 4722 h 34967"/>
                  <a:gd name="connsiteX52" fmla="*/ 16 w 22388"/>
                  <a:gd name="connsiteY52" fmla="*/ 3198 h 34967"/>
                  <a:gd name="connsiteX53" fmla="*/ 16 w 22388"/>
                  <a:gd name="connsiteY53" fmla="*/ 2436 h 3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2388" h="34967">
                    <a:moveTo>
                      <a:pt x="-365" y="3579"/>
                    </a:moveTo>
                    <a:cubicBezTo>
                      <a:pt x="-365" y="3579"/>
                      <a:pt x="587" y="3579"/>
                      <a:pt x="873" y="3579"/>
                    </a:cubicBezTo>
                    <a:cubicBezTo>
                      <a:pt x="1372" y="3194"/>
                      <a:pt x="1849" y="2780"/>
                      <a:pt x="2302" y="2341"/>
                    </a:cubicBezTo>
                    <a:cubicBezTo>
                      <a:pt x="2738" y="1919"/>
                      <a:pt x="3151" y="1473"/>
                      <a:pt x="3540" y="1007"/>
                    </a:cubicBezTo>
                    <a:cubicBezTo>
                      <a:pt x="3818" y="688"/>
                      <a:pt x="4182" y="457"/>
                      <a:pt x="4588" y="340"/>
                    </a:cubicBezTo>
                    <a:cubicBezTo>
                      <a:pt x="4588" y="340"/>
                      <a:pt x="5350" y="-136"/>
                      <a:pt x="5731" y="-136"/>
                    </a:cubicBezTo>
                    <a:cubicBezTo>
                      <a:pt x="6112" y="-136"/>
                      <a:pt x="7350" y="-136"/>
                      <a:pt x="7826" y="-136"/>
                    </a:cubicBezTo>
                    <a:lnTo>
                      <a:pt x="8684" y="722"/>
                    </a:lnTo>
                    <a:cubicBezTo>
                      <a:pt x="9143" y="1120"/>
                      <a:pt x="9558" y="1567"/>
                      <a:pt x="9922" y="2055"/>
                    </a:cubicBezTo>
                    <a:cubicBezTo>
                      <a:pt x="9922" y="2055"/>
                      <a:pt x="9922" y="3198"/>
                      <a:pt x="10684" y="4055"/>
                    </a:cubicBezTo>
                    <a:lnTo>
                      <a:pt x="12017" y="5674"/>
                    </a:lnTo>
                    <a:lnTo>
                      <a:pt x="14589" y="8341"/>
                    </a:lnTo>
                    <a:cubicBezTo>
                      <a:pt x="15107" y="8877"/>
                      <a:pt x="15585" y="9450"/>
                      <a:pt x="16018" y="10056"/>
                    </a:cubicBezTo>
                    <a:lnTo>
                      <a:pt x="17351" y="11485"/>
                    </a:lnTo>
                    <a:cubicBezTo>
                      <a:pt x="17923" y="12056"/>
                      <a:pt x="18399" y="11485"/>
                      <a:pt x="18590" y="12056"/>
                    </a:cubicBezTo>
                    <a:lnTo>
                      <a:pt x="19161" y="12056"/>
                    </a:lnTo>
                    <a:cubicBezTo>
                      <a:pt x="19161" y="12056"/>
                      <a:pt x="20018" y="12056"/>
                      <a:pt x="20209" y="12723"/>
                    </a:cubicBezTo>
                    <a:cubicBezTo>
                      <a:pt x="20399" y="13390"/>
                      <a:pt x="20876" y="13961"/>
                      <a:pt x="21542" y="14914"/>
                    </a:cubicBezTo>
                    <a:cubicBezTo>
                      <a:pt x="21886" y="15381"/>
                      <a:pt x="22054" y="15954"/>
                      <a:pt x="22019" y="16533"/>
                    </a:cubicBezTo>
                    <a:cubicBezTo>
                      <a:pt x="21965" y="17579"/>
                      <a:pt x="21740" y="18609"/>
                      <a:pt x="21352" y="19581"/>
                    </a:cubicBezTo>
                    <a:cubicBezTo>
                      <a:pt x="20876" y="20629"/>
                      <a:pt x="21352" y="22057"/>
                      <a:pt x="21352" y="22819"/>
                    </a:cubicBezTo>
                    <a:cubicBezTo>
                      <a:pt x="21166" y="23676"/>
                      <a:pt x="20878" y="24508"/>
                      <a:pt x="20495" y="25296"/>
                    </a:cubicBezTo>
                    <a:cubicBezTo>
                      <a:pt x="20105" y="26470"/>
                      <a:pt x="19849" y="27684"/>
                      <a:pt x="19733" y="28915"/>
                    </a:cubicBezTo>
                    <a:cubicBezTo>
                      <a:pt x="19733" y="29582"/>
                      <a:pt x="19161" y="30249"/>
                      <a:pt x="18971" y="30916"/>
                    </a:cubicBezTo>
                    <a:cubicBezTo>
                      <a:pt x="19075" y="32120"/>
                      <a:pt x="19075" y="33331"/>
                      <a:pt x="18971" y="34535"/>
                    </a:cubicBezTo>
                    <a:cubicBezTo>
                      <a:pt x="18971" y="35202"/>
                      <a:pt x="17161" y="34535"/>
                      <a:pt x="16304" y="34535"/>
                    </a:cubicBezTo>
                    <a:lnTo>
                      <a:pt x="14780" y="34535"/>
                    </a:lnTo>
                    <a:cubicBezTo>
                      <a:pt x="14780" y="34535"/>
                      <a:pt x="13827" y="33964"/>
                      <a:pt x="13446" y="33773"/>
                    </a:cubicBezTo>
                    <a:lnTo>
                      <a:pt x="12113" y="33106"/>
                    </a:lnTo>
                    <a:cubicBezTo>
                      <a:pt x="11843" y="32738"/>
                      <a:pt x="11843" y="32237"/>
                      <a:pt x="12113" y="31868"/>
                    </a:cubicBezTo>
                    <a:cubicBezTo>
                      <a:pt x="12113" y="31868"/>
                      <a:pt x="12684" y="31297"/>
                      <a:pt x="12779" y="30916"/>
                    </a:cubicBezTo>
                    <a:cubicBezTo>
                      <a:pt x="12993" y="30263"/>
                      <a:pt x="13153" y="29594"/>
                      <a:pt x="13255" y="28915"/>
                    </a:cubicBezTo>
                    <a:cubicBezTo>
                      <a:pt x="13381" y="28236"/>
                      <a:pt x="13640" y="27589"/>
                      <a:pt x="14017" y="27010"/>
                    </a:cubicBezTo>
                    <a:cubicBezTo>
                      <a:pt x="14401" y="25790"/>
                      <a:pt x="14719" y="24550"/>
                      <a:pt x="14970" y="23295"/>
                    </a:cubicBezTo>
                    <a:cubicBezTo>
                      <a:pt x="14970" y="22724"/>
                      <a:pt x="15447" y="21676"/>
                      <a:pt x="14970" y="21105"/>
                    </a:cubicBezTo>
                    <a:cubicBezTo>
                      <a:pt x="14140" y="20277"/>
                      <a:pt x="13248" y="19513"/>
                      <a:pt x="12303" y="18819"/>
                    </a:cubicBezTo>
                    <a:cubicBezTo>
                      <a:pt x="11991" y="18734"/>
                      <a:pt x="11662" y="18734"/>
                      <a:pt x="11351" y="18819"/>
                    </a:cubicBezTo>
                    <a:cubicBezTo>
                      <a:pt x="11157" y="19316"/>
                      <a:pt x="10865" y="19770"/>
                      <a:pt x="10493" y="20153"/>
                    </a:cubicBezTo>
                    <a:cubicBezTo>
                      <a:pt x="10493" y="20152"/>
                      <a:pt x="10493" y="21200"/>
                      <a:pt x="9827" y="21581"/>
                    </a:cubicBezTo>
                    <a:cubicBezTo>
                      <a:pt x="9160" y="21962"/>
                      <a:pt x="9827" y="22439"/>
                      <a:pt x="9160" y="22534"/>
                    </a:cubicBezTo>
                    <a:cubicBezTo>
                      <a:pt x="8883" y="22636"/>
                      <a:pt x="8580" y="22636"/>
                      <a:pt x="8303" y="22534"/>
                    </a:cubicBezTo>
                    <a:cubicBezTo>
                      <a:pt x="7541" y="22534"/>
                      <a:pt x="7255" y="21867"/>
                      <a:pt x="6683" y="21486"/>
                    </a:cubicBezTo>
                    <a:cubicBezTo>
                      <a:pt x="6112" y="21105"/>
                      <a:pt x="6017" y="21486"/>
                      <a:pt x="5540" y="20914"/>
                    </a:cubicBezTo>
                    <a:cubicBezTo>
                      <a:pt x="5045" y="20215"/>
                      <a:pt x="4469" y="19576"/>
                      <a:pt x="3826" y="19009"/>
                    </a:cubicBezTo>
                    <a:cubicBezTo>
                      <a:pt x="2969" y="18343"/>
                      <a:pt x="3826" y="17390"/>
                      <a:pt x="3826" y="16914"/>
                    </a:cubicBezTo>
                    <a:cubicBezTo>
                      <a:pt x="3826" y="16438"/>
                      <a:pt x="4302" y="15485"/>
                      <a:pt x="4778" y="14914"/>
                    </a:cubicBezTo>
                    <a:cubicBezTo>
                      <a:pt x="5150" y="14582"/>
                      <a:pt x="5472" y="14197"/>
                      <a:pt x="5731" y="13771"/>
                    </a:cubicBezTo>
                    <a:cubicBezTo>
                      <a:pt x="6083" y="13078"/>
                      <a:pt x="6339" y="12341"/>
                      <a:pt x="6493" y="11580"/>
                    </a:cubicBezTo>
                    <a:cubicBezTo>
                      <a:pt x="6493" y="10913"/>
                      <a:pt x="6493" y="10247"/>
                      <a:pt x="5731" y="9580"/>
                    </a:cubicBezTo>
                    <a:cubicBezTo>
                      <a:pt x="4969" y="8913"/>
                      <a:pt x="4302" y="7389"/>
                      <a:pt x="3159" y="6246"/>
                    </a:cubicBezTo>
                    <a:cubicBezTo>
                      <a:pt x="2475" y="5569"/>
                      <a:pt x="1550" y="5192"/>
                      <a:pt x="588" y="5198"/>
                    </a:cubicBezTo>
                    <a:cubicBezTo>
                      <a:pt x="327" y="5150"/>
                      <a:pt x="111" y="4969"/>
                      <a:pt x="16" y="4722"/>
                    </a:cubicBezTo>
                    <a:cubicBezTo>
                      <a:pt x="70" y="4216"/>
                      <a:pt x="70" y="3705"/>
                      <a:pt x="16" y="3198"/>
                    </a:cubicBezTo>
                    <a:cubicBezTo>
                      <a:pt x="-120" y="2962"/>
                      <a:pt x="-120" y="2672"/>
                      <a:pt x="16" y="2436"/>
                    </a:cubicBezTo>
                  </a:path>
                </a:pathLst>
              </a:custGeom>
              <a:solidFill>
                <a:srgbClr val="FFFFFF"/>
              </a:solidFill>
              <a:ln w="9525" cap="flat">
                <a:noFill/>
                <a:prstDash val="solid"/>
                <a:miter/>
              </a:ln>
            </p:spPr>
            <p:txBody>
              <a:bodyPr rtlCol="0" anchor="ctr"/>
              <a:lstStyle/>
              <a:p>
                <a:endParaRPr lang="zh-CN" altLang="en-US"/>
              </a:p>
            </p:txBody>
          </p:sp>
          <p:sp>
            <p:nvSpPr>
              <p:cNvPr id="208" name="任意多边形: 形状 207"/>
              <p:cNvSpPr/>
              <p:nvPr/>
            </p:nvSpPr>
            <p:spPr>
              <a:xfrm>
                <a:off x="5338330" y="2711905"/>
                <a:ext cx="34295" cy="29590"/>
              </a:xfrm>
              <a:custGeom>
                <a:avLst/>
                <a:gdLst>
                  <a:gd name="connsiteX0" fmla="*/ 3926 w 34295"/>
                  <a:gd name="connsiteY0" fmla="*/ 436 h 29590"/>
                  <a:gd name="connsiteX1" fmla="*/ 5165 w 34295"/>
                  <a:gd name="connsiteY1" fmla="*/ 436 h 29590"/>
                  <a:gd name="connsiteX2" fmla="*/ 6022 w 34295"/>
                  <a:gd name="connsiteY2" fmla="*/ -136 h 29590"/>
                  <a:gd name="connsiteX3" fmla="*/ 7070 w 34295"/>
                  <a:gd name="connsiteY3" fmla="*/ -136 h 29590"/>
                  <a:gd name="connsiteX4" fmla="*/ 9165 w 34295"/>
                  <a:gd name="connsiteY4" fmla="*/ 1007 h 29590"/>
                  <a:gd name="connsiteX5" fmla="*/ 10308 w 34295"/>
                  <a:gd name="connsiteY5" fmla="*/ 4436 h 29590"/>
                  <a:gd name="connsiteX6" fmla="*/ 11261 w 34295"/>
                  <a:gd name="connsiteY6" fmla="*/ 5770 h 29590"/>
                  <a:gd name="connsiteX7" fmla="*/ 12594 w 34295"/>
                  <a:gd name="connsiteY7" fmla="*/ 5103 h 29590"/>
                  <a:gd name="connsiteX8" fmla="*/ 12594 w 34295"/>
                  <a:gd name="connsiteY8" fmla="*/ 3484 h 29590"/>
                  <a:gd name="connsiteX9" fmla="*/ 14690 w 34295"/>
                  <a:gd name="connsiteY9" fmla="*/ 2436 h 29590"/>
                  <a:gd name="connsiteX10" fmla="*/ 17357 w 34295"/>
                  <a:gd name="connsiteY10" fmla="*/ 3102 h 29590"/>
                  <a:gd name="connsiteX11" fmla="*/ 18785 w 34295"/>
                  <a:gd name="connsiteY11" fmla="*/ 4055 h 29590"/>
                  <a:gd name="connsiteX12" fmla="*/ 18785 w 34295"/>
                  <a:gd name="connsiteY12" fmla="*/ 5198 h 29590"/>
                  <a:gd name="connsiteX13" fmla="*/ 17928 w 34295"/>
                  <a:gd name="connsiteY13" fmla="*/ 6627 h 29590"/>
                  <a:gd name="connsiteX14" fmla="*/ 17928 w 34295"/>
                  <a:gd name="connsiteY14" fmla="*/ 8246 h 29590"/>
                  <a:gd name="connsiteX15" fmla="*/ 17928 w 34295"/>
                  <a:gd name="connsiteY15" fmla="*/ 10437 h 29590"/>
                  <a:gd name="connsiteX16" fmla="*/ 16881 w 34295"/>
                  <a:gd name="connsiteY16" fmla="*/ 13580 h 29590"/>
                  <a:gd name="connsiteX17" fmla="*/ 18595 w 34295"/>
                  <a:gd name="connsiteY17" fmla="*/ 16628 h 29590"/>
                  <a:gd name="connsiteX18" fmla="*/ 19833 w 34295"/>
                  <a:gd name="connsiteY18" fmla="*/ 17676 h 29590"/>
                  <a:gd name="connsiteX19" fmla="*/ 22500 w 34295"/>
                  <a:gd name="connsiteY19" fmla="*/ 18914 h 29590"/>
                  <a:gd name="connsiteX20" fmla="*/ 24786 w 34295"/>
                  <a:gd name="connsiteY20" fmla="*/ 17961 h 29590"/>
                  <a:gd name="connsiteX21" fmla="*/ 26120 w 34295"/>
                  <a:gd name="connsiteY21" fmla="*/ 16914 h 29590"/>
                  <a:gd name="connsiteX22" fmla="*/ 27072 w 34295"/>
                  <a:gd name="connsiteY22" fmla="*/ 16247 h 29590"/>
                  <a:gd name="connsiteX23" fmla="*/ 28215 w 34295"/>
                  <a:gd name="connsiteY23" fmla="*/ 15676 h 29590"/>
                  <a:gd name="connsiteX24" fmla="*/ 29549 w 34295"/>
                  <a:gd name="connsiteY24" fmla="*/ 14437 h 29590"/>
                  <a:gd name="connsiteX25" fmla="*/ 31930 w 34295"/>
                  <a:gd name="connsiteY25" fmla="*/ 15294 h 29590"/>
                  <a:gd name="connsiteX26" fmla="*/ 33264 w 34295"/>
                  <a:gd name="connsiteY26" fmla="*/ 17771 h 29590"/>
                  <a:gd name="connsiteX27" fmla="*/ 33930 w 34295"/>
                  <a:gd name="connsiteY27" fmla="*/ 19486 h 29590"/>
                  <a:gd name="connsiteX28" fmla="*/ 32882 w 34295"/>
                  <a:gd name="connsiteY28" fmla="*/ 21105 h 29590"/>
                  <a:gd name="connsiteX29" fmla="*/ 31930 w 34295"/>
                  <a:gd name="connsiteY29" fmla="*/ 22819 h 29590"/>
                  <a:gd name="connsiteX30" fmla="*/ 30501 w 34295"/>
                  <a:gd name="connsiteY30" fmla="*/ 23391 h 29590"/>
                  <a:gd name="connsiteX31" fmla="*/ 28977 w 34295"/>
                  <a:gd name="connsiteY31" fmla="*/ 24819 h 29590"/>
                  <a:gd name="connsiteX32" fmla="*/ 27548 w 34295"/>
                  <a:gd name="connsiteY32" fmla="*/ 26248 h 29590"/>
                  <a:gd name="connsiteX33" fmla="*/ 26024 w 34295"/>
                  <a:gd name="connsiteY33" fmla="*/ 27201 h 29590"/>
                  <a:gd name="connsiteX34" fmla="*/ 24215 w 34295"/>
                  <a:gd name="connsiteY34" fmla="*/ 28915 h 29590"/>
                  <a:gd name="connsiteX35" fmla="*/ 22786 w 34295"/>
                  <a:gd name="connsiteY35" fmla="*/ 29392 h 29590"/>
                  <a:gd name="connsiteX36" fmla="*/ 20595 w 34295"/>
                  <a:gd name="connsiteY36" fmla="*/ 29392 h 29590"/>
                  <a:gd name="connsiteX37" fmla="*/ 18881 w 34295"/>
                  <a:gd name="connsiteY37" fmla="*/ 27963 h 29590"/>
                  <a:gd name="connsiteX38" fmla="*/ 16595 w 34295"/>
                  <a:gd name="connsiteY38" fmla="*/ 26534 h 29590"/>
                  <a:gd name="connsiteX39" fmla="*/ 15261 w 34295"/>
                  <a:gd name="connsiteY39" fmla="*/ 25486 h 29590"/>
                  <a:gd name="connsiteX40" fmla="*/ 13928 w 34295"/>
                  <a:gd name="connsiteY40" fmla="*/ 24534 h 29590"/>
                  <a:gd name="connsiteX41" fmla="*/ 12022 w 34295"/>
                  <a:gd name="connsiteY41" fmla="*/ 23105 h 29590"/>
                  <a:gd name="connsiteX42" fmla="*/ 9546 w 34295"/>
                  <a:gd name="connsiteY42" fmla="*/ 19867 h 29590"/>
                  <a:gd name="connsiteX43" fmla="*/ 9070 w 34295"/>
                  <a:gd name="connsiteY43" fmla="*/ 18628 h 29590"/>
                  <a:gd name="connsiteX44" fmla="*/ 7832 w 34295"/>
                  <a:gd name="connsiteY44" fmla="*/ 16914 h 29590"/>
                  <a:gd name="connsiteX45" fmla="*/ 6689 w 34295"/>
                  <a:gd name="connsiteY45" fmla="*/ 15199 h 29590"/>
                  <a:gd name="connsiteX46" fmla="*/ 4403 w 34295"/>
                  <a:gd name="connsiteY46" fmla="*/ 12818 h 29590"/>
                  <a:gd name="connsiteX47" fmla="*/ 3260 w 34295"/>
                  <a:gd name="connsiteY47" fmla="*/ 11199 h 29590"/>
                  <a:gd name="connsiteX48" fmla="*/ 1450 w 34295"/>
                  <a:gd name="connsiteY48" fmla="*/ 8532 h 29590"/>
                  <a:gd name="connsiteX49" fmla="*/ -74 w 34295"/>
                  <a:gd name="connsiteY49" fmla="*/ 7008 h 29590"/>
                  <a:gd name="connsiteX50" fmla="*/ -74 w 34295"/>
                  <a:gd name="connsiteY50" fmla="*/ 5484 h 29590"/>
                  <a:gd name="connsiteX51" fmla="*/ 1259 w 34295"/>
                  <a:gd name="connsiteY51" fmla="*/ 4531 h 29590"/>
                  <a:gd name="connsiteX52" fmla="*/ 2022 w 34295"/>
                  <a:gd name="connsiteY52" fmla="*/ 3293 h 29590"/>
                  <a:gd name="connsiteX53" fmla="*/ 3069 w 34295"/>
                  <a:gd name="connsiteY53" fmla="*/ 2531 h 29590"/>
                  <a:gd name="connsiteX54" fmla="*/ 3926 w 34295"/>
                  <a:gd name="connsiteY54" fmla="*/ 1197 h 29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4295" h="29590">
                    <a:moveTo>
                      <a:pt x="3926" y="436"/>
                    </a:moveTo>
                    <a:cubicBezTo>
                      <a:pt x="4403" y="-41"/>
                      <a:pt x="4784" y="436"/>
                      <a:pt x="5165" y="436"/>
                    </a:cubicBezTo>
                    <a:cubicBezTo>
                      <a:pt x="5471" y="279"/>
                      <a:pt x="5759" y="87"/>
                      <a:pt x="6022" y="-136"/>
                    </a:cubicBezTo>
                    <a:cubicBezTo>
                      <a:pt x="6022" y="-136"/>
                      <a:pt x="6689" y="-136"/>
                      <a:pt x="7070" y="-136"/>
                    </a:cubicBezTo>
                    <a:cubicBezTo>
                      <a:pt x="7826" y="128"/>
                      <a:pt x="8534" y="514"/>
                      <a:pt x="9165" y="1007"/>
                    </a:cubicBezTo>
                    <a:cubicBezTo>
                      <a:pt x="10403" y="2245"/>
                      <a:pt x="9832" y="3388"/>
                      <a:pt x="10308" y="4436"/>
                    </a:cubicBezTo>
                    <a:cubicBezTo>
                      <a:pt x="10574" y="4915"/>
                      <a:pt x="10894" y="5363"/>
                      <a:pt x="11261" y="5770"/>
                    </a:cubicBezTo>
                    <a:cubicBezTo>
                      <a:pt x="12023" y="6246"/>
                      <a:pt x="12785" y="5769"/>
                      <a:pt x="12594" y="5103"/>
                    </a:cubicBezTo>
                    <a:cubicBezTo>
                      <a:pt x="12707" y="4569"/>
                      <a:pt x="12707" y="4018"/>
                      <a:pt x="12594" y="3484"/>
                    </a:cubicBezTo>
                    <a:cubicBezTo>
                      <a:pt x="12594" y="3484"/>
                      <a:pt x="13832" y="3484"/>
                      <a:pt x="14690" y="2436"/>
                    </a:cubicBezTo>
                    <a:cubicBezTo>
                      <a:pt x="15547" y="1388"/>
                      <a:pt x="16499" y="2436"/>
                      <a:pt x="17357" y="3102"/>
                    </a:cubicBezTo>
                    <a:cubicBezTo>
                      <a:pt x="17868" y="3364"/>
                      <a:pt x="18348" y="3683"/>
                      <a:pt x="18785" y="4055"/>
                    </a:cubicBezTo>
                    <a:cubicBezTo>
                      <a:pt x="18785" y="4055"/>
                      <a:pt x="18785" y="4817"/>
                      <a:pt x="18785" y="5198"/>
                    </a:cubicBezTo>
                    <a:lnTo>
                      <a:pt x="17928" y="6627"/>
                    </a:lnTo>
                    <a:cubicBezTo>
                      <a:pt x="17928" y="7198"/>
                      <a:pt x="17928" y="7770"/>
                      <a:pt x="17928" y="8246"/>
                    </a:cubicBezTo>
                    <a:cubicBezTo>
                      <a:pt x="17874" y="8975"/>
                      <a:pt x="17874" y="9708"/>
                      <a:pt x="17928" y="10437"/>
                    </a:cubicBezTo>
                    <a:cubicBezTo>
                      <a:pt x="17782" y="11542"/>
                      <a:pt x="17426" y="12609"/>
                      <a:pt x="16881" y="13580"/>
                    </a:cubicBezTo>
                    <a:cubicBezTo>
                      <a:pt x="17259" y="14693"/>
                      <a:pt x="17840" y="15726"/>
                      <a:pt x="18595" y="16628"/>
                    </a:cubicBezTo>
                    <a:cubicBezTo>
                      <a:pt x="18948" y="17042"/>
                      <a:pt x="19367" y="17396"/>
                      <a:pt x="19833" y="17676"/>
                    </a:cubicBezTo>
                    <a:cubicBezTo>
                      <a:pt x="20690" y="18152"/>
                      <a:pt x="21262" y="18914"/>
                      <a:pt x="22500" y="18914"/>
                    </a:cubicBezTo>
                    <a:cubicBezTo>
                      <a:pt x="23360" y="18923"/>
                      <a:pt x="24187" y="18579"/>
                      <a:pt x="24786" y="17961"/>
                    </a:cubicBezTo>
                    <a:cubicBezTo>
                      <a:pt x="25176" y="17548"/>
                      <a:pt x="25626" y="17195"/>
                      <a:pt x="26120" y="16914"/>
                    </a:cubicBezTo>
                    <a:cubicBezTo>
                      <a:pt x="26120" y="16914"/>
                      <a:pt x="26977" y="16247"/>
                      <a:pt x="27072" y="16247"/>
                    </a:cubicBezTo>
                    <a:cubicBezTo>
                      <a:pt x="27487" y="16134"/>
                      <a:pt x="27876" y="15940"/>
                      <a:pt x="28215" y="15676"/>
                    </a:cubicBezTo>
                    <a:cubicBezTo>
                      <a:pt x="28614" y="15216"/>
                      <a:pt x="29061" y="14801"/>
                      <a:pt x="29549" y="14437"/>
                    </a:cubicBezTo>
                    <a:cubicBezTo>
                      <a:pt x="30444" y="14189"/>
                      <a:pt x="31398" y="14533"/>
                      <a:pt x="31930" y="15294"/>
                    </a:cubicBezTo>
                    <a:cubicBezTo>
                      <a:pt x="32450" y="16077"/>
                      <a:pt x="32897" y="16906"/>
                      <a:pt x="33264" y="17771"/>
                    </a:cubicBezTo>
                    <a:cubicBezTo>
                      <a:pt x="33690" y="18241"/>
                      <a:pt x="33927" y="18852"/>
                      <a:pt x="33930" y="19486"/>
                    </a:cubicBezTo>
                    <a:cubicBezTo>
                      <a:pt x="33930" y="19962"/>
                      <a:pt x="33073" y="20533"/>
                      <a:pt x="32882" y="21105"/>
                    </a:cubicBezTo>
                    <a:cubicBezTo>
                      <a:pt x="32672" y="21730"/>
                      <a:pt x="32349" y="22310"/>
                      <a:pt x="31930" y="22819"/>
                    </a:cubicBezTo>
                    <a:cubicBezTo>
                      <a:pt x="31483" y="23075"/>
                      <a:pt x="31002" y="23268"/>
                      <a:pt x="30501" y="23391"/>
                    </a:cubicBezTo>
                    <a:cubicBezTo>
                      <a:pt x="29909" y="23768"/>
                      <a:pt x="29391" y="24252"/>
                      <a:pt x="28977" y="24819"/>
                    </a:cubicBezTo>
                    <a:lnTo>
                      <a:pt x="27548" y="26248"/>
                    </a:lnTo>
                    <a:lnTo>
                      <a:pt x="26024" y="27201"/>
                    </a:lnTo>
                    <a:cubicBezTo>
                      <a:pt x="25453" y="27677"/>
                      <a:pt x="24691" y="28630"/>
                      <a:pt x="24215" y="28915"/>
                    </a:cubicBezTo>
                    <a:cubicBezTo>
                      <a:pt x="23765" y="29145"/>
                      <a:pt x="23283" y="29305"/>
                      <a:pt x="22786" y="29392"/>
                    </a:cubicBezTo>
                    <a:cubicBezTo>
                      <a:pt x="22058" y="29476"/>
                      <a:pt x="21323" y="29476"/>
                      <a:pt x="20595" y="29392"/>
                    </a:cubicBezTo>
                    <a:cubicBezTo>
                      <a:pt x="19989" y="28958"/>
                      <a:pt x="19416" y="28481"/>
                      <a:pt x="18881" y="27963"/>
                    </a:cubicBezTo>
                    <a:lnTo>
                      <a:pt x="16595" y="26534"/>
                    </a:lnTo>
                    <a:lnTo>
                      <a:pt x="15261" y="25486"/>
                    </a:lnTo>
                    <a:cubicBezTo>
                      <a:pt x="14857" y="25116"/>
                      <a:pt x="14409" y="24796"/>
                      <a:pt x="13928" y="24534"/>
                    </a:cubicBezTo>
                    <a:cubicBezTo>
                      <a:pt x="13226" y="24153"/>
                      <a:pt x="12585" y="23672"/>
                      <a:pt x="12022" y="23105"/>
                    </a:cubicBezTo>
                    <a:cubicBezTo>
                      <a:pt x="11070" y="22248"/>
                      <a:pt x="11165" y="21772"/>
                      <a:pt x="9546" y="19867"/>
                    </a:cubicBezTo>
                    <a:lnTo>
                      <a:pt x="9070" y="18628"/>
                    </a:lnTo>
                    <a:cubicBezTo>
                      <a:pt x="8213" y="17771"/>
                      <a:pt x="8498" y="17676"/>
                      <a:pt x="7832" y="16914"/>
                    </a:cubicBezTo>
                    <a:lnTo>
                      <a:pt x="6689" y="15199"/>
                    </a:lnTo>
                    <a:lnTo>
                      <a:pt x="4403" y="12818"/>
                    </a:lnTo>
                    <a:cubicBezTo>
                      <a:pt x="3947" y="12335"/>
                      <a:pt x="3563" y="11790"/>
                      <a:pt x="3260" y="11199"/>
                    </a:cubicBezTo>
                    <a:cubicBezTo>
                      <a:pt x="2726" y="10265"/>
                      <a:pt x="2121" y="9373"/>
                      <a:pt x="1450" y="8532"/>
                    </a:cubicBezTo>
                    <a:cubicBezTo>
                      <a:pt x="894" y="8074"/>
                      <a:pt x="384" y="7564"/>
                      <a:pt x="-74" y="7008"/>
                    </a:cubicBezTo>
                    <a:cubicBezTo>
                      <a:pt x="-462" y="6574"/>
                      <a:pt x="-462" y="5918"/>
                      <a:pt x="-74" y="5484"/>
                    </a:cubicBezTo>
                    <a:cubicBezTo>
                      <a:pt x="-74" y="5484"/>
                      <a:pt x="878" y="4912"/>
                      <a:pt x="1259" y="4531"/>
                    </a:cubicBezTo>
                    <a:cubicBezTo>
                      <a:pt x="1640" y="4150"/>
                      <a:pt x="1831" y="3484"/>
                      <a:pt x="2022" y="3293"/>
                    </a:cubicBezTo>
                    <a:cubicBezTo>
                      <a:pt x="2212" y="3102"/>
                      <a:pt x="2783" y="3293"/>
                      <a:pt x="3069" y="2531"/>
                    </a:cubicBezTo>
                    <a:cubicBezTo>
                      <a:pt x="3330" y="2071"/>
                      <a:pt x="3616" y="1626"/>
                      <a:pt x="3926" y="1197"/>
                    </a:cubicBezTo>
                  </a:path>
                </a:pathLst>
              </a:custGeom>
              <a:solidFill>
                <a:srgbClr val="FFFFFF"/>
              </a:solidFill>
              <a:ln w="9525" cap="flat">
                <a:noFill/>
                <a:prstDash val="solid"/>
                <a:miter/>
              </a:ln>
            </p:spPr>
            <p:txBody>
              <a:bodyPr rtlCol="0" anchor="ctr"/>
              <a:lstStyle/>
              <a:p>
                <a:endParaRPr lang="zh-CN" altLang="en-US"/>
              </a:p>
            </p:txBody>
          </p:sp>
          <p:sp>
            <p:nvSpPr>
              <p:cNvPr id="209" name="任意多边形: 形状 208"/>
              <p:cNvSpPr/>
              <p:nvPr/>
            </p:nvSpPr>
            <p:spPr>
              <a:xfrm>
                <a:off x="5543994" y="2646278"/>
                <a:ext cx="40393" cy="28297"/>
              </a:xfrm>
              <a:custGeom>
                <a:avLst/>
                <a:gdLst>
                  <a:gd name="connsiteX0" fmla="*/ 37816 w 40393"/>
                  <a:gd name="connsiteY0" fmla="*/ -136 h 28297"/>
                  <a:gd name="connsiteX1" fmla="*/ 38673 w 40393"/>
                  <a:gd name="connsiteY1" fmla="*/ 721 h 28297"/>
                  <a:gd name="connsiteX2" fmla="*/ 39816 w 40393"/>
                  <a:gd name="connsiteY2" fmla="*/ 2436 h 28297"/>
                  <a:gd name="connsiteX3" fmla="*/ 39816 w 40393"/>
                  <a:gd name="connsiteY3" fmla="*/ 3960 h 28297"/>
                  <a:gd name="connsiteX4" fmla="*/ 39817 w 40393"/>
                  <a:gd name="connsiteY4" fmla="*/ 5103 h 28297"/>
                  <a:gd name="connsiteX5" fmla="*/ 36959 w 40393"/>
                  <a:gd name="connsiteY5" fmla="*/ 6627 h 28297"/>
                  <a:gd name="connsiteX6" fmla="*/ 34673 w 40393"/>
                  <a:gd name="connsiteY6" fmla="*/ 7770 h 28297"/>
                  <a:gd name="connsiteX7" fmla="*/ 33054 w 40393"/>
                  <a:gd name="connsiteY7" fmla="*/ 8341 h 28297"/>
                  <a:gd name="connsiteX8" fmla="*/ 29720 w 40393"/>
                  <a:gd name="connsiteY8" fmla="*/ 9675 h 28297"/>
                  <a:gd name="connsiteX9" fmla="*/ 29720 w 40393"/>
                  <a:gd name="connsiteY9" fmla="*/ 12151 h 28297"/>
                  <a:gd name="connsiteX10" fmla="*/ 28958 w 40393"/>
                  <a:gd name="connsiteY10" fmla="*/ 13199 h 28297"/>
                  <a:gd name="connsiteX11" fmla="*/ 28291 w 40393"/>
                  <a:gd name="connsiteY11" fmla="*/ 14056 h 28297"/>
                  <a:gd name="connsiteX12" fmla="*/ 27720 w 40393"/>
                  <a:gd name="connsiteY12" fmla="*/ 15009 h 28297"/>
                  <a:gd name="connsiteX13" fmla="*/ 27244 w 40393"/>
                  <a:gd name="connsiteY13" fmla="*/ 16152 h 28297"/>
                  <a:gd name="connsiteX14" fmla="*/ 26672 w 40393"/>
                  <a:gd name="connsiteY14" fmla="*/ 19104 h 28297"/>
                  <a:gd name="connsiteX15" fmla="*/ 32006 w 40393"/>
                  <a:gd name="connsiteY15" fmla="*/ 20247 h 28297"/>
                  <a:gd name="connsiteX16" fmla="*/ 33435 w 40393"/>
                  <a:gd name="connsiteY16" fmla="*/ 20247 h 28297"/>
                  <a:gd name="connsiteX17" fmla="*/ 34863 w 40393"/>
                  <a:gd name="connsiteY17" fmla="*/ 20247 h 28297"/>
                  <a:gd name="connsiteX18" fmla="*/ 36102 w 40393"/>
                  <a:gd name="connsiteY18" fmla="*/ 21010 h 28297"/>
                  <a:gd name="connsiteX19" fmla="*/ 37340 w 40393"/>
                  <a:gd name="connsiteY19" fmla="*/ 22152 h 28297"/>
                  <a:gd name="connsiteX20" fmla="*/ 38769 w 40393"/>
                  <a:gd name="connsiteY20" fmla="*/ 24058 h 28297"/>
                  <a:gd name="connsiteX21" fmla="*/ 38769 w 40393"/>
                  <a:gd name="connsiteY21" fmla="*/ 25296 h 28297"/>
                  <a:gd name="connsiteX22" fmla="*/ 38769 w 40393"/>
                  <a:gd name="connsiteY22" fmla="*/ 25772 h 28297"/>
                  <a:gd name="connsiteX23" fmla="*/ 38769 w 40393"/>
                  <a:gd name="connsiteY23" fmla="*/ 26534 h 28297"/>
                  <a:gd name="connsiteX24" fmla="*/ 38102 w 40393"/>
                  <a:gd name="connsiteY24" fmla="*/ 27486 h 28297"/>
                  <a:gd name="connsiteX25" fmla="*/ 36959 w 40393"/>
                  <a:gd name="connsiteY25" fmla="*/ 28153 h 28297"/>
                  <a:gd name="connsiteX26" fmla="*/ 35149 w 40393"/>
                  <a:gd name="connsiteY26" fmla="*/ 28153 h 28297"/>
                  <a:gd name="connsiteX27" fmla="*/ 33244 w 40393"/>
                  <a:gd name="connsiteY27" fmla="*/ 27296 h 28297"/>
                  <a:gd name="connsiteX28" fmla="*/ 31244 w 40393"/>
                  <a:gd name="connsiteY28" fmla="*/ 27296 h 28297"/>
                  <a:gd name="connsiteX29" fmla="*/ 28101 w 40393"/>
                  <a:gd name="connsiteY29" fmla="*/ 26153 h 28297"/>
                  <a:gd name="connsiteX30" fmla="*/ 25053 w 40393"/>
                  <a:gd name="connsiteY30" fmla="*/ 25486 h 28297"/>
                  <a:gd name="connsiteX31" fmla="*/ 22005 w 40393"/>
                  <a:gd name="connsiteY31" fmla="*/ 24915 h 28297"/>
                  <a:gd name="connsiteX32" fmla="*/ 19052 w 40393"/>
                  <a:gd name="connsiteY32" fmla="*/ 24915 h 28297"/>
                  <a:gd name="connsiteX33" fmla="*/ 15718 w 40393"/>
                  <a:gd name="connsiteY33" fmla="*/ 24057 h 28297"/>
                  <a:gd name="connsiteX34" fmla="*/ 9622 w 40393"/>
                  <a:gd name="connsiteY34" fmla="*/ 24057 h 28297"/>
                  <a:gd name="connsiteX35" fmla="*/ 1812 w 40393"/>
                  <a:gd name="connsiteY35" fmla="*/ 25010 h 28297"/>
                  <a:gd name="connsiteX36" fmla="*/ -284 w 40393"/>
                  <a:gd name="connsiteY36" fmla="*/ 21771 h 28297"/>
                  <a:gd name="connsiteX37" fmla="*/ -284 w 40393"/>
                  <a:gd name="connsiteY37" fmla="*/ 20247 h 28297"/>
                  <a:gd name="connsiteX38" fmla="*/ -284 w 40393"/>
                  <a:gd name="connsiteY38" fmla="*/ 18342 h 28297"/>
                  <a:gd name="connsiteX39" fmla="*/ 3050 w 40393"/>
                  <a:gd name="connsiteY39" fmla="*/ 17390 h 28297"/>
                  <a:gd name="connsiteX40" fmla="*/ 4764 w 40393"/>
                  <a:gd name="connsiteY40" fmla="*/ 18057 h 28297"/>
                  <a:gd name="connsiteX41" fmla="*/ 8765 w 40393"/>
                  <a:gd name="connsiteY41" fmla="*/ 18057 h 28297"/>
                  <a:gd name="connsiteX42" fmla="*/ 10289 w 40393"/>
                  <a:gd name="connsiteY42" fmla="*/ 18057 h 28297"/>
                  <a:gd name="connsiteX43" fmla="*/ 14766 w 40393"/>
                  <a:gd name="connsiteY43" fmla="*/ 17390 h 28297"/>
                  <a:gd name="connsiteX44" fmla="*/ 19147 w 40393"/>
                  <a:gd name="connsiteY44" fmla="*/ 12818 h 28297"/>
                  <a:gd name="connsiteX45" fmla="*/ 19909 w 40393"/>
                  <a:gd name="connsiteY45" fmla="*/ 11199 h 28297"/>
                  <a:gd name="connsiteX46" fmla="*/ 19909 w 40393"/>
                  <a:gd name="connsiteY46" fmla="*/ 9675 h 28297"/>
                  <a:gd name="connsiteX47" fmla="*/ 18290 w 40393"/>
                  <a:gd name="connsiteY47" fmla="*/ 9675 h 28297"/>
                  <a:gd name="connsiteX48" fmla="*/ 16290 w 40393"/>
                  <a:gd name="connsiteY48" fmla="*/ 9675 h 28297"/>
                  <a:gd name="connsiteX49" fmla="*/ 16290 w 40393"/>
                  <a:gd name="connsiteY49" fmla="*/ 7674 h 28297"/>
                  <a:gd name="connsiteX50" fmla="*/ 15623 w 40393"/>
                  <a:gd name="connsiteY50" fmla="*/ 5198 h 28297"/>
                  <a:gd name="connsiteX51" fmla="*/ 15623 w 40393"/>
                  <a:gd name="connsiteY51" fmla="*/ 3388 h 28297"/>
                  <a:gd name="connsiteX52" fmla="*/ 15623 w 40393"/>
                  <a:gd name="connsiteY52" fmla="*/ 1674 h 28297"/>
                  <a:gd name="connsiteX53" fmla="*/ 17433 w 40393"/>
                  <a:gd name="connsiteY53" fmla="*/ 816 h 28297"/>
                  <a:gd name="connsiteX54" fmla="*/ 19909 w 40393"/>
                  <a:gd name="connsiteY54" fmla="*/ 2055 h 28297"/>
                  <a:gd name="connsiteX55" fmla="*/ 26577 w 40393"/>
                  <a:gd name="connsiteY55" fmla="*/ 2626 h 28297"/>
                  <a:gd name="connsiteX56" fmla="*/ 30196 w 40393"/>
                  <a:gd name="connsiteY56" fmla="*/ 2626 h 28297"/>
                  <a:gd name="connsiteX57" fmla="*/ 35435 w 40393"/>
                  <a:gd name="connsiteY57" fmla="*/ 1769 h 28297"/>
                  <a:gd name="connsiteX58" fmla="*/ 36864 w 40393"/>
                  <a:gd name="connsiteY58" fmla="*/ 1769 h 28297"/>
                  <a:gd name="connsiteX59" fmla="*/ 38007 w 40393"/>
                  <a:gd name="connsiteY59" fmla="*/ 1769 h 28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0393" h="28297">
                    <a:moveTo>
                      <a:pt x="37816" y="-136"/>
                    </a:moveTo>
                    <a:cubicBezTo>
                      <a:pt x="38223" y="-4"/>
                      <a:pt x="38542" y="315"/>
                      <a:pt x="38673" y="721"/>
                    </a:cubicBezTo>
                    <a:cubicBezTo>
                      <a:pt x="39087" y="1270"/>
                      <a:pt x="39469" y="1843"/>
                      <a:pt x="39816" y="2436"/>
                    </a:cubicBezTo>
                    <a:cubicBezTo>
                      <a:pt x="39914" y="2939"/>
                      <a:pt x="39914" y="3456"/>
                      <a:pt x="39816" y="3960"/>
                    </a:cubicBezTo>
                    <a:cubicBezTo>
                      <a:pt x="39817" y="3960"/>
                      <a:pt x="40293" y="4912"/>
                      <a:pt x="39817" y="5103"/>
                    </a:cubicBezTo>
                    <a:cubicBezTo>
                      <a:pt x="39340" y="5293"/>
                      <a:pt x="38388" y="6055"/>
                      <a:pt x="36959" y="6627"/>
                    </a:cubicBezTo>
                    <a:cubicBezTo>
                      <a:pt x="36128" y="6852"/>
                      <a:pt x="35351" y="7241"/>
                      <a:pt x="34673" y="7770"/>
                    </a:cubicBezTo>
                    <a:cubicBezTo>
                      <a:pt x="34192" y="8098"/>
                      <a:pt x="33634" y="8295"/>
                      <a:pt x="33054" y="8341"/>
                    </a:cubicBezTo>
                    <a:cubicBezTo>
                      <a:pt x="31435" y="8341"/>
                      <a:pt x="30101" y="8341"/>
                      <a:pt x="29720" y="9675"/>
                    </a:cubicBezTo>
                    <a:cubicBezTo>
                      <a:pt x="29339" y="11008"/>
                      <a:pt x="29720" y="10627"/>
                      <a:pt x="29720" y="12151"/>
                    </a:cubicBezTo>
                    <a:cubicBezTo>
                      <a:pt x="29547" y="12553"/>
                      <a:pt x="29286" y="12910"/>
                      <a:pt x="28958" y="13199"/>
                    </a:cubicBezTo>
                    <a:cubicBezTo>
                      <a:pt x="28482" y="13199"/>
                      <a:pt x="28482" y="13770"/>
                      <a:pt x="28291" y="14056"/>
                    </a:cubicBezTo>
                    <a:cubicBezTo>
                      <a:pt x="28262" y="14446"/>
                      <a:pt x="28050" y="14799"/>
                      <a:pt x="27720" y="15009"/>
                    </a:cubicBezTo>
                    <a:cubicBezTo>
                      <a:pt x="27720" y="15009"/>
                      <a:pt x="27720" y="15771"/>
                      <a:pt x="27244" y="16152"/>
                    </a:cubicBezTo>
                    <a:cubicBezTo>
                      <a:pt x="26767" y="16533"/>
                      <a:pt x="26386" y="18628"/>
                      <a:pt x="26672" y="19104"/>
                    </a:cubicBezTo>
                    <a:cubicBezTo>
                      <a:pt x="26958" y="19581"/>
                      <a:pt x="30387" y="19866"/>
                      <a:pt x="32006" y="20247"/>
                    </a:cubicBezTo>
                    <a:cubicBezTo>
                      <a:pt x="33625" y="20628"/>
                      <a:pt x="32959" y="20247"/>
                      <a:pt x="33435" y="20247"/>
                    </a:cubicBezTo>
                    <a:lnTo>
                      <a:pt x="34863" y="20247"/>
                    </a:lnTo>
                    <a:lnTo>
                      <a:pt x="36102" y="21010"/>
                    </a:lnTo>
                    <a:cubicBezTo>
                      <a:pt x="36560" y="21337"/>
                      <a:pt x="36976" y="21721"/>
                      <a:pt x="37340" y="22152"/>
                    </a:cubicBezTo>
                    <a:cubicBezTo>
                      <a:pt x="38079" y="22539"/>
                      <a:pt x="38605" y="23239"/>
                      <a:pt x="38769" y="24058"/>
                    </a:cubicBezTo>
                    <a:cubicBezTo>
                      <a:pt x="38862" y="24465"/>
                      <a:pt x="38862" y="24888"/>
                      <a:pt x="38769" y="25296"/>
                    </a:cubicBezTo>
                    <a:cubicBezTo>
                      <a:pt x="38769" y="25296"/>
                      <a:pt x="38769" y="25772"/>
                      <a:pt x="38769" y="25772"/>
                    </a:cubicBezTo>
                    <a:cubicBezTo>
                      <a:pt x="38810" y="26024"/>
                      <a:pt x="38810" y="26282"/>
                      <a:pt x="38769" y="26534"/>
                    </a:cubicBezTo>
                    <a:cubicBezTo>
                      <a:pt x="38579" y="26873"/>
                      <a:pt x="38355" y="27192"/>
                      <a:pt x="38102" y="27486"/>
                    </a:cubicBezTo>
                    <a:cubicBezTo>
                      <a:pt x="38102" y="27486"/>
                      <a:pt x="37245" y="28248"/>
                      <a:pt x="36959" y="28153"/>
                    </a:cubicBezTo>
                    <a:lnTo>
                      <a:pt x="35149" y="28153"/>
                    </a:lnTo>
                    <a:lnTo>
                      <a:pt x="33244" y="27296"/>
                    </a:lnTo>
                    <a:lnTo>
                      <a:pt x="31244" y="27296"/>
                    </a:lnTo>
                    <a:lnTo>
                      <a:pt x="28101" y="26153"/>
                    </a:lnTo>
                    <a:lnTo>
                      <a:pt x="25053" y="25486"/>
                    </a:lnTo>
                    <a:cubicBezTo>
                      <a:pt x="24071" y="25146"/>
                      <a:pt x="23043" y="24953"/>
                      <a:pt x="22005" y="24915"/>
                    </a:cubicBezTo>
                    <a:lnTo>
                      <a:pt x="19052" y="24915"/>
                    </a:lnTo>
                    <a:cubicBezTo>
                      <a:pt x="17909" y="24915"/>
                      <a:pt x="16671" y="24153"/>
                      <a:pt x="15718" y="24057"/>
                    </a:cubicBezTo>
                    <a:cubicBezTo>
                      <a:pt x="13692" y="23840"/>
                      <a:pt x="11649" y="23840"/>
                      <a:pt x="9622" y="24057"/>
                    </a:cubicBezTo>
                    <a:cubicBezTo>
                      <a:pt x="6955" y="24057"/>
                      <a:pt x="2097" y="25105"/>
                      <a:pt x="1812" y="25010"/>
                    </a:cubicBezTo>
                    <a:cubicBezTo>
                      <a:pt x="1526" y="24915"/>
                      <a:pt x="478" y="23010"/>
                      <a:pt x="-284" y="21771"/>
                    </a:cubicBezTo>
                    <a:cubicBezTo>
                      <a:pt x="-392" y="21269"/>
                      <a:pt x="-392" y="20750"/>
                      <a:pt x="-284" y="20247"/>
                    </a:cubicBezTo>
                    <a:cubicBezTo>
                      <a:pt x="-114" y="19624"/>
                      <a:pt x="-114" y="18966"/>
                      <a:pt x="-284" y="18342"/>
                    </a:cubicBezTo>
                    <a:cubicBezTo>
                      <a:pt x="-284" y="17676"/>
                      <a:pt x="2669" y="17390"/>
                      <a:pt x="3050" y="17390"/>
                    </a:cubicBezTo>
                    <a:cubicBezTo>
                      <a:pt x="3431" y="17390"/>
                      <a:pt x="4193" y="18057"/>
                      <a:pt x="4764" y="18057"/>
                    </a:cubicBezTo>
                    <a:lnTo>
                      <a:pt x="8765" y="18057"/>
                    </a:lnTo>
                    <a:cubicBezTo>
                      <a:pt x="9241" y="18057"/>
                      <a:pt x="9908" y="18057"/>
                      <a:pt x="10289" y="18057"/>
                    </a:cubicBezTo>
                    <a:cubicBezTo>
                      <a:pt x="11793" y="17921"/>
                      <a:pt x="13288" y="17698"/>
                      <a:pt x="14766" y="17390"/>
                    </a:cubicBezTo>
                    <a:cubicBezTo>
                      <a:pt x="17528" y="17390"/>
                      <a:pt x="18480" y="13961"/>
                      <a:pt x="19147" y="12818"/>
                    </a:cubicBezTo>
                    <a:cubicBezTo>
                      <a:pt x="19494" y="12327"/>
                      <a:pt x="19752" y="11779"/>
                      <a:pt x="19909" y="11199"/>
                    </a:cubicBezTo>
                    <a:cubicBezTo>
                      <a:pt x="19909" y="10532"/>
                      <a:pt x="19909" y="9865"/>
                      <a:pt x="19909" y="9675"/>
                    </a:cubicBezTo>
                    <a:cubicBezTo>
                      <a:pt x="19370" y="9644"/>
                      <a:pt x="18829" y="9644"/>
                      <a:pt x="18290" y="9675"/>
                    </a:cubicBezTo>
                    <a:cubicBezTo>
                      <a:pt x="17631" y="9822"/>
                      <a:pt x="16948" y="9822"/>
                      <a:pt x="16290" y="9675"/>
                    </a:cubicBezTo>
                    <a:cubicBezTo>
                      <a:pt x="15718" y="9675"/>
                      <a:pt x="16290" y="8532"/>
                      <a:pt x="16290" y="7674"/>
                    </a:cubicBezTo>
                    <a:cubicBezTo>
                      <a:pt x="16319" y="6801"/>
                      <a:pt x="16087" y="5938"/>
                      <a:pt x="15623" y="5198"/>
                    </a:cubicBezTo>
                    <a:cubicBezTo>
                      <a:pt x="15623" y="5198"/>
                      <a:pt x="15623" y="3674"/>
                      <a:pt x="15623" y="3388"/>
                    </a:cubicBezTo>
                    <a:cubicBezTo>
                      <a:pt x="15670" y="2818"/>
                      <a:pt x="15670" y="2244"/>
                      <a:pt x="15623" y="1674"/>
                    </a:cubicBezTo>
                    <a:cubicBezTo>
                      <a:pt x="15623" y="816"/>
                      <a:pt x="16671" y="1007"/>
                      <a:pt x="17433" y="816"/>
                    </a:cubicBezTo>
                    <a:cubicBezTo>
                      <a:pt x="18195" y="626"/>
                      <a:pt x="19147" y="1769"/>
                      <a:pt x="19909" y="2055"/>
                    </a:cubicBezTo>
                    <a:cubicBezTo>
                      <a:pt x="22118" y="2379"/>
                      <a:pt x="24345" y="2570"/>
                      <a:pt x="26577" y="2626"/>
                    </a:cubicBezTo>
                    <a:lnTo>
                      <a:pt x="30196" y="2626"/>
                    </a:lnTo>
                    <a:cubicBezTo>
                      <a:pt x="31966" y="2512"/>
                      <a:pt x="33721" y="2224"/>
                      <a:pt x="35435" y="1769"/>
                    </a:cubicBezTo>
                    <a:cubicBezTo>
                      <a:pt x="35902" y="1639"/>
                      <a:pt x="36396" y="1639"/>
                      <a:pt x="36864" y="1769"/>
                    </a:cubicBezTo>
                    <a:lnTo>
                      <a:pt x="38007" y="1769"/>
                    </a:lnTo>
                  </a:path>
                </a:pathLst>
              </a:custGeom>
              <a:solidFill>
                <a:srgbClr val="FFFFFF"/>
              </a:solidFill>
              <a:ln w="9525" cap="flat">
                <a:noFill/>
                <a:prstDash val="solid"/>
                <a:miter/>
              </a:ln>
            </p:spPr>
            <p:txBody>
              <a:bodyPr rtlCol="0" anchor="ctr"/>
              <a:lstStyle/>
              <a:p>
                <a:endParaRPr lang="zh-CN" altLang="en-US"/>
              </a:p>
            </p:txBody>
          </p:sp>
          <p:sp>
            <p:nvSpPr>
              <p:cNvPr id="210" name="任意多边形: 形状 209"/>
              <p:cNvSpPr/>
              <p:nvPr/>
            </p:nvSpPr>
            <p:spPr>
              <a:xfrm>
                <a:off x="5616150" y="2670376"/>
                <a:ext cx="40605" cy="40315"/>
              </a:xfrm>
              <a:custGeom>
                <a:avLst/>
                <a:gdLst>
                  <a:gd name="connsiteX0" fmla="*/ 31001 w 40605"/>
                  <a:gd name="connsiteY0" fmla="*/ -136 h 40315"/>
                  <a:gd name="connsiteX1" fmla="*/ 32906 w 40605"/>
                  <a:gd name="connsiteY1" fmla="*/ 1102 h 40315"/>
                  <a:gd name="connsiteX2" fmla="*/ 33763 w 40605"/>
                  <a:gd name="connsiteY2" fmla="*/ 3198 h 40315"/>
                  <a:gd name="connsiteX3" fmla="*/ 33763 w 40605"/>
                  <a:gd name="connsiteY3" fmla="*/ 4531 h 40315"/>
                  <a:gd name="connsiteX4" fmla="*/ 33287 w 40605"/>
                  <a:gd name="connsiteY4" fmla="*/ 5769 h 40315"/>
                  <a:gd name="connsiteX5" fmla="*/ 31382 w 40605"/>
                  <a:gd name="connsiteY5" fmla="*/ 7294 h 40315"/>
                  <a:gd name="connsiteX6" fmla="*/ 30620 w 40605"/>
                  <a:gd name="connsiteY6" fmla="*/ 8436 h 40315"/>
                  <a:gd name="connsiteX7" fmla="*/ 31572 w 40605"/>
                  <a:gd name="connsiteY7" fmla="*/ 8436 h 40315"/>
                  <a:gd name="connsiteX8" fmla="*/ 32811 w 40605"/>
                  <a:gd name="connsiteY8" fmla="*/ 8436 h 40315"/>
                  <a:gd name="connsiteX9" fmla="*/ 34239 w 40605"/>
                  <a:gd name="connsiteY9" fmla="*/ 8436 h 40315"/>
                  <a:gd name="connsiteX10" fmla="*/ 36239 w 40605"/>
                  <a:gd name="connsiteY10" fmla="*/ 8436 h 40315"/>
                  <a:gd name="connsiteX11" fmla="*/ 38335 w 40605"/>
                  <a:gd name="connsiteY11" fmla="*/ 9675 h 40315"/>
                  <a:gd name="connsiteX12" fmla="*/ 39859 w 40605"/>
                  <a:gd name="connsiteY12" fmla="*/ 11294 h 40315"/>
                  <a:gd name="connsiteX13" fmla="*/ 39859 w 40605"/>
                  <a:gd name="connsiteY13" fmla="*/ 14437 h 40315"/>
                  <a:gd name="connsiteX14" fmla="*/ 39002 w 40605"/>
                  <a:gd name="connsiteY14" fmla="*/ 14437 h 40315"/>
                  <a:gd name="connsiteX15" fmla="*/ 37573 w 40605"/>
                  <a:gd name="connsiteY15" fmla="*/ 14437 h 40315"/>
                  <a:gd name="connsiteX16" fmla="*/ 34620 w 40605"/>
                  <a:gd name="connsiteY16" fmla="*/ 14437 h 40315"/>
                  <a:gd name="connsiteX17" fmla="*/ 32906 w 40605"/>
                  <a:gd name="connsiteY17" fmla="*/ 14437 h 40315"/>
                  <a:gd name="connsiteX18" fmla="*/ 31287 w 40605"/>
                  <a:gd name="connsiteY18" fmla="*/ 13675 h 40315"/>
                  <a:gd name="connsiteX19" fmla="*/ 28334 w 40605"/>
                  <a:gd name="connsiteY19" fmla="*/ 13199 h 40315"/>
                  <a:gd name="connsiteX20" fmla="*/ 26905 w 40605"/>
                  <a:gd name="connsiteY20" fmla="*/ 13961 h 40315"/>
                  <a:gd name="connsiteX21" fmla="*/ 26048 w 40605"/>
                  <a:gd name="connsiteY21" fmla="*/ 15961 h 40315"/>
                  <a:gd name="connsiteX22" fmla="*/ 27667 w 40605"/>
                  <a:gd name="connsiteY22" fmla="*/ 22343 h 40315"/>
                  <a:gd name="connsiteX23" fmla="*/ 28715 w 40605"/>
                  <a:gd name="connsiteY23" fmla="*/ 27296 h 40315"/>
                  <a:gd name="connsiteX24" fmla="*/ 30525 w 40605"/>
                  <a:gd name="connsiteY24" fmla="*/ 31106 h 40315"/>
                  <a:gd name="connsiteX25" fmla="*/ 31858 w 40605"/>
                  <a:gd name="connsiteY25" fmla="*/ 32820 h 40315"/>
                  <a:gd name="connsiteX26" fmla="*/ 32715 w 40605"/>
                  <a:gd name="connsiteY26" fmla="*/ 34440 h 40315"/>
                  <a:gd name="connsiteX27" fmla="*/ 35001 w 40605"/>
                  <a:gd name="connsiteY27" fmla="*/ 37297 h 40315"/>
                  <a:gd name="connsiteX28" fmla="*/ 35763 w 40605"/>
                  <a:gd name="connsiteY28" fmla="*/ 38345 h 40315"/>
                  <a:gd name="connsiteX29" fmla="*/ 35001 w 40605"/>
                  <a:gd name="connsiteY29" fmla="*/ 38916 h 40315"/>
                  <a:gd name="connsiteX30" fmla="*/ 34239 w 40605"/>
                  <a:gd name="connsiteY30" fmla="*/ 39964 h 40315"/>
                  <a:gd name="connsiteX31" fmla="*/ 31953 w 40605"/>
                  <a:gd name="connsiteY31" fmla="*/ 39964 h 40315"/>
                  <a:gd name="connsiteX32" fmla="*/ 31001 w 40605"/>
                  <a:gd name="connsiteY32" fmla="*/ 39964 h 40315"/>
                  <a:gd name="connsiteX33" fmla="*/ 30144 w 40605"/>
                  <a:gd name="connsiteY33" fmla="*/ 39964 h 40315"/>
                  <a:gd name="connsiteX34" fmla="*/ 28620 w 40605"/>
                  <a:gd name="connsiteY34" fmla="*/ 38916 h 40315"/>
                  <a:gd name="connsiteX35" fmla="*/ 27000 w 40605"/>
                  <a:gd name="connsiteY35" fmla="*/ 38059 h 40315"/>
                  <a:gd name="connsiteX36" fmla="*/ 25667 w 40605"/>
                  <a:gd name="connsiteY36" fmla="*/ 36916 h 40315"/>
                  <a:gd name="connsiteX37" fmla="*/ 23667 w 40605"/>
                  <a:gd name="connsiteY37" fmla="*/ 35297 h 40315"/>
                  <a:gd name="connsiteX38" fmla="*/ 22905 w 40605"/>
                  <a:gd name="connsiteY38" fmla="*/ 33678 h 40315"/>
                  <a:gd name="connsiteX39" fmla="*/ 22905 w 40605"/>
                  <a:gd name="connsiteY39" fmla="*/ 29106 h 40315"/>
                  <a:gd name="connsiteX40" fmla="*/ 22333 w 40605"/>
                  <a:gd name="connsiteY40" fmla="*/ 25010 h 40315"/>
                  <a:gd name="connsiteX41" fmla="*/ 21762 w 40605"/>
                  <a:gd name="connsiteY41" fmla="*/ 22629 h 40315"/>
                  <a:gd name="connsiteX42" fmla="*/ 20333 w 40605"/>
                  <a:gd name="connsiteY42" fmla="*/ 18247 h 40315"/>
                  <a:gd name="connsiteX43" fmla="*/ 16332 w 40605"/>
                  <a:gd name="connsiteY43" fmla="*/ 20247 h 40315"/>
                  <a:gd name="connsiteX44" fmla="*/ 11474 w 40605"/>
                  <a:gd name="connsiteY44" fmla="*/ 21390 h 40315"/>
                  <a:gd name="connsiteX45" fmla="*/ 7188 w 40605"/>
                  <a:gd name="connsiteY45" fmla="*/ 21390 h 40315"/>
                  <a:gd name="connsiteX46" fmla="*/ 4140 w 40605"/>
                  <a:gd name="connsiteY46" fmla="*/ 21390 h 40315"/>
                  <a:gd name="connsiteX47" fmla="*/ 1664 w 40605"/>
                  <a:gd name="connsiteY47" fmla="*/ 20628 h 40315"/>
                  <a:gd name="connsiteX48" fmla="*/ 426 w 40605"/>
                  <a:gd name="connsiteY48" fmla="*/ 20628 h 40315"/>
                  <a:gd name="connsiteX49" fmla="*/ 426 w 40605"/>
                  <a:gd name="connsiteY49" fmla="*/ 19486 h 40315"/>
                  <a:gd name="connsiteX50" fmla="*/ 426 w 40605"/>
                  <a:gd name="connsiteY50" fmla="*/ 17866 h 40315"/>
                  <a:gd name="connsiteX51" fmla="*/ -336 w 40605"/>
                  <a:gd name="connsiteY51" fmla="*/ 16914 h 40315"/>
                  <a:gd name="connsiteX52" fmla="*/ 711 w 40605"/>
                  <a:gd name="connsiteY52" fmla="*/ 16914 h 40315"/>
                  <a:gd name="connsiteX53" fmla="*/ 2807 w 40605"/>
                  <a:gd name="connsiteY53" fmla="*/ 16914 h 40315"/>
                  <a:gd name="connsiteX54" fmla="*/ 4236 w 40605"/>
                  <a:gd name="connsiteY54" fmla="*/ 16914 h 40315"/>
                  <a:gd name="connsiteX55" fmla="*/ 5188 w 40605"/>
                  <a:gd name="connsiteY55" fmla="*/ 16914 h 40315"/>
                  <a:gd name="connsiteX56" fmla="*/ 12713 w 40605"/>
                  <a:gd name="connsiteY56" fmla="*/ 15104 h 40315"/>
                  <a:gd name="connsiteX57" fmla="*/ 16523 w 40605"/>
                  <a:gd name="connsiteY57" fmla="*/ 12818 h 40315"/>
                  <a:gd name="connsiteX58" fmla="*/ 17761 w 40605"/>
                  <a:gd name="connsiteY58" fmla="*/ 11675 h 40315"/>
                  <a:gd name="connsiteX59" fmla="*/ 16713 w 40605"/>
                  <a:gd name="connsiteY59" fmla="*/ 11199 h 40315"/>
                  <a:gd name="connsiteX60" fmla="*/ 15951 w 40605"/>
                  <a:gd name="connsiteY60" fmla="*/ 11199 h 40315"/>
                  <a:gd name="connsiteX61" fmla="*/ 14808 w 40605"/>
                  <a:gd name="connsiteY61" fmla="*/ 11199 h 40315"/>
                  <a:gd name="connsiteX62" fmla="*/ 13856 w 40605"/>
                  <a:gd name="connsiteY62" fmla="*/ 10627 h 40315"/>
                  <a:gd name="connsiteX63" fmla="*/ 12808 w 40605"/>
                  <a:gd name="connsiteY63" fmla="*/ 9103 h 40315"/>
                  <a:gd name="connsiteX64" fmla="*/ 12332 w 40605"/>
                  <a:gd name="connsiteY64" fmla="*/ 5960 h 40315"/>
                  <a:gd name="connsiteX65" fmla="*/ 13570 w 40605"/>
                  <a:gd name="connsiteY65" fmla="*/ 4913 h 40315"/>
                  <a:gd name="connsiteX66" fmla="*/ 14809 w 40605"/>
                  <a:gd name="connsiteY66" fmla="*/ 4913 h 40315"/>
                  <a:gd name="connsiteX67" fmla="*/ 16047 w 40605"/>
                  <a:gd name="connsiteY67" fmla="*/ 4912 h 40315"/>
                  <a:gd name="connsiteX68" fmla="*/ 17285 w 40605"/>
                  <a:gd name="connsiteY68" fmla="*/ 4912 h 40315"/>
                  <a:gd name="connsiteX69" fmla="*/ 19380 w 40605"/>
                  <a:gd name="connsiteY69" fmla="*/ 6151 h 40315"/>
                  <a:gd name="connsiteX70" fmla="*/ 23571 w 40605"/>
                  <a:gd name="connsiteY70" fmla="*/ 6912 h 40315"/>
                  <a:gd name="connsiteX71" fmla="*/ 26048 w 40605"/>
                  <a:gd name="connsiteY71" fmla="*/ 4150 h 40315"/>
                  <a:gd name="connsiteX72" fmla="*/ 27477 w 40605"/>
                  <a:gd name="connsiteY72" fmla="*/ 2245 h 40315"/>
                  <a:gd name="connsiteX73" fmla="*/ 28334 w 40605"/>
                  <a:gd name="connsiteY73" fmla="*/ 435 h 40315"/>
                  <a:gd name="connsiteX74" fmla="*/ 29286 w 40605"/>
                  <a:gd name="connsiteY74" fmla="*/ 436 h 40315"/>
                  <a:gd name="connsiteX75" fmla="*/ 30620 w 40605"/>
                  <a:gd name="connsiteY75" fmla="*/ 1388 h 40315"/>
                  <a:gd name="connsiteX76" fmla="*/ 31858 w 40605"/>
                  <a:gd name="connsiteY76" fmla="*/ 1388 h 40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40605" h="40315">
                    <a:moveTo>
                      <a:pt x="31001" y="-136"/>
                    </a:moveTo>
                    <a:cubicBezTo>
                      <a:pt x="31001" y="-136"/>
                      <a:pt x="32906" y="721"/>
                      <a:pt x="32906" y="1102"/>
                    </a:cubicBezTo>
                    <a:cubicBezTo>
                      <a:pt x="32946" y="1878"/>
                      <a:pt x="33248" y="2616"/>
                      <a:pt x="33763" y="3198"/>
                    </a:cubicBezTo>
                    <a:cubicBezTo>
                      <a:pt x="33763" y="3864"/>
                      <a:pt x="33763" y="3960"/>
                      <a:pt x="33763" y="4531"/>
                    </a:cubicBezTo>
                    <a:cubicBezTo>
                      <a:pt x="33763" y="5103"/>
                      <a:pt x="33763" y="5484"/>
                      <a:pt x="33287" y="5769"/>
                    </a:cubicBezTo>
                    <a:lnTo>
                      <a:pt x="31382" y="7294"/>
                    </a:lnTo>
                    <a:cubicBezTo>
                      <a:pt x="31382" y="7294"/>
                      <a:pt x="30429" y="8246"/>
                      <a:pt x="30620" y="8436"/>
                    </a:cubicBezTo>
                    <a:cubicBezTo>
                      <a:pt x="30935" y="8492"/>
                      <a:pt x="31257" y="8492"/>
                      <a:pt x="31572" y="8436"/>
                    </a:cubicBezTo>
                    <a:lnTo>
                      <a:pt x="32811" y="8436"/>
                    </a:lnTo>
                    <a:lnTo>
                      <a:pt x="34239" y="8436"/>
                    </a:lnTo>
                    <a:cubicBezTo>
                      <a:pt x="34906" y="8436"/>
                      <a:pt x="35954" y="8436"/>
                      <a:pt x="36239" y="8436"/>
                    </a:cubicBezTo>
                    <a:cubicBezTo>
                      <a:pt x="36525" y="8436"/>
                      <a:pt x="38335" y="9103"/>
                      <a:pt x="38335" y="9675"/>
                    </a:cubicBezTo>
                    <a:cubicBezTo>
                      <a:pt x="38335" y="10246"/>
                      <a:pt x="39002" y="10627"/>
                      <a:pt x="39859" y="11294"/>
                    </a:cubicBezTo>
                    <a:cubicBezTo>
                      <a:pt x="40716" y="11961"/>
                      <a:pt x="39859" y="13389"/>
                      <a:pt x="39859" y="14437"/>
                    </a:cubicBezTo>
                    <a:cubicBezTo>
                      <a:pt x="39859" y="15485"/>
                      <a:pt x="39859" y="15104"/>
                      <a:pt x="39002" y="14437"/>
                    </a:cubicBezTo>
                    <a:cubicBezTo>
                      <a:pt x="38145" y="13770"/>
                      <a:pt x="38240" y="14437"/>
                      <a:pt x="37573" y="14437"/>
                    </a:cubicBezTo>
                    <a:cubicBezTo>
                      <a:pt x="36593" y="14562"/>
                      <a:pt x="35601" y="14562"/>
                      <a:pt x="34620" y="14437"/>
                    </a:cubicBezTo>
                    <a:cubicBezTo>
                      <a:pt x="34050" y="14484"/>
                      <a:pt x="33477" y="14484"/>
                      <a:pt x="32906" y="14437"/>
                    </a:cubicBezTo>
                    <a:lnTo>
                      <a:pt x="31287" y="13675"/>
                    </a:lnTo>
                    <a:cubicBezTo>
                      <a:pt x="30320" y="13424"/>
                      <a:pt x="29331" y="13264"/>
                      <a:pt x="28334" y="13199"/>
                    </a:cubicBezTo>
                    <a:cubicBezTo>
                      <a:pt x="27821" y="13377"/>
                      <a:pt x="27339" y="13634"/>
                      <a:pt x="26905" y="13961"/>
                    </a:cubicBezTo>
                    <a:cubicBezTo>
                      <a:pt x="26238" y="13961"/>
                      <a:pt x="26048" y="15580"/>
                      <a:pt x="26048" y="15961"/>
                    </a:cubicBezTo>
                    <a:cubicBezTo>
                      <a:pt x="26298" y="18152"/>
                      <a:pt x="26843" y="20299"/>
                      <a:pt x="27667" y="22343"/>
                    </a:cubicBezTo>
                    <a:cubicBezTo>
                      <a:pt x="27667" y="23295"/>
                      <a:pt x="27667" y="26058"/>
                      <a:pt x="28715" y="27296"/>
                    </a:cubicBezTo>
                    <a:cubicBezTo>
                      <a:pt x="29438" y="28506"/>
                      <a:pt x="30044" y="29781"/>
                      <a:pt x="30525" y="31106"/>
                    </a:cubicBezTo>
                    <a:cubicBezTo>
                      <a:pt x="30524" y="31773"/>
                      <a:pt x="31572" y="32344"/>
                      <a:pt x="31858" y="32820"/>
                    </a:cubicBezTo>
                    <a:cubicBezTo>
                      <a:pt x="32144" y="33297"/>
                      <a:pt x="32430" y="34154"/>
                      <a:pt x="32715" y="34440"/>
                    </a:cubicBezTo>
                    <a:cubicBezTo>
                      <a:pt x="33530" y="35349"/>
                      <a:pt x="34293" y="36303"/>
                      <a:pt x="35001" y="37297"/>
                    </a:cubicBezTo>
                    <a:cubicBezTo>
                      <a:pt x="35001" y="37297"/>
                      <a:pt x="35763" y="37964"/>
                      <a:pt x="35763" y="38345"/>
                    </a:cubicBezTo>
                    <a:cubicBezTo>
                      <a:pt x="35763" y="38726"/>
                      <a:pt x="35192" y="38345"/>
                      <a:pt x="35001" y="38916"/>
                    </a:cubicBezTo>
                    <a:cubicBezTo>
                      <a:pt x="34811" y="39488"/>
                      <a:pt x="35001" y="39774"/>
                      <a:pt x="34239" y="39964"/>
                    </a:cubicBezTo>
                    <a:cubicBezTo>
                      <a:pt x="33504" y="40251"/>
                      <a:pt x="32688" y="40251"/>
                      <a:pt x="31953" y="39964"/>
                    </a:cubicBezTo>
                    <a:cubicBezTo>
                      <a:pt x="31953" y="39964"/>
                      <a:pt x="31287" y="39964"/>
                      <a:pt x="31001" y="39964"/>
                    </a:cubicBezTo>
                    <a:cubicBezTo>
                      <a:pt x="30718" y="40018"/>
                      <a:pt x="30427" y="40018"/>
                      <a:pt x="30144" y="39964"/>
                    </a:cubicBezTo>
                    <a:lnTo>
                      <a:pt x="28620" y="38916"/>
                    </a:lnTo>
                    <a:cubicBezTo>
                      <a:pt x="28043" y="38705"/>
                      <a:pt x="27499" y="38417"/>
                      <a:pt x="27000" y="38059"/>
                    </a:cubicBezTo>
                    <a:cubicBezTo>
                      <a:pt x="27000" y="38059"/>
                      <a:pt x="25953" y="37393"/>
                      <a:pt x="25667" y="36916"/>
                    </a:cubicBezTo>
                    <a:cubicBezTo>
                      <a:pt x="25381" y="36440"/>
                      <a:pt x="24238" y="35869"/>
                      <a:pt x="23667" y="35297"/>
                    </a:cubicBezTo>
                    <a:cubicBezTo>
                      <a:pt x="23194" y="34890"/>
                      <a:pt x="22917" y="34301"/>
                      <a:pt x="22905" y="33678"/>
                    </a:cubicBezTo>
                    <a:cubicBezTo>
                      <a:pt x="22905" y="32249"/>
                      <a:pt x="23952" y="32249"/>
                      <a:pt x="22905" y="29106"/>
                    </a:cubicBezTo>
                    <a:cubicBezTo>
                      <a:pt x="22627" y="27754"/>
                      <a:pt x="22436" y="26386"/>
                      <a:pt x="22333" y="25010"/>
                    </a:cubicBezTo>
                    <a:cubicBezTo>
                      <a:pt x="22237" y="24196"/>
                      <a:pt x="22045" y="23397"/>
                      <a:pt x="21762" y="22629"/>
                    </a:cubicBezTo>
                    <a:cubicBezTo>
                      <a:pt x="20999" y="20914"/>
                      <a:pt x="20619" y="18723"/>
                      <a:pt x="20333" y="18247"/>
                    </a:cubicBezTo>
                    <a:cubicBezTo>
                      <a:pt x="20047" y="17771"/>
                      <a:pt x="17856" y="19771"/>
                      <a:pt x="16332" y="20247"/>
                    </a:cubicBezTo>
                    <a:cubicBezTo>
                      <a:pt x="14808" y="20724"/>
                      <a:pt x="13570" y="20724"/>
                      <a:pt x="11474" y="21390"/>
                    </a:cubicBezTo>
                    <a:cubicBezTo>
                      <a:pt x="10054" y="21613"/>
                      <a:pt x="8608" y="21613"/>
                      <a:pt x="7188" y="21390"/>
                    </a:cubicBezTo>
                    <a:lnTo>
                      <a:pt x="4140" y="21390"/>
                    </a:lnTo>
                    <a:cubicBezTo>
                      <a:pt x="3283" y="21390"/>
                      <a:pt x="2331" y="20724"/>
                      <a:pt x="1664" y="20628"/>
                    </a:cubicBezTo>
                    <a:lnTo>
                      <a:pt x="426" y="20628"/>
                    </a:lnTo>
                    <a:cubicBezTo>
                      <a:pt x="426" y="20628"/>
                      <a:pt x="426" y="19866"/>
                      <a:pt x="426" y="19486"/>
                    </a:cubicBezTo>
                    <a:cubicBezTo>
                      <a:pt x="426" y="19104"/>
                      <a:pt x="426" y="18247"/>
                      <a:pt x="426" y="17866"/>
                    </a:cubicBezTo>
                    <a:cubicBezTo>
                      <a:pt x="426" y="17485"/>
                      <a:pt x="-241" y="17199"/>
                      <a:pt x="-336" y="16914"/>
                    </a:cubicBezTo>
                    <a:cubicBezTo>
                      <a:pt x="-432" y="16628"/>
                      <a:pt x="-336" y="16342"/>
                      <a:pt x="711" y="16914"/>
                    </a:cubicBezTo>
                    <a:cubicBezTo>
                      <a:pt x="1403" y="17057"/>
                      <a:pt x="2116" y="17057"/>
                      <a:pt x="2807" y="16914"/>
                    </a:cubicBezTo>
                    <a:cubicBezTo>
                      <a:pt x="3280" y="16990"/>
                      <a:pt x="3762" y="16990"/>
                      <a:pt x="4236" y="16914"/>
                    </a:cubicBezTo>
                    <a:cubicBezTo>
                      <a:pt x="4236" y="16914"/>
                      <a:pt x="4902" y="16914"/>
                      <a:pt x="5188" y="16914"/>
                    </a:cubicBezTo>
                    <a:cubicBezTo>
                      <a:pt x="7732" y="16470"/>
                      <a:pt x="10245" y="15865"/>
                      <a:pt x="12713" y="15104"/>
                    </a:cubicBezTo>
                    <a:cubicBezTo>
                      <a:pt x="14145" y="14653"/>
                      <a:pt x="15451" y="13870"/>
                      <a:pt x="16523" y="12818"/>
                    </a:cubicBezTo>
                    <a:cubicBezTo>
                      <a:pt x="17022" y="12543"/>
                      <a:pt x="17447" y="12150"/>
                      <a:pt x="17761" y="11675"/>
                    </a:cubicBezTo>
                    <a:cubicBezTo>
                      <a:pt x="17761" y="11675"/>
                      <a:pt x="16999" y="11675"/>
                      <a:pt x="16713" y="11199"/>
                    </a:cubicBezTo>
                    <a:lnTo>
                      <a:pt x="15951" y="11199"/>
                    </a:lnTo>
                    <a:lnTo>
                      <a:pt x="14808" y="11199"/>
                    </a:lnTo>
                    <a:cubicBezTo>
                      <a:pt x="14418" y="11169"/>
                      <a:pt x="14065" y="10958"/>
                      <a:pt x="13856" y="10627"/>
                    </a:cubicBezTo>
                    <a:cubicBezTo>
                      <a:pt x="13856" y="10151"/>
                      <a:pt x="13856" y="9579"/>
                      <a:pt x="12808" y="9103"/>
                    </a:cubicBezTo>
                    <a:cubicBezTo>
                      <a:pt x="12027" y="8249"/>
                      <a:pt x="11839" y="7007"/>
                      <a:pt x="12332" y="5960"/>
                    </a:cubicBezTo>
                    <a:cubicBezTo>
                      <a:pt x="12509" y="5402"/>
                      <a:pt x="12990" y="4995"/>
                      <a:pt x="13570" y="4913"/>
                    </a:cubicBezTo>
                    <a:cubicBezTo>
                      <a:pt x="13980" y="4980"/>
                      <a:pt x="14398" y="4980"/>
                      <a:pt x="14809" y="4913"/>
                    </a:cubicBezTo>
                    <a:cubicBezTo>
                      <a:pt x="14808" y="4912"/>
                      <a:pt x="15570" y="4912"/>
                      <a:pt x="16047" y="4912"/>
                    </a:cubicBezTo>
                    <a:cubicBezTo>
                      <a:pt x="16453" y="4815"/>
                      <a:pt x="16878" y="4815"/>
                      <a:pt x="17285" y="4912"/>
                    </a:cubicBezTo>
                    <a:cubicBezTo>
                      <a:pt x="17285" y="4912"/>
                      <a:pt x="18618" y="5769"/>
                      <a:pt x="19380" y="6151"/>
                    </a:cubicBezTo>
                    <a:cubicBezTo>
                      <a:pt x="20709" y="6694"/>
                      <a:pt x="22137" y="6954"/>
                      <a:pt x="23571" y="6912"/>
                    </a:cubicBezTo>
                    <a:cubicBezTo>
                      <a:pt x="24127" y="5782"/>
                      <a:pt x="24984" y="4826"/>
                      <a:pt x="26048" y="4150"/>
                    </a:cubicBezTo>
                    <a:cubicBezTo>
                      <a:pt x="26569" y="3550"/>
                      <a:pt x="27047" y="2914"/>
                      <a:pt x="27477" y="2245"/>
                    </a:cubicBezTo>
                    <a:cubicBezTo>
                      <a:pt x="27898" y="1716"/>
                      <a:pt x="28192" y="1097"/>
                      <a:pt x="28334" y="435"/>
                    </a:cubicBezTo>
                    <a:cubicBezTo>
                      <a:pt x="28334" y="-41"/>
                      <a:pt x="28905" y="436"/>
                      <a:pt x="29286" y="436"/>
                    </a:cubicBezTo>
                    <a:cubicBezTo>
                      <a:pt x="29667" y="436"/>
                      <a:pt x="30239" y="1197"/>
                      <a:pt x="30620" y="1388"/>
                    </a:cubicBezTo>
                    <a:cubicBezTo>
                      <a:pt x="31001" y="1578"/>
                      <a:pt x="31572" y="1388"/>
                      <a:pt x="31858" y="1388"/>
                    </a:cubicBezTo>
                  </a:path>
                </a:pathLst>
              </a:custGeom>
              <a:solidFill>
                <a:srgbClr val="FFFFFF"/>
              </a:solidFill>
              <a:ln w="9525" cap="flat">
                <a:noFill/>
                <a:prstDash val="solid"/>
                <a:miter/>
              </a:ln>
            </p:spPr>
            <p:txBody>
              <a:bodyPr rtlCol="0" anchor="ctr"/>
              <a:lstStyle/>
              <a:p>
                <a:endParaRPr lang="zh-CN" altLang="en-US"/>
              </a:p>
            </p:txBody>
          </p:sp>
          <p:sp>
            <p:nvSpPr>
              <p:cNvPr id="211" name="任意多边形: 形状 210"/>
              <p:cNvSpPr/>
              <p:nvPr/>
            </p:nvSpPr>
            <p:spPr>
              <a:xfrm>
                <a:off x="5358147" y="2926313"/>
                <a:ext cx="326707" cy="82486"/>
              </a:xfrm>
              <a:custGeom>
                <a:avLst/>
                <a:gdLst>
                  <a:gd name="connsiteX0" fmla="*/ 162894 w 326707"/>
                  <a:gd name="connsiteY0" fmla="*/ 82351 h 82486"/>
                  <a:gd name="connsiteX1" fmla="*/ 135176 w 326707"/>
                  <a:gd name="connsiteY1" fmla="*/ 76350 h 82486"/>
                  <a:gd name="connsiteX2" fmla="*/ 143177 w 326707"/>
                  <a:gd name="connsiteY2" fmla="*/ 44536 h 82486"/>
                  <a:gd name="connsiteX3" fmla="*/ 19352 w 326707"/>
                  <a:gd name="connsiteY3" fmla="*/ 21771 h 82486"/>
                  <a:gd name="connsiteX4" fmla="*/ -365 w 326707"/>
                  <a:gd name="connsiteY4" fmla="*/ -136 h 82486"/>
                  <a:gd name="connsiteX5" fmla="*/ 30877 w 326707"/>
                  <a:gd name="connsiteY5" fmla="*/ 4817 h 82486"/>
                  <a:gd name="connsiteX6" fmla="*/ 133842 w 326707"/>
                  <a:gd name="connsiteY6" fmla="*/ 5674 h 82486"/>
                  <a:gd name="connsiteX7" fmla="*/ 162989 w 326707"/>
                  <a:gd name="connsiteY7" fmla="*/ 5674 h 82486"/>
                  <a:gd name="connsiteX8" fmla="*/ 192135 w 326707"/>
                  <a:gd name="connsiteY8" fmla="*/ 5674 h 82486"/>
                  <a:gd name="connsiteX9" fmla="*/ 295100 w 326707"/>
                  <a:gd name="connsiteY9" fmla="*/ 4817 h 82486"/>
                  <a:gd name="connsiteX10" fmla="*/ 326342 w 326707"/>
                  <a:gd name="connsiteY10" fmla="*/ -136 h 82486"/>
                  <a:gd name="connsiteX11" fmla="*/ 306721 w 326707"/>
                  <a:gd name="connsiteY11" fmla="*/ 21771 h 82486"/>
                  <a:gd name="connsiteX12" fmla="*/ 182896 w 326707"/>
                  <a:gd name="connsiteY12" fmla="*/ 44536 h 82486"/>
                  <a:gd name="connsiteX13" fmla="*/ 190897 w 326707"/>
                  <a:gd name="connsiteY13" fmla="*/ 76350 h 82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707" h="82486">
                    <a:moveTo>
                      <a:pt x="162894" y="82351"/>
                    </a:moveTo>
                    <a:lnTo>
                      <a:pt x="135176" y="76350"/>
                    </a:lnTo>
                    <a:lnTo>
                      <a:pt x="143177" y="44536"/>
                    </a:lnTo>
                    <a:cubicBezTo>
                      <a:pt x="101245" y="41102"/>
                      <a:pt x="59763" y="33475"/>
                      <a:pt x="19352" y="21771"/>
                    </a:cubicBezTo>
                    <a:cubicBezTo>
                      <a:pt x="11564" y="15662"/>
                      <a:pt x="4893" y="8250"/>
                      <a:pt x="-365" y="-136"/>
                    </a:cubicBezTo>
                    <a:cubicBezTo>
                      <a:pt x="9900" y="2347"/>
                      <a:pt x="20347" y="4003"/>
                      <a:pt x="30877" y="4817"/>
                    </a:cubicBezTo>
                    <a:cubicBezTo>
                      <a:pt x="58785" y="5865"/>
                      <a:pt x="102410" y="2245"/>
                      <a:pt x="133842" y="5674"/>
                    </a:cubicBezTo>
                    <a:lnTo>
                      <a:pt x="162989" y="5674"/>
                    </a:lnTo>
                    <a:lnTo>
                      <a:pt x="192135" y="5674"/>
                    </a:lnTo>
                    <a:cubicBezTo>
                      <a:pt x="223568" y="2245"/>
                      <a:pt x="267288" y="5674"/>
                      <a:pt x="295100" y="4817"/>
                    </a:cubicBezTo>
                    <a:cubicBezTo>
                      <a:pt x="305630" y="4003"/>
                      <a:pt x="316077" y="2347"/>
                      <a:pt x="326342" y="-136"/>
                    </a:cubicBezTo>
                    <a:cubicBezTo>
                      <a:pt x="321105" y="8236"/>
                      <a:pt x="314468" y="15647"/>
                      <a:pt x="306721" y="21771"/>
                    </a:cubicBezTo>
                    <a:cubicBezTo>
                      <a:pt x="266307" y="33462"/>
                      <a:pt x="224826" y="41088"/>
                      <a:pt x="182896" y="44536"/>
                    </a:cubicBezTo>
                    <a:lnTo>
                      <a:pt x="190897" y="76350"/>
                    </a:lnTo>
                    <a:close/>
                  </a:path>
                </a:pathLst>
              </a:custGeom>
              <a:solidFill>
                <a:srgbClr val="009944"/>
              </a:solidFill>
              <a:ln w="9525" cap="flat">
                <a:noFill/>
                <a:prstDash val="solid"/>
                <a:miter/>
              </a:ln>
            </p:spPr>
            <p:txBody>
              <a:bodyPr rtlCol="0" anchor="ctr"/>
              <a:lstStyle/>
              <a:p>
                <a:endParaRPr lang="zh-CN" altLang="en-US"/>
              </a:p>
            </p:txBody>
          </p:sp>
          <p:sp>
            <p:nvSpPr>
              <p:cNvPr id="212" name="任意多边形: 形状 211"/>
              <p:cNvSpPr/>
              <p:nvPr/>
            </p:nvSpPr>
            <p:spPr>
              <a:xfrm>
                <a:off x="5371577" y="2887260"/>
                <a:ext cx="299846" cy="83344"/>
              </a:xfrm>
              <a:custGeom>
                <a:avLst/>
                <a:gdLst>
                  <a:gd name="connsiteX0" fmla="*/ 149463 w 299846"/>
                  <a:gd name="connsiteY0" fmla="*/ 6151 h 83344"/>
                  <a:gd name="connsiteX1" fmla="*/ 191564 w 299846"/>
                  <a:gd name="connsiteY1" fmla="*/ 6151 h 83344"/>
                  <a:gd name="connsiteX2" fmla="*/ 277289 w 299846"/>
                  <a:gd name="connsiteY2" fmla="*/ 2722 h 83344"/>
                  <a:gd name="connsiteX3" fmla="*/ 299482 w 299846"/>
                  <a:gd name="connsiteY3" fmla="*/ -135 h 83344"/>
                  <a:gd name="connsiteX4" fmla="*/ 279289 w 299846"/>
                  <a:gd name="connsiteY4" fmla="*/ 21391 h 83344"/>
                  <a:gd name="connsiteX5" fmla="*/ 254619 w 299846"/>
                  <a:gd name="connsiteY5" fmla="*/ 32631 h 83344"/>
                  <a:gd name="connsiteX6" fmla="*/ 195278 w 299846"/>
                  <a:gd name="connsiteY6" fmla="*/ 45871 h 83344"/>
                  <a:gd name="connsiteX7" fmla="*/ 168799 w 299846"/>
                  <a:gd name="connsiteY7" fmla="*/ 48823 h 83344"/>
                  <a:gd name="connsiteX8" fmla="*/ 176229 w 299846"/>
                  <a:gd name="connsiteY8" fmla="*/ 78636 h 83344"/>
                  <a:gd name="connsiteX9" fmla="*/ 149558 w 299846"/>
                  <a:gd name="connsiteY9" fmla="*/ 83208 h 83344"/>
                  <a:gd name="connsiteX10" fmla="*/ 122889 w 299846"/>
                  <a:gd name="connsiteY10" fmla="*/ 78636 h 83344"/>
                  <a:gd name="connsiteX11" fmla="*/ 130318 w 299846"/>
                  <a:gd name="connsiteY11" fmla="*/ 48823 h 83344"/>
                  <a:gd name="connsiteX12" fmla="*/ 103839 w 299846"/>
                  <a:gd name="connsiteY12" fmla="*/ 45870 h 83344"/>
                  <a:gd name="connsiteX13" fmla="*/ 44498 w 299846"/>
                  <a:gd name="connsiteY13" fmla="*/ 32630 h 83344"/>
                  <a:gd name="connsiteX14" fmla="*/ 19828 w 299846"/>
                  <a:gd name="connsiteY14" fmla="*/ 21391 h 83344"/>
                  <a:gd name="connsiteX15" fmla="*/ -365 w 299846"/>
                  <a:gd name="connsiteY15" fmla="*/ -136 h 83344"/>
                  <a:gd name="connsiteX16" fmla="*/ 21828 w 299846"/>
                  <a:gd name="connsiteY16" fmla="*/ 2721 h 83344"/>
                  <a:gd name="connsiteX17" fmla="*/ 107553 w 299846"/>
                  <a:gd name="connsiteY17" fmla="*/ 6150 h 83344"/>
                  <a:gd name="connsiteX18" fmla="*/ 149654 w 299846"/>
                  <a:gd name="connsiteY18" fmla="*/ 6151 h 8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9846" h="83344">
                    <a:moveTo>
                      <a:pt x="149463" y="6151"/>
                    </a:moveTo>
                    <a:cubicBezTo>
                      <a:pt x="170323" y="6151"/>
                      <a:pt x="191659" y="6151"/>
                      <a:pt x="191564" y="6151"/>
                    </a:cubicBezTo>
                    <a:cubicBezTo>
                      <a:pt x="219999" y="2694"/>
                      <a:pt x="248668" y="1547"/>
                      <a:pt x="277289" y="2722"/>
                    </a:cubicBezTo>
                    <a:cubicBezTo>
                      <a:pt x="284757" y="2441"/>
                      <a:pt x="292185" y="1485"/>
                      <a:pt x="299482" y="-135"/>
                    </a:cubicBezTo>
                    <a:cubicBezTo>
                      <a:pt x="294242" y="8306"/>
                      <a:pt x="287378" y="15623"/>
                      <a:pt x="279289" y="21391"/>
                    </a:cubicBezTo>
                    <a:cubicBezTo>
                      <a:pt x="271430" y="25890"/>
                      <a:pt x="263171" y="29653"/>
                      <a:pt x="254619" y="32631"/>
                    </a:cubicBezTo>
                    <a:cubicBezTo>
                      <a:pt x="235136" y="38283"/>
                      <a:pt x="215317" y="42705"/>
                      <a:pt x="195278" y="45871"/>
                    </a:cubicBezTo>
                    <a:cubicBezTo>
                      <a:pt x="185754" y="47013"/>
                      <a:pt x="176800" y="48156"/>
                      <a:pt x="168799" y="48823"/>
                    </a:cubicBezTo>
                    <a:lnTo>
                      <a:pt x="176229" y="78636"/>
                    </a:lnTo>
                    <a:lnTo>
                      <a:pt x="149558" y="83208"/>
                    </a:lnTo>
                    <a:lnTo>
                      <a:pt x="122889" y="78636"/>
                    </a:lnTo>
                    <a:lnTo>
                      <a:pt x="130318" y="48823"/>
                    </a:lnTo>
                    <a:cubicBezTo>
                      <a:pt x="122317" y="48156"/>
                      <a:pt x="113078" y="47013"/>
                      <a:pt x="103839" y="45870"/>
                    </a:cubicBezTo>
                    <a:cubicBezTo>
                      <a:pt x="83800" y="42705"/>
                      <a:pt x="63981" y="38283"/>
                      <a:pt x="44498" y="32630"/>
                    </a:cubicBezTo>
                    <a:cubicBezTo>
                      <a:pt x="35946" y="29652"/>
                      <a:pt x="27687" y="25889"/>
                      <a:pt x="19828" y="21391"/>
                    </a:cubicBezTo>
                    <a:cubicBezTo>
                      <a:pt x="11739" y="15622"/>
                      <a:pt x="4875" y="8305"/>
                      <a:pt x="-365" y="-136"/>
                    </a:cubicBezTo>
                    <a:cubicBezTo>
                      <a:pt x="6931" y="1484"/>
                      <a:pt x="14359" y="2441"/>
                      <a:pt x="21828" y="2721"/>
                    </a:cubicBezTo>
                    <a:cubicBezTo>
                      <a:pt x="50449" y="1547"/>
                      <a:pt x="79118" y="2694"/>
                      <a:pt x="107553" y="6150"/>
                    </a:cubicBezTo>
                    <a:cubicBezTo>
                      <a:pt x="107553" y="6151"/>
                      <a:pt x="128794" y="6151"/>
                      <a:pt x="149654" y="6151"/>
                    </a:cubicBezTo>
                  </a:path>
                </a:pathLst>
              </a:custGeom>
              <a:solidFill>
                <a:srgbClr val="13AE67"/>
              </a:solidFill>
              <a:ln w="9525" cap="flat">
                <a:noFill/>
                <a:prstDash val="solid"/>
                <a:miter/>
              </a:ln>
            </p:spPr>
            <p:txBody>
              <a:bodyPr rtlCol="0" anchor="ctr"/>
              <a:lstStyle/>
              <a:p>
                <a:endParaRPr lang="zh-CN" altLang="en-US"/>
              </a:p>
            </p:txBody>
          </p:sp>
          <p:sp>
            <p:nvSpPr>
              <p:cNvPr id="213" name="任意多边形: 形状 212"/>
              <p:cNvSpPr/>
              <p:nvPr/>
            </p:nvSpPr>
            <p:spPr>
              <a:xfrm>
                <a:off x="5388627" y="2847541"/>
                <a:ext cx="266319" cy="85725"/>
              </a:xfrm>
              <a:custGeom>
                <a:avLst/>
                <a:gdLst>
                  <a:gd name="connsiteX0" fmla="*/ 132699 w 266319"/>
                  <a:gd name="connsiteY0" fmla="*/ 85589 h 85725"/>
                  <a:gd name="connsiteX1" fmla="*/ 132223 w 266319"/>
                  <a:gd name="connsiteY1" fmla="*/ 85589 h 85725"/>
                  <a:gd name="connsiteX2" fmla="*/ 107077 w 266319"/>
                  <a:gd name="connsiteY2" fmla="*/ 82637 h 85725"/>
                  <a:gd name="connsiteX3" fmla="*/ 113840 w 266319"/>
                  <a:gd name="connsiteY3" fmla="*/ 54062 h 85725"/>
                  <a:gd name="connsiteX4" fmla="*/ 91551 w 266319"/>
                  <a:gd name="connsiteY4" fmla="*/ 52728 h 85725"/>
                  <a:gd name="connsiteX5" fmla="*/ 43355 w 266319"/>
                  <a:gd name="connsiteY5" fmla="*/ 38536 h 85725"/>
                  <a:gd name="connsiteX6" fmla="*/ 18685 w 266319"/>
                  <a:gd name="connsiteY6" fmla="*/ 22629 h 85725"/>
                  <a:gd name="connsiteX7" fmla="*/ -365 w 266319"/>
                  <a:gd name="connsiteY7" fmla="*/ -136 h 85725"/>
                  <a:gd name="connsiteX8" fmla="*/ 21352 w 266319"/>
                  <a:gd name="connsiteY8" fmla="*/ 2627 h 85725"/>
                  <a:gd name="connsiteX9" fmla="*/ 91456 w 266319"/>
                  <a:gd name="connsiteY9" fmla="*/ 6818 h 85725"/>
                  <a:gd name="connsiteX10" fmla="*/ 132794 w 266319"/>
                  <a:gd name="connsiteY10" fmla="*/ 6818 h 85725"/>
                  <a:gd name="connsiteX11" fmla="*/ 174133 w 266319"/>
                  <a:gd name="connsiteY11" fmla="*/ 6818 h 85725"/>
                  <a:gd name="connsiteX12" fmla="*/ 244237 w 266319"/>
                  <a:gd name="connsiteY12" fmla="*/ 2627 h 85725"/>
                  <a:gd name="connsiteX13" fmla="*/ 265954 w 266319"/>
                  <a:gd name="connsiteY13" fmla="*/ -136 h 85725"/>
                  <a:gd name="connsiteX14" fmla="*/ 246904 w 266319"/>
                  <a:gd name="connsiteY14" fmla="*/ 22629 h 85725"/>
                  <a:gd name="connsiteX15" fmla="*/ 222234 w 266319"/>
                  <a:gd name="connsiteY15" fmla="*/ 38536 h 85725"/>
                  <a:gd name="connsiteX16" fmla="*/ 174038 w 266319"/>
                  <a:gd name="connsiteY16" fmla="*/ 52728 h 85725"/>
                  <a:gd name="connsiteX17" fmla="*/ 151654 w 266319"/>
                  <a:gd name="connsiteY17" fmla="*/ 54062 h 85725"/>
                  <a:gd name="connsiteX18" fmla="*/ 158417 w 266319"/>
                  <a:gd name="connsiteY18" fmla="*/ 82637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6319" h="85725">
                    <a:moveTo>
                      <a:pt x="132699" y="85589"/>
                    </a:moveTo>
                    <a:lnTo>
                      <a:pt x="132223" y="85589"/>
                    </a:lnTo>
                    <a:lnTo>
                      <a:pt x="107077" y="82637"/>
                    </a:lnTo>
                    <a:lnTo>
                      <a:pt x="113840" y="54062"/>
                    </a:lnTo>
                    <a:cubicBezTo>
                      <a:pt x="106384" y="54659"/>
                      <a:pt x="98882" y="54210"/>
                      <a:pt x="91551" y="52728"/>
                    </a:cubicBezTo>
                    <a:cubicBezTo>
                      <a:pt x="74928" y="50153"/>
                      <a:pt x="58721" y="45380"/>
                      <a:pt x="43355" y="38536"/>
                    </a:cubicBezTo>
                    <a:cubicBezTo>
                      <a:pt x="34466" y="34344"/>
                      <a:pt x="26171" y="28996"/>
                      <a:pt x="18685" y="22629"/>
                    </a:cubicBezTo>
                    <a:cubicBezTo>
                      <a:pt x="11003" y="16263"/>
                      <a:pt x="4548" y="8548"/>
                      <a:pt x="-365" y="-136"/>
                    </a:cubicBezTo>
                    <a:cubicBezTo>
                      <a:pt x="-365" y="-136"/>
                      <a:pt x="14684" y="2246"/>
                      <a:pt x="21352" y="2627"/>
                    </a:cubicBezTo>
                    <a:cubicBezTo>
                      <a:pt x="34020" y="3198"/>
                      <a:pt x="58404" y="4055"/>
                      <a:pt x="91456" y="6818"/>
                    </a:cubicBezTo>
                    <a:cubicBezTo>
                      <a:pt x="91456" y="6818"/>
                      <a:pt x="112411" y="6818"/>
                      <a:pt x="132794" y="6818"/>
                    </a:cubicBezTo>
                    <a:cubicBezTo>
                      <a:pt x="153178" y="6818"/>
                      <a:pt x="173942" y="6818"/>
                      <a:pt x="174133" y="6818"/>
                    </a:cubicBezTo>
                    <a:cubicBezTo>
                      <a:pt x="207185" y="4055"/>
                      <a:pt x="231283" y="3198"/>
                      <a:pt x="244237" y="2627"/>
                    </a:cubicBezTo>
                    <a:cubicBezTo>
                      <a:pt x="250904" y="2627"/>
                      <a:pt x="266049" y="55"/>
                      <a:pt x="265954" y="-136"/>
                    </a:cubicBezTo>
                    <a:cubicBezTo>
                      <a:pt x="261024" y="8536"/>
                      <a:pt x="254571" y="16248"/>
                      <a:pt x="246904" y="22629"/>
                    </a:cubicBezTo>
                    <a:cubicBezTo>
                      <a:pt x="239402" y="28975"/>
                      <a:pt x="231110" y="34322"/>
                      <a:pt x="222234" y="38536"/>
                    </a:cubicBezTo>
                    <a:cubicBezTo>
                      <a:pt x="206859" y="45355"/>
                      <a:pt x="190655" y="50127"/>
                      <a:pt x="174038" y="52728"/>
                    </a:cubicBezTo>
                    <a:cubicBezTo>
                      <a:pt x="166675" y="54209"/>
                      <a:pt x="159141" y="54658"/>
                      <a:pt x="151654" y="54062"/>
                    </a:cubicBezTo>
                    <a:lnTo>
                      <a:pt x="158417" y="82637"/>
                    </a:lnTo>
                    <a:close/>
                  </a:path>
                </a:pathLst>
              </a:custGeom>
              <a:solidFill>
                <a:srgbClr val="89C997"/>
              </a:solidFill>
              <a:ln w="9525" cap="flat">
                <a:noFill/>
                <a:prstDash val="solid"/>
                <a:miter/>
              </a:ln>
            </p:spPr>
            <p:txBody>
              <a:bodyPr rtlCol="0" anchor="ctr"/>
              <a:lstStyle/>
              <a:p>
                <a:endParaRPr lang="zh-CN" altLang="en-US" dirty="0"/>
              </a:p>
            </p:txBody>
          </p:sp>
          <p:sp>
            <p:nvSpPr>
              <p:cNvPr id="214" name="任意多边形: 形状 213"/>
              <p:cNvSpPr/>
              <p:nvPr/>
            </p:nvSpPr>
            <p:spPr>
              <a:xfrm>
                <a:off x="5404248" y="2802869"/>
                <a:ext cx="234124" cy="88868"/>
              </a:xfrm>
              <a:custGeom>
                <a:avLst/>
                <a:gdLst>
                  <a:gd name="connsiteX0" fmla="*/ 116793 w 234124"/>
                  <a:gd name="connsiteY0" fmla="*/ 88732 h 88868"/>
                  <a:gd name="connsiteX1" fmla="*/ 92790 w 234124"/>
                  <a:gd name="connsiteY1" fmla="*/ 87208 h 88868"/>
                  <a:gd name="connsiteX2" fmla="*/ 99076 w 234124"/>
                  <a:gd name="connsiteY2" fmla="*/ 61300 h 88868"/>
                  <a:gd name="connsiteX3" fmla="*/ 82407 w 234124"/>
                  <a:gd name="connsiteY3" fmla="*/ 61300 h 88868"/>
                  <a:gd name="connsiteX4" fmla="*/ 47736 w 234124"/>
                  <a:gd name="connsiteY4" fmla="*/ 50251 h 88868"/>
                  <a:gd name="connsiteX5" fmla="*/ 15351 w 234124"/>
                  <a:gd name="connsiteY5" fmla="*/ 24534 h 88868"/>
                  <a:gd name="connsiteX6" fmla="*/ -365 w 234124"/>
                  <a:gd name="connsiteY6" fmla="*/ -136 h 88868"/>
                  <a:gd name="connsiteX7" fmla="*/ 12684 w 234124"/>
                  <a:gd name="connsiteY7" fmla="*/ 2817 h 88868"/>
                  <a:gd name="connsiteX8" fmla="*/ 88884 w 234124"/>
                  <a:gd name="connsiteY8" fmla="*/ 12342 h 88868"/>
                  <a:gd name="connsiteX9" fmla="*/ 144510 w 234124"/>
                  <a:gd name="connsiteY9" fmla="*/ 12342 h 88868"/>
                  <a:gd name="connsiteX10" fmla="*/ 220710 w 234124"/>
                  <a:gd name="connsiteY10" fmla="*/ 2817 h 88868"/>
                  <a:gd name="connsiteX11" fmla="*/ 233759 w 234124"/>
                  <a:gd name="connsiteY11" fmla="*/ -136 h 88868"/>
                  <a:gd name="connsiteX12" fmla="*/ 218043 w 234124"/>
                  <a:gd name="connsiteY12" fmla="*/ 24534 h 88868"/>
                  <a:gd name="connsiteX13" fmla="*/ 185753 w 234124"/>
                  <a:gd name="connsiteY13" fmla="*/ 50252 h 88868"/>
                  <a:gd name="connsiteX14" fmla="*/ 150892 w 234124"/>
                  <a:gd name="connsiteY14" fmla="*/ 62063 h 88868"/>
                  <a:gd name="connsiteX15" fmla="*/ 134318 w 234124"/>
                  <a:gd name="connsiteY15" fmla="*/ 62063 h 88868"/>
                  <a:gd name="connsiteX16" fmla="*/ 140510 w 234124"/>
                  <a:gd name="connsiteY16" fmla="*/ 87971 h 88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124" h="88868">
                    <a:moveTo>
                      <a:pt x="116793" y="88732"/>
                    </a:moveTo>
                    <a:lnTo>
                      <a:pt x="92790" y="87208"/>
                    </a:lnTo>
                    <a:lnTo>
                      <a:pt x="99076" y="61300"/>
                    </a:lnTo>
                    <a:cubicBezTo>
                      <a:pt x="93620" y="62791"/>
                      <a:pt x="87864" y="62791"/>
                      <a:pt x="82407" y="61300"/>
                    </a:cubicBezTo>
                    <a:cubicBezTo>
                      <a:pt x="70332" y="59502"/>
                      <a:pt x="58625" y="55771"/>
                      <a:pt x="47736" y="50251"/>
                    </a:cubicBezTo>
                    <a:cubicBezTo>
                      <a:pt x="35340" y="43915"/>
                      <a:pt x="24330" y="35173"/>
                      <a:pt x="15351" y="24534"/>
                    </a:cubicBezTo>
                    <a:cubicBezTo>
                      <a:pt x="8934" y="17123"/>
                      <a:pt x="3639" y="8812"/>
                      <a:pt x="-365" y="-136"/>
                    </a:cubicBezTo>
                    <a:cubicBezTo>
                      <a:pt x="3925" y="1097"/>
                      <a:pt x="8282" y="2082"/>
                      <a:pt x="12684" y="2817"/>
                    </a:cubicBezTo>
                    <a:cubicBezTo>
                      <a:pt x="37809" y="7902"/>
                      <a:pt x="63281" y="11086"/>
                      <a:pt x="88884" y="12342"/>
                    </a:cubicBezTo>
                    <a:lnTo>
                      <a:pt x="144510" y="12342"/>
                    </a:lnTo>
                    <a:cubicBezTo>
                      <a:pt x="170114" y="11086"/>
                      <a:pt x="195586" y="7902"/>
                      <a:pt x="220710" y="2817"/>
                    </a:cubicBezTo>
                    <a:cubicBezTo>
                      <a:pt x="225113" y="2083"/>
                      <a:pt x="229470" y="1097"/>
                      <a:pt x="233759" y="-136"/>
                    </a:cubicBezTo>
                    <a:cubicBezTo>
                      <a:pt x="229756" y="8812"/>
                      <a:pt x="224460" y="17124"/>
                      <a:pt x="218043" y="24534"/>
                    </a:cubicBezTo>
                    <a:cubicBezTo>
                      <a:pt x="209092" y="35163"/>
                      <a:pt x="198116" y="43905"/>
                      <a:pt x="185753" y="50252"/>
                    </a:cubicBezTo>
                    <a:cubicBezTo>
                      <a:pt x="174841" y="56032"/>
                      <a:pt x="163070" y="60020"/>
                      <a:pt x="150892" y="62063"/>
                    </a:cubicBezTo>
                    <a:cubicBezTo>
                      <a:pt x="145468" y="63555"/>
                      <a:pt x="139742" y="63555"/>
                      <a:pt x="134318" y="62063"/>
                    </a:cubicBezTo>
                    <a:lnTo>
                      <a:pt x="140510" y="87971"/>
                    </a:lnTo>
                    <a:close/>
                  </a:path>
                </a:pathLst>
              </a:custGeom>
              <a:solidFill>
                <a:srgbClr val="CAE5CD"/>
              </a:solidFill>
              <a:ln w="9525" cap="flat">
                <a:noFill/>
                <a:prstDash val="solid"/>
                <a:miter/>
              </a:ln>
            </p:spPr>
            <p:txBody>
              <a:bodyPr rtlCol="0" anchor="ctr"/>
              <a:lstStyle/>
              <a:p>
                <a:endParaRPr lang="zh-CN" altLang="en-US"/>
              </a:p>
            </p:txBody>
          </p:sp>
          <p:sp>
            <p:nvSpPr>
              <p:cNvPr id="215" name="任意多边形: 形状 214"/>
              <p:cNvSpPr/>
              <p:nvPr/>
            </p:nvSpPr>
            <p:spPr>
              <a:xfrm>
                <a:off x="5420726" y="2737623"/>
                <a:ext cx="201643" cy="112299"/>
              </a:xfrm>
              <a:custGeom>
                <a:avLst/>
                <a:gdLst>
                  <a:gd name="connsiteX0" fmla="*/ 78597 w 201643"/>
                  <a:gd name="connsiteY0" fmla="*/ 112164 h 112299"/>
                  <a:gd name="connsiteX1" fmla="*/ 84217 w 201643"/>
                  <a:gd name="connsiteY1" fmla="*/ 89113 h 112299"/>
                  <a:gd name="connsiteX2" fmla="*/ 69072 w 201643"/>
                  <a:gd name="connsiteY2" fmla="*/ 89685 h 112299"/>
                  <a:gd name="connsiteX3" fmla="*/ 56118 w 201643"/>
                  <a:gd name="connsiteY3" fmla="*/ 78731 h 112299"/>
                  <a:gd name="connsiteX4" fmla="*/ 37068 w 201643"/>
                  <a:gd name="connsiteY4" fmla="*/ 73397 h 112299"/>
                  <a:gd name="connsiteX5" fmla="*/ 28972 w 201643"/>
                  <a:gd name="connsiteY5" fmla="*/ 57014 h 112299"/>
                  <a:gd name="connsiteX6" fmla="*/ 7636 w 201643"/>
                  <a:gd name="connsiteY6" fmla="*/ 43679 h 112299"/>
                  <a:gd name="connsiteX7" fmla="*/ -365 w 201643"/>
                  <a:gd name="connsiteY7" fmla="*/ 21105 h 112299"/>
                  <a:gd name="connsiteX8" fmla="*/ 87837 w 201643"/>
                  <a:gd name="connsiteY8" fmla="*/ 34154 h 112299"/>
                  <a:gd name="connsiteX9" fmla="*/ 92599 w 201643"/>
                  <a:gd name="connsiteY9" fmla="*/ 9961 h 112299"/>
                  <a:gd name="connsiteX10" fmla="*/ 100409 w 201643"/>
                  <a:gd name="connsiteY10" fmla="*/ -136 h 112299"/>
                  <a:gd name="connsiteX11" fmla="*/ 100409 w 201643"/>
                  <a:gd name="connsiteY11" fmla="*/ -136 h 112299"/>
                  <a:gd name="connsiteX12" fmla="*/ 108220 w 201643"/>
                  <a:gd name="connsiteY12" fmla="*/ 9961 h 112299"/>
                  <a:gd name="connsiteX13" fmla="*/ 112982 w 201643"/>
                  <a:gd name="connsiteY13" fmla="*/ 34154 h 112299"/>
                  <a:gd name="connsiteX14" fmla="*/ 201279 w 201643"/>
                  <a:gd name="connsiteY14" fmla="*/ 21105 h 112299"/>
                  <a:gd name="connsiteX15" fmla="*/ 193278 w 201643"/>
                  <a:gd name="connsiteY15" fmla="*/ 43679 h 112299"/>
                  <a:gd name="connsiteX16" fmla="*/ 171942 w 201643"/>
                  <a:gd name="connsiteY16" fmla="*/ 57014 h 112299"/>
                  <a:gd name="connsiteX17" fmla="*/ 163751 w 201643"/>
                  <a:gd name="connsiteY17" fmla="*/ 73397 h 112299"/>
                  <a:gd name="connsiteX18" fmla="*/ 144701 w 201643"/>
                  <a:gd name="connsiteY18" fmla="*/ 78731 h 112299"/>
                  <a:gd name="connsiteX19" fmla="*/ 131651 w 201643"/>
                  <a:gd name="connsiteY19" fmla="*/ 89685 h 112299"/>
                  <a:gd name="connsiteX20" fmla="*/ 116507 w 201643"/>
                  <a:gd name="connsiteY20" fmla="*/ 89113 h 112299"/>
                  <a:gd name="connsiteX21" fmla="*/ 122126 w 201643"/>
                  <a:gd name="connsiteY21" fmla="*/ 112164 h 11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1643" h="112299">
                    <a:moveTo>
                      <a:pt x="78597" y="112164"/>
                    </a:moveTo>
                    <a:lnTo>
                      <a:pt x="84217" y="89113"/>
                    </a:lnTo>
                    <a:cubicBezTo>
                      <a:pt x="79371" y="90976"/>
                      <a:pt x="74044" y="91177"/>
                      <a:pt x="69072" y="89685"/>
                    </a:cubicBezTo>
                    <a:cubicBezTo>
                      <a:pt x="63385" y="88055"/>
                      <a:pt x="58670" y="84068"/>
                      <a:pt x="56118" y="78731"/>
                    </a:cubicBezTo>
                    <a:cubicBezTo>
                      <a:pt x="49336" y="79278"/>
                      <a:pt x="42581" y="77387"/>
                      <a:pt x="37068" y="73397"/>
                    </a:cubicBezTo>
                    <a:cubicBezTo>
                      <a:pt x="32448" y="69117"/>
                      <a:pt x="29565" y="63285"/>
                      <a:pt x="28972" y="57014"/>
                    </a:cubicBezTo>
                    <a:cubicBezTo>
                      <a:pt x="20600" y="55005"/>
                      <a:pt x="13110" y="50324"/>
                      <a:pt x="7636" y="43679"/>
                    </a:cubicBezTo>
                    <a:cubicBezTo>
                      <a:pt x="2458" y="37295"/>
                      <a:pt x="-368" y="29325"/>
                      <a:pt x="-365" y="21105"/>
                    </a:cubicBezTo>
                    <a:cubicBezTo>
                      <a:pt x="28175" y="30029"/>
                      <a:pt x="57935" y="34432"/>
                      <a:pt x="87837" y="34154"/>
                    </a:cubicBezTo>
                    <a:lnTo>
                      <a:pt x="92599" y="9961"/>
                    </a:lnTo>
                    <a:cubicBezTo>
                      <a:pt x="93075" y="7389"/>
                      <a:pt x="94218" y="-136"/>
                      <a:pt x="100409" y="-136"/>
                    </a:cubicBezTo>
                    <a:lnTo>
                      <a:pt x="100409" y="-136"/>
                    </a:lnTo>
                    <a:cubicBezTo>
                      <a:pt x="106600" y="-136"/>
                      <a:pt x="107744" y="7389"/>
                      <a:pt x="108220" y="9961"/>
                    </a:cubicBezTo>
                    <a:lnTo>
                      <a:pt x="112982" y="34154"/>
                    </a:lnTo>
                    <a:cubicBezTo>
                      <a:pt x="142914" y="34422"/>
                      <a:pt x="172704" y="30019"/>
                      <a:pt x="201279" y="21105"/>
                    </a:cubicBezTo>
                    <a:cubicBezTo>
                      <a:pt x="201236" y="29317"/>
                      <a:pt x="198416" y="37273"/>
                      <a:pt x="193278" y="43679"/>
                    </a:cubicBezTo>
                    <a:cubicBezTo>
                      <a:pt x="187790" y="50308"/>
                      <a:pt x="180306" y="54986"/>
                      <a:pt x="171942" y="57014"/>
                    </a:cubicBezTo>
                    <a:cubicBezTo>
                      <a:pt x="171289" y="63288"/>
                      <a:pt x="168378" y="69110"/>
                      <a:pt x="163751" y="73397"/>
                    </a:cubicBezTo>
                    <a:cubicBezTo>
                      <a:pt x="158238" y="77387"/>
                      <a:pt x="151483" y="79278"/>
                      <a:pt x="144701" y="78731"/>
                    </a:cubicBezTo>
                    <a:cubicBezTo>
                      <a:pt x="142098" y="84066"/>
                      <a:pt x="137356" y="88046"/>
                      <a:pt x="131651" y="89685"/>
                    </a:cubicBezTo>
                    <a:cubicBezTo>
                      <a:pt x="126679" y="91177"/>
                      <a:pt x="121352" y="90976"/>
                      <a:pt x="116507" y="89113"/>
                    </a:cubicBezTo>
                    <a:lnTo>
                      <a:pt x="122126" y="112164"/>
                    </a:lnTo>
                    <a:close/>
                  </a:path>
                </a:pathLst>
              </a:custGeom>
              <a:solidFill>
                <a:srgbClr val="FFFFFF"/>
              </a:solidFill>
              <a:ln w="9525" cap="flat">
                <a:noFill/>
                <a:prstDash val="solid"/>
                <a:miter/>
              </a:ln>
            </p:spPr>
            <p:txBody>
              <a:bodyPr rtlCol="0" anchor="ctr"/>
              <a:lstStyle/>
              <a:p>
                <a:endParaRPr lang="zh-CN" altLang="en-US"/>
              </a:p>
            </p:txBody>
          </p:sp>
          <p:sp>
            <p:nvSpPr>
              <p:cNvPr id="216" name="任意多边形: 形状 215"/>
              <p:cNvSpPr/>
              <p:nvPr/>
            </p:nvSpPr>
            <p:spPr>
              <a:xfrm>
                <a:off x="5418916" y="2736289"/>
                <a:ext cx="204692" cy="115347"/>
              </a:xfrm>
              <a:custGeom>
                <a:avLst/>
                <a:gdLst>
                  <a:gd name="connsiteX0" fmla="*/ 126032 w 204692"/>
                  <a:gd name="connsiteY0" fmla="*/ 115212 h 115347"/>
                  <a:gd name="connsiteX1" fmla="*/ 78407 w 204692"/>
                  <a:gd name="connsiteY1" fmla="*/ 115212 h 115347"/>
                  <a:gd name="connsiteX2" fmla="*/ 83932 w 204692"/>
                  <a:gd name="connsiteY2" fmla="*/ 93019 h 115347"/>
                  <a:gd name="connsiteX3" fmla="*/ 77740 w 204692"/>
                  <a:gd name="connsiteY3" fmla="*/ 93685 h 115347"/>
                  <a:gd name="connsiteX4" fmla="*/ 70597 w 204692"/>
                  <a:gd name="connsiteY4" fmla="*/ 92638 h 115347"/>
                  <a:gd name="connsiteX5" fmla="*/ 57071 w 204692"/>
                  <a:gd name="connsiteY5" fmla="*/ 81874 h 115347"/>
                  <a:gd name="connsiteX6" fmla="*/ 55737 w 204692"/>
                  <a:gd name="connsiteY6" fmla="*/ 81874 h 115347"/>
                  <a:gd name="connsiteX7" fmla="*/ 37735 w 204692"/>
                  <a:gd name="connsiteY7" fmla="*/ 76064 h 115347"/>
                  <a:gd name="connsiteX8" fmla="*/ 29067 w 204692"/>
                  <a:gd name="connsiteY8" fmla="*/ 59777 h 115347"/>
                  <a:gd name="connsiteX9" fmla="*/ 8017 w 204692"/>
                  <a:gd name="connsiteY9" fmla="*/ 46156 h 115347"/>
                  <a:gd name="connsiteX10" fmla="*/ -365 w 204692"/>
                  <a:gd name="connsiteY10" fmla="*/ 22439 h 115347"/>
                  <a:gd name="connsiteX11" fmla="*/ -365 w 204692"/>
                  <a:gd name="connsiteY11" fmla="*/ 20057 h 115347"/>
                  <a:gd name="connsiteX12" fmla="*/ 1826 w 204692"/>
                  <a:gd name="connsiteY12" fmla="*/ 20819 h 115347"/>
                  <a:gd name="connsiteX13" fmla="*/ 88027 w 204692"/>
                  <a:gd name="connsiteY13" fmla="*/ 33773 h 115347"/>
                  <a:gd name="connsiteX14" fmla="*/ 88027 w 204692"/>
                  <a:gd name="connsiteY14" fmla="*/ 33773 h 115347"/>
                  <a:gd name="connsiteX15" fmla="*/ 92409 w 204692"/>
                  <a:gd name="connsiteY15" fmla="*/ 10913 h 115347"/>
                  <a:gd name="connsiteX16" fmla="*/ 92409 w 204692"/>
                  <a:gd name="connsiteY16" fmla="*/ 10913 h 115347"/>
                  <a:gd name="connsiteX17" fmla="*/ 101934 w 204692"/>
                  <a:gd name="connsiteY17" fmla="*/ -136 h 115347"/>
                  <a:gd name="connsiteX18" fmla="*/ 101934 w 204692"/>
                  <a:gd name="connsiteY18" fmla="*/ -136 h 115347"/>
                  <a:gd name="connsiteX19" fmla="*/ 111459 w 204692"/>
                  <a:gd name="connsiteY19" fmla="*/ 10913 h 115347"/>
                  <a:gd name="connsiteX20" fmla="*/ 111459 w 204692"/>
                  <a:gd name="connsiteY20" fmla="*/ 10913 h 115347"/>
                  <a:gd name="connsiteX21" fmla="*/ 115935 w 204692"/>
                  <a:gd name="connsiteY21" fmla="*/ 33773 h 115347"/>
                  <a:gd name="connsiteX22" fmla="*/ 115935 w 204692"/>
                  <a:gd name="connsiteY22" fmla="*/ 33773 h 115347"/>
                  <a:gd name="connsiteX23" fmla="*/ 202137 w 204692"/>
                  <a:gd name="connsiteY23" fmla="*/ 20819 h 115347"/>
                  <a:gd name="connsiteX24" fmla="*/ 204327 w 204692"/>
                  <a:gd name="connsiteY24" fmla="*/ 20057 h 115347"/>
                  <a:gd name="connsiteX25" fmla="*/ 204327 w 204692"/>
                  <a:gd name="connsiteY25" fmla="*/ 22438 h 115347"/>
                  <a:gd name="connsiteX26" fmla="*/ 196041 w 204692"/>
                  <a:gd name="connsiteY26" fmla="*/ 46155 h 115347"/>
                  <a:gd name="connsiteX27" fmla="*/ 174895 w 204692"/>
                  <a:gd name="connsiteY27" fmla="*/ 59776 h 115347"/>
                  <a:gd name="connsiteX28" fmla="*/ 166227 w 204692"/>
                  <a:gd name="connsiteY28" fmla="*/ 76064 h 115347"/>
                  <a:gd name="connsiteX29" fmla="*/ 147177 w 204692"/>
                  <a:gd name="connsiteY29" fmla="*/ 81874 h 115347"/>
                  <a:gd name="connsiteX30" fmla="*/ 133747 w 204692"/>
                  <a:gd name="connsiteY30" fmla="*/ 92637 h 115347"/>
                  <a:gd name="connsiteX31" fmla="*/ 126603 w 204692"/>
                  <a:gd name="connsiteY31" fmla="*/ 93685 h 115347"/>
                  <a:gd name="connsiteX32" fmla="*/ 120412 w 204692"/>
                  <a:gd name="connsiteY32" fmla="*/ 93018 h 115347"/>
                  <a:gd name="connsiteX33" fmla="*/ 82598 w 204692"/>
                  <a:gd name="connsiteY33" fmla="*/ 111783 h 115347"/>
                  <a:gd name="connsiteX34" fmla="*/ 121651 w 204692"/>
                  <a:gd name="connsiteY34" fmla="*/ 111783 h 115347"/>
                  <a:gd name="connsiteX35" fmla="*/ 115745 w 204692"/>
                  <a:gd name="connsiteY35" fmla="*/ 87589 h 115347"/>
                  <a:gd name="connsiteX36" fmla="*/ 118888 w 204692"/>
                  <a:gd name="connsiteY36" fmla="*/ 88923 h 115347"/>
                  <a:gd name="connsiteX37" fmla="*/ 126794 w 204692"/>
                  <a:gd name="connsiteY37" fmla="*/ 90352 h 115347"/>
                  <a:gd name="connsiteX38" fmla="*/ 132890 w 204692"/>
                  <a:gd name="connsiteY38" fmla="*/ 89399 h 115347"/>
                  <a:gd name="connsiteX39" fmla="*/ 144796 w 204692"/>
                  <a:gd name="connsiteY39" fmla="*/ 79874 h 115347"/>
                  <a:gd name="connsiteX40" fmla="*/ 145273 w 204692"/>
                  <a:gd name="connsiteY40" fmla="*/ 78636 h 115347"/>
                  <a:gd name="connsiteX41" fmla="*/ 148702 w 204692"/>
                  <a:gd name="connsiteY41" fmla="*/ 78636 h 115347"/>
                  <a:gd name="connsiteX42" fmla="*/ 164513 w 204692"/>
                  <a:gd name="connsiteY42" fmla="*/ 73683 h 115347"/>
                  <a:gd name="connsiteX43" fmla="*/ 172133 w 204692"/>
                  <a:gd name="connsiteY43" fmla="*/ 58443 h 115347"/>
                  <a:gd name="connsiteX44" fmla="*/ 172133 w 204692"/>
                  <a:gd name="connsiteY44" fmla="*/ 57205 h 115347"/>
                  <a:gd name="connsiteX45" fmla="*/ 173371 w 204692"/>
                  <a:gd name="connsiteY45" fmla="*/ 57205 h 115347"/>
                  <a:gd name="connsiteX46" fmla="*/ 193755 w 204692"/>
                  <a:gd name="connsiteY46" fmla="*/ 44441 h 115347"/>
                  <a:gd name="connsiteX47" fmla="*/ 201280 w 204692"/>
                  <a:gd name="connsiteY47" fmla="*/ 25391 h 115347"/>
                  <a:gd name="connsiteX48" fmla="*/ 116317 w 204692"/>
                  <a:gd name="connsiteY48" fmla="*/ 37774 h 115347"/>
                  <a:gd name="connsiteX49" fmla="*/ 113364 w 204692"/>
                  <a:gd name="connsiteY49" fmla="*/ 37774 h 115347"/>
                  <a:gd name="connsiteX50" fmla="*/ 113364 w 204692"/>
                  <a:gd name="connsiteY50" fmla="*/ 36345 h 115347"/>
                  <a:gd name="connsiteX51" fmla="*/ 108696 w 204692"/>
                  <a:gd name="connsiteY51" fmla="*/ 12151 h 115347"/>
                  <a:gd name="connsiteX52" fmla="*/ 108696 w 204692"/>
                  <a:gd name="connsiteY52" fmla="*/ 12151 h 115347"/>
                  <a:gd name="connsiteX53" fmla="*/ 102601 w 204692"/>
                  <a:gd name="connsiteY53" fmla="*/ 3865 h 115347"/>
                  <a:gd name="connsiteX54" fmla="*/ 102601 w 204692"/>
                  <a:gd name="connsiteY54" fmla="*/ 3865 h 115347"/>
                  <a:gd name="connsiteX55" fmla="*/ 96504 w 204692"/>
                  <a:gd name="connsiteY55" fmla="*/ 12151 h 115347"/>
                  <a:gd name="connsiteX56" fmla="*/ 96504 w 204692"/>
                  <a:gd name="connsiteY56" fmla="*/ 12151 h 115347"/>
                  <a:gd name="connsiteX57" fmla="*/ 91837 w 204692"/>
                  <a:gd name="connsiteY57" fmla="*/ 36345 h 115347"/>
                  <a:gd name="connsiteX58" fmla="*/ 91837 w 204692"/>
                  <a:gd name="connsiteY58" fmla="*/ 37774 h 115347"/>
                  <a:gd name="connsiteX59" fmla="*/ 88885 w 204692"/>
                  <a:gd name="connsiteY59" fmla="*/ 37774 h 115347"/>
                  <a:gd name="connsiteX60" fmla="*/ 3921 w 204692"/>
                  <a:gd name="connsiteY60" fmla="*/ 25391 h 115347"/>
                  <a:gd name="connsiteX61" fmla="*/ 11541 w 204692"/>
                  <a:gd name="connsiteY61" fmla="*/ 44441 h 115347"/>
                  <a:gd name="connsiteX62" fmla="*/ 31830 w 204692"/>
                  <a:gd name="connsiteY62" fmla="*/ 57205 h 115347"/>
                  <a:gd name="connsiteX63" fmla="*/ 33068 w 204692"/>
                  <a:gd name="connsiteY63" fmla="*/ 57205 h 115347"/>
                  <a:gd name="connsiteX64" fmla="*/ 33068 w 204692"/>
                  <a:gd name="connsiteY64" fmla="*/ 58443 h 115347"/>
                  <a:gd name="connsiteX65" fmla="*/ 40688 w 204692"/>
                  <a:gd name="connsiteY65" fmla="*/ 73683 h 115347"/>
                  <a:gd name="connsiteX66" fmla="*/ 56500 w 204692"/>
                  <a:gd name="connsiteY66" fmla="*/ 78636 h 115347"/>
                  <a:gd name="connsiteX67" fmla="*/ 59928 w 204692"/>
                  <a:gd name="connsiteY67" fmla="*/ 78636 h 115347"/>
                  <a:gd name="connsiteX68" fmla="*/ 60405 w 204692"/>
                  <a:gd name="connsiteY68" fmla="*/ 79874 h 115347"/>
                  <a:gd name="connsiteX69" fmla="*/ 72406 w 204692"/>
                  <a:gd name="connsiteY69" fmla="*/ 89399 h 115347"/>
                  <a:gd name="connsiteX70" fmla="*/ 78503 w 204692"/>
                  <a:gd name="connsiteY70" fmla="*/ 90352 h 115347"/>
                  <a:gd name="connsiteX71" fmla="*/ 86313 w 204692"/>
                  <a:gd name="connsiteY71" fmla="*/ 88923 h 115347"/>
                  <a:gd name="connsiteX72" fmla="*/ 89456 w 204692"/>
                  <a:gd name="connsiteY72" fmla="*/ 87685 h 115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04692" h="115347">
                    <a:moveTo>
                      <a:pt x="126032" y="115212"/>
                    </a:moveTo>
                    <a:lnTo>
                      <a:pt x="78407" y="115212"/>
                    </a:lnTo>
                    <a:lnTo>
                      <a:pt x="83932" y="93019"/>
                    </a:lnTo>
                    <a:cubicBezTo>
                      <a:pt x="81899" y="93471"/>
                      <a:pt x="79823" y="93695"/>
                      <a:pt x="77740" y="93685"/>
                    </a:cubicBezTo>
                    <a:cubicBezTo>
                      <a:pt x="75321" y="93686"/>
                      <a:pt x="72914" y="93333"/>
                      <a:pt x="70597" y="92638"/>
                    </a:cubicBezTo>
                    <a:cubicBezTo>
                      <a:pt x="64863" y="90940"/>
                      <a:pt x="60013" y="87081"/>
                      <a:pt x="57071" y="81874"/>
                    </a:cubicBezTo>
                    <a:lnTo>
                      <a:pt x="55737" y="81874"/>
                    </a:lnTo>
                    <a:cubicBezTo>
                      <a:pt x="49259" y="81986"/>
                      <a:pt x="42926" y="79942"/>
                      <a:pt x="37735" y="76064"/>
                    </a:cubicBezTo>
                    <a:cubicBezTo>
                      <a:pt x="33007" y="71834"/>
                      <a:pt x="29935" y="66061"/>
                      <a:pt x="29067" y="59777"/>
                    </a:cubicBezTo>
                    <a:cubicBezTo>
                      <a:pt x="20837" y="57463"/>
                      <a:pt x="13500" y="52715"/>
                      <a:pt x="8017" y="46156"/>
                    </a:cubicBezTo>
                    <a:cubicBezTo>
                      <a:pt x="2619" y="39427"/>
                      <a:pt x="-337" y="31065"/>
                      <a:pt x="-365" y="22439"/>
                    </a:cubicBezTo>
                    <a:lnTo>
                      <a:pt x="-365" y="20057"/>
                    </a:lnTo>
                    <a:lnTo>
                      <a:pt x="1826" y="20819"/>
                    </a:lnTo>
                    <a:cubicBezTo>
                      <a:pt x="29712" y="29590"/>
                      <a:pt x="58795" y="33961"/>
                      <a:pt x="88027" y="33773"/>
                    </a:cubicBezTo>
                    <a:lnTo>
                      <a:pt x="88027" y="33773"/>
                    </a:lnTo>
                    <a:cubicBezTo>
                      <a:pt x="88980" y="28915"/>
                      <a:pt x="92123" y="12532"/>
                      <a:pt x="92409" y="10913"/>
                    </a:cubicBezTo>
                    <a:lnTo>
                      <a:pt x="92409" y="10913"/>
                    </a:lnTo>
                    <a:cubicBezTo>
                      <a:pt x="92980" y="7960"/>
                      <a:pt x="94600" y="-136"/>
                      <a:pt x="101934" y="-136"/>
                    </a:cubicBezTo>
                    <a:lnTo>
                      <a:pt x="101934" y="-136"/>
                    </a:lnTo>
                    <a:cubicBezTo>
                      <a:pt x="109268" y="-136"/>
                      <a:pt x="110792" y="7960"/>
                      <a:pt x="111459" y="10913"/>
                    </a:cubicBezTo>
                    <a:lnTo>
                      <a:pt x="111459" y="10913"/>
                    </a:lnTo>
                    <a:cubicBezTo>
                      <a:pt x="111459" y="12532"/>
                      <a:pt x="114983" y="28915"/>
                      <a:pt x="115935" y="33773"/>
                    </a:cubicBezTo>
                    <a:lnTo>
                      <a:pt x="115935" y="33773"/>
                    </a:lnTo>
                    <a:cubicBezTo>
                      <a:pt x="145168" y="33961"/>
                      <a:pt x="174251" y="29590"/>
                      <a:pt x="202137" y="20819"/>
                    </a:cubicBezTo>
                    <a:lnTo>
                      <a:pt x="204327" y="20057"/>
                    </a:lnTo>
                    <a:lnTo>
                      <a:pt x="204327" y="22438"/>
                    </a:lnTo>
                    <a:cubicBezTo>
                      <a:pt x="204326" y="31053"/>
                      <a:pt x="201405" y="39414"/>
                      <a:pt x="196041" y="46155"/>
                    </a:cubicBezTo>
                    <a:cubicBezTo>
                      <a:pt x="190529" y="52726"/>
                      <a:pt x="183157" y="57474"/>
                      <a:pt x="174895" y="59776"/>
                    </a:cubicBezTo>
                    <a:cubicBezTo>
                      <a:pt x="174028" y="66061"/>
                      <a:pt x="170956" y="71833"/>
                      <a:pt x="166227" y="76064"/>
                    </a:cubicBezTo>
                    <a:cubicBezTo>
                      <a:pt x="160724" y="80113"/>
                      <a:pt x="154004" y="82163"/>
                      <a:pt x="147177" y="81874"/>
                    </a:cubicBezTo>
                    <a:cubicBezTo>
                      <a:pt x="144258" y="87061"/>
                      <a:pt x="139446" y="90918"/>
                      <a:pt x="133747" y="92637"/>
                    </a:cubicBezTo>
                    <a:cubicBezTo>
                      <a:pt x="131428" y="93324"/>
                      <a:pt x="129022" y="93677"/>
                      <a:pt x="126603" y="93685"/>
                    </a:cubicBezTo>
                    <a:cubicBezTo>
                      <a:pt x="124521" y="93699"/>
                      <a:pt x="122444" y="93475"/>
                      <a:pt x="120412" y="93018"/>
                    </a:cubicBezTo>
                    <a:close/>
                    <a:moveTo>
                      <a:pt x="82598" y="111783"/>
                    </a:moveTo>
                    <a:lnTo>
                      <a:pt x="121651" y="111783"/>
                    </a:lnTo>
                    <a:lnTo>
                      <a:pt x="115745" y="87589"/>
                    </a:lnTo>
                    <a:lnTo>
                      <a:pt x="118888" y="88923"/>
                    </a:lnTo>
                    <a:cubicBezTo>
                      <a:pt x="121417" y="89866"/>
                      <a:pt x="124095" y="90350"/>
                      <a:pt x="126794" y="90352"/>
                    </a:cubicBezTo>
                    <a:cubicBezTo>
                      <a:pt x="128861" y="90330"/>
                      <a:pt x="130915" y="90009"/>
                      <a:pt x="132890" y="89399"/>
                    </a:cubicBezTo>
                    <a:cubicBezTo>
                      <a:pt x="138012" y="88020"/>
                      <a:pt x="142327" y="84568"/>
                      <a:pt x="144796" y="79874"/>
                    </a:cubicBezTo>
                    <a:lnTo>
                      <a:pt x="145273" y="78636"/>
                    </a:lnTo>
                    <a:lnTo>
                      <a:pt x="148702" y="78636"/>
                    </a:lnTo>
                    <a:cubicBezTo>
                      <a:pt x="154379" y="78811"/>
                      <a:pt x="159950" y="77066"/>
                      <a:pt x="164513" y="73683"/>
                    </a:cubicBezTo>
                    <a:cubicBezTo>
                      <a:pt x="168817" y="69695"/>
                      <a:pt x="171525" y="64279"/>
                      <a:pt x="172133" y="58443"/>
                    </a:cubicBezTo>
                    <a:lnTo>
                      <a:pt x="172133" y="57205"/>
                    </a:lnTo>
                    <a:lnTo>
                      <a:pt x="173371" y="57205"/>
                    </a:lnTo>
                    <a:cubicBezTo>
                      <a:pt x="181350" y="55225"/>
                      <a:pt x="188489" y="50754"/>
                      <a:pt x="193755" y="44441"/>
                    </a:cubicBezTo>
                    <a:cubicBezTo>
                      <a:pt x="198109" y="38985"/>
                      <a:pt x="200730" y="32350"/>
                      <a:pt x="201280" y="25391"/>
                    </a:cubicBezTo>
                    <a:cubicBezTo>
                      <a:pt x="173736" y="33738"/>
                      <a:pt x="145097" y="37911"/>
                      <a:pt x="116317" y="37774"/>
                    </a:cubicBezTo>
                    <a:lnTo>
                      <a:pt x="113364" y="37774"/>
                    </a:lnTo>
                    <a:lnTo>
                      <a:pt x="113364" y="36345"/>
                    </a:lnTo>
                    <a:lnTo>
                      <a:pt x="108696" y="12151"/>
                    </a:lnTo>
                    <a:lnTo>
                      <a:pt x="108696" y="12151"/>
                    </a:lnTo>
                    <a:cubicBezTo>
                      <a:pt x="107935" y="8056"/>
                      <a:pt x="106601" y="3865"/>
                      <a:pt x="102601" y="3865"/>
                    </a:cubicBezTo>
                    <a:lnTo>
                      <a:pt x="102601" y="3865"/>
                    </a:lnTo>
                    <a:cubicBezTo>
                      <a:pt x="98695" y="3865"/>
                      <a:pt x="97362" y="8056"/>
                      <a:pt x="96504" y="12151"/>
                    </a:cubicBezTo>
                    <a:lnTo>
                      <a:pt x="96504" y="12151"/>
                    </a:lnTo>
                    <a:lnTo>
                      <a:pt x="91837" y="36345"/>
                    </a:lnTo>
                    <a:lnTo>
                      <a:pt x="91837" y="37774"/>
                    </a:lnTo>
                    <a:lnTo>
                      <a:pt x="88885" y="37774"/>
                    </a:lnTo>
                    <a:cubicBezTo>
                      <a:pt x="60105" y="37901"/>
                      <a:pt x="31468" y="33728"/>
                      <a:pt x="3921" y="25391"/>
                    </a:cubicBezTo>
                    <a:cubicBezTo>
                      <a:pt x="4470" y="32367"/>
                      <a:pt x="7127" y="39012"/>
                      <a:pt x="11541" y="44441"/>
                    </a:cubicBezTo>
                    <a:cubicBezTo>
                      <a:pt x="16755" y="50768"/>
                      <a:pt x="23870" y="55244"/>
                      <a:pt x="31830" y="57205"/>
                    </a:cubicBezTo>
                    <a:lnTo>
                      <a:pt x="33068" y="57205"/>
                    </a:lnTo>
                    <a:lnTo>
                      <a:pt x="33068" y="58443"/>
                    </a:lnTo>
                    <a:cubicBezTo>
                      <a:pt x="33726" y="64264"/>
                      <a:pt x="36425" y="69664"/>
                      <a:pt x="40688" y="73683"/>
                    </a:cubicBezTo>
                    <a:cubicBezTo>
                      <a:pt x="45255" y="77059"/>
                      <a:pt x="50823" y="78803"/>
                      <a:pt x="56500" y="78636"/>
                    </a:cubicBezTo>
                    <a:lnTo>
                      <a:pt x="59928" y="78636"/>
                    </a:lnTo>
                    <a:lnTo>
                      <a:pt x="60405" y="79874"/>
                    </a:lnTo>
                    <a:cubicBezTo>
                      <a:pt x="62896" y="84589"/>
                      <a:pt x="67249" y="88044"/>
                      <a:pt x="72406" y="89399"/>
                    </a:cubicBezTo>
                    <a:cubicBezTo>
                      <a:pt x="74380" y="90016"/>
                      <a:pt x="76435" y="90336"/>
                      <a:pt x="78503" y="90352"/>
                    </a:cubicBezTo>
                    <a:cubicBezTo>
                      <a:pt x="81172" y="90357"/>
                      <a:pt x="83819" y="89873"/>
                      <a:pt x="86313" y="88923"/>
                    </a:cubicBezTo>
                    <a:lnTo>
                      <a:pt x="89456" y="87685"/>
                    </a:lnTo>
                    <a:close/>
                  </a:path>
                </a:pathLst>
              </a:custGeom>
              <a:solidFill>
                <a:srgbClr val="005C30"/>
              </a:solidFill>
              <a:ln w="9525" cap="flat">
                <a:noFill/>
                <a:prstDash val="solid"/>
                <a:miter/>
              </a:ln>
            </p:spPr>
            <p:txBody>
              <a:bodyPr rtlCol="0" anchor="ctr"/>
              <a:lstStyle/>
              <a:p>
                <a:endParaRPr lang="zh-CN" altLang="en-US"/>
              </a:p>
            </p:txBody>
          </p:sp>
          <p:sp>
            <p:nvSpPr>
              <p:cNvPr id="217" name="任意多边形: 形状 216"/>
              <p:cNvSpPr/>
              <p:nvPr/>
            </p:nvSpPr>
            <p:spPr>
              <a:xfrm>
                <a:off x="5517087" y="2716657"/>
                <a:ext cx="58373" cy="35777"/>
              </a:xfrm>
              <a:custGeom>
                <a:avLst/>
                <a:gdLst>
                  <a:gd name="connsiteX0" fmla="*/ 1667 w 58373"/>
                  <a:gd name="connsiteY0" fmla="*/ 32069 h 35777"/>
                  <a:gd name="connsiteX1" fmla="*/ 7001 w 58373"/>
                  <a:gd name="connsiteY1" fmla="*/ 30831 h 35777"/>
                  <a:gd name="connsiteX2" fmla="*/ 54626 w 58373"/>
                  <a:gd name="connsiteY2" fmla="*/ 3494 h 35777"/>
                  <a:gd name="connsiteX3" fmla="*/ 57007 w 58373"/>
                  <a:gd name="connsiteY3" fmla="*/ 446 h 35777"/>
                  <a:gd name="connsiteX4" fmla="*/ 55102 w 58373"/>
                  <a:gd name="connsiteY4" fmla="*/ 6542 h 35777"/>
                  <a:gd name="connsiteX5" fmla="*/ 1858 w 58373"/>
                  <a:gd name="connsiteY5" fmla="*/ 35593 h 35777"/>
                  <a:gd name="connsiteX6" fmla="*/ -317 w 58373"/>
                  <a:gd name="connsiteY6" fmla="*/ 34244 h 35777"/>
                  <a:gd name="connsiteX7" fmla="*/ 1033 w 58373"/>
                  <a:gd name="connsiteY7" fmla="*/ 32069 h 35777"/>
                  <a:gd name="connsiteX8" fmla="*/ 1858 w 58373"/>
                  <a:gd name="connsiteY8" fmla="*/ 32069 h 35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373" h="35777">
                    <a:moveTo>
                      <a:pt x="1667" y="32069"/>
                    </a:moveTo>
                    <a:lnTo>
                      <a:pt x="7001" y="30831"/>
                    </a:lnTo>
                    <a:cubicBezTo>
                      <a:pt x="24996" y="26047"/>
                      <a:pt x="41419" y="16620"/>
                      <a:pt x="54626" y="3494"/>
                    </a:cubicBezTo>
                    <a:cubicBezTo>
                      <a:pt x="55472" y="2520"/>
                      <a:pt x="56267" y="1503"/>
                      <a:pt x="57007" y="446"/>
                    </a:cubicBezTo>
                    <a:cubicBezTo>
                      <a:pt x="58245" y="-1554"/>
                      <a:pt x="59008" y="1875"/>
                      <a:pt x="55102" y="6542"/>
                    </a:cubicBezTo>
                    <a:cubicBezTo>
                      <a:pt x="40766" y="21474"/>
                      <a:pt x="22172" y="31619"/>
                      <a:pt x="1858" y="35593"/>
                    </a:cubicBezTo>
                    <a:cubicBezTo>
                      <a:pt x="884" y="35821"/>
                      <a:pt x="-89" y="35217"/>
                      <a:pt x="-317" y="34244"/>
                    </a:cubicBezTo>
                    <a:cubicBezTo>
                      <a:pt x="-545" y="33271"/>
                      <a:pt x="60" y="32297"/>
                      <a:pt x="1033" y="32069"/>
                    </a:cubicBezTo>
                    <a:cubicBezTo>
                      <a:pt x="1304" y="32006"/>
                      <a:pt x="1586" y="32006"/>
                      <a:pt x="1858" y="32069"/>
                    </a:cubicBezTo>
                  </a:path>
                </a:pathLst>
              </a:custGeom>
              <a:solidFill>
                <a:srgbClr val="FFFFFF"/>
              </a:solidFill>
              <a:ln w="9525" cap="flat">
                <a:noFill/>
                <a:prstDash val="solid"/>
                <a:miter/>
              </a:ln>
            </p:spPr>
            <p:txBody>
              <a:bodyPr rtlCol="0" anchor="ctr"/>
              <a:lstStyle/>
              <a:p>
                <a:endParaRPr lang="zh-CN" altLang="en-US"/>
              </a:p>
            </p:txBody>
          </p:sp>
          <p:sp>
            <p:nvSpPr>
              <p:cNvPr id="218" name="任意多边形: 形状 217"/>
              <p:cNvSpPr/>
              <p:nvPr/>
            </p:nvSpPr>
            <p:spPr>
              <a:xfrm>
                <a:off x="5535094" y="2720192"/>
                <a:ext cx="8790" cy="23336"/>
              </a:xfrm>
              <a:custGeom>
                <a:avLst/>
                <a:gdLst>
                  <a:gd name="connsiteX0" fmla="*/ 2520 w 8790"/>
                  <a:gd name="connsiteY0" fmla="*/ 23200 h 23336"/>
                  <a:gd name="connsiteX1" fmla="*/ -242 w 8790"/>
                  <a:gd name="connsiteY1" fmla="*/ 11294 h 23336"/>
                  <a:gd name="connsiteX2" fmla="*/ 6330 w 8790"/>
                  <a:gd name="connsiteY2" fmla="*/ -136 h 23336"/>
                  <a:gd name="connsiteX3" fmla="*/ 8425 w 8790"/>
                  <a:gd name="connsiteY3" fmla="*/ 12723 h 23336"/>
                  <a:gd name="connsiteX4" fmla="*/ 2520 w 8790"/>
                  <a:gd name="connsiteY4" fmla="*/ 23200 h 23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0" h="23336">
                    <a:moveTo>
                      <a:pt x="2520" y="23200"/>
                    </a:moveTo>
                    <a:cubicBezTo>
                      <a:pt x="246" y="19672"/>
                      <a:pt x="-730" y="15463"/>
                      <a:pt x="-242" y="11294"/>
                    </a:cubicBezTo>
                    <a:cubicBezTo>
                      <a:pt x="746" y="6909"/>
                      <a:pt x="3037" y="2924"/>
                      <a:pt x="6330" y="-136"/>
                    </a:cubicBezTo>
                    <a:cubicBezTo>
                      <a:pt x="7539" y="4051"/>
                      <a:pt x="8243" y="8368"/>
                      <a:pt x="8425" y="12723"/>
                    </a:cubicBezTo>
                    <a:cubicBezTo>
                      <a:pt x="8425" y="18057"/>
                      <a:pt x="2520" y="23200"/>
                      <a:pt x="2520" y="23200"/>
                    </a:cubicBezTo>
                  </a:path>
                </a:pathLst>
              </a:custGeom>
              <a:solidFill>
                <a:srgbClr val="FFFFFF"/>
              </a:solidFill>
              <a:ln w="9525" cap="flat">
                <a:noFill/>
                <a:prstDash val="solid"/>
                <a:miter/>
              </a:ln>
            </p:spPr>
            <p:txBody>
              <a:bodyPr rtlCol="0" anchor="ctr"/>
              <a:lstStyle/>
              <a:p>
                <a:endParaRPr lang="zh-CN" altLang="en-US"/>
              </a:p>
            </p:txBody>
          </p:sp>
          <p:sp>
            <p:nvSpPr>
              <p:cNvPr id="219" name="任意多边形: 形状 218"/>
              <p:cNvSpPr/>
              <p:nvPr/>
            </p:nvSpPr>
            <p:spPr>
              <a:xfrm>
                <a:off x="5549038" y="2712667"/>
                <a:ext cx="8276" cy="23717"/>
              </a:xfrm>
              <a:custGeom>
                <a:avLst/>
                <a:gdLst>
                  <a:gd name="connsiteX0" fmla="*/ 2482 w 8276"/>
                  <a:gd name="connsiteY0" fmla="*/ 23581 h 23717"/>
                  <a:gd name="connsiteX1" fmla="*/ -280 w 8276"/>
                  <a:gd name="connsiteY1" fmla="*/ 11580 h 23717"/>
                  <a:gd name="connsiteX2" fmla="*/ 5721 w 8276"/>
                  <a:gd name="connsiteY2" fmla="*/ -136 h 23717"/>
                  <a:gd name="connsiteX3" fmla="*/ 7911 w 8276"/>
                  <a:gd name="connsiteY3" fmla="*/ 12818 h 23717"/>
                  <a:gd name="connsiteX4" fmla="*/ 2482 w 8276"/>
                  <a:gd name="connsiteY4" fmla="*/ 23581 h 23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76" h="23717">
                    <a:moveTo>
                      <a:pt x="2482" y="23581"/>
                    </a:moveTo>
                    <a:cubicBezTo>
                      <a:pt x="297" y="19981"/>
                      <a:pt x="-671" y="15773"/>
                      <a:pt x="-280" y="11580"/>
                    </a:cubicBezTo>
                    <a:cubicBezTo>
                      <a:pt x="528" y="7171"/>
                      <a:pt x="2615" y="3097"/>
                      <a:pt x="5721" y="-136"/>
                    </a:cubicBezTo>
                    <a:cubicBezTo>
                      <a:pt x="6929" y="4087"/>
                      <a:pt x="7664" y="8432"/>
                      <a:pt x="7911" y="12818"/>
                    </a:cubicBezTo>
                    <a:cubicBezTo>
                      <a:pt x="7481" y="16950"/>
                      <a:pt x="5549" y="20780"/>
                      <a:pt x="2482" y="23581"/>
                    </a:cubicBezTo>
                  </a:path>
                </a:pathLst>
              </a:custGeom>
              <a:solidFill>
                <a:srgbClr val="FFFFFF"/>
              </a:solidFill>
              <a:ln w="9525" cap="flat">
                <a:noFill/>
                <a:prstDash val="solid"/>
                <a:miter/>
              </a:ln>
            </p:spPr>
            <p:txBody>
              <a:bodyPr rtlCol="0" anchor="ctr"/>
              <a:lstStyle/>
              <a:p>
                <a:endParaRPr lang="zh-CN" altLang="en-US"/>
              </a:p>
            </p:txBody>
          </p:sp>
          <p:sp>
            <p:nvSpPr>
              <p:cNvPr id="220" name="任意多边形: 形状 219"/>
              <p:cNvSpPr/>
              <p:nvPr/>
            </p:nvSpPr>
            <p:spPr>
              <a:xfrm>
                <a:off x="5538836" y="2745638"/>
                <a:ext cx="21431" cy="9767"/>
              </a:xfrm>
              <a:custGeom>
                <a:avLst/>
                <a:gdLst>
                  <a:gd name="connsiteX0" fmla="*/ -365 w 21431"/>
                  <a:gd name="connsiteY0" fmla="*/ 993 h 9767"/>
                  <a:gd name="connsiteX1" fmla="*/ 10494 w 21431"/>
                  <a:gd name="connsiteY1" fmla="*/ 993 h 9767"/>
                  <a:gd name="connsiteX2" fmla="*/ 21066 w 21431"/>
                  <a:gd name="connsiteY2" fmla="*/ 8613 h 9767"/>
                  <a:gd name="connsiteX3" fmla="*/ 8589 w 21431"/>
                  <a:gd name="connsiteY3" fmla="*/ 8613 h 9767"/>
                  <a:gd name="connsiteX4" fmla="*/ -365 w 21431"/>
                  <a:gd name="connsiteY4" fmla="*/ 516 h 97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31" h="9767">
                    <a:moveTo>
                      <a:pt x="-365" y="993"/>
                    </a:moveTo>
                    <a:cubicBezTo>
                      <a:pt x="3098" y="-512"/>
                      <a:pt x="7030" y="-512"/>
                      <a:pt x="10494" y="993"/>
                    </a:cubicBezTo>
                    <a:cubicBezTo>
                      <a:pt x="14429" y="2907"/>
                      <a:pt x="18006" y="5484"/>
                      <a:pt x="21066" y="8613"/>
                    </a:cubicBezTo>
                    <a:cubicBezTo>
                      <a:pt x="17018" y="9971"/>
                      <a:pt x="12637" y="9971"/>
                      <a:pt x="8589" y="8613"/>
                    </a:cubicBezTo>
                    <a:cubicBezTo>
                      <a:pt x="4491" y="7483"/>
                      <a:pt x="1170" y="4480"/>
                      <a:pt x="-365" y="516"/>
                    </a:cubicBezTo>
                  </a:path>
                </a:pathLst>
              </a:custGeom>
              <a:solidFill>
                <a:srgbClr val="FFFFFF"/>
              </a:solidFill>
              <a:ln w="9525" cap="flat">
                <a:noFill/>
                <a:prstDash val="solid"/>
                <a:miter/>
              </a:ln>
            </p:spPr>
            <p:txBody>
              <a:bodyPr rtlCol="0" anchor="ctr"/>
              <a:lstStyle/>
              <a:p>
                <a:endParaRPr lang="zh-CN" altLang="en-US"/>
              </a:p>
            </p:txBody>
          </p:sp>
          <p:sp>
            <p:nvSpPr>
              <p:cNvPr id="221" name="任意多边形: 形状 220"/>
              <p:cNvSpPr/>
              <p:nvPr/>
            </p:nvSpPr>
            <p:spPr>
              <a:xfrm>
                <a:off x="5561336" y="2705428"/>
                <a:ext cx="7789" cy="22669"/>
              </a:xfrm>
              <a:custGeom>
                <a:avLst/>
                <a:gdLst>
                  <a:gd name="connsiteX0" fmla="*/ 2376 w 7789"/>
                  <a:gd name="connsiteY0" fmla="*/ 22534 h 22669"/>
                  <a:gd name="connsiteX1" fmla="*/ -291 w 7789"/>
                  <a:gd name="connsiteY1" fmla="*/ 11008 h 22669"/>
                  <a:gd name="connsiteX2" fmla="*/ 5329 w 7789"/>
                  <a:gd name="connsiteY2" fmla="*/ -136 h 22669"/>
                  <a:gd name="connsiteX3" fmla="*/ 7425 w 7789"/>
                  <a:gd name="connsiteY3" fmla="*/ 12246 h 22669"/>
                  <a:gd name="connsiteX4" fmla="*/ 2376 w 7789"/>
                  <a:gd name="connsiteY4" fmla="*/ 22533 h 2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89" h="22669">
                    <a:moveTo>
                      <a:pt x="2376" y="22534"/>
                    </a:moveTo>
                    <a:cubicBezTo>
                      <a:pt x="287" y="19072"/>
                      <a:pt x="-647" y="15036"/>
                      <a:pt x="-291" y="11008"/>
                    </a:cubicBezTo>
                    <a:cubicBezTo>
                      <a:pt x="517" y="6846"/>
                      <a:pt x="2463" y="2989"/>
                      <a:pt x="5329" y="-136"/>
                    </a:cubicBezTo>
                    <a:cubicBezTo>
                      <a:pt x="6480" y="3902"/>
                      <a:pt x="7183" y="8055"/>
                      <a:pt x="7425" y="12246"/>
                    </a:cubicBezTo>
                    <a:cubicBezTo>
                      <a:pt x="7018" y="16167"/>
                      <a:pt x="5229" y="19814"/>
                      <a:pt x="2376" y="22533"/>
                    </a:cubicBezTo>
                  </a:path>
                </a:pathLst>
              </a:custGeom>
              <a:solidFill>
                <a:srgbClr val="FFFFFF"/>
              </a:solidFill>
              <a:ln w="9525" cap="flat">
                <a:noFill/>
                <a:prstDash val="solid"/>
                <a:miter/>
              </a:ln>
            </p:spPr>
            <p:txBody>
              <a:bodyPr rtlCol="0" anchor="ctr"/>
              <a:lstStyle/>
              <a:p>
                <a:endParaRPr lang="zh-CN" altLang="en-US"/>
              </a:p>
            </p:txBody>
          </p:sp>
          <p:sp>
            <p:nvSpPr>
              <p:cNvPr id="222" name="任意多边形: 形状 221"/>
              <p:cNvSpPr/>
              <p:nvPr/>
            </p:nvSpPr>
            <p:spPr>
              <a:xfrm>
                <a:off x="5573991" y="2700761"/>
                <a:ext cx="10089" cy="19526"/>
              </a:xfrm>
              <a:custGeom>
                <a:avLst/>
                <a:gdLst>
                  <a:gd name="connsiteX0" fmla="*/ 199 w 10089"/>
                  <a:gd name="connsiteY0" fmla="*/ 19390 h 19526"/>
                  <a:gd name="connsiteX1" fmla="*/ 7629 w 10089"/>
                  <a:gd name="connsiteY1" fmla="*/ 12342 h 19526"/>
                  <a:gd name="connsiteX2" fmla="*/ 9724 w 10089"/>
                  <a:gd name="connsiteY2" fmla="*/ -136 h 19526"/>
                  <a:gd name="connsiteX3" fmla="*/ 1437 w 10089"/>
                  <a:gd name="connsiteY3" fmla="*/ 8055 h 19526"/>
                  <a:gd name="connsiteX4" fmla="*/ 199 w 10089"/>
                  <a:gd name="connsiteY4" fmla="*/ 19390 h 19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9" h="19526">
                    <a:moveTo>
                      <a:pt x="199" y="19390"/>
                    </a:moveTo>
                    <a:cubicBezTo>
                      <a:pt x="3762" y="18546"/>
                      <a:pt x="6598" y="15855"/>
                      <a:pt x="7629" y="12342"/>
                    </a:cubicBezTo>
                    <a:cubicBezTo>
                      <a:pt x="8954" y="8313"/>
                      <a:pt x="9661" y="4105"/>
                      <a:pt x="9724" y="-136"/>
                    </a:cubicBezTo>
                    <a:cubicBezTo>
                      <a:pt x="6174" y="1662"/>
                      <a:pt x="3276" y="4527"/>
                      <a:pt x="1437" y="8055"/>
                    </a:cubicBezTo>
                    <a:cubicBezTo>
                      <a:pt x="-417" y="11534"/>
                      <a:pt x="-860" y="15593"/>
                      <a:pt x="199" y="19390"/>
                    </a:cubicBezTo>
                  </a:path>
                </a:pathLst>
              </a:custGeom>
              <a:solidFill>
                <a:srgbClr val="FFFFFF"/>
              </a:solidFill>
              <a:ln w="9525" cap="flat">
                <a:noFill/>
                <a:prstDash val="solid"/>
                <a:miter/>
              </a:ln>
            </p:spPr>
            <p:txBody>
              <a:bodyPr rtlCol="0" anchor="ctr"/>
              <a:lstStyle/>
              <a:p>
                <a:endParaRPr lang="zh-CN" altLang="en-US"/>
              </a:p>
            </p:txBody>
          </p:sp>
          <p:sp>
            <p:nvSpPr>
              <p:cNvPr id="223" name="任意多边形: 形状 222"/>
              <p:cNvSpPr/>
              <p:nvPr/>
            </p:nvSpPr>
            <p:spPr>
              <a:xfrm>
                <a:off x="5553124" y="2738347"/>
                <a:ext cx="22764" cy="8921"/>
              </a:xfrm>
              <a:custGeom>
                <a:avLst/>
                <a:gdLst>
                  <a:gd name="connsiteX0" fmla="*/ -365 w 22764"/>
                  <a:gd name="connsiteY0" fmla="*/ 855 h 8921"/>
                  <a:gd name="connsiteX1" fmla="*/ 11541 w 22764"/>
                  <a:gd name="connsiteY1" fmla="*/ 855 h 8921"/>
                  <a:gd name="connsiteX2" fmla="*/ 22400 w 22764"/>
                  <a:gd name="connsiteY2" fmla="*/ 7808 h 8921"/>
                  <a:gd name="connsiteX3" fmla="*/ 9541 w 22764"/>
                  <a:gd name="connsiteY3" fmla="*/ 8570 h 8921"/>
                  <a:gd name="connsiteX4" fmla="*/ 16 w 22764"/>
                  <a:gd name="connsiteY4" fmla="*/ 1521 h 8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64" h="8921">
                    <a:moveTo>
                      <a:pt x="-365" y="855"/>
                    </a:moveTo>
                    <a:cubicBezTo>
                      <a:pt x="3494" y="-466"/>
                      <a:pt x="7682" y="-466"/>
                      <a:pt x="11541" y="855"/>
                    </a:cubicBezTo>
                    <a:cubicBezTo>
                      <a:pt x="15668" y="2263"/>
                      <a:pt x="19394" y="4649"/>
                      <a:pt x="22400" y="7808"/>
                    </a:cubicBezTo>
                    <a:cubicBezTo>
                      <a:pt x="18184" y="8763"/>
                      <a:pt x="13840" y="9021"/>
                      <a:pt x="9541" y="8570"/>
                    </a:cubicBezTo>
                    <a:cubicBezTo>
                      <a:pt x="5610" y="7466"/>
                      <a:pt x="2221" y="4958"/>
                      <a:pt x="16" y="1521"/>
                    </a:cubicBezTo>
                  </a:path>
                </a:pathLst>
              </a:custGeom>
              <a:solidFill>
                <a:srgbClr val="FFFFFF"/>
              </a:solidFill>
              <a:ln w="9525" cap="flat">
                <a:noFill/>
                <a:prstDash val="solid"/>
                <a:miter/>
              </a:ln>
            </p:spPr>
            <p:txBody>
              <a:bodyPr rtlCol="0" anchor="ctr"/>
              <a:lstStyle/>
              <a:p>
                <a:endParaRPr lang="zh-CN" altLang="en-US"/>
              </a:p>
            </p:txBody>
          </p:sp>
          <p:sp>
            <p:nvSpPr>
              <p:cNvPr id="224" name="任意多边形: 形状 223"/>
              <p:cNvSpPr/>
              <p:nvPr/>
            </p:nvSpPr>
            <p:spPr>
              <a:xfrm>
                <a:off x="5565982" y="2726574"/>
                <a:ext cx="21812" cy="7440"/>
              </a:xfrm>
              <a:custGeom>
                <a:avLst/>
                <a:gdLst>
                  <a:gd name="connsiteX0" fmla="*/ -365 w 21812"/>
                  <a:gd name="connsiteY0" fmla="*/ 3769 h 7440"/>
                  <a:gd name="connsiteX1" fmla="*/ 10303 w 21812"/>
                  <a:gd name="connsiteY1" fmla="*/ -136 h 7440"/>
                  <a:gd name="connsiteX2" fmla="*/ 21447 w 21812"/>
                  <a:gd name="connsiteY2" fmla="*/ 1388 h 7440"/>
                  <a:gd name="connsiteX3" fmla="*/ 10875 w 21812"/>
                  <a:gd name="connsiteY3" fmla="*/ 7294 h 7440"/>
                  <a:gd name="connsiteX4" fmla="*/ -365 w 21812"/>
                  <a:gd name="connsiteY4" fmla="*/ 3769 h 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12" h="7440">
                    <a:moveTo>
                      <a:pt x="-365" y="3769"/>
                    </a:moveTo>
                    <a:cubicBezTo>
                      <a:pt x="2620" y="1251"/>
                      <a:pt x="6398" y="-132"/>
                      <a:pt x="10303" y="-136"/>
                    </a:cubicBezTo>
                    <a:cubicBezTo>
                      <a:pt x="14058" y="13"/>
                      <a:pt x="17790" y="524"/>
                      <a:pt x="21447" y="1388"/>
                    </a:cubicBezTo>
                    <a:cubicBezTo>
                      <a:pt x="18571" y="4341"/>
                      <a:pt x="14897" y="6393"/>
                      <a:pt x="10875" y="7294"/>
                    </a:cubicBezTo>
                    <a:cubicBezTo>
                      <a:pt x="6836" y="7435"/>
                      <a:pt x="2870" y="6192"/>
                      <a:pt x="-365" y="3769"/>
                    </a:cubicBezTo>
                  </a:path>
                </a:pathLst>
              </a:custGeom>
              <a:solidFill>
                <a:srgbClr val="FFFFFF"/>
              </a:solidFill>
              <a:ln w="9525" cap="flat">
                <a:noFill/>
                <a:prstDash val="solid"/>
                <a:miter/>
              </a:ln>
            </p:spPr>
            <p:txBody>
              <a:bodyPr rtlCol="0" anchor="ctr"/>
              <a:lstStyle/>
              <a:p>
                <a:endParaRPr lang="zh-CN" altLang="en-US"/>
              </a:p>
            </p:txBody>
          </p:sp>
          <p:sp>
            <p:nvSpPr>
              <p:cNvPr id="225" name="任意多边形: 形状 224"/>
              <p:cNvSpPr/>
              <p:nvPr/>
            </p:nvSpPr>
            <p:spPr>
              <a:xfrm>
                <a:off x="5273516" y="2874402"/>
                <a:ext cx="26919" cy="20585"/>
              </a:xfrm>
              <a:custGeom>
                <a:avLst/>
                <a:gdLst>
                  <a:gd name="connsiteX0" fmla="*/ 26544 w 26919"/>
                  <a:gd name="connsiteY0" fmla="*/ 340 h 20585"/>
                  <a:gd name="connsiteX1" fmla="*/ 26544 w 26919"/>
                  <a:gd name="connsiteY1" fmla="*/ 2817 h 20585"/>
                  <a:gd name="connsiteX2" fmla="*/ 26544 w 26919"/>
                  <a:gd name="connsiteY2" fmla="*/ 12342 h 20585"/>
                  <a:gd name="connsiteX3" fmla="*/ 24639 w 26919"/>
                  <a:gd name="connsiteY3" fmla="*/ 17866 h 20585"/>
                  <a:gd name="connsiteX4" fmla="*/ 19590 w 26919"/>
                  <a:gd name="connsiteY4" fmla="*/ 19771 h 20585"/>
                  <a:gd name="connsiteX5" fmla="*/ 14542 w 26919"/>
                  <a:gd name="connsiteY5" fmla="*/ 17485 h 20585"/>
                  <a:gd name="connsiteX6" fmla="*/ 14066 w 26919"/>
                  <a:gd name="connsiteY6" fmla="*/ 16628 h 20585"/>
                  <a:gd name="connsiteX7" fmla="*/ 13113 w 26919"/>
                  <a:gd name="connsiteY7" fmla="*/ 18152 h 20585"/>
                  <a:gd name="connsiteX8" fmla="*/ 7970 w 26919"/>
                  <a:gd name="connsiteY8" fmla="*/ 20438 h 20585"/>
                  <a:gd name="connsiteX9" fmla="*/ 1683 w 26919"/>
                  <a:gd name="connsiteY9" fmla="*/ 17961 h 20585"/>
                  <a:gd name="connsiteX10" fmla="*/ -317 w 26919"/>
                  <a:gd name="connsiteY10" fmla="*/ 11103 h 20585"/>
                  <a:gd name="connsiteX11" fmla="*/ -317 w 26919"/>
                  <a:gd name="connsiteY11" fmla="*/ 2341 h 20585"/>
                  <a:gd name="connsiteX12" fmla="*/ -317 w 26919"/>
                  <a:gd name="connsiteY12" fmla="*/ -136 h 20585"/>
                  <a:gd name="connsiteX13" fmla="*/ 4255 w 26919"/>
                  <a:gd name="connsiteY13" fmla="*/ 4912 h 20585"/>
                  <a:gd name="connsiteX14" fmla="*/ 4255 w 26919"/>
                  <a:gd name="connsiteY14" fmla="*/ 11199 h 20585"/>
                  <a:gd name="connsiteX15" fmla="*/ 5113 w 26919"/>
                  <a:gd name="connsiteY15" fmla="*/ 14247 h 20585"/>
                  <a:gd name="connsiteX16" fmla="*/ 7970 w 26919"/>
                  <a:gd name="connsiteY16" fmla="*/ 15294 h 20585"/>
                  <a:gd name="connsiteX17" fmla="*/ 10542 w 26919"/>
                  <a:gd name="connsiteY17" fmla="*/ 14247 h 20585"/>
                  <a:gd name="connsiteX18" fmla="*/ 11399 w 26919"/>
                  <a:gd name="connsiteY18" fmla="*/ 11199 h 20585"/>
                  <a:gd name="connsiteX19" fmla="*/ 11399 w 26919"/>
                  <a:gd name="connsiteY19" fmla="*/ 5008 h 20585"/>
                  <a:gd name="connsiteX20" fmla="*/ 15971 w 26919"/>
                  <a:gd name="connsiteY20" fmla="*/ 4912 h 20585"/>
                  <a:gd name="connsiteX21" fmla="*/ 15971 w 26919"/>
                  <a:gd name="connsiteY21" fmla="*/ 10818 h 20585"/>
                  <a:gd name="connsiteX22" fmla="*/ 16638 w 26919"/>
                  <a:gd name="connsiteY22" fmla="*/ 13675 h 20585"/>
                  <a:gd name="connsiteX23" fmla="*/ 19019 w 26919"/>
                  <a:gd name="connsiteY23" fmla="*/ 14723 h 20585"/>
                  <a:gd name="connsiteX24" fmla="*/ 21114 w 26919"/>
                  <a:gd name="connsiteY24" fmla="*/ 13770 h 20585"/>
                  <a:gd name="connsiteX25" fmla="*/ 21876 w 26919"/>
                  <a:gd name="connsiteY25" fmla="*/ 10722 h 20585"/>
                  <a:gd name="connsiteX26" fmla="*/ 21877 w 26919"/>
                  <a:gd name="connsiteY26" fmla="*/ 5008 h 20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919" h="20585">
                    <a:moveTo>
                      <a:pt x="26544" y="340"/>
                    </a:moveTo>
                    <a:lnTo>
                      <a:pt x="26544" y="2817"/>
                    </a:lnTo>
                    <a:lnTo>
                      <a:pt x="26544" y="12342"/>
                    </a:lnTo>
                    <a:cubicBezTo>
                      <a:pt x="26648" y="14360"/>
                      <a:pt x="25965" y="16341"/>
                      <a:pt x="24639" y="17866"/>
                    </a:cubicBezTo>
                    <a:cubicBezTo>
                      <a:pt x="23344" y="19252"/>
                      <a:pt x="21478" y="19956"/>
                      <a:pt x="19590" y="19771"/>
                    </a:cubicBezTo>
                    <a:cubicBezTo>
                      <a:pt x="17636" y="19879"/>
                      <a:pt x="15751" y="19025"/>
                      <a:pt x="14542" y="17485"/>
                    </a:cubicBezTo>
                    <a:cubicBezTo>
                      <a:pt x="14348" y="17221"/>
                      <a:pt x="14188" y="16933"/>
                      <a:pt x="14066" y="16628"/>
                    </a:cubicBezTo>
                    <a:cubicBezTo>
                      <a:pt x="13805" y="17170"/>
                      <a:pt x="13486" y="17681"/>
                      <a:pt x="13113" y="18152"/>
                    </a:cubicBezTo>
                    <a:cubicBezTo>
                      <a:pt x="11874" y="19708"/>
                      <a:pt x="9955" y="20561"/>
                      <a:pt x="7970" y="20438"/>
                    </a:cubicBezTo>
                    <a:cubicBezTo>
                      <a:pt x="5618" y="20543"/>
                      <a:pt x="3332" y="19643"/>
                      <a:pt x="1683" y="17961"/>
                    </a:cubicBezTo>
                    <a:cubicBezTo>
                      <a:pt x="152" y="16021"/>
                      <a:pt x="-565" y="13562"/>
                      <a:pt x="-317" y="11103"/>
                    </a:cubicBezTo>
                    <a:lnTo>
                      <a:pt x="-317" y="2341"/>
                    </a:lnTo>
                    <a:lnTo>
                      <a:pt x="-317" y="-136"/>
                    </a:lnTo>
                    <a:close/>
                    <a:moveTo>
                      <a:pt x="4255" y="4912"/>
                    </a:moveTo>
                    <a:lnTo>
                      <a:pt x="4255" y="11199"/>
                    </a:lnTo>
                    <a:cubicBezTo>
                      <a:pt x="4193" y="12282"/>
                      <a:pt x="4495" y="13355"/>
                      <a:pt x="5113" y="14247"/>
                    </a:cubicBezTo>
                    <a:cubicBezTo>
                      <a:pt x="5905" y="14934"/>
                      <a:pt x="6921" y="15307"/>
                      <a:pt x="7970" y="15294"/>
                    </a:cubicBezTo>
                    <a:cubicBezTo>
                      <a:pt x="8941" y="15349"/>
                      <a:pt x="9885" y="14965"/>
                      <a:pt x="10542" y="14247"/>
                    </a:cubicBezTo>
                    <a:cubicBezTo>
                      <a:pt x="11174" y="13362"/>
                      <a:pt x="11477" y="12284"/>
                      <a:pt x="11399" y="11199"/>
                    </a:cubicBezTo>
                    <a:lnTo>
                      <a:pt x="11399" y="5008"/>
                    </a:lnTo>
                    <a:close/>
                    <a:moveTo>
                      <a:pt x="15971" y="4912"/>
                    </a:moveTo>
                    <a:lnTo>
                      <a:pt x="15971" y="10818"/>
                    </a:lnTo>
                    <a:cubicBezTo>
                      <a:pt x="15833" y="11820"/>
                      <a:pt x="16070" y="12838"/>
                      <a:pt x="16638" y="13675"/>
                    </a:cubicBezTo>
                    <a:cubicBezTo>
                      <a:pt x="17227" y="14374"/>
                      <a:pt x="18106" y="14761"/>
                      <a:pt x="19019" y="14723"/>
                    </a:cubicBezTo>
                    <a:cubicBezTo>
                      <a:pt x="19835" y="14786"/>
                      <a:pt x="20626" y="14427"/>
                      <a:pt x="21114" y="13770"/>
                    </a:cubicBezTo>
                    <a:cubicBezTo>
                      <a:pt x="21626" y="12836"/>
                      <a:pt x="21889" y="11787"/>
                      <a:pt x="21876" y="10722"/>
                    </a:cubicBezTo>
                    <a:lnTo>
                      <a:pt x="21877" y="5008"/>
                    </a:lnTo>
                    <a:close/>
                  </a:path>
                </a:pathLst>
              </a:custGeom>
              <a:solidFill>
                <a:srgbClr val="FFFFFF"/>
              </a:solidFill>
              <a:ln w="9525" cap="flat">
                <a:noFill/>
                <a:prstDash val="solid"/>
                <a:miter/>
              </a:ln>
            </p:spPr>
            <p:txBody>
              <a:bodyPr rtlCol="0" anchor="ctr"/>
              <a:lstStyle/>
              <a:p>
                <a:endParaRPr lang="zh-CN" altLang="en-US"/>
              </a:p>
            </p:txBody>
          </p:sp>
          <p:sp>
            <p:nvSpPr>
              <p:cNvPr id="226" name="任意多边形: 形状 225"/>
              <p:cNvSpPr/>
              <p:nvPr/>
            </p:nvSpPr>
            <p:spPr>
              <a:xfrm>
                <a:off x="5273946" y="2902691"/>
                <a:ext cx="28956" cy="21907"/>
              </a:xfrm>
              <a:custGeom>
                <a:avLst/>
                <a:gdLst>
                  <a:gd name="connsiteX0" fmla="*/ 0 w 28956"/>
                  <a:gd name="connsiteY0" fmla="*/ 3238 h 21907"/>
                  <a:gd name="connsiteX1" fmla="*/ 26765 w 28956"/>
                  <a:gd name="connsiteY1" fmla="*/ 0 h 21907"/>
                  <a:gd name="connsiteX2" fmla="*/ 28956 w 28956"/>
                  <a:gd name="connsiteY2" fmla="*/ 18002 h 21907"/>
                  <a:gd name="connsiteX3" fmla="*/ 26575 w 28956"/>
                  <a:gd name="connsiteY3" fmla="*/ 18288 h 21907"/>
                  <a:gd name="connsiteX4" fmla="*/ 24194 w 28956"/>
                  <a:gd name="connsiteY4" fmla="*/ 18574 h 21907"/>
                  <a:gd name="connsiteX5" fmla="*/ 22574 w 28956"/>
                  <a:gd name="connsiteY5" fmla="*/ 5715 h 21907"/>
                  <a:gd name="connsiteX6" fmla="*/ 16954 w 28956"/>
                  <a:gd name="connsiteY6" fmla="*/ 6382 h 21907"/>
                  <a:gd name="connsiteX7" fmla="*/ 18383 w 28956"/>
                  <a:gd name="connsiteY7" fmla="*/ 18383 h 21907"/>
                  <a:gd name="connsiteX8" fmla="*/ 16193 w 28956"/>
                  <a:gd name="connsiteY8" fmla="*/ 18669 h 21907"/>
                  <a:gd name="connsiteX9" fmla="*/ 13811 w 28956"/>
                  <a:gd name="connsiteY9" fmla="*/ 18955 h 21907"/>
                  <a:gd name="connsiteX10" fmla="*/ 12382 w 28956"/>
                  <a:gd name="connsiteY10" fmla="*/ 6953 h 21907"/>
                  <a:gd name="connsiteX11" fmla="*/ 5429 w 28956"/>
                  <a:gd name="connsiteY11" fmla="*/ 7811 h 21907"/>
                  <a:gd name="connsiteX12" fmla="*/ 7048 w 28956"/>
                  <a:gd name="connsiteY12" fmla="*/ 21336 h 21907"/>
                  <a:gd name="connsiteX13" fmla="*/ 4763 w 28956"/>
                  <a:gd name="connsiteY13" fmla="*/ 21622 h 21907"/>
                  <a:gd name="connsiteX14" fmla="*/ 2381 w 28956"/>
                  <a:gd name="connsiteY14" fmla="*/ 21908 h 21907"/>
                  <a:gd name="connsiteX15" fmla="*/ 0 w 28956"/>
                  <a:gd name="connsiteY15" fmla="*/ 3238 h 2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956" h="21907">
                    <a:moveTo>
                      <a:pt x="0" y="3238"/>
                    </a:moveTo>
                    <a:lnTo>
                      <a:pt x="26765" y="0"/>
                    </a:lnTo>
                    <a:lnTo>
                      <a:pt x="28956" y="18002"/>
                    </a:lnTo>
                    <a:lnTo>
                      <a:pt x="26575" y="18288"/>
                    </a:lnTo>
                    <a:lnTo>
                      <a:pt x="24194" y="18574"/>
                    </a:lnTo>
                    <a:lnTo>
                      <a:pt x="22574" y="5715"/>
                    </a:lnTo>
                    <a:lnTo>
                      <a:pt x="16954" y="6382"/>
                    </a:lnTo>
                    <a:lnTo>
                      <a:pt x="18383" y="18383"/>
                    </a:lnTo>
                    <a:lnTo>
                      <a:pt x="16193" y="18669"/>
                    </a:lnTo>
                    <a:lnTo>
                      <a:pt x="13811" y="18955"/>
                    </a:lnTo>
                    <a:lnTo>
                      <a:pt x="12382" y="6953"/>
                    </a:lnTo>
                    <a:lnTo>
                      <a:pt x="5429" y="7811"/>
                    </a:lnTo>
                    <a:lnTo>
                      <a:pt x="7048" y="21336"/>
                    </a:lnTo>
                    <a:lnTo>
                      <a:pt x="4763" y="21622"/>
                    </a:lnTo>
                    <a:lnTo>
                      <a:pt x="2381" y="21908"/>
                    </a:lnTo>
                    <a:lnTo>
                      <a:pt x="0" y="3238"/>
                    </a:lnTo>
                    <a:close/>
                  </a:path>
                </a:pathLst>
              </a:custGeom>
              <a:solidFill>
                <a:srgbClr val="FFFFFF"/>
              </a:solidFill>
              <a:ln w="9525" cap="flat">
                <a:noFill/>
                <a:prstDash val="solid"/>
                <a:miter/>
              </a:ln>
            </p:spPr>
            <p:txBody>
              <a:bodyPr rtlCol="0" anchor="ctr"/>
              <a:lstStyle/>
              <a:p>
                <a:endParaRPr lang="zh-CN" altLang="en-US"/>
              </a:p>
            </p:txBody>
          </p:sp>
          <p:sp>
            <p:nvSpPr>
              <p:cNvPr id="227" name="任意多边形: 形状 226"/>
              <p:cNvSpPr/>
              <p:nvPr/>
            </p:nvSpPr>
            <p:spPr>
              <a:xfrm>
                <a:off x="5277470" y="2928027"/>
                <a:ext cx="27336" cy="10191"/>
              </a:xfrm>
              <a:custGeom>
                <a:avLst/>
                <a:gdLst>
                  <a:gd name="connsiteX0" fmla="*/ 26384 w 27336"/>
                  <a:gd name="connsiteY0" fmla="*/ 0 h 10191"/>
                  <a:gd name="connsiteX1" fmla="*/ 26860 w 27336"/>
                  <a:gd name="connsiteY1" fmla="*/ 2572 h 10191"/>
                  <a:gd name="connsiteX2" fmla="*/ 27337 w 27336"/>
                  <a:gd name="connsiteY2" fmla="*/ 5144 h 10191"/>
                  <a:gd name="connsiteX3" fmla="*/ 953 w 27336"/>
                  <a:gd name="connsiteY3" fmla="*/ 10192 h 10191"/>
                  <a:gd name="connsiteX4" fmla="*/ 476 w 27336"/>
                  <a:gd name="connsiteY4" fmla="*/ 7715 h 10191"/>
                  <a:gd name="connsiteX5" fmla="*/ 0 w 27336"/>
                  <a:gd name="connsiteY5" fmla="*/ 5144 h 10191"/>
                  <a:gd name="connsiteX6" fmla="*/ 26384 w 27336"/>
                  <a:gd name="connsiteY6" fmla="*/ 0 h 1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36" h="10191">
                    <a:moveTo>
                      <a:pt x="26384" y="0"/>
                    </a:moveTo>
                    <a:lnTo>
                      <a:pt x="26860" y="2572"/>
                    </a:lnTo>
                    <a:lnTo>
                      <a:pt x="27337" y="5144"/>
                    </a:lnTo>
                    <a:lnTo>
                      <a:pt x="953" y="10192"/>
                    </a:lnTo>
                    <a:lnTo>
                      <a:pt x="476" y="7715"/>
                    </a:lnTo>
                    <a:lnTo>
                      <a:pt x="0" y="5144"/>
                    </a:lnTo>
                    <a:lnTo>
                      <a:pt x="26384" y="0"/>
                    </a:lnTo>
                    <a:close/>
                  </a:path>
                </a:pathLst>
              </a:custGeom>
              <a:solidFill>
                <a:srgbClr val="FFFFFF"/>
              </a:solidFill>
              <a:ln w="9525" cap="flat">
                <a:noFill/>
                <a:prstDash val="solid"/>
                <a:miter/>
              </a:ln>
            </p:spPr>
            <p:txBody>
              <a:bodyPr rtlCol="0" anchor="ctr"/>
              <a:lstStyle/>
              <a:p>
                <a:endParaRPr lang="zh-CN" altLang="en-US"/>
              </a:p>
            </p:txBody>
          </p:sp>
          <p:sp>
            <p:nvSpPr>
              <p:cNvPr id="228" name="任意多边形: 形状 227"/>
              <p:cNvSpPr/>
              <p:nvPr/>
            </p:nvSpPr>
            <p:spPr>
              <a:xfrm>
                <a:off x="5280696" y="2943744"/>
                <a:ext cx="29540" cy="16470"/>
              </a:xfrm>
              <a:custGeom>
                <a:avLst/>
                <a:gdLst>
                  <a:gd name="connsiteX0" fmla="*/ 27842 w 29540"/>
                  <a:gd name="connsiteY0" fmla="*/ 5769 h 16470"/>
                  <a:gd name="connsiteX1" fmla="*/ 28508 w 29540"/>
                  <a:gd name="connsiteY1" fmla="*/ 8246 h 16470"/>
                  <a:gd name="connsiteX2" fmla="*/ 29175 w 29540"/>
                  <a:gd name="connsiteY2" fmla="*/ 10723 h 16470"/>
                  <a:gd name="connsiteX3" fmla="*/ 10125 w 29540"/>
                  <a:gd name="connsiteY3" fmla="*/ 15676 h 16470"/>
                  <a:gd name="connsiteX4" fmla="*/ 3648 w 29540"/>
                  <a:gd name="connsiteY4" fmla="*/ 15676 h 16470"/>
                  <a:gd name="connsiteX5" fmla="*/ 124 w 29540"/>
                  <a:gd name="connsiteY5" fmla="*/ 10437 h 16470"/>
                  <a:gd name="connsiteX6" fmla="*/ 696 w 29540"/>
                  <a:gd name="connsiteY6" fmla="*/ 3960 h 16470"/>
                  <a:gd name="connsiteX7" fmla="*/ 7173 w 29540"/>
                  <a:gd name="connsiteY7" fmla="*/ 340 h 16470"/>
                  <a:gd name="connsiteX8" fmla="*/ 8697 w 29540"/>
                  <a:gd name="connsiteY8" fmla="*/ -136 h 16470"/>
                  <a:gd name="connsiteX9" fmla="*/ 9935 w 29540"/>
                  <a:gd name="connsiteY9" fmla="*/ 4627 h 16470"/>
                  <a:gd name="connsiteX10" fmla="*/ 8411 w 29540"/>
                  <a:gd name="connsiteY10" fmla="*/ 5103 h 16470"/>
                  <a:gd name="connsiteX11" fmla="*/ 5077 w 29540"/>
                  <a:gd name="connsiteY11" fmla="*/ 6627 h 16470"/>
                  <a:gd name="connsiteX12" fmla="*/ 4506 w 29540"/>
                  <a:gd name="connsiteY12" fmla="*/ 9199 h 16470"/>
                  <a:gd name="connsiteX13" fmla="*/ 5934 w 29540"/>
                  <a:gd name="connsiteY13" fmla="*/ 11104 h 16470"/>
                  <a:gd name="connsiteX14" fmla="*/ 8792 w 29540"/>
                  <a:gd name="connsiteY14" fmla="*/ 11104 h 16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40" h="16470">
                    <a:moveTo>
                      <a:pt x="27842" y="5769"/>
                    </a:moveTo>
                    <a:lnTo>
                      <a:pt x="28508" y="8246"/>
                    </a:lnTo>
                    <a:lnTo>
                      <a:pt x="29175" y="10723"/>
                    </a:lnTo>
                    <a:lnTo>
                      <a:pt x="10125" y="15676"/>
                    </a:lnTo>
                    <a:cubicBezTo>
                      <a:pt x="8056" y="16554"/>
                      <a:pt x="5718" y="16554"/>
                      <a:pt x="3648" y="15676"/>
                    </a:cubicBezTo>
                    <a:cubicBezTo>
                      <a:pt x="1789" y="14503"/>
                      <a:pt x="509" y="12601"/>
                      <a:pt x="124" y="10437"/>
                    </a:cubicBezTo>
                    <a:cubicBezTo>
                      <a:pt x="-690" y="8305"/>
                      <a:pt x="-480" y="5917"/>
                      <a:pt x="696" y="3960"/>
                    </a:cubicBezTo>
                    <a:cubicBezTo>
                      <a:pt x="2329" y="1990"/>
                      <a:pt x="4638" y="699"/>
                      <a:pt x="7173" y="340"/>
                    </a:cubicBezTo>
                    <a:lnTo>
                      <a:pt x="8697" y="-136"/>
                    </a:lnTo>
                    <a:lnTo>
                      <a:pt x="9935" y="4627"/>
                    </a:lnTo>
                    <a:lnTo>
                      <a:pt x="8411" y="5103"/>
                    </a:lnTo>
                    <a:cubicBezTo>
                      <a:pt x="7180" y="5294"/>
                      <a:pt x="6027" y="5822"/>
                      <a:pt x="5077" y="6627"/>
                    </a:cubicBezTo>
                    <a:cubicBezTo>
                      <a:pt x="4409" y="7303"/>
                      <a:pt x="4186" y="8303"/>
                      <a:pt x="4506" y="9199"/>
                    </a:cubicBezTo>
                    <a:cubicBezTo>
                      <a:pt x="4670" y="10017"/>
                      <a:pt x="5195" y="10717"/>
                      <a:pt x="5934" y="11104"/>
                    </a:cubicBezTo>
                    <a:cubicBezTo>
                      <a:pt x="6857" y="11439"/>
                      <a:pt x="7869" y="11439"/>
                      <a:pt x="8792" y="11104"/>
                    </a:cubicBezTo>
                    <a:close/>
                  </a:path>
                </a:pathLst>
              </a:custGeom>
              <a:solidFill>
                <a:srgbClr val="FFFFFF"/>
              </a:solidFill>
              <a:ln w="9525" cap="flat">
                <a:noFill/>
                <a:prstDash val="solid"/>
                <a:miter/>
              </a:ln>
            </p:spPr>
            <p:txBody>
              <a:bodyPr rtlCol="0" anchor="ctr"/>
              <a:lstStyle/>
              <a:p>
                <a:endParaRPr lang="zh-CN" altLang="en-US"/>
              </a:p>
            </p:txBody>
          </p:sp>
          <p:sp>
            <p:nvSpPr>
              <p:cNvPr id="229" name="任意多边形: 形状 228"/>
              <p:cNvSpPr/>
              <p:nvPr/>
            </p:nvSpPr>
            <p:spPr>
              <a:xfrm>
                <a:off x="5288043" y="2961746"/>
                <a:ext cx="26955" cy="14477"/>
              </a:xfrm>
              <a:custGeom>
                <a:avLst/>
                <a:gdLst>
                  <a:gd name="connsiteX0" fmla="*/ 25051 w 26955"/>
                  <a:gd name="connsiteY0" fmla="*/ 0 h 14477"/>
                  <a:gd name="connsiteX1" fmla="*/ 26003 w 26955"/>
                  <a:gd name="connsiteY1" fmla="*/ 2477 h 14477"/>
                  <a:gd name="connsiteX2" fmla="*/ 26956 w 26955"/>
                  <a:gd name="connsiteY2" fmla="*/ 4858 h 14477"/>
                  <a:gd name="connsiteX3" fmla="*/ 1810 w 26955"/>
                  <a:gd name="connsiteY3" fmla="*/ 14478 h 14477"/>
                  <a:gd name="connsiteX4" fmla="*/ 857 w 26955"/>
                  <a:gd name="connsiteY4" fmla="*/ 12097 h 14477"/>
                  <a:gd name="connsiteX5" fmla="*/ 0 w 26955"/>
                  <a:gd name="connsiteY5" fmla="*/ 9715 h 14477"/>
                  <a:gd name="connsiteX6" fmla="*/ 25051 w 26955"/>
                  <a:gd name="connsiteY6" fmla="*/ 0 h 1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55" h="14477">
                    <a:moveTo>
                      <a:pt x="25051" y="0"/>
                    </a:moveTo>
                    <a:lnTo>
                      <a:pt x="26003" y="2477"/>
                    </a:lnTo>
                    <a:lnTo>
                      <a:pt x="26956" y="4858"/>
                    </a:lnTo>
                    <a:lnTo>
                      <a:pt x="1810" y="14478"/>
                    </a:lnTo>
                    <a:lnTo>
                      <a:pt x="857" y="12097"/>
                    </a:lnTo>
                    <a:lnTo>
                      <a:pt x="0" y="9715"/>
                    </a:lnTo>
                    <a:lnTo>
                      <a:pt x="25051" y="0"/>
                    </a:lnTo>
                    <a:close/>
                  </a:path>
                </a:pathLst>
              </a:custGeom>
              <a:solidFill>
                <a:srgbClr val="FFFFFF"/>
              </a:solidFill>
              <a:ln w="9525" cap="flat">
                <a:noFill/>
                <a:prstDash val="solid"/>
                <a:miter/>
              </a:ln>
            </p:spPr>
            <p:txBody>
              <a:bodyPr rtlCol="0" anchor="ctr"/>
              <a:lstStyle/>
              <a:p>
                <a:endParaRPr lang="zh-CN" altLang="en-US"/>
              </a:p>
            </p:txBody>
          </p:sp>
          <p:sp>
            <p:nvSpPr>
              <p:cNvPr id="230" name="任意多边形: 形状 229"/>
              <p:cNvSpPr/>
              <p:nvPr/>
            </p:nvSpPr>
            <p:spPr>
              <a:xfrm>
                <a:off x="5293472" y="2973748"/>
                <a:ext cx="32861" cy="29622"/>
              </a:xfrm>
              <a:custGeom>
                <a:avLst/>
                <a:gdLst>
                  <a:gd name="connsiteX0" fmla="*/ 2000 w 32861"/>
                  <a:gd name="connsiteY0" fmla="*/ 15716 h 29622"/>
                  <a:gd name="connsiteX1" fmla="*/ 1048 w 32861"/>
                  <a:gd name="connsiteY1" fmla="*/ 13525 h 29622"/>
                  <a:gd name="connsiteX2" fmla="*/ 0 w 32861"/>
                  <a:gd name="connsiteY2" fmla="*/ 11334 h 29622"/>
                  <a:gd name="connsiteX3" fmla="*/ 24384 w 32861"/>
                  <a:gd name="connsiteY3" fmla="*/ 0 h 29622"/>
                  <a:gd name="connsiteX4" fmla="*/ 25527 w 32861"/>
                  <a:gd name="connsiteY4" fmla="*/ 2476 h 29622"/>
                  <a:gd name="connsiteX5" fmla="*/ 26670 w 32861"/>
                  <a:gd name="connsiteY5" fmla="*/ 4858 h 29622"/>
                  <a:gd name="connsiteX6" fmla="*/ 13716 w 32861"/>
                  <a:gd name="connsiteY6" fmla="*/ 21907 h 29622"/>
                  <a:gd name="connsiteX7" fmla="*/ 30861 w 32861"/>
                  <a:gd name="connsiteY7" fmla="*/ 13906 h 29622"/>
                  <a:gd name="connsiteX8" fmla="*/ 31814 w 32861"/>
                  <a:gd name="connsiteY8" fmla="*/ 16097 h 29622"/>
                  <a:gd name="connsiteX9" fmla="*/ 32861 w 32861"/>
                  <a:gd name="connsiteY9" fmla="*/ 18288 h 29622"/>
                  <a:gd name="connsiteX10" fmla="*/ 8477 w 32861"/>
                  <a:gd name="connsiteY10" fmla="*/ 29623 h 29622"/>
                  <a:gd name="connsiteX11" fmla="*/ 7429 w 32861"/>
                  <a:gd name="connsiteY11" fmla="*/ 27337 h 29622"/>
                  <a:gd name="connsiteX12" fmla="*/ 6382 w 32861"/>
                  <a:gd name="connsiteY12" fmla="*/ 24955 h 29622"/>
                  <a:gd name="connsiteX13" fmla="*/ 19622 w 32861"/>
                  <a:gd name="connsiteY13" fmla="*/ 7525 h 29622"/>
                  <a:gd name="connsiteX14" fmla="*/ 2000 w 32861"/>
                  <a:gd name="connsiteY14" fmla="*/ 15716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861" h="29622">
                    <a:moveTo>
                      <a:pt x="2000" y="15716"/>
                    </a:moveTo>
                    <a:lnTo>
                      <a:pt x="1048" y="13525"/>
                    </a:lnTo>
                    <a:lnTo>
                      <a:pt x="0" y="11334"/>
                    </a:lnTo>
                    <a:lnTo>
                      <a:pt x="24384" y="0"/>
                    </a:lnTo>
                    <a:lnTo>
                      <a:pt x="25527" y="2476"/>
                    </a:lnTo>
                    <a:lnTo>
                      <a:pt x="26670" y="4858"/>
                    </a:lnTo>
                    <a:lnTo>
                      <a:pt x="13716" y="21907"/>
                    </a:lnTo>
                    <a:lnTo>
                      <a:pt x="30861" y="13906"/>
                    </a:lnTo>
                    <a:lnTo>
                      <a:pt x="31814" y="16097"/>
                    </a:lnTo>
                    <a:lnTo>
                      <a:pt x="32861" y="18288"/>
                    </a:lnTo>
                    <a:lnTo>
                      <a:pt x="8477" y="29623"/>
                    </a:lnTo>
                    <a:lnTo>
                      <a:pt x="7429" y="27337"/>
                    </a:lnTo>
                    <a:lnTo>
                      <a:pt x="6382" y="24955"/>
                    </a:lnTo>
                    <a:lnTo>
                      <a:pt x="19622" y="7525"/>
                    </a:lnTo>
                    <a:lnTo>
                      <a:pt x="2000" y="15716"/>
                    </a:lnTo>
                    <a:close/>
                  </a:path>
                </a:pathLst>
              </a:custGeom>
              <a:solidFill>
                <a:srgbClr val="FFFFFF"/>
              </a:solidFill>
              <a:ln w="9525" cap="flat">
                <a:noFill/>
                <a:prstDash val="solid"/>
                <a:miter/>
              </a:ln>
            </p:spPr>
            <p:txBody>
              <a:bodyPr rtlCol="0" anchor="ctr"/>
              <a:lstStyle/>
              <a:p>
                <a:endParaRPr lang="zh-CN" altLang="en-US"/>
              </a:p>
            </p:txBody>
          </p:sp>
          <p:sp>
            <p:nvSpPr>
              <p:cNvPr id="231" name="任意多边形: 形状 230"/>
              <p:cNvSpPr/>
              <p:nvPr/>
            </p:nvSpPr>
            <p:spPr>
              <a:xfrm>
                <a:off x="5310753" y="3002493"/>
                <a:ext cx="28102" cy="29452"/>
              </a:xfrm>
              <a:custGeom>
                <a:avLst/>
                <a:gdLst>
                  <a:gd name="connsiteX0" fmla="*/ 1690 w 28102"/>
                  <a:gd name="connsiteY0" fmla="*/ 20553 h 29452"/>
                  <a:gd name="connsiteX1" fmla="*/ 166 w 28102"/>
                  <a:gd name="connsiteY1" fmla="*/ 11028 h 29452"/>
                  <a:gd name="connsiteX2" fmla="*/ 17597 w 28102"/>
                  <a:gd name="connsiteY2" fmla="*/ -116 h 29452"/>
                  <a:gd name="connsiteX3" fmla="*/ 25693 w 28102"/>
                  <a:gd name="connsiteY3" fmla="*/ 5218 h 29452"/>
                  <a:gd name="connsiteX4" fmla="*/ 27693 w 28102"/>
                  <a:gd name="connsiteY4" fmla="*/ 12743 h 29452"/>
                  <a:gd name="connsiteX5" fmla="*/ 23978 w 28102"/>
                  <a:gd name="connsiteY5" fmla="*/ 19220 h 29452"/>
                  <a:gd name="connsiteX6" fmla="*/ 21216 w 28102"/>
                  <a:gd name="connsiteY6" fmla="*/ 14934 h 29452"/>
                  <a:gd name="connsiteX7" fmla="*/ 22740 w 28102"/>
                  <a:gd name="connsiteY7" fmla="*/ 11695 h 29452"/>
                  <a:gd name="connsiteX8" fmla="*/ 21979 w 28102"/>
                  <a:gd name="connsiteY8" fmla="*/ 7980 h 29452"/>
                  <a:gd name="connsiteX9" fmla="*/ 16930 w 28102"/>
                  <a:gd name="connsiteY9" fmla="*/ 4932 h 29452"/>
                  <a:gd name="connsiteX10" fmla="*/ 10072 w 28102"/>
                  <a:gd name="connsiteY10" fmla="*/ 7218 h 29452"/>
                  <a:gd name="connsiteX11" fmla="*/ 5215 w 28102"/>
                  <a:gd name="connsiteY11" fmla="*/ 12552 h 29452"/>
                  <a:gd name="connsiteX12" fmla="*/ 6072 w 28102"/>
                  <a:gd name="connsiteY12" fmla="*/ 18267 h 29452"/>
                  <a:gd name="connsiteX13" fmla="*/ 6072 w 28102"/>
                  <a:gd name="connsiteY13" fmla="*/ 18267 h 29452"/>
                  <a:gd name="connsiteX14" fmla="*/ 10739 w 28102"/>
                  <a:gd name="connsiteY14" fmla="*/ 20839 h 29452"/>
                  <a:gd name="connsiteX15" fmla="*/ 14263 w 28102"/>
                  <a:gd name="connsiteY15" fmla="*/ 20172 h 29452"/>
                  <a:gd name="connsiteX16" fmla="*/ 14263 w 28102"/>
                  <a:gd name="connsiteY16" fmla="*/ 20173 h 29452"/>
                  <a:gd name="connsiteX17" fmla="*/ 11120 w 28102"/>
                  <a:gd name="connsiteY17" fmla="*/ 15315 h 29452"/>
                  <a:gd name="connsiteX18" fmla="*/ 15025 w 28102"/>
                  <a:gd name="connsiteY18" fmla="*/ 12743 h 29452"/>
                  <a:gd name="connsiteX19" fmla="*/ 20645 w 28102"/>
                  <a:gd name="connsiteY19" fmla="*/ 21411 h 29452"/>
                  <a:gd name="connsiteX20" fmla="*/ 8453 w 28102"/>
                  <a:gd name="connsiteY20" fmla="*/ 29316 h 29452"/>
                  <a:gd name="connsiteX21" fmla="*/ 6548 w 28102"/>
                  <a:gd name="connsiteY21" fmla="*/ 26459 h 29452"/>
                  <a:gd name="connsiteX22" fmla="*/ 9215 w 28102"/>
                  <a:gd name="connsiteY22" fmla="*/ 24078 h 29452"/>
                  <a:gd name="connsiteX23" fmla="*/ 8739 w 28102"/>
                  <a:gd name="connsiteY23" fmla="*/ 24078 h 29452"/>
                  <a:gd name="connsiteX24" fmla="*/ 1690 w 28102"/>
                  <a:gd name="connsiteY24" fmla="*/ 20268 h 2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102" h="29452">
                    <a:moveTo>
                      <a:pt x="1690" y="20553"/>
                    </a:moveTo>
                    <a:cubicBezTo>
                      <a:pt x="-336" y="17815"/>
                      <a:pt x="-905" y="14262"/>
                      <a:pt x="166" y="11028"/>
                    </a:cubicBezTo>
                    <a:cubicBezTo>
                      <a:pt x="3025" y="3993"/>
                      <a:pt x="10011" y="-473"/>
                      <a:pt x="17597" y="-116"/>
                    </a:cubicBezTo>
                    <a:cubicBezTo>
                      <a:pt x="20983" y="291"/>
                      <a:pt x="23982" y="2267"/>
                      <a:pt x="25693" y="5218"/>
                    </a:cubicBezTo>
                    <a:cubicBezTo>
                      <a:pt x="27220" y="7415"/>
                      <a:pt x="27928" y="10078"/>
                      <a:pt x="27693" y="12743"/>
                    </a:cubicBezTo>
                    <a:cubicBezTo>
                      <a:pt x="27388" y="15317"/>
                      <a:pt x="26046" y="17656"/>
                      <a:pt x="23978" y="19220"/>
                    </a:cubicBezTo>
                    <a:lnTo>
                      <a:pt x="21216" y="14934"/>
                    </a:lnTo>
                    <a:cubicBezTo>
                      <a:pt x="22143" y="14106"/>
                      <a:pt x="22694" y="12937"/>
                      <a:pt x="22740" y="11695"/>
                    </a:cubicBezTo>
                    <a:cubicBezTo>
                      <a:pt x="22924" y="10406"/>
                      <a:pt x="22655" y="9093"/>
                      <a:pt x="21979" y="7980"/>
                    </a:cubicBezTo>
                    <a:cubicBezTo>
                      <a:pt x="20894" y="6201"/>
                      <a:pt x="19010" y="5063"/>
                      <a:pt x="16930" y="4932"/>
                    </a:cubicBezTo>
                    <a:cubicBezTo>
                      <a:pt x="14460" y="4952"/>
                      <a:pt x="12060" y="5752"/>
                      <a:pt x="10072" y="7218"/>
                    </a:cubicBezTo>
                    <a:cubicBezTo>
                      <a:pt x="7902" y="8402"/>
                      <a:pt x="6192" y="10281"/>
                      <a:pt x="5215" y="12552"/>
                    </a:cubicBezTo>
                    <a:cubicBezTo>
                      <a:pt x="4556" y="14483"/>
                      <a:pt x="4876" y="16614"/>
                      <a:pt x="6072" y="18267"/>
                    </a:cubicBezTo>
                    <a:lnTo>
                      <a:pt x="6072" y="18267"/>
                    </a:lnTo>
                    <a:cubicBezTo>
                      <a:pt x="7057" y="19896"/>
                      <a:pt x="8836" y="20876"/>
                      <a:pt x="10739" y="20839"/>
                    </a:cubicBezTo>
                    <a:cubicBezTo>
                      <a:pt x="11945" y="20842"/>
                      <a:pt x="13141" y="20616"/>
                      <a:pt x="14263" y="20172"/>
                    </a:cubicBezTo>
                    <a:lnTo>
                      <a:pt x="14263" y="20173"/>
                    </a:lnTo>
                    <a:lnTo>
                      <a:pt x="11120" y="15315"/>
                    </a:lnTo>
                    <a:lnTo>
                      <a:pt x="15025" y="12743"/>
                    </a:lnTo>
                    <a:lnTo>
                      <a:pt x="20645" y="21411"/>
                    </a:lnTo>
                    <a:lnTo>
                      <a:pt x="8453" y="29316"/>
                    </a:lnTo>
                    <a:lnTo>
                      <a:pt x="6548" y="26459"/>
                    </a:lnTo>
                    <a:lnTo>
                      <a:pt x="9215" y="24078"/>
                    </a:lnTo>
                    <a:lnTo>
                      <a:pt x="8739" y="24078"/>
                    </a:lnTo>
                    <a:cubicBezTo>
                      <a:pt x="5881" y="24141"/>
                      <a:pt x="3202" y="22693"/>
                      <a:pt x="1690" y="20268"/>
                    </a:cubicBezTo>
                    <a:close/>
                  </a:path>
                </a:pathLst>
              </a:custGeom>
              <a:solidFill>
                <a:srgbClr val="FFFFFF"/>
              </a:solidFill>
              <a:ln w="9525" cap="flat">
                <a:noFill/>
                <a:prstDash val="solid"/>
                <a:miter/>
              </a:ln>
            </p:spPr>
            <p:txBody>
              <a:bodyPr rtlCol="0" anchor="ctr"/>
              <a:lstStyle/>
              <a:p>
                <a:endParaRPr lang="zh-CN" altLang="en-US"/>
              </a:p>
            </p:txBody>
          </p:sp>
          <p:sp>
            <p:nvSpPr>
              <p:cNvPr id="232" name="任意多边形: 形状 231"/>
              <p:cNvSpPr/>
              <p:nvPr/>
            </p:nvSpPr>
            <p:spPr>
              <a:xfrm>
                <a:off x="5334715" y="3032802"/>
                <a:ext cx="23431" cy="21812"/>
              </a:xfrm>
              <a:custGeom>
                <a:avLst/>
                <a:gdLst>
                  <a:gd name="connsiteX0" fmla="*/ 20002 w 23431"/>
                  <a:gd name="connsiteY0" fmla="*/ 0 h 21812"/>
                  <a:gd name="connsiteX1" fmla="*/ 21717 w 23431"/>
                  <a:gd name="connsiteY1" fmla="*/ 2000 h 21812"/>
                  <a:gd name="connsiteX2" fmla="*/ 23431 w 23431"/>
                  <a:gd name="connsiteY2" fmla="*/ 3905 h 21812"/>
                  <a:gd name="connsiteX3" fmla="*/ 3429 w 23431"/>
                  <a:gd name="connsiteY3" fmla="*/ 21812 h 21812"/>
                  <a:gd name="connsiteX4" fmla="*/ 1714 w 23431"/>
                  <a:gd name="connsiteY4" fmla="*/ 19907 h 21812"/>
                  <a:gd name="connsiteX5" fmla="*/ 0 w 23431"/>
                  <a:gd name="connsiteY5" fmla="*/ 18002 h 21812"/>
                  <a:gd name="connsiteX6" fmla="*/ 20002 w 23431"/>
                  <a:gd name="connsiteY6" fmla="*/ 0 h 21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31" h="21812">
                    <a:moveTo>
                      <a:pt x="20002" y="0"/>
                    </a:moveTo>
                    <a:lnTo>
                      <a:pt x="21717" y="2000"/>
                    </a:lnTo>
                    <a:lnTo>
                      <a:pt x="23431" y="3905"/>
                    </a:lnTo>
                    <a:lnTo>
                      <a:pt x="3429" y="21812"/>
                    </a:lnTo>
                    <a:lnTo>
                      <a:pt x="1714" y="19907"/>
                    </a:lnTo>
                    <a:lnTo>
                      <a:pt x="0" y="18002"/>
                    </a:lnTo>
                    <a:lnTo>
                      <a:pt x="20002" y="0"/>
                    </a:lnTo>
                    <a:close/>
                  </a:path>
                </a:pathLst>
              </a:custGeom>
              <a:solidFill>
                <a:srgbClr val="FFFFFF"/>
              </a:solidFill>
              <a:ln w="9525" cap="flat">
                <a:noFill/>
                <a:prstDash val="solid"/>
                <a:miter/>
              </a:ln>
            </p:spPr>
            <p:txBody>
              <a:bodyPr rtlCol="0" anchor="ctr"/>
              <a:lstStyle/>
              <a:p>
                <a:endParaRPr lang="zh-CN" altLang="en-US"/>
              </a:p>
            </p:txBody>
          </p:sp>
          <p:sp>
            <p:nvSpPr>
              <p:cNvPr id="233" name="任意多边形: 形状 232"/>
              <p:cNvSpPr/>
              <p:nvPr/>
            </p:nvSpPr>
            <p:spPr>
              <a:xfrm>
                <a:off x="5345002" y="3042423"/>
                <a:ext cx="33051" cy="33432"/>
              </a:xfrm>
              <a:custGeom>
                <a:avLst/>
                <a:gdLst>
                  <a:gd name="connsiteX0" fmla="*/ 3524 w 33051"/>
                  <a:gd name="connsiteY0" fmla="*/ 22955 h 33432"/>
                  <a:gd name="connsiteX1" fmla="*/ 1810 w 33051"/>
                  <a:gd name="connsiteY1" fmla="*/ 21336 h 33432"/>
                  <a:gd name="connsiteX2" fmla="*/ 0 w 33051"/>
                  <a:gd name="connsiteY2" fmla="*/ 19621 h 33432"/>
                  <a:gd name="connsiteX3" fmla="*/ 18383 w 33051"/>
                  <a:gd name="connsiteY3" fmla="*/ 0 h 33432"/>
                  <a:gd name="connsiteX4" fmla="*/ 20383 w 33051"/>
                  <a:gd name="connsiteY4" fmla="*/ 1810 h 33432"/>
                  <a:gd name="connsiteX5" fmla="*/ 22289 w 33051"/>
                  <a:gd name="connsiteY5" fmla="*/ 3715 h 33432"/>
                  <a:gd name="connsiteX6" fmla="*/ 16669 w 33051"/>
                  <a:gd name="connsiteY6" fmla="*/ 24289 h 33432"/>
                  <a:gd name="connsiteX7" fmla="*/ 29527 w 33051"/>
                  <a:gd name="connsiteY7" fmla="*/ 10478 h 33432"/>
                  <a:gd name="connsiteX8" fmla="*/ 31337 w 33051"/>
                  <a:gd name="connsiteY8" fmla="*/ 12097 h 33432"/>
                  <a:gd name="connsiteX9" fmla="*/ 33052 w 33051"/>
                  <a:gd name="connsiteY9" fmla="*/ 13716 h 33432"/>
                  <a:gd name="connsiteX10" fmla="*/ 14764 w 33051"/>
                  <a:gd name="connsiteY10" fmla="*/ 33433 h 33432"/>
                  <a:gd name="connsiteX11" fmla="*/ 12859 w 33051"/>
                  <a:gd name="connsiteY11" fmla="*/ 31623 h 33432"/>
                  <a:gd name="connsiteX12" fmla="*/ 11049 w 33051"/>
                  <a:gd name="connsiteY12" fmla="*/ 29908 h 33432"/>
                  <a:gd name="connsiteX13" fmla="*/ 16764 w 33051"/>
                  <a:gd name="connsiteY13" fmla="*/ 8763 h 33432"/>
                  <a:gd name="connsiteX14" fmla="*/ 3524 w 33051"/>
                  <a:gd name="connsiteY14" fmla="*/ 22955 h 33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051" h="33432">
                    <a:moveTo>
                      <a:pt x="3524" y="22955"/>
                    </a:moveTo>
                    <a:lnTo>
                      <a:pt x="1810" y="21336"/>
                    </a:lnTo>
                    <a:lnTo>
                      <a:pt x="0" y="19621"/>
                    </a:lnTo>
                    <a:lnTo>
                      <a:pt x="18383" y="0"/>
                    </a:lnTo>
                    <a:lnTo>
                      <a:pt x="20383" y="1810"/>
                    </a:lnTo>
                    <a:lnTo>
                      <a:pt x="22289" y="3715"/>
                    </a:lnTo>
                    <a:lnTo>
                      <a:pt x="16669" y="24289"/>
                    </a:lnTo>
                    <a:lnTo>
                      <a:pt x="29527" y="10478"/>
                    </a:lnTo>
                    <a:lnTo>
                      <a:pt x="31337" y="12097"/>
                    </a:lnTo>
                    <a:lnTo>
                      <a:pt x="33052" y="13716"/>
                    </a:lnTo>
                    <a:lnTo>
                      <a:pt x="14764" y="33433"/>
                    </a:lnTo>
                    <a:lnTo>
                      <a:pt x="12859" y="31623"/>
                    </a:lnTo>
                    <a:lnTo>
                      <a:pt x="11049" y="29908"/>
                    </a:lnTo>
                    <a:lnTo>
                      <a:pt x="16764" y="8763"/>
                    </a:lnTo>
                    <a:lnTo>
                      <a:pt x="3524" y="22955"/>
                    </a:lnTo>
                    <a:close/>
                  </a:path>
                </a:pathLst>
              </a:custGeom>
              <a:solidFill>
                <a:srgbClr val="FFFFFF"/>
              </a:solidFill>
              <a:ln w="9525" cap="flat">
                <a:noFill/>
                <a:prstDash val="solid"/>
                <a:miter/>
              </a:ln>
            </p:spPr>
            <p:txBody>
              <a:bodyPr rtlCol="0" anchor="ctr"/>
              <a:lstStyle/>
              <a:p>
                <a:endParaRPr lang="zh-CN" altLang="en-US"/>
              </a:p>
            </p:txBody>
          </p:sp>
          <p:sp>
            <p:nvSpPr>
              <p:cNvPr id="234" name="任意多边形: 形状 233"/>
              <p:cNvSpPr/>
              <p:nvPr/>
            </p:nvSpPr>
            <p:spPr>
              <a:xfrm>
                <a:off x="5370940" y="3063274"/>
                <a:ext cx="24969" cy="27826"/>
              </a:xfrm>
              <a:custGeom>
                <a:avLst/>
                <a:gdLst>
                  <a:gd name="connsiteX0" fmla="*/ 19418 w 24969"/>
                  <a:gd name="connsiteY0" fmla="*/ 11970 h 27826"/>
                  <a:gd name="connsiteX1" fmla="*/ 19894 w 24969"/>
                  <a:gd name="connsiteY1" fmla="*/ 8636 h 27826"/>
                  <a:gd name="connsiteX2" fmla="*/ 17608 w 24969"/>
                  <a:gd name="connsiteY2" fmla="*/ 5588 h 27826"/>
                  <a:gd name="connsiteX3" fmla="*/ 14560 w 24969"/>
                  <a:gd name="connsiteY3" fmla="*/ 4540 h 27826"/>
                  <a:gd name="connsiteX4" fmla="*/ 12083 w 24969"/>
                  <a:gd name="connsiteY4" fmla="*/ 5969 h 27826"/>
                  <a:gd name="connsiteX5" fmla="*/ 12083 w 24969"/>
                  <a:gd name="connsiteY5" fmla="*/ 8160 h 27826"/>
                  <a:gd name="connsiteX6" fmla="*/ 15036 w 24969"/>
                  <a:gd name="connsiteY6" fmla="*/ 12255 h 27826"/>
                  <a:gd name="connsiteX7" fmla="*/ 19132 w 24969"/>
                  <a:gd name="connsiteY7" fmla="*/ 19018 h 27826"/>
                  <a:gd name="connsiteX8" fmla="*/ 17417 w 24969"/>
                  <a:gd name="connsiteY8" fmla="*/ 24447 h 27826"/>
                  <a:gd name="connsiteX9" fmla="*/ 11607 w 24969"/>
                  <a:gd name="connsiteY9" fmla="*/ 27686 h 27826"/>
                  <a:gd name="connsiteX10" fmla="*/ 4368 w 24969"/>
                  <a:gd name="connsiteY10" fmla="*/ 25114 h 27826"/>
                  <a:gd name="connsiteX11" fmla="*/ -204 w 24969"/>
                  <a:gd name="connsiteY11" fmla="*/ 18923 h 27826"/>
                  <a:gd name="connsiteX12" fmla="*/ 1415 w 24969"/>
                  <a:gd name="connsiteY12" fmla="*/ 11875 h 27826"/>
                  <a:gd name="connsiteX13" fmla="*/ 5511 w 24969"/>
                  <a:gd name="connsiteY13" fmla="*/ 14732 h 27826"/>
                  <a:gd name="connsiteX14" fmla="*/ 4654 w 24969"/>
                  <a:gd name="connsiteY14" fmla="*/ 18256 h 27826"/>
                  <a:gd name="connsiteX15" fmla="*/ 7035 w 24969"/>
                  <a:gd name="connsiteY15" fmla="*/ 21399 h 27826"/>
                  <a:gd name="connsiteX16" fmla="*/ 10655 w 24969"/>
                  <a:gd name="connsiteY16" fmla="*/ 23019 h 27826"/>
                  <a:gd name="connsiteX17" fmla="*/ 13226 w 24969"/>
                  <a:gd name="connsiteY17" fmla="*/ 21876 h 27826"/>
                  <a:gd name="connsiteX18" fmla="*/ 13226 w 24969"/>
                  <a:gd name="connsiteY18" fmla="*/ 19495 h 27826"/>
                  <a:gd name="connsiteX19" fmla="*/ 10750 w 24969"/>
                  <a:gd name="connsiteY19" fmla="*/ 15780 h 27826"/>
                  <a:gd name="connsiteX20" fmla="*/ 6178 w 24969"/>
                  <a:gd name="connsiteY20" fmla="*/ 8636 h 27826"/>
                  <a:gd name="connsiteX21" fmla="*/ 7606 w 24969"/>
                  <a:gd name="connsiteY21" fmla="*/ 3397 h 27826"/>
                  <a:gd name="connsiteX22" fmla="*/ 13416 w 24969"/>
                  <a:gd name="connsiteY22" fmla="*/ -127 h 27826"/>
                  <a:gd name="connsiteX23" fmla="*/ 20465 w 24969"/>
                  <a:gd name="connsiteY23" fmla="*/ 2159 h 27826"/>
                  <a:gd name="connsiteX24" fmla="*/ 24465 w 24969"/>
                  <a:gd name="connsiteY24" fmla="*/ 8064 h 27826"/>
                  <a:gd name="connsiteX25" fmla="*/ 23037 w 24969"/>
                  <a:gd name="connsiteY25" fmla="*/ 14922 h 27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969" h="27826">
                    <a:moveTo>
                      <a:pt x="19418" y="11970"/>
                    </a:moveTo>
                    <a:cubicBezTo>
                      <a:pt x="20086" y="10993"/>
                      <a:pt x="20262" y="9761"/>
                      <a:pt x="19894" y="8636"/>
                    </a:cubicBezTo>
                    <a:cubicBezTo>
                      <a:pt x="19533" y="7373"/>
                      <a:pt x="18719" y="6288"/>
                      <a:pt x="17608" y="5588"/>
                    </a:cubicBezTo>
                    <a:cubicBezTo>
                      <a:pt x="16778" y="4837"/>
                      <a:pt x="15676" y="4458"/>
                      <a:pt x="14560" y="4540"/>
                    </a:cubicBezTo>
                    <a:cubicBezTo>
                      <a:pt x="13557" y="4606"/>
                      <a:pt x="12643" y="5134"/>
                      <a:pt x="12083" y="5969"/>
                    </a:cubicBezTo>
                    <a:cubicBezTo>
                      <a:pt x="11648" y="6634"/>
                      <a:pt x="11648" y="7494"/>
                      <a:pt x="12083" y="8160"/>
                    </a:cubicBezTo>
                    <a:cubicBezTo>
                      <a:pt x="12882" y="9650"/>
                      <a:pt x="13875" y="11027"/>
                      <a:pt x="15036" y="12255"/>
                    </a:cubicBezTo>
                    <a:cubicBezTo>
                      <a:pt x="16949" y="14129"/>
                      <a:pt x="18357" y="16455"/>
                      <a:pt x="19132" y="19018"/>
                    </a:cubicBezTo>
                    <a:cubicBezTo>
                      <a:pt x="19315" y="20985"/>
                      <a:pt x="18697" y="22942"/>
                      <a:pt x="17417" y="24447"/>
                    </a:cubicBezTo>
                    <a:cubicBezTo>
                      <a:pt x="16121" y="26405"/>
                      <a:pt x="13954" y="27613"/>
                      <a:pt x="11607" y="27686"/>
                    </a:cubicBezTo>
                    <a:cubicBezTo>
                      <a:pt x="8957" y="27767"/>
                      <a:pt x="6374" y="26849"/>
                      <a:pt x="4368" y="25114"/>
                    </a:cubicBezTo>
                    <a:cubicBezTo>
                      <a:pt x="2101" y="23720"/>
                      <a:pt x="462" y="21500"/>
                      <a:pt x="-204" y="18923"/>
                    </a:cubicBezTo>
                    <a:cubicBezTo>
                      <a:pt x="-679" y="16451"/>
                      <a:pt x="-91" y="13892"/>
                      <a:pt x="1415" y="11875"/>
                    </a:cubicBezTo>
                    <a:lnTo>
                      <a:pt x="5511" y="14732"/>
                    </a:lnTo>
                    <a:cubicBezTo>
                      <a:pt x="4752" y="15738"/>
                      <a:pt x="4441" y="17014"/>
                      <a:pt x="4654" y="18256"/>
                    </a:cubicBezTo>
                    <a:cubicBezTo>
                      <a:pt x="5077" y="19539"/>
                      <a:pt x="5915" y="20644"/>
                      <a:pt x="7035" y="21399"/>
                    </a:cubicBezTo>
                    <a:cubicBezTo>
                      <a:pt x="8084" y="22238"/>
                      <a:pt x="9330" y="22795"/>
                      <a:pt x="10655" y="23019"/>
                    </a:cubicBezTo>
                    <a:cubicBezTo>
                      <a:pt x="11647" y="23080"/>
                      <a:pt x="12607" y="22653"/>
                      <a:pt x="13226" y="21876"/>
                    </a:cubicBezTo>
                    <a:cubicBezTo>
                      <a:pt x="13616" y="21130"/>
                      <a:pt x="13616" y="20240"/>
                      <a:pt x="13226" y="19495"/>
                    </a:cubicBezTo>
                    <a:cubicBezTo>
                      <a:pt x="12629" y="18118"/>
                      <a:pt x="11790" y="16860"/>
                      <a:pt x="10750" y="15780"/>
                    </a:cubicBezTo>
                    <a:cubicBezTo>
                      <a:pt x="8748" y="13740"/>
                      <a:pt x="7191" y="11308"/>
                      <a:pt x="6178" y="8636"/>
                    </a:cubicBezTo>
                    <a:cubicBezTo>
                      <a:pt x="5850" y="6764"/>
                      <a:pt x="6374" y="4844"/>
                      <a:pt x="7606" y="3397"/>
                    </a:cubicBezTo>
                    <a:cubicBezTo>
                      <a:pt x="8904" y="1397"/>
                      <a:pt x="11044" y="99"/>
                      <a:pt x="13416" y="-127"/>
                    </a:cubicBezTo>
                    <a:cubicBezTo>
                      <a:pt x="15964" y="-232"/>
                      <a:pt x="18464" y="579"/>
                      <a:pt x="20465" y="2159"/>
                    </a:cubicBezTo>
                    <a:cubicBezTo>
                      <a:pt x="22513" y="3535"/>
                      <a:pt x="23947" y="5652"/>
                      <a:pt x="24465" y="8064"/>
                    </a:cubicBezTo>
                    <a:cubicBezTo>
                      <a:pt x="24878" y="10449"/>
                      <a:pt x="24367" y="12901"/>
                      <a:pt x="23037" y="14922"/>
                    </a:cubicBezTo>
                    <a:close/>
                  </a:path>
                </a:pathLst>
              </a:custGeom>
              <a:solidFill>
                <a:srgbClr val="FFFFFF"/>
              </a:solidFill>
              <a:ln w="9525" cap="flat">
                <a:noFill/>
                <a:prstDash val="solid"/>
                <a:miter/>
              </a:ln>
            </p:spPr>
            <p:txBody>
              <a:bodyPr rtlCol="0" anchor="ctr"/>
              <a:lstStyle/>
              <a:p>
                <a:endParaRPr lang="zh-CN" altLang="en-US"/>
              </a:p>
            </p:txBody>
          </p:sp>
          <p:sp>
            <p:nvSpPr>
              <p:cNvPr id="235" name="任意多边形: 形状 234"/>
              <p:cNvSpPr/>
              <p:nvPr/>
            </p:nvSpPr>
            <p:spPr>
              <a:xfrm>
                <a:off x="5397580" y="3074617"/>
                <a:ext cx="24003" cy="29622"/>
              </a:xfrm>
              <a:custGeom>
                <a:avLst/>
                <a:gdLst>
                  <a:gd name="connsiteX0" fmla="*/ 10668 w 24003"/>
                  <a:gd name="connsiteY0" fmla="*/ 7810 h 29622"/>
                  <a:gd name="connsiteX1" fmla="*/ 4191 w 24003"/>
                  <a:gd name="connsiteY1" fmla="*/ 4191 h 29622"/>
                  <a:gd name="connsiteX2" fmla="*/ 5334 w 24003"/>
                  <a:gd name="connsiteY2" fmla="*/ 2096 h 29622"/>
                  <a:gd name="connsiteX3" fmla="*/ 6477 w 24003"/>
                  <a:gd name="connsiteY3" fmla="*/ 0 h 29622"/>
                  <a:gd name="connsiteX4" fmla="*/ 24003 w 24003"/>
                  <a:gd name="connsiteY4" fmla="*/ 9811 h 29622"/>
                  <a:gd name="connsiteX5" fmla="*/ 22860 w 24003"/>
                  <a:gd name="connsiteY5" fmla="*/ 11906 h 29622"/>
                  <a:gd name="connsiteX6" fmla="*/ 21717 w 24003"/>
                  <a:gd name="connsiteY6" fmla="*/ 13906 h 29622"/>
                  <a:gd name="connsiteX7" fmla="*/ 15240 w 24003"/>
                  <a:gd name="connsiteY7" fmla="*/ 10287 h 29622"/>
                  <a:gd name="connsiteX8" fmla="*/ 4477 w 24003"/>
                  <a:gd name="connsiteY8" fmla="*/ 29623 h 29622"/>
                  <a:gd name="connsiteX9" fmla="*/ 2191 w 24003"/>
                  <a:gd name="connsiteY9" fmla="*/ 28384 h 29622"/>
                  <a:gd name="connsiteX10" fmla="*/ 0 w 24003"/>
                  <a:gd name="connsiteY10" fmla="*/ 27146 h 29622"/>
                  <a:gd name="connsiteX11" fmla="*/ 10668 w 24003"/>
                  <a:gd name="connsiteY11" fmla="*/ 7810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003" h="29622">
                    <a:moveTo>
                      <a:pt x="10668" y="7810"/>
                    </a:moveTo>
                    <a:lnTo>
                      <a:pt x="4191" y="4191"/>
                    </a:lnTo>
                    <a:lnTo>
                      <a:pt x="5334" y="2096"/>
                    </a:lnTo>
                    <a:lnTo>
                      <a:pt x="6477" y="0"/>
                    </a:lnTo>
                    <a:lnTo>
                      <a:pt x="24003" y="9811"/>
                    </a:lnTo>
                    <a:lnTo>
                      <a:pt x="22860" y="11906"/>
                    </a:lnTo>
                    <a:lnTo>
                      <a:pt x="21717" y="13906"/>
                    </a:lnTo>
                    <a:lnTo>
                      <a:pt x="15240" y="10287"/>
                    </a:lnTo>
                    <a:lnTo>
                      <a:pt x="4477" y="29623"/>
                    </a:lnTo>
                    <a:lnTo>
                      <a:pt x="2191" y="28384"/>
                    </a:lnTo>
                    <a:lnTo>
                      <a:pt x="0" y="27146"/>
                    </a:lnTo>
                    <a:lnTo>
                      <a:pt x="10668" y="7810"/>
                    </a:lnTo>
                    <a:close/>
                  </a:path>
                </a:pathLst>
              </a:custGeom>
              <a:solidFill>
                <a:srgbClr val="FFFFFF"/>
              </a:solidFill>
              <a:ln w="9525" cap="flat">
                <a:noFill/>
                <a:prstDash val="solid"/>
                <a:miter/>
              </a:ln>
            </p:spPr>
            <p:txBody>
              <a:bodyPr rtlCol="0" anchor="ctr"/>
              <a:lstStyle/>
              <a:p>
                <a:endParaRPr lang="zh-CN" altLang="en-US"/>
              </a:p>
            </p:txBody>
          </p:sp>
          <p:sp>
            <p:nvSpPr>
              <p:cNvPr id="236" name="任意多边形: 形状 235"/>
              <p:cNvSpPr/>
              <p:nvPr/>
            </p:nvSpPr>
            <p:spPr>
              <a:xfrm>
                <a:off x="5415678" y="3087095"/>
                <a:ext cx="16097" cy="26479"/>
              </a:xfrm>
              <a:custGeom>
                <a:avLst/>
                <a:gdLst>
                  <a:gd name="connsiteX0" fmla="*/ 11430 w 16097"/>
                  <a:gd name="connsiteY0" fmla="*/ 0 h 26479"/>
                  <a:gd name="connsiteX1" fmla="*/ 13716 w 16097"/>
                  <a:gd name="connsiteY1" fmla="*/ 1048 h 26479"/>
                  <a:gd name="connsiteX2" fmla="*/ 16097 w 16097"/>
                  <a:gd name="connsiteY2" fmla="*/ 2191 h 26479"/>
                  <a:gd name="connsiteX3" fmla="*/ 4763 w 16097"/>
                  <a:gd name="connsiteY3" fmla="*/ 26479 h 26479"/>
                  <a:gd name="connsiteX4" fmla="*/ 2381 w 16097"/>
                  <a:gd name="connsiteY4" fmla="*/ 25432 h 26479"/>
                  <a:gd name="connsiteX5" fmla="*/ 0 w 16097"/>
                  <a:gd name="connsiteY5" fmla="*/ 24289 h 26479"/>
                  <a:gd name="connsiteX6" fmla="*/ 11430 w 16097"/>
                  <a:gd name="connsiteY6" fmla="*/ 0 h 26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7" h="26479">
                    <a:moveTo>
                      <a:pt x="11430" y="0"/>
                    </a:moveTo>
                    <a:lnTo>
                      <a:pt x="13716" y="1048"/>
                    </a:lnTo>
                    <a:lnTo>
                      <a:pt x="16097" y="2191"/>
                    </a:lnTo>
                    <a:lnTo>
                      <a:pt x="4763" y="26479"/>
                    </a:lnTo>
                    <a:lnTo>
                      <a:pt x="2381" y="25432"/>
                    </a:lnTo>
                    <a:lnTo>
                      <a:pt x="0" y="24289"/>
                    </a:lnTo>
                    <a:lnTo>
                      <a:pt x="11430" y="0"/>
                    </a:lnTo>
                    <a:close/>
                  </a:path>
                </a:pathLst>
              </a:custGeom>
              <a:solidFill>
                <a:srgbClr val="FFFFFF"/>
              </a:solidFill>
              <a:ln w="9525" cap="flat">
                <a:noFill/>
                <a:prstDash val="solid"/>
                <a:miter/>
              </a:ln>
            </p:spPr>
            <p:txBody>
              <a:bodyPr rtlCol="0" anchor="ctr"/>
              <a:lstStyle/>
              <a:p>
                <a:endParaRPr lang="zh-CN" altLang="en-US"/>
              </a:p>
            </p:txBody>
          </p:sp>
          <p:sp>
            <p:nvSpPr>
              <p:cNvPr id="237" name="任意多边形: 形状 236"/>
              <p:cNvSpPr/>
              <p:nvPr/>
            </p:nvSpPr>
            <p:spPr>
              <a:xfrm>
                <a:off x="5435109" y="3091858"/>
                <a:ext cx="20764" cy="29527"/>
              </a:xfrm>
              <a:custGeom>
                <a:avLst/>
                <a:gdLst>
                  <a:gd name="connsiteX0" fmla="*/ 7239 w 20764"/>
                  <a:gd name="connsiteY0" fmla="*/ 6953 h 29527"/>
                  <a:gd name="connsiteX1" fmla="*/ 191 w 20764"/>
                  <a:gd name="connsiteY1" fmla="*/ 4572 h 29527"/>
                  <a:gd name="connsiteX2" fmla="*/ 953 w 20764"/>
                  <a:gd name="connsiteY2" fmla="*/ 2286 h 29527"/>
                  <a:gd name="connsiteX3" fmla="*/ 1715 w 20764"/>
                  <a:gd name="connsiteY3" fmla="*/ 0 h 29527"/>
                  <a:gd name="connsiteX4" fmla="*/ 20765 w 20764"/>
                  <a:gd name="connsiteY4" fmla="*/ 6572 h 29527"/>
                  <a:gd name="connsiteX5" fmla="*/ 20003 w 20764"/>
                  <a:gd name="connsiteY5" fmla="*/ 8763 h 29527"/>
                  <a:gd name="connsiteX6" fmla="*/ 19145 w 20764"/>
                  <a:gd name="connsiteY6" fmla="*/ 11049 h 29527"/>
                  <a:gd name="connsiteX7" fmla="*/ 12097 w 20764"/>
                  <a:gd name="connsiteY7" fmla="*/ 8668 h 29527"/>
                  <a:gd name="connsiteX8" fmla="*/ 4953 w 20764"/>
                  <a:gd name="connsiteY8" fmla="*/ 29528 h 29527"/>
                  <a:gd name="connsiteX9" fmla="*/ 2477 w 20764"/>
                  <a:gd name="connsiteY9" fmla="*/ 28670 h 29527"/>
                  <a:gd name="connsiteX10" fmla="*/ 0 w 20764"/>
                  <a:gd name="connsiteY10" fmla="*/ 27813 h 29527"/>
                  <a:gd name="connsiteX11" fmla="*/ 7239 w 20764"/>
                  <a:gd name="connsiteY11" fmla="*/ 6953 h 2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764" h="29527">
                    <a:moveTo>
                      <a:pt x="7239" y="6953"/>
                    </a:moveTo>
                    <a:lnTo>
                      <a:pt x="191" y="4572"/>
                    </a:lnTo>
                    <a:lnTo>
                      <a:pt x="953" y="2286"/>
                    </a:lnTo>
                    <a:lnTo>
                      <a:pt x="1715" y="0"/>
                    </a:lnTo>
                    <a:lnTo>
                      <a:pt x="20765" y="6572"/>
                    </a:lnTo>
                    <a:lnTo>
                      <a:pt x="20003" y="8763"/>
                    </a:lnTo>
                    <a:lnTo>
                      <a:pt x="19145" y="11049"/>
                    </a:lnTo>
                    <a:lnTo>
                      <a:pt x="12097" y="8668"/>
                    </a:lnTo>
                    <a:lnTo>
                      <a:pt x="4953" y="29528"/>
                    </a:lnTo>
                    <a:lnTo>
                      <a:pt x="2477" y="28670"/>
                    </a:lnTo>
                    <a:lnTo>
                      <a:pt x="0" y="27813"/>
                    </a:lnTo>
                    <a:lnTo>
                      <a:pt x="7239" y="6953"/>
                    </a:lnTo>
                    <a:close/>
                  </a:path>
                </a:pathLst>
              </a:custGeom>
              <a:solidFill>
                <a:srgbClr val="FFFFFF"/>
              </a:solidFill>
              <a:ln w="9525" cap="flat">
                <a:noFill/>
                <a:prstDash val="solid"/>
                <a:miter/>
              </a:ln>
            </p:spPr>
            <p:txBody>
              <a:bodyPr rtlCol="0" anchor="ctr"/>
              <a:lstStyle/>
              <a:p>
                <a:endParaRPr lang="zh-CN" altLang="en-US"/>
              </a:p>
            </p:txBody>
          </p:sp>
          <p:sp>
            <p:nvSpPr>
              <p:cNvPr id="238" name="任意多边形: 形状 237"/>
              <p:cNvSpPr/>
              <p:nvPr/>
            </p:nvSpPr>
            <p:spPr>
              <a:xfrm>
                <a:off x="5456966" y="3100335"/>
                <a:ext cx="24148" cy="29825"/>
              </a:xfrm>
              <a:custGeom>
                <a:avLst/>
                <a:gdLst>
                  <a:gd name="connsiteX0" fmla="*/ 19402 w 24148"/>
                  <a:gd name="connsiteY0" fmla="*/ 20914 h 29825"/>
                  <a:gd name="connsiteX1" fmla="*/ 15116 w 24148"/>
                  <a:gd name="connsiteY1" fmla="*/ 28439 h 29825"/>
                  <a:gd name="connsiteX2" fmla="*/ 7115 w 24148"/>
                  <a:gd name="connsiteY2" fmla="*/ 29106 h 29825"/>
                  <a:gd name="connsiteX3" fmla="*/ 447 w 24148"/>
                  <a:gd name="connsiteY3" fmla="*/ 24724 h 29825"/>
                  <a:gd name="connsiteX4" fmla="*/ 447 w 24148"/>
                  <a:gd name="connsiteY4" fmla="*/ 16152 h 29825"/>
                  <a:gd name="connsiteX5" fmla="*/ 4448 w 24148"/>
                  <a:gd name="connsiteY5" fmla="*/ -136 h 29825"/>
                  <a:gd name="connsiteX6" fmla="*/ 6925 w 24148"/>
                  <a:gd name="connsiteY6" fmla="*/ 531 h 29825"/>
                  <a:gd name="connsiteX7" fmla="*/ 9496 w 24148"/>
                  <a:gd name="connsiteY7" fmla="*/ 1102 h 29825"/>
                  <a:gd name="connsiteX8" fmla="*/ 5401 w 24148"/>
                  <a:gd name="connsiteY8" fmla="*/ 17581 h 29825"/>
                  <a:gd name="connsiteX9" fmla="*/ 5401 w 24148"/>
                  <a:gd name="connsiteY9" fmla="*/ 22057 h 29825"/>
                  <a:gd name="connsiteX10" fmla="*/ 8544 w 24148"/>
                  <a:gd name="connsiteY10" fmla="*/ 24343 h 29825"/>
                  <a:gd name="connsiteX11" fmla="*/ 12449 w 24148"/>
                  <a:gd name="connsiteY11" fmla="*/ 24343 h 29825"/>
                  <a:gd name="connsiteX12" fmla="*/ 14640 w 24148"/>
                  <a:gd name="connsiteY12" fmla="*/ 20248 h 29825"/>
                  <a:gd name="connsiteX13" fmla="*/ 18735 w 24148"/>
                  <a:gd name="connsiteY13" fmla="*/ 3865 h 29825"/>
                  <a:gd name="connsiteX14" fmla="*/ 21212 w 24148"/>
                  <a:gd name="connsiteY14" fmla="*/ 4436 h 29825"/>
                  <a:gd name="connsiteX15" fmla="*/ 23784 w 24148"/>
                  <a:gd name="connsiteY15" fmla="*/ 5103 h 2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148" h="29825">
                    <a:moveTo>
                      <a:pt x="19402" y="20914"/>
                    </a:moveTo>
                    <a:cubicBezTo>
                      <a:pt x="18960" y="23868"/>
                      <a:pt x="17431" y="26552"/>
                      <a:pt x="15116" y="28439"/>
                    </a:cubicBezTo>
                    <a:cubicBezTo>
                      <a:pt x="12677" y="29829"/>
                      <a:pt x="9750" y="30073"/>
                      <a:pt x="7115" y="29106"/>
                    </a:cubicBezTo>
                    <a:cubicBezTo>
                      <a:pt x="4358" y="28691"/>
                      <a:pt x="1922" y="27090"/>
                      <a:pt x="447" y="24724"/>
                    </a:cubicBezTo>
                    <a:cubicBezTo>
                      <a:pt x="-636" y="21970"/>
                      <a:pt x="-636" y="18907"/>
                      <a:pt x="447" y="16152"/>
                    </a:cubicBezTo>
                    <a:lnTo>
                      <a:pt x="4448" y="-136"/>
                    </a:lnTo>
                    <a:lnTo>
                      <a:pt x="6925" y="531"/>
                    </a:lnTo>
                    <a:lnTo>
                      <a:pt x="9496" y="1102"/>
                    </a:lnTo>
                    <a:lnTo>
                      <a:pt x="5401" y="17581"/>
                    </a:lnTo>
                    <a:cubicBezTo>
                      <a:pt x="4860" y="19024"/>
                      <a:pt x="4860" y="20614"/>
                      <a:pt x="5401" y="22057"/>
                    </a:cubicBezTo>
                    <a:cubicBezTo>
                      <a:pt x="6046" y="23258"/>
                      <a:pt x="7203" y="24100"/>
                      <a:pt x="8544" y="24343"/>
                    </a:cubicBezTo>
                    <a:cubicBezTo>
                      <a:pt x="9783" y="24914"/>
                      <a:pt x="11210" y="24914"/>
                      <a:pt x="12449" y="24343"/>
                    </a:cubicBezTo>
                    <a:cubicBezTo>
                      <a:pt x="13633" y="23275"/>
                      <a:pt x="14408" y="21826"/>
                      <a:pt x="14640" y="20248"/>
                    </a:cubicBezTo>
                    <a:lnTo>
                      <a:pt x="18735" y="3865"/>
                    </a:lnTo>
                    <a:lnTo>
                      <a:pt x="21212" y="4436"/>
                    </a:lnTo>
                    <a:lnTo>
                      <a:pt x="23784" y="5103"/>
                    </a:lnTo>
                    <a:close/>
                  </a:path>
                </a:pathLst>
              </a:custGeom>
              <a:solidFill>
                <a:srgbClr val="FFFFFF"/>
              </a:solidFill>
              <a:ln w="9525" cap="flat">
                <a:noFill/>
                <a:prstDash val="solid"/>
                <a:miter/>
              </a:ln>
            </p:spPr>
            <p:txBody>
              <a:bodyPr rtlCol="0" anchor="ctr"/>
              <a:lstStyle/>
              <a:p>
                <a:endParaRPr lang="zh-CN" altLang="en-US"/>
              </a:p>
            </p:txBody>
          </p:sp>
          <p:sp>
            <p:nvSpPr>
              <p:cNvPr id="239" name="任意多边形: 形状 238"/>
              <p:cNvSpPr/>
              <p:nvPr/>
            </p:nvSpPr>
            <p:spPr>
              <a:xfrm>
                <a:off x="5486068" y="3106050"/>
                <a:ext cx="20573" cy="28193"/>
              </a:xfrm>
              <a:custGeom>
                <a:avLst/>
                <a:gdLst>
                  <a:gd name="connsiteX0" fmla="*/ 7429 w 20573"/>
                  <a:gd name="connsiteY0" fmla="*/ 5620 h 28193"/>
                  <a:gd name="connsiteX1" fmla="*/ 0 w 20573"/>
                  <a:gd name="connsiteY1" fmla="*/ 4763 h 28193"/>
                  <a:gd name="connsiteX2" fmla="*/ 286 w 20573"/>
                  <a:gd name="connsiteY2" fmla="*/ 2381 h 28193"/>
                  <a:gd name="connsiteX3" fmla="*/ 571 w 20573"/>
                  <a:gd name="connsiteY3" fmla="*/ 0 h 28193"/>
                  <a:gd name="connsiteX4" fmla="*/ 20574 w 20573"/>
                  <a:gd name="connsiteY4" fmla="*/ 2477 h 28193"/>
                  <a:gd name="connsiteX5" fmla="*/ 20288 w 20573"/>
                  <a:gd name="connsiteY5" fmla="*/ 4763 h 28193"/>
                  <a:gd name="connsiteX6" fmla="*/ 20002 w 20573"/>
                  <a:gd name="connsiteY6" fmla="*/ 7144 h 28193"/>
                  <a:gd name="connsiteX7" fmla="*/ 12573 w 20573"/>
                  <a:gd name="connsiteY7" fmla="*/ 6287 h 28193"/>
                  <a:gd name="connsiteX8" fmla="*/ 9906 w 20573"/>
                  <a:gd name="connsiteY8" fmla="*/ 28194 h 28193"/>
                  <a:gd name="connsiteX9" fmla="*/ 7334 w 20573"/>
                  <a:gd name="connsiteY9" fmla="*/ 27908 h 28193"/>
                  <a:gd name="connsiteX10" fmla="*/ 4763 w 20573"/>
                  <a:gd name="connsiteY10" fmla="*/ 27622 h 28193"/>
                  <a:gd name="connsiteX11" fmla="*/ 7429 w 20573"/>
                  <a:gd name="connsiteY11" fmla="*/ 5620 h 28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573" h="28193">
                    <a:moveTo>
                      <a:pt x="7429" y="5620"/>
                    </a:moveTo>
                    <a:lnTo>
                      <a:pt x="0" y="4763"/>
                    </a:lnTo>
                    <a:lnTo>
                      <a:pt x="286" y="2381"/>
                    </a:lnTo>
                    <a:lnTo>
                      <a:pt x="571" y="0"/>
                    </a:lnTo>
                    <a:lnTo>
                      <a:pt x="20574" y="2477"/>
                    </a:lnTo>
                    <a:lnTo>
                      <a:pt x="20288" y="4763"/>
                    </a:lnTo>
                    <a:lnTo>
                      <a:pt x="20002" y="7144"/>
                    </a:lnTo>
                    <a:lnTo>
                      <a:pt x="12573" y="6287"/>
                    </a:lnTo>
                    <a:lnTo>
                      <a:pt x="9906" y="28194"/>
                    </a:lnTo>
                    <a:lnTo>
                      <a:pt x="7334" y="27908"/>
                    </a:lnTo>
                    <a:lnTo>
                      <a:pt x="4763" y="27622"/>
                    </a:lnTo>
                    <a:lnTo>
                      <a:pt x="7429" y="5620"/>
                    </a:lnTo>
                    <a:close/>
                  </a:path>
                </a:pathLst>
              </a:custGeom>
              <a:solidFill>
                <a:srgbClr val="FFFFFF"/>
              </a:solidFill>
              <a:ln w="9525" cap="flat">
                <a:noFill/>
                <a:prstDash val="solid"/>
                <a:miter/>
              </a:ln>
            </p:spPr>
            <p:txBody>
              <a:bodyPr rtlCol="0" anchor="ctr"/>
              <a:lstStyle/>
              <a:p>
                <a:endParaRPr lang="zh-CN" altLang="en-US"/>
              </a:p>
            </p:txBody>
          </p:sp>
          <p:sp>
            <p:nvSpPr>
              <p:cNvPr id="240" name="任意多边形: 形状 239"/>
              <p:cNvSpPr/>
              <p:nvPr/>
            </p:nvSpPr>
            <p:spPr>
              <a:xfrm>
                <a:off x="5513023" y="3108145"/>
                <a:ext cx="19145" cy="27241"/>
              </a:xfrm>
              <a:custGeom>
                <a:avLst/>
                <a:gdLst>
                  <a:gd name="connsiteX0" fmla="*/ 381 w 19145"/>
                  <a:gd name="connsiteY0" fmla="*/ 27241 h 27241"/>
                  <a:gd name="connsiteX1" fmla="*/ 0 w 19145"/>
                  <a:gd name="connsiteY1" fmla="*/ 381 h 27241"/>
                  <a:gd name="connsiteX2" fmla="*/ 18098 w 19145"/>
                  <a:gd name="connsiteY2" fmla="*/ 0 h 27241"/>
                  <a:gd name="connsiteX3" fmla="*/ 18193 w 19145"/>
                  <a:gd name="connsiteY3" fmla="*/ 2381 h 27241"/>
                  <a:gd name="connsiteX4" fmla="*/ 18193 w 19145"/>
                  <a:gd name="connsiteY4" fmla="*/ 4763 h 27241"/>
                  <a:gd name="connsiteX5" fmla="*/ 5144 w 19145"/>
                  <a:gd name="connsiteY5" fmla="*/ 5048 h 27241"/>
                  <a:gd name="connsiteX6" fmla="*/ 5334 w 19145"/>
                  <a:gd name="connsiteY6" fmla="*/ 10763 h 27241"/>
                  <a:gd name="connsiteX7" fmla="*/ 17431 w 19145"/>
                  <a:gd name="connsiteY7" fmla="*/ 10573 h 27241"/>
                  <a:gd name="connsiteX8" fmla="*/ 17431 w 19145"/>
                  <a:gd name="connsiteY8" fmla="*/ 12859 h 27241"/>
                  <a:gd name="connsiteX9" fmla="*/ 17431 w 19145"/>
                  <a:gd name="connsiteY9" fmla="*/ 15145 h 27241"/>
                  <a:gd name="connsiteX10" fmla="*/ 5334 w 19145"/>
                  <a:gd name="connsiteY10" fmla="*/ 15335 h 27241"/>
                  <a:gd name="connsiteX11" fmla="*/ 5525 w 19145"/>
                  <a:gd name="connsiteY11" fmla="*/ 22384 h 27241"/>
                  <a:gd name="connsiteX12" fmla="*/ 19050 w 19145"/>
                  <a:gd name="connsiteY12" fmla="*/ 22098 h 27241"/>
                  <a:gd name="connsiteX13" fmla="*/ 19145 w 19145"/>
                  <a:gd name="connsiteY13" fmla="*/ 24479 h 27241"/>
                  <a:gd name="connsiteX14" fmla="*/ 19145 w 19145"/>
                  <a:gd name="connsiteY14" fmla="*/ 26861 h 27241"/>
                  <a:gd name="connsiteX15" fmla="*/ 381 w 19145"/>
                  <a:gd name="connsiteY15" fmla="*/ 27241 h 2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145" h="27241">
                    <a:moveTo>
                      <a:pt x="381" y="27241"/>
                    </a:moveTo>
                    <a:lnTo>
                      <a:pt x="0" y="381"/>
                    </a:lnTo>
                    <a:lnTo>
                      <a:pt x="18098" y="0"/>
                    </a:lnTo>
                    <a:lnTo>
                      <a:pt x="18193" y="2381"/>
                    </a:lnTo>
                    <a:lnTo>
                      <a:pt x="18193" y="4763"/>
                    </a:lnTo>
                    <a:lnTo>
                      <a:pt x="5144" y="5048"/>
                    </a:lnTo>
                    <a:lnTo>
                      <a:pt x="5334" y="10763"/>
                    </a:lnTo>
                    <a:lnTo>
                      <a:pt x="17431" y="10573"/>
                    </a:lnTo>
                    <a:lnTo>
                      <a:pt x="17431" y="12859"/>
                    </a:lnTo>
                    <a:lnTo>
                      <a:pt x="17431" y="15145"/>
                    </a:lnTo>
                    <a:lnTo>
                      <a:pt x="5334" y="15335"/>
                    </a:lnTo>
                    <a:lnTo>
                      <a:pt x="5525" y="22384"/>
                    </a:lnTo>
                    <a:lnTo>
                      <a:pt x="19050" y="22098"/>
                    </a:lnTo>
                    <a:lnTo>
                      <a:pt x="19145" y="24479"/>
                    </a:lnTo>
                    <a:lnTo>
                      <a:pt x="19145" y="26861"/>
                    </a:lnTo>
                    <a:lnTo>
                      <a:pt x="381" y="27241"/>
                    </a:lnTo>
                    <a:close/>
                  </a:path>
                </a:pathLst>
              </a:custGeom>
              <a:solidFill>
                <a:srgbClr val="FFFFFF"/>
              </a:solidFill>
              <a:ln w="9525" cap="flat">
                <a:noFill/>
                <a:prstDash val="solid"/>
                <a:miter/>
              </a:ln>
            </p:spPr>
            <p:txBody>
              <a:bodyPr rtlCol="0" anchor="ctr"/>
              <a:lstStyle/>
              <a:p>
                <a:endParaRPr lang="zh-CN" altLang="en-US"/>
              </a:p>
            </p:txBody>
          </p:sp>
          <p:sp>
            <p:nvSpPr>
              <p:cNvPr id="241" name="任意多边形: 形状 240"/>
              <p:cNvSpPr/>
              <p:nvPr/>
            </p:nvSpPr>
            <p:spPr>
              <a:xfrm>
                <a:off x="5552695" y="3103705"/>
                <a:ext cx="24536" cy="28192"/>
              </a:xfrm>
              <a:custGeom>
                <a:avLst/>
                <a:gdLst>
                  <a:gd name="connsiteX0" fmla="*/ 5208 w 24536"/>
                  <a:gd name="connsiteY0" fmla="*/ 26021 h 28192"/>
                  <a:gd name="connsiteX1" fmla="*/ 64 w 24536"/>
                  <a:gd name="connsiteY1" fmla="*/ 16496 h 28192"/>
                  <a:gd name="connsiteX2" fmla="*/ 1302 w 24536"/>
                  <a:gd name="connsiteY2" fmla="*/ 5638 h 28192"/>
                  <a:gd name="connsiteX3" fmla="*/ 9017 w 24536"/>
                  <a:gd name="connsiteY3" fmla="*/ 208 h 28192"/>
                  <a:gd name="connsiteX4" fmla="*/ 18542 w 24536"/>
                  <a:gd name="connsiteY4" fmla="*/ 2304 h 28192"/>
                  <a:gd name="connsiteX5" fmla="*/ 23686 w 24536"/>
                  <a:gd name="connsiteY5" fmla="*/ 11829 h 28192"/>
                  <a:gd name="connsiteX6" fmla="*/ 22543 w 24536"/>
                  <a:gd name="connsiteY6" fmla="*/ 22497 h 28192"/>
                  <a:gd name="connsiteX7" fmla="*/ 6270 w 24536"/>
                  <a:gd name="connsiteY7" fmla="*/ 26264 h 28192"/>
                  <a:gd name="connsiteX8" fmla="*/ 5493 w 24536"/>
                  <a:gd name="connsiteY8" fmla="*/ 25736 h 28192"/>
                  <a:gd name="connsiteX9" fmla="*/ 18161 w 24536"/>
                  <a:gd name="connsiteY9" fmla="*/ 19830 h 28192"/>
                  <a:gd name="connsiteX10" fmla="*/ 18638 w 24536"/>
                  <a:gd name="connsiteY10" fmla="*/ 12782 h 28192"/>
                  <a:gd name="connsiteX11" fmla="*/ 15589 w 24536"/>
                  <a:gd name="connsiteY11" fmla="*/ 6210 h 28192"/>
                  <a:gd name="connsiteX12" fmla="*/ 10255 w 24536"/>
                  <a:gd name="connsiteY12" fmla="*/ 4686 h 28192"/>
                  <a:gd name="connsiteX13" fmla="*/ 5874 w 24536"/>
                  <a:gd name="connsiteY13" fmla="*/ 8114 h 28192"/>
                  <a:gd name="connsiteX14" fmla="*/ 5874 w 24536"/>
                  <a:gd name="connsiteY14" fmla="*/ 15353 h 28192"/>
                  <a:gd name="connsiteX15" fmla="*/ 8922 w 24536"/>
                  <a:gd name="connsiteY15" fmla="*/ 21640 h 28192"/>
                  <a:gd name="connsiteX16" fmla="*/ 14161 w 24536"/>
                  <a:gd name="connsiteY16" fmla="*/ 23164 h 28192"/>
                  <a:gd name="connsiteX17" fmla="*/ 18542 w 24536"/>
                  <a:gd name="connsiteY17" fmla="*/ 19830 h 2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536" h="28192">
                    <a:moveTo>
                      <a:pt x="5208" y="26021"/>
                    </a:moveTo>
                    <a:cubicBezTo>
                      <a:pt x="2378" y="23588"/>
                      <a:pt x="546" y="20197"/>
                      <a:pt x="64" y="16496"/>
                    </a:cubicBezTo>
                    <a:cubicBezTo>
                      <a:pt x="-794" y="12843"/>
                      <a:pt x="-356" y="9004"/>
                      <a:pt x="1302" y="5638"/>
                    </a:cubicBezTo>
                    <a:cubicBezTo>
                      <a:pt x="2879" y="2717"/>
                      <a:pt x="5736" y="707"/>
                      <a:pt x="9017" y="208"/>
                    </a:cubicBezTo>
                    <a:cubicBezTo>
                      <a:pt x="12345" y="-654"/>
                      <a:pt x="15884" y="124"/>
                      <a:pt x="18542" y="2304"/>
                    </a:cubicBezTo>
                    <a:cubicBezTo>
                      <a:pt x="21344" y="4759"/>
                      <a:pt x="23170" y="8140"/>
                      <a:pt x="23686" y="11829"/>
                    </a:cubicBezTo>
                    <a:cubicBezTo>
                      <a:pt x="24611" y="15406"/>
                      <a:pt x="24205" y="19197"/>
                      <a:pt x="22543" y="22497"/>
                    </a:cubicBezTo>
                    <a:cubicBezTo>
                      <a:pt x="19090" y="28031"/>
                      <a:pt x="11804" y="29718"/>
                      <a:pt x="6270" y="26264"/>
                    </a:cubicBezTo>
                    <a:cubicBezTo>
                      <a:pt x="6004" y="26098"/>
                      <a:pt x="5745" y="25922"/>
                      <a:pt x="5493" y="25736"/>
                    </a:cubicBezTo>
                    <a:moveTo>
                      <a:pt x="18161" y="19830"/>
                    </a:moveTo>
                    <a:cubicBezTo>
                      <a:pt x="19067" y="17591"/>
                      <a:pt x="19234" y="15122"/>
                      <a:pt x="18638" y="12782"/>
                    </a:cubicBezTo>
                    <a:cubicBezTo>
                      <a:pt x="18294" y="10338"/>
                      <a:pt x="17233" y="8051"/>
                      <a:pt x="15589" y="6210"/>
                    </a:cubicBezTo>
                    <a:cubicBezTo>
                      <a:pt x="14184" y="4831"/>
                      <a:pt x="12177" y="4257"/>
                      <a:pt x="10255" y="4686"/>
                    </a:cubicBezTo>
                    <a:cubicBezTo>
                      <a:pt x="8292" y="4975"/>
                      <a:pt x="6627" y="6278"/>
                      <a:pt x="5874" y="8114"/>
                    </a:cubicBezTo>
                    <a:cubicBezTo>
                      <a:pt x="5129" y="10470"/>
                      <a:pt x="5129" y="12998"/>
                      <a:pt x="5874" y="15353"/>
                    </a:cubicBezTo>
                    <a:cubicBezTo>
                      <a:pt x="6125" y="17740"/>
                      <a:pt x="7204" y="19964"/>
                      <a:pt x="8922" y="21640"/>
                    </a:cubicBezTo>
                    <a:cubicBezTo>
                      <a:pt x="10288" y="23018"/>
                      <a:pt x="12269" y="23595"/>
                      <a:pt x="14161" y="23164"/>
                    </a:cubicBezTo>
                    <a:cubicBezTo>
                      <a:pt x="16096" y="22876"/>
                      <a:pt x="17749" y="21618"/>
                      <a:pt x="18542" y="19830"/>
                    </a:cubicBezTo>
                  </a:path>
                </a:pathLst>
              </a:custGeom>
              <a:solidFill>
                <a:srgbClr val="FFFFFF"/>
              </a:solidFill>
              <a:ln w="9525" cap="flat">
                <a:noFill/>
                <a:prstDash val="solid"/>
                <a:miter/>
              </a:ln>
            </p:spPr>
            <p:txBody>
              <a:bodyPr rtlCol="0" anchor="ctr"/>
              <a:lstStyle/>
              <a:p>
                <a:endParaRPr lang="zh-CN" altLang="en-US"/>
              </a:p>
            </p:txBody>
          </p:sp>
          <p:sp>
            <p:nvSpPr>
              <p:cNvPr id="242" name="任意多边形: 形状 241"/>
              <p:cNvSpPr/>
              <p:nvPr/>
            </p:nvSpPr>
            <p:spPr>
              <a:xfrm>
                <a:off x="5581127" y="3094905"/>
                <a:ext cx="20002" cy="31051"/>
              </a:xfrm>
              <a:custGeom>
                <a:avLst/>
                <a:gdLst>
                  <a:gd name="connsiteX0" fmla="*/ 8287 w 20002"/>
                  <a:gd name="connsiteY0" fmla="*/ 31052 h 31051"/>
                  <a:gd name="connsiteX1" fmla="*/ 0 w 20002"/>
                  <a:gd name="connsiteY1" fmla="*/ 5525 h 31051"/>
                  <a:gd name="connsiteX2" fmla="*/ 16669 w 20002"/>
                  <a:gd name="connsiteY2" fmla="*/ 0 h 31051"/>
                  <a:gd name="connsiteX3" fmla="*/ 17431 w 20002"/>
                  <a:gd name="connsiteY3" fmla="*/ 2286 h 31051"/>
                  <a:gd name="connsiteX4" fmla="*/ 18193 w 20002"/>
                  <a:gd name="connsiteY4" fmla="*/ 4572 h 31051"/>
                  <a:gd name="connsiteX5" fmla="*/ 6382 w 20002"/>
                  <a:gd name="connsiteY5" fmla="*/ 8382 h 31051"/>
                  <a:gd name="connsiteX6" fmla="*/ 8287 w 20002"/>
                  <a:gd name="connsiteY6" fmla="*/ 14192 h 31051"/>
                  <a:gd name="connsiteX7" fmla="*/ 18574 w 20002"/>
                  <a:gd name="connsiteY7" fmla="*/ 10859 h 31051"/>
                  <a:gd name="connsiteX8" fmla="*/ 19241 w 20002"/>
                  <a:gd name="connsiteY8" fmla="*/ 13049 h 31051"/>
                  <a:gd name="connsiteX9" fmla="*/ 20003 w 20002"/>
                  <a:gd name="connsiteY9" fmla="*/ 15240 h 31051"/>
                  <a:gd name="connsiteX10" fmla="*/ 9716 w 20002"/>
                  <a:gd name="connsiteY10" fmla="*/ 18574 h 31051"/>
                  <a:gd name="connsiteX11" fmla="*/ 13240 w 20002"/>
                  <a:gd name="connsiteY11" fmla="*/ 29433 h 31051"/>
                  <a:gd name="connsiteX12" fmla="*/ 10763 w 20002"/>
                  <a:gd name="connsiteY12" fmla="*/ 30194 h 31051"/>
                  <a:gd name="connsiteX13" fmla="*/ 8287 w 20002"/>
                  <a:gd name="connsiteY13" fmla="*/ 31052 h 3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02" h="31051">
                    <a:moveTo>
                      <a:pt x="8287" y="31052"/>
                    </a:moveTo>
                    <a:lnTo>
                      <a:pt x="0" y="5525"/>
                    </a:lnTo>
                    <a:lnTo>
                      <a:pt x="16669" y="0"/>
                    </a:lnTo>
                    <a:lnTo>
                      <a:pt x="17431" y="2286"/>
                    </a:lnTo>
                    <a:lnTo>
                      <a:pt x="18193" y="4572"/>
                    </a:lnTo>
                    <a:lnTo>
                      <a:pt x="6382" y="8382"/>
                    </a:lnTo>
                    <a:lnTo>
                      <a:pt x="8287" y="14192"/>
                    </a:lnTo>
                    <a:lnTo>
                      <a:pt x="18574" y="10859"/>
                    </a:lnTo>
                    <a:lnTo>
                      <a:pt x="19241" y="13049"/>
                    </a:lnTo>
                    <a:lnTo>
                      <a:pt x="20003" y="15240"/>
                    </a:lnTo>
                    <a:lnTo>
                      <a:pt x="9716" y="18574"/>
                    </a:lnTo>
                    <a:lnTo>
                      <a:pt x="13240" y="29433"/>
                    </a:lnTo>
                    <a:lnTo>
                      <a:pt x="10763" y="30194"/>
                    </a:lnTo>
                    <a:lnTo>
                      <a:pt x="8287" y="31052"/>
                    </a:lnTo>
                    <a:close/>
                  </a:path>
                </a:pathLst>
              </a:custGeom>
              <a:solidFill>
                <a:srgbClr val="FFFFFF"/>
              </a:solidFill>
              <a:ln w="9525" cap="flat">
                <a:noFill/>
                <a:prstDash val="solid"/>
                <a:miter/>
              </a:ln>
            </p:spPr>
            <p:txBody>
              <a:bodyPr rtlCol="0" anchor="ctr"/>
              <a:lstStyle/>
              <a:p>
                <a:endParaRPr lang="zh-CN" altLang="en-US"/>
              </a:p>
            </p:txBody>
          </p:sp>
          <p:sp>
            <p:nvSpPr>
              <p:cNvPr id="243" name="任意多边形: 形状 242"/>
              <p:cNvSpPr/>
              <p:nvPr/>
            </p:nvSpPr>
            <p:spPr>
              <a:xfrm>
                <a:off x="5613131" y="3078999"/>
                <a:ext cx="23717" cy="29717"/>
              </a:xfrm>
              <a:custGeom>
                <a:avLst/>
                <a:gdLst>
                  <a:gd name="connsiteX0" fmla="*/ 8763 w 23717"/>
                  <a:gd name="connsiteY0" fmla="*/ 10192 h 29717"/>
                  <a:gd name="connsiteX1" fmla="*/ 2191 w 23717"/>
                  <a:gd name="connsiteY1" fmla="*/ 13621 h 29717"/>
                  <a:gd name="connsiteX2" fmla="*/ 1048 w 23717"/>
                  <a:gd name="connsiteY2" fmla="*/ 11525 h 29717"/>
                  <a:gd name="connsiteX3" fmla="*/ 0 w 23717"/>
                  <a:gd name="connsiteY3" fmla="*/ 9430 h 29717"/>
                  <a:gd name="connsiteX4" fmla="*/ 17717 w 23717"/>
                  <a:gd name="connsiteY4" fmla="*/ 0 h 29717"/>
                  <a:gd name="connsiteX5" fmla="*/ 18764 w 23717"/>
                  <a:gd name="connsiteY5" fmla="*/ 2096 h 29717"/>
                  <a:gd name="connsiteX6" fmla="*/ 19907 w 23717"/>
                  <a:gd name="connsiteY6" fmla="*/ 4191 h 29717"/>
                  <a:gd name="connsiteX7" fmla="*/ 13335 w 23717"/>
                  <a:gd name="connsiteY7" fmla="*/ 7715 h 29717"/>
                  <a:gd name="connsiteX8" fmla="*/ 23717 w 23717"/>
                  <a:gd name="connsiteY8" fmla="*/ 27241 h 29717"/>
                  <a:gd name="connsiteX9" fmla="*/ 21431 w 23717"/>
                  <a:gd name="connsiteY9" fmla="*/ 28480 h 29717"/>
                  <a:gd name="connsiteX10" fmla="*/ 19145 w 23717"/>
                  <a:gd name="connsiteY10" fmla="*/ 29718 h 29717"/>
                  <a:gd name="connsiteX11" fmla="*/ 8763 w 23717"/>
                  <a:gd name="connsiteY11" fmla="*/ 10192 h 2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717" h="29717">
                    <a:moveTo>
                      <a:pt x="8763" y="10192"/>
                    </a:moveTo>
                    <a:lnTo>
                      <a:pt x="2191" y="13621"/>
                    </a:lnTo>
                    <a:lnTo>
                      <a:pt x="1048" y="11525"/>
                    </a:lnTo>
                    <a:lnTo>
                      <a:pt x="0" y="9430"/>
                    </a:lnTo>
                    <a:lnTo>
                      <a:pt x="17717" y="0"/>
                    </a:lnTo>
                    <a:lnTo>
                      <a:pt x="18764" y="2096"/>
                    </a:lnTo>
                    <a:lnTo>
                      <a:pt x="19907" y="4191"/>
                    </a:lnTo>
                    <a:lnTo>
                      <a:pt x="13335" y="7715"/>
                    </a:lnTo>
                    <a:lnTo>
                      <a:pt x="23717" y="27241"/>
                    </a:lnTo>
                    <a:lnTo>
                      <a:pt x="21431" y="28480"/>
                    </a:lnTo>
                    <a:lnTo>
                      <a:pt x="19145" y="29718"/>
                    </a:lnTo>
                    <a:lnTo>
                      <a:pt x="8763" y="10192"/>
                    </a:lnTo>
                    <a:close/>
                  </a:path>
                </a:pathLst>
              </a:custGeom>
              <a:solidFill>
                <a:srgbClr val="FFFFFF"/>
              </a:solidFill>
              <a:ln w="9525" cap="flat">
                <a:noFill/>
                <a:prstDash val="solid"/>
                <a:miter/>
              </a:ln>
            </p:spPr>
            <p:txBody>
              <a:bodyPr rtlCol="0" anchor="ctr"/>
              <a:lstStyle/>
              <a:p>
                <a:endParaRPr lang="zh-CN" altLang="en-US"/>
              </a:p>
            </p:txBody>
          </p:sp>
          <p:sp>
            <p:nvSpPr>
              <p:cNvPr id="244" name="任意多边形: 形状 243"/>
              <p:cNvSpPr/>
              <p:nvPr/>
            </p:nvSpPr>
            <p:spPr>
              <a:xfrm>
                <a:off x="5636372" y="3065950"/>
                <a:ext cx="30384" cy="32480"/>
              </a:xfrm>
              <a:custGeom>
                <a:avLst/>
                <a:gdLst>
                  <a:gd name="connsiteX0" fmla="*/ 14573 w 30384"/>
                  <a:gd name="connsiteY0" fmla="*/ 32480 h 32480"/>
                  <a:gd name="connsiteX1" fmla="*/ 0 w 30384"/>
                  <a:gd name="connsiteY1" fmla="*/ 9906 h 32480"/>
                  <a:gd name="connsiteX2" fmla="*/ 15240 w 30384"/>
                  <a:gd name="connsiteY2" fmla="*/ 0 h 32480"/>
                  <a:gd name="connsiteX3" fmla="*/ 16478 w 30384"/>
                  <a:gd name="connsiteY3" fmla="*/ 2000 h 32480"/>
                  <a:gd name="connsiteX4" fmla="*/ 17812 w 30384"/>
                  <a:gd name="connsiteY4" fmla="*/ 4000 h 32480"/>
                  <a:gd name="connsiteX5" fmla="*/ 6858 w 30384"/>
                  <a:gd name="connsiteY5" fmla="*/ 11144 h 32480"/>
                  <a:gd name="connsiteX6" fmla="*/ 10001 w 30384"/>
                  <a:gd name="connsiteY6" fmla="*/ 15907 h 32480"/>
                  <a:gd name="connsiteX7" fmla="*/ 20098 w 30384"/>
                  <a:gd name="connsiteY7" fmla="*/ 9334 h 32480"/>
                  <a:gd name="connsiteX8" fmla="*/ 21431 w 30384"/>
                  <a:gd name="connsiteY8" fmla="*/ 11239 h 32480"/>
                  <a:gd name="connsiteX9" fmla="*/ 22669 w 30384"/>
                  <a:gd name="connsiteY9" fmla="*/ 13240 h 32480"/>
                  <a:gd name="connsiteX10" fmla="*/ 12478 w 30384"/>
                  <a:gd name="connsiteY10" fmla="*/ 19812 h 32480"/>
                  <a:gd name="connsiteX11" fmla="*/ 16288 w 30384"/>
                  <a:gd name="connsiteY11" fmla="*/ 25622 h 32480"/>
                  <a:gd name="connsiteX12" fmla="*/ 27718 w 30384"/>
                  <a:gd name="connsiteY12" fmla="*/ 18288 h 32480"/>
                  <a:gd name="connsiteX13" fmla="*/ 29051 w 30384"/>
                  <a:gd name="connsiteY13" fmla="*/ 20288 h 32480"/>
                  <a:gd name="connsiteX14" fmla="*/ 30385 w 30384"/>
                  <a:gd name="connsiteY14" fmla="*/ 22288 h 32480"/>
                  <a:gd name="connsiteX15" fmla="*/ 14573 w 30384"/>
                  <a:gd name="connsiteY15" fmla="*/ 32480 h 32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384" h="32480">
                    <a:moveTo>
                      <a:pt x="14573" y="32480"/>
                    </a:moveTo>
                    <a:lnTo>
                      <a:pt x="0" y="9906"/>
                    </a:lnTo>
                    <a:lnTo>
                      <a:pt x="15240" y="0"/>
                    </a:lnTo>
                    <a:lnTo>
                      <a:pt x="16478" y="2000"/>
                    </a:lnTo>
                    <a:lnTo>
                      <a:pt x="17812" y="4000"/>
                    </a:lnTo>
                    <a:lnTo>
                      <a:pt x="6858" y="11144"/>
                    </a:lnTo>
                    <a:lnTo>
                      <a:pt x="10001" y="15907"/>
                    </a:lnTo>
                    <a:lnTo>
                      <a:pt x="20098" y="9334"/>
                    </a:lnTo>
                    <a:lnTo>
                      <a:pt x="21431" y="11239"/>
                    </a:lnTo>
                    <a:lnTo>
                      <a:pt x="22669" y="13240"/>
                    </a:lnTo>
                    <a:lnTo>
                      <a:pt x="12478" y="19812"/>
                    </a:lnTo>
                    <a:lnTo>
                      <a:pt x="16288" y="25622"/>
                    </a:lnTo>
                    <a:lnTo>
                      <a:pt x="27718" y="18288"/>
                    </a:lnTo>
                    <a:lnTo>
                      <a:pt x="29051" y="20288"/>
                    </a:lnTo>
                    <a:lnTo>
                      <a:pt x="30385" y="22288"/>
                    </a:lnTo>
                    <a:lnTo>
                      <a:pt x="14573" y="32480"/>
                    </a:lnTo>
                    <a:close/>
                  </a:path>
                </a:pathLst>
              </a:custGeom>
              <a:solidFill>
                <a:srgbClr val="FFFFFF"/>
              </a:solidFill>
              <a:ln w="9525" cap="flat">
                <a:noFill/>
                <a:prstDash val="solid"/>
                <a:miter/>
              </a:ln>
            </p:spPr>
            <p:txBody>
              <a:bodyPr rtlCol="0" anchor="ctr"/>
              <a:lstStyle/>
              <a:p>
                <a:endParaRPr lang="zh-CN" altLang="en-US"/>
              </a:p>
            </p:txBody>
          </p:sp>
          <p:sp>
            <p:nvSpPr>
              <p:cNvPr id="245" name="任意多边形: 形状 244"/>
              <p:cNvSpPr/>
              <p:nvPr/>
            </p:nvSpPr>
            <p:spPr>
              <a:xfrm>
                <a:off x="5661225" y="3051371"/>
                <a:ext cx="25971" cy="26985"/>
              </a:xfrm>
              <a:custGeom>
                <a:avLst/>
                <a:gdLst>
                  <a:gd name="connsiteX0" fmla="*/ 23359 w 25971"/>
                  <a:gd name="connsiteY0" fmla="*/ 9299 h 26985"/>
                  <a:gd name="connsiteX1" fmla="*/ 25550 w 25971"/>
                  <a:gd name="connsiteY1" fmla="*/ 17205 h 26985"/>
                  <a:gd name="connsiteX2" fmla="*/ 13185 w 25971"/>
                  <a:gd name="connsiteY2" fmla="*/ 26759 h 26985"/>
                  <a:gd name="connsiteX3" fmla="*/ 12977 w 25971"/>
                  <a:gd name="connsiteY3" fmla="*/ 26730 h 26985"/>
                  <a:gd name="connsiteX4" fmla="*/ 4024 w 25971"/>
                  <a:gd name="connsiteY4" fmla="*/ 20825 h 26985"/>
                  <a:gd name="connsiteX5" fmla="*/ -358 w 25971"/>
                  <a:gd name="connsiteY5" fmla="*/ 10823 h 26985"/>
                  <a:gd name="connsiteX6" fmla="*/ 3452 w 25971"/>
                  <a:gd name="connsiteY6" fmla="*/ 2537 h 26985"/>
                  <a:gd name="connsiteX7" fmla="*/ 10786 w 25971"/>
                  <a:gd name="connsiteY7" fmla="*/ -130 h 26985"/>
                  <a:gd name="connsiteX8" fmla="*/ 17835 w 25971"/>
                  <a:gd name="connsiteY8" fmla="*/ 3013 h 26985"/>
                  <a:gd name="connsiteX9" fmla="*/ 13929 w 25971"/>
                  <a:gd name="connsiteY9" fmla="*/ 6347 h 26985"/>
                  <a:gd name="connsiteX10" fmla="*/ 10405 w 25971"/>
                  <a:gd name="connsiteY10" fmla="*/ 4823 h 26985"/>
                  <a:gd name="connsiteX11" fmla="*/ 6690 w 25971"/>
                  <a:gd name="connsiteY11" fmla="*/ 6251 h 26985"/>
                  <a:gd name="connsiteX12" fmla="*/ 4785 w 25971"/>
                  <a:gd name="connsiteY12" fmla="*/ 11014 h 26985"/>
                  <a:gd name="connsiteX13" fmla="*/ 8024 w 25971"/>
                  <a:gd name="connsiteY13" fmla="*/ 17396 h 26985"/>
                  <a:gd name="connsiteX14" fmla="*/ 13643 w 25971"/>
                  <a:gd name="connsiteY14" fmla="*/ 21587 h 26985"/>
                  <a:gd name="connsiteX15" fmla="*/ 18596 w 25971"/>
                  <a:gd name="connsiteY15" fmla="*/ 20539 h 26985"/>
                  <a:gd name="connsiteX16" fmla="*/ 20596 w 25971"/>
                  <a:gd name="connsiteY16" fmla="*/ 17015 h 26985"/>
                  <a:gd name="connsiteX17" fmla="*/ 19454 w 25971"/>
                  <a:gd name="connsiteY17" fmla="*/ 12919 h 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971" h="26985">
                    <a:moveTo>
                      <a:pt x="23359" y="9299"/>
                    </a:moveTo>
                    <a:cubicBezTo>
                      <a:pt x="25051" y="11569"/>
                      <a:pt x="25832" y="14389"/>
                      <a:pt x="25550" y="17205"/>
                    </a:cubicBezTo>
                    <a:cubicBezTo>
                      <a:pt x="24774" y="23258"/>
                      <a:pt x="19238" y="27535"/>
                      <a:pt x="13185" y="26759"/>
                    </a:cubicBezTo>
                    <a:cubicBezTo>
                      <a:pt x="13116" y="26750"/>
                      <a:pt x="13046" y="26740"/>
                      <a:pt x="12977" y="26730"/>
                    </a:cubicBezTo>
                    <a:cubicBezTo>
                      <a:pt x="9396" y="25865"/>
                      <a:pt x="6229" y="23776"/>
                      <a:pt x="4024" y="20825"/>
                    </a:cubicBezTo>
                    <a:cubicBezTo>
                      <a:pt x="1443" y="18103"/>
                      <a:pt x="-107" y="14566"/>
                      <a:pt x="-358" y="10823"/>
                    </a:cubicBezTo>
                    <a:cubicBezTo>
                      <a:pt x="-479" y="7612"/>
                      <a:pt x="936" y="4535"/>
                      <a:pt x="3452" y="2537"/>
                    </a:cubicBezTo>
                    <a:cubicBezTo>
                      <a:pt x="5462" y="736"/>
                      <a:pt x="8089" y="-219"/>
                      <a:pt x="10786" y="-130"/>
                    </a:cubicBezTo>
                    <a:cubicBezTo>
                      <a:pt x="13448" y="-8"/>
                      <a:pt x="15965" y="1114"/>
                      <a:pt x="17835" y="3013"/>
                    </a:cubicBezTo>
                    <a:lnTo>
                      <a:pt x="13929" y="6347"/>
                    </a:lnTo>
                    <a:cubicBezTo>
                      <a:pt x="12985" y="5419"/>
                      <a:pt x="11728" y="4875"/>
                      <a:pt x="10405" y="4823"/>
                    </a:cubicBezTo>
                    <a:cubicBezTo>
                      <a:pt x="9036" y="4838"/>
                      <a:pt x="7718" y="5345"/>
                      <a:pt x="6690" y="6251"/>
                    </a:cubicBezTo>
                    <a:cubicBezTo>
                      <a:pt x="5253" y="7386"/>
                      <a:pt x="4527" y="9200"/>
                      <a:pt x="4785" y="11014"/>
                    </a:cubicBezTo>
                    <a:cubicBezTo>
                      <a:pt x="5254" y="13400"/>
                      <a:pt x="6375" y="15609"/>
                      <a:pt x="8024" y="17396"/>
                    </a:cubicBezTo>
                    <a:cubicBezTo>
                      <a:pt x="9446" y="19313"/>
                      <a:pt x="11400" y="20770"/>
                      <a:pt x="13643" y="21587"/>
                    </a:cubicBezTo>
                    <a:cubicBezTo>
                      <a:pt x="15365" y="22111"/>
                      <a:pt x="17235" y="21716"/>
                      <a:pt x="18596" y="20539"/>
                    </a:cubicBezTo>
                    <a:cubicBezTo>
                      <a:pt x="19693" y="19666"/>
                      <a:pt x="20410" y="18404"/>
                      <a:pt x="20596" y="17015"/>
                    </a:cubicBezTo>
                    <a:cubicBezTo>
                      <a:pt x="20666" y="15562"/>
                      <a:pt x="20265" y="14126"/>
                      <a:pt x="19454" y="12919"/>
                    </a:cubicBezTo>
                    <a:close/>
                  </a:path>
                </a:pathLst>
              </a:custGeom>
              <a:solidFill>
                <a:srgbClr val="FFFFFF"/>
              </a:solidFill>
              <a:ln w="9525" cap="flat">
                <a:noFill/>
                <a:prstDash val="solid"/>
                <a:miter/>
              </a:ln>
            </p:spPr>
            <p:txBody>
              <a:bodyPr rtlCol="0" anchor="ctr"/>
              <a:lstStyle/>
              <a:p>
                <a:endParaRPr lang="zh-CN" altLang="en-US"/>
              </a:p>
            </p:txBody>
          </p:sp>
          <p:sp>
            <p:nvSpPr>
              <p:cNvPr id="246" name="任意多边形: 形状 245"/>
              <p:cNvSpPr/>
              <p:nvPr/>
            </p:nvSpPr>
            <p:spPr>
              <a:xfrm>
                <a:off x="5678663" y="3027659"/>
                <a:ext cx="33337" cy="32861"/>
              </a:xfrm>
              <a:custGeom>
                <a:avLst/>
                <a:gdLst>
                  <a:gd name="connsiteX0" fmla="*/ 0 w 33337"/>
                  <a:gd name="connsiteY0" fmla="*/ 14859 h 32861"/>
                  <a:gd name="connsiteX1" fmla="*/ 1715 w 33337"/>
                  <a:gd name="connsiteY1" fmla="*/ 12954 h 32861"/>
                  <a:gd name="connsiteX2" fmla="*/ 3524 w 33337"/>
                  <a:gd name="connsiteY2" fmla="*/ 11049 h 32861"/>
                  <a:gd name="connsiteX3" fmla="*/ 10954 w 33337"/>
                  <a:gd name="connsiteY3" fmla="*/ 17812 h 32861"/>
                  <a:gd name="connsiteX4" fmla="*/ 17431 w 33337"/>
                  <a:gd name="connsiteY4" fmla="*/ 10573 h 32861"/>
                  <a:gd name="connsiteX5" fmla="*/ 9906 w 33337"/>
                  <a:gd name="connsiteY5" fmla="*/ 3810 h 32861"/>
                  <a:gd name="connsiteX6" fmla="*/ 11716 w 33337"/>
                  <a:gd name="connsiteY6" fmla="*/ 1905 h 32861"/>
                  <a:gd name="connsiteX7" fmla="*/ 13430 w 33337"/>
                  <a:gd name="connsiteY7" fmla="*/ 0 h 32861"/>
                  <a:gd name="connsiteX8" fmla="*/ 33338 w 33337"/>
                  <a:gd name="connsiteY8" fmla="*/ 18002 h 32861"/>
                  <a:gd name="connsiteX9" fmla="*/ 31623 w 33337"/>
                  <a:gd name="connsiteY9" fmla="*/ 19908 h 32861"/>
                  <a:gd name="connsiteX10" fmla="*/ 29908 w 33337"/>
                  <a:gd name="connsiteY10" fmla="*/ 21812 h 32861"/>
                  <a:gd name="connsiteX11" fmla="*/ 20860 w 33337"/>
                  <a:gd name="connsiteY11" fmla="*/ 13716 h 32861"/>
                  <a:gd name="connsiteX12" fmla="*/ 14383 w 33337"/>
                  <a:gd name="connsiteY12" fmla="*/ 20860 h 32861"/>
                  <a:gd name="connsiteX13" fmla="*/ 23431 w 33337"/>
                  <a:gd name="connsiteY13" fmla="*/ 29051 h 32861"/>
                  <a:gd name="connsiteX14" fmla="*/ 21717 w 33337"/>
                  <a:gd name="connsiteY14" fmla="*/ 30956 h 32861"/>
                  <a:gd name="connsiteX15" fmla="*/ 20002 w 33337"/>
                  <a:gd name="connsiteY15" fmla="*/ 32861 h 32861"/>
                  <a:gd name="connsiteX16" fmla="*/ 0 w 33337"/>
                  <a:gd name="connsiteY16" fmla="*/ 14859 h 3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337" h="32861">
                    <a:moveTo>
                      <a:pt x="0" y="14859"/>
                    </a:moveTo>
                    <a:lnTo>
                      <a:pt x="1715" y="12954"/>
                    </a:lnTo>
                    <a:lnTo>
                      <a:pt x="3524" y="11049"/>
                    </a:lnTo>
                    <a:lnTo>
                      <a:pt x="10954" y="17812"/>
                    </a:lnTo>
                    <a:lnTo>
                      <a:pt x="17431" y="10573"/>
                    </a:lnTo>
                    <a:lnTo>
                      <a:pt x="9906" y="3810"/>
                    </a:lnTo>
                    <a:lnTo>
                      <a:pt x="11716" y="1905"/>
                    </a:lnTo>
                    <a:lnTo>
                      <a:pt x="13430" y="0"/>
                    </a:lnTo>
                    <a:lnTo>
                      <a:pt x="33338" y="18002"/>
                    </a:lnTo>
                    <a:lnTo>
                      <a:pt x="31623" y="19908"/>
                    </a:lnTo>
                    <a:lnTo>
                      <a:pt x="29908" y="21812"/>
                    </a:lnTo>
                    <a:lnTo>
                      <a:pt x="20860" y="13716"/>
                    </a:lnTo>
                    <a:lnTo>
                      <a:pt x="14383" y="20860"/>
                    </a:lnTo>
                    <a:lnTo>
                      <a:pt x="23431" y="29051"/>
                    </a:lnTo>
                    <a:lnTo>
                      <a:pt x="21717" y="30956"/>
                    </a:lnTo>
                    <a:lnTo>
                      <a:pt x="20002" y="32861"/>
                    </a:lnTo>
                    <a:lnTo>
                      <a:pt x="0" y="14859"/>
                    </a:lnTo>
                    <a:close/>
                  </a:path>
                </a:pathLst>
              </a:custGeom>
              <a:solidFill>
                <a:srgbClr val="FFFFFF"/>
              </a:solidFill>
              <a:ln w="9525" cap="flat">
                <a:noFill/>
                <a:prstDash val="solid"/>
                <a:miter/>
              </a:ln>
            </p:spPr>
            <p:txBody>
              <a:bodyPr rtlCol="0" anchor="ctr"/>
              <a:lstStyle/>
              <a:p>
                <a:endParaRPr lang="zh-CN" altLang="en-US"/>
              </a:p>
            </p:txBody>
          </p:sp>
          <p:sp>
            <p:nvSpPr>
              <p:cNvPr id="247" name="任意多边形: 形状 246"/>
              <p:cNvSpPr/>
              <p:nvPr/>
            </p:nvSpPr>
            <p:spPr>
              <a:xfrm>
                <a:off x="5697046" y="3005085"/>
                <a:ext cx="33527" cy="32004"/>
              </a:xfrm>
              <a:custGeom>
                <a:avLst/>
                <a:gdLst>
                  <a:gd name="connsiteX0" fmla="*/ 24765 w 33527"/>
                  <a:gd name="connsiteY0" fmla="*/ 28004 h 32004"/>
                  <a:gd name="connsiteX1" fmla="*/ 23431 w 33527"/>
                  <a:gd name="connsiteY1" fmla="*/ 30004 h 32004"/>
                  <a:gd name="connsiteX2" fmla="*/ 22003 w 33527"/>
                  <a:gd name="connsiteY2" fmla="*/ 32004 h 32004"/>
                  <a:gd name="connsiteX3" fmla="*/ 0 w 33527"/>
                  <a:gd name="connsiteY3" fmla="*/ 16574 h 32004"/>
                  <a:gd name="connsiteX4" fmla="*/ 1524 w 33527"/>
                  <a:gd name="connsiteY4" fmla="*/ 14383 h 32004"/>
                  <a:gd name="connsiteX5" fmla="*/ 3048 w 33527"/>
                  <a:gd name="connsiteY5" fmla="*/ 12097 h 32004"/>
                  <a:gd name="connsiteX6" fmla="*/ 24289 w 33527"/>
                  <a:gd name="connsiteY6" fmla="*/ 14859 h 32004"/>
                  <a:gd name="connsiteX7" fmla="*/ 8763 w 33527"/>
                  <a:gd name="connsiteY7" fmla="*/ 4001 h 32004"/>
                  <a:gd name="connsiteX8" fmla="*/ 10192 w 33527"/>
                  <a:gd name="connsiteY8" fmla="*/ 2000 h 32004"/>
                  <a:gd name="connsiteX9" fmla="*/ 11525 w 33527"/>
                  <a:gd name="connsiteY9" fmla="*/ 0 h 32004"/>
                  <a:gd name="connsiteX10" fmla="*/ 33528 w 33527"/>
                  <a:gd name="connsiteY10" fmla="*/ 15430 h 32004"/>
                  <a:gd name="connsiteX11" fmla="*/ 32099 w 33527"/>
                  <a:gd name="connsiteY11" fmla="*/ 17526 h 32004"/>
                  <a:gd name="connsiteX12" fmla="*/ 30575 w 33527"/>
                  <a:gd name="connsiteY12" fmla="*/ 19717 h 32004"/>
                  <a:gd name="connsiteX13" fmla="*/ 8858 w 33527"/>
                  <a:gd name="connsiteY13" fmla="*/ 16859 h 32004"/>
                  <a:gd name="connsiteX14" fmla="*/ 24765 w 33527"/>
                  <a:gd name="connsiteY14" fmla="*/ 28004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27" h="32004">
                    <a:moveTo>
                      <a:pt x="24765" y="28004"/>
                    </a:moveTo>
                    <a:lnTo>
                      <a:pt x="23431" y="30004"/>
                    </a:lnTo>
                    <a:lnTo>
                      <a:pt x="22003" y="32004"/>
                    </a:lnTo>
                    <a:lnTo>
                      <a:pt x="0" y="16574"/>
                    </a:lnTo>
                    <a:lnTo>
                      <a:pt x="1524" y="14383"/>
                    </a:lnTo>
                    <a:lnTo>
                      <a:pt x="3048" y="12097"/>
                    </a:lnTo>
                    <a:lnTo>
                      <a:pt x="24289" y="14859"/>
                    </a:lnTo>
                    <a:lnTo>
                      <a:pt x="8763" y="4001"/>
                    </a:lnTo>
                    <a:lnTo>
                      <a:pt x="10192" y="2000"/>
                    </a:lnTo>
                    <a:lnTo>
                      <a:pt x="11525" y="0"/>
                    </a:lnTo>
                    <a:lnTo>
                      <a:pt x="33528" y="15430"/>
                    </a:lnTo>
                    <a:lnTo>
                      <a:pt x="32099" y="17526"/>
                    </a:lnTo>
                    <a:lnTo>
                      <a:pt x="30575" y="19717"/>
                    </a:lnTo>
                    <a:lnTo>
                      <a:pt x="8858" y="16859"/>
                    </a:lnTo>
                    <a:lnTo>
                      <a:pt x="24765" y="28004"/>
                    </a:lnTo>
                    <a:close/>
                  </a:path>
                </a:pathLst>
              </a:custGeom>
              <a:solidFill>
                <a:srgbClr val="FFFFFF"/>
              </a:solidFill>
              <a:ln w="9525" cap="flat">
                <a:noFill/>
                <a:prstDash val="solid"/>
                <a:miter/>
              </a:ln>
            </p:spPr>
            <p:txBody>
              <a:bodyPr rtlCol="0" anchor="ctr"/>
              <a:lstStyle/>
              <a:p>
                <a:endParaRPr lang="zh-CN" altLang="en-US"/>
              </a:p>
            </p:txBody>
          </p:sp>
          <p:sp>
            <p:nvSpPr>
              <p:cNvPr id="248" name="任意多边形: 形状 247"/>
              <p:cNvSpPr/>
              <p:nvPr/>
            </p:nvSpPr>
            <p:spPr>
              <a:xfrm>
                <a:off x="5715619" y="2982113"/>
                <a:ext cx="28010" cy="25352"/>
              </a:xfrm>
              <a:custGeom>
                <a:avLst/>
                <a:gdLst>
                  <a:gd name="connsiteX0" fmla="*/ 18685 w 28010"/>
                  <a:gd name="connsiteY0" fmla="*/ 25026 h 25352"/>
                  <a:gd name="connsiteX1" fmla="*/ 493 w 28010"/>
                  <a:gd name="connsiteY1" fmla="*/ 15501 h 25352"/>
                  <a:gd name="connsiteX2" fmla="*/ 1064 w 28010"/>
                  <a:gd name="connsiteY2" fmla="*/ 5976 h 25352"/>
                  <a:gd name="connsiteX3" fmla="*/ 8589 w 28010"/>
                  <a:gd name="connsiteY3" fmla="*/ 71 h 25352"/>
                  <a:gd name="connsiteX4" fmla="*/ 19352 w 28010"/>
                  <a:gd name="connsiteY4" fmla="*/ 2166 h 25352"/>
                  <a:gd name="connsiteX5" fmla="*/ 26877 w 28010"/>
                  <a:gd name="connsiteY5" fmla="*/ 9786 h 25352"/>
                  <a:gd name="connsiteX6" fmla="*/ 26115 w 28010"/>
                  <a:gd name="connsiteY6" fmla="*/ 19311 h 25352"/>
                  <a:gd name="connsiteX7" fmla="*/ 18686 w 28010"/>
                  <a:gd name="connsiteY7" fmla="*/ 25217 h 25352"/>
                  <a:gd name="connsiteX8" fmla="*/ 22019 w 28010"/>
                  <a:gd name="connsiteY8" fmla="*/ 11596 h 25352"/>
                  <a:gd name="connsiteX9" fmla="*/ 16876 w 28010"/>
                  <a:gd name="connsiteY9" fmla="*/ 6833 h 25352"/>
                  <a:gd name="connsiteX10" fmla="*/ 9827 w 28010"/>
                  <a:gd name="connsiteY10" fmla="*/ 5119 h 25352"/>
                  <a:gd name="connsiteX11" fmla="*/ 5351 w 28010"/>
                  <a:gd name="connsiteY11" fmla="*/ 8262 h 25352"/>
                  <a:gd name="connsiteX12" fmla="*/ 5351 w 28010"/>
                  <a:gd name="connsiteY12" fmla="*/ 13786 h 25352"/>
                  <a:gd name="connsiteX13" fmla="*/ 10685 w 28010"/>
                  <a:gd name="connsiteY13" fmla="*/ 18644 h 25352"/>
                  <a:gd name="connsiteX14" fmla="*/ 17543 w 28010"/>
                  <a:gd name="connsiteY14" fmla="*/ 20264 h 25352"/>
                  <a:gd name="connsiteX15" fmla="*/ 22019 w 28010"/>
                  <a:gd name="connsiteY15" fmla="*/ 17120 h 25352"/>
                  <a:gd name="connsiteX16" fmla="*/ 22019 w 28010"/>
                  <a:gd name="connsiteY16" fmla="*/ 11596 h 2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010" h="25352">
                    <a:moveTo>
                      <a:pt x="18685" y="25026"/>
                    </a:moveTo>
                    <a:cubicBezTo>
                      <a:pt x="11248" y="25850"/>
                      <a:pt x="4053" y="22083"/>
                      <a:pt x="493" y="15501"/>
                    </a:cubicBezTo>
                    <a:cubicBezTo>
                      <a:pt x="-826" y="12413"/>
                      <a:pt x="-615" y="8884"/>
                      <a:pt x="1064" y="5976"/>
                    </a:cubicBezTo>
                    <a:cubicBezTo>
                      <a:pt x="2524" y="2949"/>
                      <a:pt x="5302" y="769"/>
                      <a:pt x="8589" y="71"/>
                    </a:cubicBezTo>
                    <a:cubicBezTo>
                      <a:pt x="12312" y="-537"/>
                      <a:pt x="16129" y="206"/>
                      <a:pt x="19352" y="2166"/>
                    </a:cubicBezTo>
                    <a:cubicBezTo>
                      <a:pt x="22695" y="3719"/>
                      <a:pt x="25366" y="6424"/>
                      <a:pt x="26877" y="9786"/>
                    </a:cubicBezTo>
                    <a:cubicBezTo>
                      <a:pt x="28124" y="12906"/>
                      <a:pt x="27842" y="16429"/>
                      <a:pt x="26115" y="19311"/>
                    </a:cubicBezTo>
                    <a:cubicBezTo>
                      <a:pt x="24664" y="22306"/>
                      <a:pt x="21931" y="24479"/>
                      <a:pt x="18686" y="25217"/>
                    </a:cubicBezTo>
                    <a:moveTo>
                      <a:pt x="22019" y="11596"/>
                    </a:moveTo>
                    <a:cubicBezTo>
                      <a:pt x="20873" y="9488"/>
                      <a:pt x="19066" y="7815"/>
                      <a:pt x="16876" y="6833"/>
                    </a:cubicBezTo>
                    <a:cubicBezTo>
                      <a:pt x="14769" y="5524"/>
                      <a:pt x="12300" y="4924"/>
                      <a:pt x="9827" y="5119"/>
                    </a:cubicBezTo>
                    <a:cubicBezTo>
                      <a:pt x="7885" y="5303"/>
                      <a:pt x="6183" y="6497"/>
                      <a:pt x="5351" y="8262"/>
                    </a:cubicBezTo>
                    <a:cubicBezTo>
                      <a:pt x="4344" y="9966"/>
                      <a:pt x="4344" y="12083"/>
                      <a:pt x="5351" y="13786"/>
                    </a:cubicBezTo>
                    <a:cubicBezTo>
                      <a:pt x="6546" y="15948"/>
                      <a:pt x="8421" y="17655"/>
                      <a:pt x="10685" y="18644"/>
                    </a:cubicBezTo>
                    <a:cubicBezTo>
                      <a:pt x="12748" y="19881"/>
                      <a:pt x="15144" y="20446"/>
                      <a:pt x="17543" y="20264"/>
                    </a:cubicBezTo>
                    <a:cubicBezTo>
                      <a:pt x="19459" y="20012"/>
                      <a:pt x="21132" y="18838"/>
                      <a:pt x="22019" y="17120"/>
                    </a:cubicBezTo>
                    <a:cubicBezTo>
                      <a:pt x="22968" y="15401"/>
                      <a:pt x="22968" y="13315"/>
                      <a:pt x="22019" y="11596"/>
                    </a:cubicBezTo>
                  </a:path>
                </a:pathLst>
              </a:custGeom>
              <a:solidFill>
                <a:srgbClr val="FFFFFF"/>
              </a:solidFill>
              <a:ln w="9525" cap="flat">
                <a:noFill/>
                <a:prstDash val="solid"/>
                <a:miter/>
              </a:ln>
            </p:spPr>
            <p:txBody>
              <a:bodyPr rtlCol="0" anchor="ctr"/>
              <a:lstStyle/>
              <a:p>
                <a:endParaRPr lang="zh-CN" altLang="en-US"/>
              </a:p>
            </p:txBody>
          </p:sp>
          <p:sp>
            <p:nvSpPr>
              <p:cNvPr id="249" name="任意多边形: 形状 248"/>
              <p:cNvSpPr/>
              <p:nvPr/>
            </p:nvSpPr>
            <p:spPr>
              <a:xfrm>
                <a:off x="5725621" y="2962794"/>
                <a:ext cx="31337" cy="18002"/>
              </a:xfrm>
              <a:custGeom>
                <a:avLst/>
                <a:gdLst>
                  <a:gd name="connsiteX0" fmla="*/ 25146 w 31337"/>
                  <a:gd name="connsiteY0" fmla="*/ 18002 h 18002"/>
                  <a:gd name="connsiteX1" fmla="*/ 0 w 31337"/>
                  <a:gd name="connsiteY1" fmla="*/ 8382 h 18002"/>
                  <a:gd name="connsiteX2" fmla="*/ 952 w 31337"/>
                  <a:gd name="connsiteY2" fmla="*/ 5905 h 18002"/>
                  <a:gd name="connsiteX3" fmla="*/ 1905 w 31337"/>
                  <a:gd name="connsiteY3" fmla="*/ 3524 h 18002"/>
                  <a:gd name="connsiteX4" fmla="*/ 22479 w 31337"/>
                  <a:gd name="connsiteY4" fmla="*/ 11430 h 18002"/>
                  <a:gd name="connsiteX5" fmla="*/ 26956 w 31337"/>
                  <a:gd name="connsiteY5" fmla="*/ 0 h 18002"/>
                  <a:gd name="connsiteX6" fmla="*/ 29146 w 31337"/>
                  <a:gd name="connsiteY6" fmla="*/ 762 h 18002"/>
                  <a:gd name="connsiteX7" fmla="*/ 31337 w 31337"/>
                  <a:gd name="connsiteY7" fmla="*/ 1715 h 18002"/>
                  <a:gd name="connsiteX8" fmla="*/ 25146 w 31337"/>
                  <a:gd name="connsiteY8" fmla="*/ 18002 h 1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7" h="18002">
                    <a:moveTo>
                      <a:pt x="25146" y="18002"/>
                    </a:moveTo>
                    <a:lnTo>
                      <a:pt x="0" y="8382"/>
                    </a:lnTo>
                    <a:lnTo>
                      <a:pt x="952" y="5905"/>
                    </a:lnTo>
                    <a:lnTo>
                      <a:pt x="1905" y="3524"/>
                    </a:lnTo>
                    <a:lnTo>
                      <a:pt x="22479" y="11430"/>
                    </a:lnTo>
                    <a:lnTo>
                      <a:pt x="26956" y="0"/>
                    </a:lnTo>
                    <a:lnTo>
                      <a:pt x="29146" y="762"/>
                    </a:lnTo>
                    <a:lnTo>
                      <a:pt x="31337" y="1715"/>
                    </a:lnTo>
                    <a:lnTo>
                      <a:pt x="25146" y="18002"/>
                    </a:lnTo>
                    <a:close/>
                  </a:path>
                </a:pathLst>
              </a:custGeom>
              <a:solidFill>
                <a:srgbClr val="FFFFFF"/>
              </a:solidFill>
              <a:ln w="9525" cap="flat">
                <a:noFill/>
                <a:prstDash val="solid"/>
                <a:miter/>
              </a:ln>
            </p:spPr>
            <p:txBody>
              <a:bodyPr rtlCol="0" anchor="ctr"/>
              <a:lstStyle/>
              <a:p>
                <a:endParaRPr lang="zh-CN" altLang="en-US"/>
              </a:p>
            </p:txBody>
          </p:sp>
          <p:sp>
            <p:nvSpPr>
              <p:cNvPr id="250" name="任意多边形: 形状 249"/>
              <p:cNvSpPr/>
              <p:nvPr/>
            </p:nvSpPr>
            <p:spPr>
              <a:xfrm>
                <a:off x="5735264" y="2928955"/>
                <a:ext cx="28708" cy="24477"/>
              </a:xfrm>
              <a:custGeom>
                <a:avLst/>
                <a:gdLst>
                  <a:gd name="connsiteX0" fmla="*/ 21901 w 28708"/>
                  <a:gd name="connsiteY0" fmla="*/ 23226 h 24477"/>
                  <a:gd name="connsiteX1" fmla="*/ 1803 w 28708"/>
                  <a:gd name="connsiteY1" fmla="*/ 18177 h 24477"/>
                  <a:gd name="connsiteX2" fmla="*/ 89 w 28708"/>
                  <a:gd name="connsiteY2" fmla="*/ 8652 h 24477"/>
                  <a:gd name="connsiteX3" fmla="*/ 5994 w 28708"/>
                  <a:gd name="connsiteY3" fmla="*/ 1128 h 24477"/>
                  <a:gd name="connsiteX4" fmla="*/ 16948 w 28708"/>
                  <a:gd name="connsiteY4" fmla="*/ 556 h 24477"/>
                  <a:gd name="connsiteX5" fmla="*/ 26473 w 28708"/>
                  <a:gd name="connsiteY5" fmla="*/ 6176 h 24477"/>
                  <a:gd name="connsiteX6" fmla="*/ 22772 w 28708"/>
                  <a:gd name="connsiteY6" fmla="*/ 22740 h 24477"/>
                  <a:gd name="connsiteX7" fmla="*/ 22282 w 28708"/>
                  <a:gd name="connsiteY7" fmla="*/ 23035 h 24477"/>
                  <a:gd name="connsiteX8" fmla="*/ 22282 w 28708"/>
                  <a:gd name="connsiteY8" fmla="*/ 8938 h 24477"/>
                  <a:gd name="connsiteX9" fmla="*/ 16091 w 28708"/>
                  <a:gd name="connsiteY9" fmla="*/ 5604 h 24477"/>
                  <a:gd name="connsiteX10" fmla="*/ 8852 w 28708"/>
                  <a:gd name="connsiteY10" fmla="*/ 5604 h 24477"/>
                  <a:gd name="connsiteX11" fmla="*/ 5232 w 28708"/>
                  <a:gd name="connsiteY11" fmla="*/ 9795 h 24477"/>
                  <a:gd name="connsiteX12" fmla="*/ 6471 w 28708"/>
                  <a:gd name="connsiteY12" fmla="*/ 15225 h 24477"/>
                  <a:gd name="connsiteX13" fmla="*/ 12852 w 28708"/>
                  <a:gd name="connsiteY13" fmla="*/ 18653 h 24477"/>
                  <a:gd name="connsiteX14" fmla="*/ 19901 w 28708"/>
                  <a:gd name="connsiteY14" fmla="*/ 18653 h 24477"/>
                  <a:gd name="connsiteX15" fmla="*/ 23520 w 28708"/>
                  <a:gd name="connsiteY15" fmla="*/ 14462 h 24477"/>
                  <a:gd name="connsiteX16" fmla="*/ 22282 w 28708"/>
                  <a:gd name="connsiteY16" fmla="*/ 9033 h 24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708" h="24477">
                    <a:moveTo>
                      <a:pt x="21901" y="23226"/>
                    </a:moveTo>
                    <a:cubicBezTo>
                      <a:pt x="14800" y="25811"/>
                      <a:pt x="6840" y="23812"/>
                      <a:pt x="1803" y="18177"/>
                    </a:cubicBezTo>
                    <a:cubicBezTo>
                      <a:pt x="-258" y="15459"/>
                      <a:pt x="-896" y="11919"/>
                      <a:pt x="89" y="8652"/>
                    </a:cubicBezTo>
                    <a:cubicBezTo>
                      <a:pt x="826" y="5384"/>
                      <a:pt x="2995" y="2620"/>
                      <a:pt x="5994" y="1128"/>
                    </a:cubicBezTo>
                    <a:cubicBezTo>
                      <a:pt x="9468" y="-331"/>
                      <a:pt x="13342" y="-534"/>
                      <a:pt x="16948" y="556"/>
                    </a:cubicBezTo>
                    <a:cubicBezTo>
                      <a:pt x="20693" y="1230"/>
                      <a:pt x="24072" y="3224"/>
                      <a:pt x="26473" y="6176"/>
                    </a:cubicBezTo>
                    <a:cubicBezTo>
                      <a:pt x="30025" y="11772"/>
                      <a:pt x="28368" y="19188"/>
                      <a:pt x="22772" y="22740"/>
                    </a:cubicBezTo>
                    <a:cubicBezTo>
                      <a:pt x="22611" y="22842"/>
                      <a:pt x="22448" y="22941"/>
                      <a:pt x="22282" y="23035"/>
                    </a:cubicBezTo>
                    <a:moveTo>
                      <a:pt x="22282" y="8938"/>
                    </a:moveTo>
                    <a:cubicBezTo>
                      <a:pt x="20624" y="7199"/>
                      <a:pt x="18456" y="6031"/>
                      <a:pt x="16091" y="5604"/>
                    </a:cubicBezTo>
                    <a:cubicBezTo>
                      <a:pt x="13740" y="4833"/>
                      <a:pt x="11203" y="4833"/>
                      <a:pt x="8852" y="5604"/>
                    </a:cubicBezTo>
                    <a:cubicBezTo>
                      <a:pt x="7004" y="6284"/>
                      <a:pt x="5636" y="7868"/>
                      <a:pt x="5232" y="9795"/>
                    </a:cubicBezTo>
                    <a:cubicBezTo>
                      <a:pt x="4712" y="11698"/>
                      <a:pt x="5177" y="13735"/>
                      <a:pt x="6471" y="15225"/>
                    </a:cubicBezTo>
                    <a:cubicBezTo>
                      <a:pt x="8219" y="16964"/>
                      <a:pt x="10437" y="18156"/>
                      <a:pt x="12852" y="18653"/>
                    </a:cubicBezTo>
                    <a:cubicBezTo>
                      <a:pt x="15145" y="19383"/>
                      <a:pt x="17608" y="19383"/>
                      <a:pt x="19901" y="18653"/>
                    </a:cubicBezTo>
                    <a:cubicBezTo>
                      <a:pt x="21718" y="17930"/>
                      <a:pt x="23069" y="16366"/>
                      <a:pt x="23520" y="14462"/>
                    </a:cubicBezTo>
                    <a:cubicBezTo>
                      <a:pt x="24040" y="12559"/>
                      <a:pt x="23576" y="10523"/>
                      <a:pt x="22282" y="9033"/>
                    </a:cubicBezTo>
                  </a:path>
                </a:pathLst>
              </a:custGeom>
              <a:solidFill>
                <a:srgbClr val="FFFFFF"/>
              </a:solidFill>
              <a:ln w="9525" cap="flat">
                <a:noFill/>
                <a:prstDash val="solid"/>
                <a:miter/>
              </a:ln>
            </p:spPr>
            <p:txBody>
              <a:bodyPr rtlCol="0" anchor="ctr"/>
              <a:lstStyle/>
              <a:p>
                <a:endParaRPr lang="zh-CN" altLang="en-US"/>
              </a:p>
            </p:txBody>
          </p:sp>
          <p:sp>
            <p:nvSpPr>
              <p:cNvPr id="251" name="任意多边形: 形状 250"/>
              <p:cNvSpPr/>
              <p:nvPr/>
            </p:nvSpPr>
            <p:spPr>
              <a:xfrm>
                <a:off x="5740428" y="2897546"/>
                <a:ext cx="29259" cy="23877"/>
              </a:xfrm>
              <a:custGeom>
                <a:avLst/>
                <a:gdLst>
                  <a:gd name="connsiteX0" fmla="*/ 27977 w 29259"/>
                  <a:gd name="connsiteY0" fmla="*/ 13105 h 23877"/>
                  <a:gd name="connsiteX1" fmla="*/ 23405 w 29259"/>
                  <a:gd name="connsiteY1" fmla="*/ 21296 h 23877"/>
                  <a:gd name="connsiteX2" fmla="*/ 12927 w 29259"/>
                  <a:gd name="connsiteY2" fmla="*/ 23582 h 23877"/>
                  <a:gd name="connsiteX3" fmla="*/ 2831 w 29259"/>
                  <a:gd name="connsiteY3" fmla="*/ 19391 h 23877"/>
                  <a:gd name="connsiteX4" fmla="*/ -217 w 29259"/>
                  <a:gd name="connsiteY4" fmla="*/ 9866 h 23877"/>
                  <a:gd name="connsiteX5" fmla="*/ 2831 w 29259"/>
                  <a:gd name="connsiteY5" fmla="*/ 2723 h 23877"/>
                  <a:gd name="connsiteX6" fmla="*/ 9784 w 29259"/>
                  <a:gd name="connsiteY6" fmla="*/ -135 h 23877"/>
                  <a:gd name="connsiteX7" fmla="*/ 9308 w 29259"/>
                  <a:gd name="connsiteY7" fmla="*/ 5009 h 23877"/>
                  <a:gd name="connsiteX8" fmla="*/ 6069 w 29259"/>
                  <a:gd name="connsiteY8" fmla="*/ 6533 h 23877"/>
                  <a:gd name="connsiteX9" fmla="*/ 4450 w 29259"/>
                  <a:gd name="connsiteY9" fmla="*/ 10057 h 23877"/>
                  <a:gd name="connsiteX10" fmla="*/ 6545 w 29259"/>
                  <a:gd name="connsiteY10" fmla="*/ 15486 h 23877"/>
                  <a:gd name="connsiteX11" fmla="*/ 13308 w 29259"/>
                  <a:gd name="connsiteY11" fmla="*/ 17963 h 23877"/>
                  <a:gd name="connsiteX12" fmla="*/ 20452 w 29259"/>
                  <a:gd name="connsiteY12" fmla="*/ 16820 h 23877"/>
                  <a:gd name="connsiteX13" fmla="*/ 23309 w 29259"/>
                  <a:gd name="connsiteY13" fmla="*/ 11676 h 23877"/>
                  <a:gd name="connsiteX14" fmla="*/ 23310 w 29259"/>
                  <a:gd name="connsiteY14" fmla="*/ 11676 h 23877"/>
                  <a:gd name="connsiteX15" fmla="*/ 21214 w 29259"/>
                  <a:gd name="connsiteY15" fmla="*/ 6819 h 23877"/>
                  <a:gd name="connsiteX16" fmla="*/ 18071 w 29259"/>
                  <a:gd name="connsiteY16" fmla="*/ 5199 h 23877"/>
                  <a:gd name="connsiteX17" fmla="*/ 18071 w 29259"/>
                  <a:gd name="connsiteY17" fmla="*/ 5199 h 23877"/>
                  <a:gd name="connsiteX18" fmla="*/ 18071 w 29259"/>
                  <a:gd name="connsiteY18" fmla="*/ 10914 h 23877"/>
                  <a:gd name="connsiteX19" fmla="*/ 13403 w 29259"/>
                  <a:gd name="connsiteY19" fmla="*/ 10914 h 23877"/>
                  <a:gd name="connsiteX20" fmla="*/ 14356 w 29259"/>
                  <a:gd name="connsiteY20" fmla="*/ 627 h 23877"/>
                  <a:gd name="connsiteX21" fmla="*/ 28739 w 29259"/>
                  <a:gd name="connsiteY21" fmla="*/ 1866 h 23877"/>
                  <a:gd name="connsiteX22" fmla="*/ 28739 w 29259"/>
                  <a:gd name="connsiteY22" fmla="*/ 5295 h 23877"/>
                  <a:gd name="connsiteX23" fmla="*/ 25215 w 29259"/>
                  <a:gd name="connsiteY23" fmla="*/ 5295 h 23877"/>
                  <a:gd name="connsiteX24" fmla="*/ 25691 w 29259"/>
                  <a:gd name="connsiteY24" fmla="*/ 5295 h 23877"/>
                  <a:gd name="connsiteX25" fmla="*/ 28834 w 29259"/>
                  <a:gd name="connsiteY25" fmla="*/ 12629 h 2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9259" h="23877">
                    <a:moveTo>
                      <a:pt x="27977" y="13105"/>
                    </a:moveTo>
                    <a:cubicBezTo>
                      <a:pt x="27844" y="16408"/>
                      <a:pt x="26146" y="19449"/>
                      <a:pt x="23405" y="21296"/>
                    </a:cubicBezTo>
                    <a:cubicBezTo>
                      <a:pt x="20305" y="23303"/>
                      <a:pt x="16581" y="24115"/>
                      <a:pt x="12927" y="23582"/>
                    </a:cubicBezTo>
                    <a:cubicBezTo>
                      <a:pt x="9172" y="23422"/>
                      <a:pt x="5595" y="21937"/>
                      <a:pt x="2831" y="19391"/>
                    </a:cubicBezTo>
                    <a:cubicBezTo>
                      <a:pt x="340" y="16892"/>
                      <a:pt x="-795" y="13347"/>
                      <a:pt x="-217" y="9866"/>
                    </a:cubicBezTo>
                    <a:cubicBezTo>
                      <a:pt x="-82" y="7198"/>
                      <a:pt x="998" y="4666"/>
                      <a:pt x="2831" y="2723"/>
                    </a:cubicBezTo>
                    <a:cubicBezTo>
                      <a:pt x="4659" y="857"/>
                      <a:pt x="7173" y="-176"/>
                      <a:pt x="9784" y="-135"/>
                    </a:cubicBezTo>
                    <a:lnTo>
                      <a:pt x="9308" y="5009"/>
                    </a:lnTo>
                    <a:cubicBezTo>
                      <a:pt x="8081" y="5113"/>
                      <a:pt x="6931" y="5654"/>
                      <a:pt x="6069" y="6533"/>
                    </a:cubicBezTo>
                    <a:cubicBezTo>
                      <a:pt x="5135" y="7483"/>
                      <a:pt x="4562" y="8730"/>
                      <a:pt x="4450" y="10057"/>
                    </a:cubicBezTo>
                    <a:cubicBezTo>
                      <a:pt x="4184" y="12105"/>
                      <a:pt x="4972" y="14148"/>
                      <a:pt x="6545" y="15486"/>
                    </a:cubicBezTo>
                    <a:cubicBezTo>
                      <a:pt x="8444" y="17071"/>
                      <a:pt x="10835" y="17946"/>
                      <a:pt x="13308" y="17963"/>
                    </a:cubicBezTo>
                    <a:cubicBezTo>
                      <a:pt x="15750" y="18359"/>
                      <a:pt x="18255" y="17958"/>
                      <a:pt x="20452" y="16820"/>
                    </a:cubicBezTo>
                    <a:cubicBezTo>
                      <a:pt x="22139" y="15631"/>
                      <a:pt x="23192" y="13737"/>
                      <a:pt x="23309" y="11676"/>
                    </a:cubicBezTo>
                    <a:lnTo>
                      <a:pt x="23310" y="11676"/>
                    </a:lnTo>
                    <a:cubicBezTo>
                      <a:pt x="23482" y="9806"/>
                      <a:pt x="22693" y="7976"/>
                      <a:pt x="21214" y="6819"/>
                    </a:cubicBezTo>
                    <a:cubicBezTo>
                      <a:pt x="20277" y="6088"/>
                      <a:pt x="19210" y="5538"/>
                      <a:pt x="18071" y="5199"/>
                    </a:cubicBezTo>
                    <a:lnTo>
                      <a:pt x="18071" y="5199"/>
                    </a:lnTo>
                    <a:lnTo>
                      <a:pt x="18071" y="10914"/>
                    </a:lnTo>
                    <a:lnTo>
                      <a:pt x="13403" y="10914"/>
                    </a:lnTo>
                    <a:lnTo>
                      <a:pt x="14356" y="627"/>
                    </a:lnTo>
                    <a:lnTo>
                      <a:pt x="28739" y="1866"/>
                    </a:lnTo>
                    <a:lnTo>
                      <a:pt x="28739" y="5295"/>
                    </a:lnTo>
                    <a:lnTo>
                      <a:pt x="25215" y="5295"/>
                    </a:lnTo>
                    <a:lnTo>
                      <a:pt x="25691" y="5295"/>
                    </a:lnTo>
                    <a:cubicBezTo>
                      <a:pt x="27986" y="6992"/>
                      <a:pt x="29187" y="9796"/>
                      <a:pt x="28834" y="12629"/>
                    </a:cubicBezTo>
                    <a:close/>
                  </a:path>
                </a:pathLst>
              </a:custGeom>
              <a:solidFill>
                <a:srgbClr val="FFFFFF"/>
              </a:solidFill>
              <a:ln w="9525" cap="flat">
                <a:noFill/>
                <a:prstDash val="solid"/>
                <a:miter/>
              </a:ln>
            </p:spPr>
            <p:txBody>
              <a:bodyPr rtlCol="0" anchor="ctr"/>
              <a:lstStyle/>
              <a:p>
                <a:endParaRPr lang="zh-CN" altLang="en-US"/>
              </a:p>
            </p:txBody>
          </p:sp>
          <p:sp>
            <p:nvSpPr>
              <p:cNvPr id="252" name="任意多边形: 形状 251"/>
              <p:cNvSpPr/>
              <p:nvPr/>
            </p:nvSpPr>
            <p:spPr>
              <a:xfrm>
                <a:off x="5742004" y="2869544"/>
                <a:ext cx="27336" cy="21907"/>
              </a:xfrm>
              <a:custGeom>
                <a:avLst/>
                <a:gdLst>
                  <a:gd name="connsiteX0" fmla="*/ 17240 w 27336"/>
                  <a:gd name="connsiteY0" fmla="*/ 12668 h 21907"/>
                  <a:gd name="connsiteX1" fmla="*/ 762 w 27336"/>
                  <a:gd name="connsiteY1" fmla="*/ 21907 h 21907"/>
                  <a:gd name="connsiteX2" fmla="*/ 667 w 27336"/>
                  <a:gd name="connsiteY2" fmla="*/ 18859 h 21907"/>
                  <a:gd name="connsiteX3" fmla="*/ 572 w 27336"/>
                  <a:gd name="connsiteY3" fmla="*/ 15811 h 21907"/>
                  <a:gd name="connsiteX4" fmla="*/ 12002 w 27336"/>
                  <a:gd name="connsiteY4" fmla="*/ 10192 h 21907"/>
                  <a:gd name="connsiteX5" fmla="*/ 12097 w 27336"/>
                  <a:gd name="connsiteY5" fmla="*/ 10192 h 21907"/>
                  <a:gd name="connsiteX6" fmla="*/ 191 w 27336"/>
                  <a:gd name="connsiteY6" fmla="*/ 5810 h 21907"/>
                  <a:gd name="connsiteX7" fmla="*/ 95 w 27336"/>
                  <a:gd name="connsiteY7" fmla="*/ 2857 h 21907"/>
                  <a:gd name="connsiteX8" fmla="*/ 0 w 27336"/>
                  <a:gd name="connsiteY8" fmla="*/ 0 h 21907"/>
                  <a:gd name="connsiteX9" fmla="*/ 16955 w 27336"/>
                  <a:gd name="connsiteY9" fmla="*/ 7525 h 21907"/>
                  <a:gd name="connsiteX10" fmla="*/ 27146 w 27336"/>
                  <a:gd name="connsiteY10" fmla="*/ 7144 h 21907"/>
                  <a:gd name="connsiteX11" fmla="*/ 27242 w 27336"/>
                  <a:gd name="connsiteY11" fmla="*/ 9811 h 21907"/>
                  <a:gd name="connsiteX12" fmla="*/ 27337 w 27336"/>
                  <a:gd name="connsiteY12" fmla="*/ 12382 h 21907"/>
                  <a:gd name="connsiteX13" fmla="*/ 17240 w 27336"/>
                  <a:gd name="connsiteY13" fmla="*/ 12668 h 2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336" h="21907">
                    <a:moveTo>
                      <a:pt x="17240" y="12668"/>
                    </a:moveTo>
                    <a:lnTo>
                      <a:pt x="762" y="21907"/>
                    </a:lnTo>
                    <a:lnTo>
                      <a:pt x="667" y="18859"/>
                    </a:lnTo>
                    <a:lnTo>
                      <a:pt x="572" y="15811"/>
                    </a:lnTo>
                    <a:lnTo>
                      <a:pt x="12002" y="10192"/>
                    </a:lnTo>
                    <a:lnTo>
                      <a:pt x="12097" y="10192"/>
                    </a:lnTo>
                    <a:lnTo>
                      <a:pt x="191" y="5810"/>
                    </a:lnTo>
                    <a:lnTo>
                      <a:pt x="95" y="2857"/>
                    </a:lnTo>
                    <a:lnTo>
                      <a:pt x="0" y="0"/>
                    </a:lnTo>
                    <a:lnTo>
                      <a:pt x="16955" y="7525"/>
                    </a:lnTo>
                    <a:lnTo>
                      <a:pt x="27146" y="7144"/>
                    </a:lnTo>
                    <a:lnTo>
                      <a:pt x="27242" y="9811"/>
                    </a:lnTo>
                    <a:lnTo>
                      <a:pt x="27337" y="12382"/>
                    </a:lnTo>
                    <a:lnTo>
                      <a:pt x="17240" y="12668"/>
                    </a:lnTo>
                    <a:close/>
                  </a:path>
                </a:pathLst>
              </a:custGeom>
              <a:solidFill>
                <a:srgbClr val="FFFFFF"/>
              </a:solidFill>
              <a:ln w="9525" cap="flat">
                <a:noFill/>
                <a:prstDash val="solid"/>
                <a:miter/>
              </a:ln>
            </p:spPr>
            <p:txBody>
              <a:bodyPr rtlCol="0" anchor="ctr"/>
              <a:lstStyle/>
              <a:p>
                <a:endParaRPr lang="zh-CN" altLang="en-US"/>
              </a:p>
            </p:txBody>
          </p:sp>
        </p:grpSp>
        <p:sp>
          <p:nvSpPr>
            <p:cNvPr id="144" name="任意多边形: 形状 143"/>
            <p:cNvSpPr/>
            <p:nvPr/>
          </p:nvSpPr>
          <p:spPr>
            <a:xfrm>
              <a:off x="1131023" y="4398015"/>
              <a:ext cx="85161" cy="114293"/>
            </a:xfrm>
            <a:custGeom>
              <a:avLst/>
              <a:gdLst>
                <a:gd name="connsiteX0" fmla="*/ -365 w 32620"/>
                <a:gd name="connsiteY0" fmla="*/ -121 h 43779"/>
                <a:gd name="connsiteX1" fmla="*/ 18685 w 32620"/>
                <a:gd name="connsiteY1" fmla="*/ -121 h 43779"/>
                <a:gd name="connsiteX2" fmla="*/ 27734 w 32620"/>
                <a:gd name="connsiteY2" fmla="*/ 2831 h 43779"/>
                <a:gd name="connsiteX3" fmla="*/ 30972 w 32620"/>
                <a:gd name="connsiteY3" fmla="*/ 10832 h 43779"/>
                <a:gd name="connsiteX4" fmla="*/ 27257 w 32620"/>
                <a:gd name="connsiteY4" fmla="*/ 19024 h 43779"/>
                <a:gd name="connsiteX5" fmla="*/ 25924 w 32620"/>
                <a:gd name="connsiteY5" fmla="*/ 19881 h 43779"/>
                <a:gd name="connsiteX6" fmla="*/ 28401 w 32620"/>
                <a:gd name="connsiteY6" fmla="*/ 21310 h 43779"/>
                <a:gd name="connsiteX7" fmla="*/ 32211 w 32620"/>
                <a:gd name="connsiteY7" fmla="*/ 29597 h 43779"/>
                <a:gd name="connsiteX8" fmla="*/ 28210 w 32620"/>
                <a:gd name="connsiteY8" fmla="*/ 40074 h 43779"/>
                <a:gd name="connsiteX9" fmla="*/ 17161 w 32620"/>
                <a:gd name="connsiteY9" fmla="*/ 43598 h 43779"/>
                <a:gd name="connsiteX10" fmla="*/ -365 w 32620"/>
                <a:gd name="connsiteY10" fmla="*/ 43598 h 43779"/>
                <a:gd name="connsiteX11" fmla="*/ 7636 w 32620"/>
                <a:gd name="connsiteY11" fmla="*/ 16833 h 43779"/>
                <a:gd name="connsiteX12" fmla="*/ 17161 w 32620"/>
                <a:gd name="connsiteY12" fmla="*/ 16833 h 43779"/>
                <a:gd name="connsiteX13" fmla="*/ 21828 w 32620"/>
                <a:gd name="connsiteY13" fmla="*/ 15595 h 43779"/>
                <a:gd name="connsiteX14" fmla="*/ 23352 w 32620"/>
                <a:gd name="connsiteY14" fmla="*/ 11785 h 43779"/>
                <a:gd name="connsiteX15" fmla="*/ 21733 w 32620"/>
                <a:gd name="connsiteY15" fmla="*/ 8451 h 43779"/>
                <a:gd name="connsiteX16" fmla="*/ 16875 w 32620"/>
                <a:gd name="connsiteY16" fmla="*/ 7308 h 43779"/>
                <a:gd name="connsiteX17" fmla="*/ 7350 w 32620"/>
                <a:gd name="connsiteY17" fmla="*/ 7308 h 43779"/>
                <a:gd name="connsiteX18" fmla="*/ 7636 w 32620"/>
                <a:gd name="connsiteY18" fmla="*/ 35883 h 43779"/>
                <a:gd name="connsiteX19" fmla="*/ 17637 w 32620"/>
                <a:gd name="connsiteY19" fmla="*/ 35883 h 43779"/>
                <a:gd name="connsiteX20" fmla="*/ 22495 w 32620"/>
                <a:gd name="connsiteY20" fmla="*/ 34359 h 43779"/>
                <a:gd name="connsiteX21" fmla="*/ 24115 w 32620"/>
                <a:gd name="connsiteY21" fmla="*/ 29787 h 43779"/>
                <a:gd name="connsiteX22" fmla="*/ 22495 w 32620"/>
                <a:gd name="connsiteY22" fmla="*/ 25691 h 43779"/>
                <a:gd name="connsiteX23" fmla="*/ 17542 w 32620"/>
                <a:gd name="connsiteY23" fmla="*/ 24358 h 43779"/>
                <a:gd name="connsiteX24" fmla="*/ 8017 w 32620"/>
                <a:gd name="connsiteY24" fmla="*/ 24358 h 43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620" h="43779">
                  <a:moveTo>
                    <a:pt x="-365" y="-121"/>
                  </a:moveTo>
                  <a:lnTo>
                    <a:pt x="18685" y="-121"/>
                  </a:lnTo>
                  <a:cubicBezTo>
                    <a:pt x="21961" y="-275"/>
                    <a:pt x="25179" y="776"/>
                    <a:pt x="27734" y="2831"/>
                  </a:cubicBezTo>
                  <a:cubicBezTo>
                    <a:pt x="29934" y="4895"/>
                    <a:pt x="31118" y="7820"/>
                    <a:pt x="30972" y="10832"/>
                  </a:cubicBezTo>
                  <a:cubicBezTo>
                    <a:pt x="31183" y="14012"/>
                    <a:pt x="29788" y="17087"/>
                    <a:pt x="27257" y="19024"/>
                  </a:cubicBezTo>
                  <a:lnTo>
                    <a:pt x="25924" y="19881"/>
                  </a:lnTo>
                  <a:cubicBezTo>
                    <a:pt x="26821" y="20220"/>
                    <a:pt x="27658" y="20703"/>
                    <a:pt x="28401" y="21310"/>
                  </a:cubicBezTo>
                  <a:cubicBezTo>
                    <a:pt x="30996" y="23245"/>
                    <a:pt x="32432" y="26366"/>
                    <a:pt x="32211" y="29597"/>
                  </a:cubicBezTo>
                  <a:cubicBezTo>
                    <a:pt x="32536" y="33515"/>
                    <a:pt x="31065" y="37370"/>
                    <a:pt x="28210" y="40074"/>
                  </a:cubicBezTo>
                  <a:cubicBezTo>
                    <a:pt x="25125" y="42641"/>
                    <a:pt x="21162" y="43905"/>
                    <a:pt x="17161" y="43598"/>
                  </a:cubicBezTo>
                  <a:lnTo>
                    <a:pt x="-365" y="43598"/>
                  </a:lnTo>
                  <a:close/>
                  <a:moveTo>
                    <a:pt x="7636" y="16833"/>
                  </a:moveTo>
                  <a:lnTo>
                    <a:pt x="17161" y="16833"/>
                  </a:lnTo>
                  <a:cubicBezTo>
                    <a:pt x="18813" y="16975"/>
                    <a:pt x="20463" y="16537"/>
                    <a:pt x="21828" y="15595"/>
                  </a:cubicBezTo>
                  <a:cubicBezTo>
                    <a:pt x="22909" y="14637"/>
                    <a:pt x="23475" y="13224"/>
                    <a:pt x="23352" y="11785"/>
                  </a:cubicBezTo>
                  <a:cubicBezTo>
                    <a:pt x="23426" y="10469"/>
                    <a:pt x="22813" y="9208"/>
                    <a:pt x="21733" y="8451"/>
                  </a:cubicBezTo>
                  <a:cubicBezTo>
                    <a:pt x="20270" y="7580"/>
                    <a:pt x="18573" y="7181"/>
                    <a:pt x="16875" y="7308"/>
                  </a:cubicBezTo>
                  <a:lnTo>
                    <a:pt x="7350" y="7308"/>
                  </a:lnTo>
                  <a:close/>
                  <a:moveTo>
                    <a:pt x="7636" y="35883"/>
                  </a:moveTo>
                  <a:lnTo>
                    <a:pt x="17637" y="35883"/>
                  </a:lnTo>
                  <a:cubicBezTo>
                    <a:pt x="19396" y="36049"/>
                    <a:pt x="21146" y="35499"/>
                    <a:pt x="22495" y="34359"/>
                  </a:cubicBezTo>
                  <a:cubicBezTo>
                    <a:pt x="23676" y="33144"/>
                    <a:pt x="24267" y="31475"/>
                    <a:pt x="24115" y="29787"/>
                  </a:cubicBezTo>
                  <a:cubicBezTo>
                    <a:pt x="24245" y="28244"/>
                    <a:pt x="23646" y="26728"/>
                    <a:pt x="22495" y="25691"/>
                  </a:cubicBezTo>
                  <a:cubicBezTo>
                    <a:pt x="21033" y="24722"/>
                    <a:pt x="19294" y="24254"/>
                    <a:pt x="17542" y="24358"/>
                  </a:cubicBezTo>
                  <a:lnTo>
                    <a:pt x="8017" y="24358"/>
                  </a:lnTo>
                  <a:close/>
                </a:path>
              </a:pathLst>
            </a:custGeom>
            <a:solidFill>
              <a:schemeClr val="tx1"/>
            </a:solidFill>
            <a:ln w="9525" cap="flat">
              <a:noFill/>
              <a:prstDash val="solid"/>
              <a:miter/>
            </a:ln>
          </p:spPr>
          <p:txBody>
            <a:bodyPr rtlCol="0" anchor="ctr"/>
            <a:lstStyle/>
            <a:p>
              <a:endParaRPr lang="zh-CN" altLang="en-US"/>
            </a:p>
          </p:txBody>
        </p:sp>
        <p:sp>
          <p:nvSpPr>
            <p:cNvPr id="145" name="任意多边形: 形状 144"/>
            <p:cNvSpPr/>
            <p:nvPr/>
          </p:nvSpPr>
          <p:spPr>
            <a:xfrm>
              <a:off x="1240189" y="4398302"/>
              <a:ext cx="78579" cy="112646"/>
            </a:xfrm>
            <a:custGeom>
              <a:avLst/>
              <a:gdLst>
                <a:gd name="connsiteX0" fmla="*/ 0 w 30099"/>
                <a:gd name="connsiteY0" fmla="*/ 43148 h 43148"/>
                <a:gd name="connsiteX1" fmla="*/ 0 w 30099"/>
                <a:gd name="connsiteY1" fmla="*/ 0 h 43148"/>
                <a:gd name="connsiteX2" fmla="*/ 29242 w 30099"/>
                <a:gd name="connsiteY2" fmla="*/ 0 h 43148"/>
                <a:gd name="connsiteX3" fmla="*/ 29242 w 30099"/>
                <a:gd name="connsiteY3" fmla="*/ 3810 h 43148"/>
                <a:gd name="connsiteX4" fmla="*/ 29242 w 30099"/>
                <a:gd name="connsiteY4" fmla="*/ 7620 h 43148"/>
                <a:gd name="connsiteX5" fmla="*/ 8287 w 30099"/>
                <a:gd name="connsiteY5" fmla="*/ 7620 h 43148"/>
                <a:gd name="connsiteX6" fmla="*/ 8287 w 30099"/>
                <a:gd name="connsiteY6" fmla="*/ 16764 h 43148"/>
                <a:gd name="connsiteX7" fmla="*/ 27718 w 30099"/>
                <a:gd name="connsiteY7" fmla="*/ 16764 h 43148"/>
                <a:gd name="connsiteX8" fmla="*/ 27718 w 30099"/>
                <a:gd name="connsiteY8" fmla="*/ 20479 h 43148"/>
                <a:gd name="connsiteX9" fmla="*/ 27718 w 30099"/>
                <a:gd name="connsiteY9" fmla="*/ 24193 h 43148"/>
                <a:gd name="connsiteX10" fmla="*/ 8287 w 30099"/>
                <a:gd name="connsiteY10" fmla="*/ 24193 h 43148"/>
                <a:gd name="connsiteX11" fmla="*/ 8287 w 30099"/>
                <a:gd name="connsiteY11" fmla="*/ 35433 h 43148"/>
                <a:gd name="connsiteX12" fmla="*/ 30099 w 30099"/>
                <a:gd name="connsiteY12" fmla="*/ 35433 h 43148"/>
                <a:gd name="connsiteX13" fmla="*/ 30099 w 30099"/>
                <a:gd name="connsiteY13" fmla="*/ 39243 h 43148"/>
                <a:gd name="connsiteX14" fmla="*/ 30099 w 30099"/>
                <a:gd name="connsiteY14" fmla="*/ 43148 h 43148"/>
                <a:gd name="connsiteX15" fmla="*/ 0 w 30099"/>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099"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099" y="35433"/>
                  </a:lnTo>
                  <a:lnTo>
                    <a:pt x="30099" y="39243"/>
                  </a:lnTo>
                  <a:lnTo>
                    <a:pt x="30099"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46" name="任意多边形: 形状 145"/>
            <p:cNvSpPr/>
            <p:nvPr/>
          </p:nvSpPr>
          <p:spPr>
            <a:xfrm>
              <a:off x="1340400" y="4398302"/>
              <a:ext cx="21632" cy="112646"/>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47" name="任意多边形: 形状 146"/>
            <p:cNvSpPr/>
            <p:nvPr/>
          </p:nvSpPr>
          <p:spPr>
            <a:xfrm>
              <a:off x="1381119" y="4398054"/>
              <a:ext cx="65993" cy="113721"/>
            </a:xfrm>
            <a:custGeom>
              <a:avLst/>
              <a:gdLst>
                <a:gd name="connsiteX0" fmla="*/ 16614 w 25278"/>
                <a:gd name="connsiteY0" fmla="*/ -136 h 43560"/>
                <a:gd name="connsiteX1" fmla="*/ 24901 w 25278"/>
                <a:gd name="connsiteY1" fmla="*/ -136 h 43560"/>
                <a:gd name="connsiteX2" fmla="*/ 24901 w 25278"/>
                <a:gd name="connsiteY2" fmla="*/ 30535 h 43560"/>
                <a:gd name="connsiteX3" fmla="*/ 21662 w 25278"/>
                <a:gd name="connsiteY3" fmla="*/ 40060 h 43560"/>
                <a:gd name="connsiteX4" fmla="*/ 12137 w 25278"/>
                <a:gd name="connsiteY4" fmla="*/ 43393 h 43560"/>
                <a:gd name="connsiteX5" fmla="*/ 2612 w 25278"/>
                <a:gd name="connsiteY5" fmla="*/ 39678 h 43560"/>
                <a:gd name="connsiteX6" fmla="*/ -245 w 25278"/>
                <a:gd name="connsiteY6" fmla="*/ 28248 h 43560"/>
                <a:gd name="connsiteX7" fmla="*/ -245 w 25278"/>
                <a:gd name="connsiteY7" fmla="*/ 25677 h 43560"/>
                <a:gd name="connsiteX8" fmla="*/ 7660 w 25278"/>
                <a:gd name="connsiteY8" fmla="*/ 25677 h 43560"/>
                <a:gd name="connsiteX9" fmla="*/ 7660 w 25278"/>
                <a:gd name="connsiteY9" fmla="*/ 28249 h 43560"/>
                <a:gd name="connsiteX10" fmla="*/ 8708 w 25278"/>
                <a:gd name="connsiteY10" fmla="*/ 34059 h 43560"/>
                <a:gd name="connsiteX11" fmla="*/ 12423 w 25278"/>
                <a:gd name="connsiteY11" fmla="*/ 35964 h 43560"/>
                <a:gd name="connsiteX12" fmla="*/ 15947 w 25278"/>
                <a:gd name="connsiteY12" fmla="*/ 34630 h 43560"/>
                <a:gd name="connsiteX13" fmla="*/ 16995 w 25278"/>
                <a:gd name="connsiteY13" fmla="*/ 30058 h 43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278" h="43560">
                  <a:moveTo>
                    <a:pt x="16614" y="-136"/>
                  </a:moveTo>
                  <a:lnTo>
                    <a:pt x="24901" y="-136"/>
                  </a:lnTo>
                  <a:lnTo>
                    <a:pt x="24901" y="30535"/>
                  </a:lnTo>
                  <a:cubicBezTo>
                    <a:pt x="25048" y="34002"/>
                    <a:pt x="23893" y="37400"/>
                    <a:pt x="21662" y="40060"/>
                  </a:cubicBezTo>
                  <a:cubicBezTo>
                    <a:pt x="19080" y="42432"/>
                    <a:pt x="15635" y="43638"/>
                    <a:pt x="12137" y="43393"/>
                  </a:cubicBezTo>
                  <a:cubicBezTo>
                    <a:pt x="8573" y="43597"/>
                    <a:pt x="5097" y="42242"/>
                    <a:pt x="2612" y="39678"/>
                  </a:cubicBezTo>
                  <a:cubicBezTo>
                    <a:pt x="284" y="36351"/>
                    <a:pt x="-734" y="32280"/>
                    <a:pt x="-245" y="28248"/>
                  </a:cubicBezTo>
                  <a:lnTo>
                    <a:pt x="-245" y="25677"/>
                  </a:lnTo>
                  <a:lnTo>
                    <a:pt x="7660" y="25677"/>
                  </a:lnTo>
                  <a:lnTo>
                    <a:pt x="7660" y="28249"/>
                  </a:lnTo>
                  <a:cubicBezTo>
                    <a:pt x="7451" y="30246"/>
                    <a:pt x="7814" y="32261"/>
                    <a:pt x="8708" y="34059"/>
                  </a:cubicBezTo>
                  <a:cubicBezTo>
                    <a:pt x="9475" y="35358"/>
                    <a:pt x="10921" y="36099"/>
                    <a:pt x="12423" y="35964"/>
                  </a:cubicBezTo>
                  <a:cubicBezTo>
                    <a:pt x="13741" y="36087"/>
                    <a:pt x="15041" y="35595"/>
                    <a:pt x="15947" y="34630"/>
                  </a:cubicBezTo>
                  <a:cubicBezTo>
                    <a:pt x="16787" y="33262"/>
                    <a:pt x="17155" y="31656"/>
                    <a:pt x="16995" y="30058"/>
                  </a:cubicBezTo>
                  <a:close/>
                </a:path>
              </a:pathLst>
            </a:custGeom>
            <a:solidFill>
              <a:schemeClr val="tx1"/>
            </a:solidFill>
            <a:ln w="9525" cap="flat">
              <a:noFill/>
              <a:prstDash val="solid"/>
              <a:miter/>
            </a:ln>
          </p:spPr>
          <p:txBody>
            <a:bodyPr rtlCol="0" anchor="ctr"/>
            <a:lstStyle/>
            <a:p>
              <a:endParaRPr lang="zh-CN" altLang="en-US"/>
            </a:p>
          </p:txBody>
        </p:sp>
        <p:sp>
          <p:nvSpPr>
            <p:cNvPr id="148" name="任意多边形: 形状 147"/>
            <p:cNvSpPr/>
            <p:nvPr/>
          </p:nvSpPr>
          <p:spPr>
            <a:xfrm>
              <a:off x="1472443" y="4398302"/>
              <a:ext cx="21632" cy="112646"/>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49" name="任意多边形: 形状 148"/>
            <p:cNvSpPr/>
            <p:nvPr/>
          </p:nvSpPr>
          <p:spPr>
            <a:xfrm>
              <a:off x="1519193" y="4398302"/>
              <a:ext cx="84544" cy="112646"/>
            </a:xfrm>
            <a:custGeom>
              <a:avLst/>
              <a:gdLst>
                <a:gd name="connsiteX0" fmla="*/ 7715 w 32384"/>
                <a:gd name="connsiteY0" fmla="*/ 43148 h 43148"/>
                <a:gd name="connsiteX1" fmla="*/ 3810 w 32384"/>
                <a:gd name="connsiteY1" fmla="*/ 43148 h 43148"/>
                <a:gd name="connsiteX2" fmla="*/ 0 w 32384"/>
                <a:gd name="connsiteY2" fmla="*/ 43148 h 43148"/>
                <a:gd name="connsiteX3" fmla="*/ 0 w 32384"/>
                <a:gd name="connsiteY3" fmla="*/ 0 h 43148"/>
                <a:gd name="connsiteX4" fmla="*/ 4286 w 32384"/>
                <a:gd name="connsiteY4" fmla="*/ 0 h 43148"/>
                <a:gd name="connsiteX5" fmla="*/ 8668 w 32384"/>
                <a:gd name="connsiteY5" fmla="*/ 0 h 43148"/>
                <a:gd name="connsiteX6" fmla="*/ 24575 w 32384"/>
                <a:gd name="connsiteY6" fmla="*/ 30289 h 43148"/>
                <a:gd name="connsiteX7" fmla="*/ 24575 w 32384"/>
                <a:gd name="connsiteY7" fmla="*/ 0 h 43148"/>
                <a:gd name="connsiteX8" fmla="*/ 28480 w 32384"/>
                <a:gd name="connsiteY8" fmla="*/ 0 h 43148"/>
                <a:gd name="connsiteX9" fmla="*/ 32385 w 32384"/>
                <a:gd name="connsiteY9" fmla="*/ 0 h 43148"/>
                <a:gd name="connsiteX10" fmla="*/ 32385 w 32384"/>
                <a:gd name="connsiteY10" fmla="*/ 43148 h 43148"/>
                <a:gd name="connsiteX11" fmla="*/ 28194 w 32384"/>
                <a:gd name="connsiteY11" fmla="*/ 43148 h 43148"/>
                <a:gd name="connsiteX12" fmla="*/ 24098 w 32384"/>
                <a:gd name="connsiteY12" fmla="*/ 43148 h 43148"/>
                <a:gd name="connsiteX13" fmla="*/ 7715 w 32384"/>
                <a:gd name="connsiteY13" fmla="*/ 12001 h 43148"/>
                <a:gd name="connsiteX14" fmla="*/ 7715 w 32384"/>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4" h="43148">
                  <a:moveTo>
                    <a:pt x="7715" y="43148"/>
                  </a:moveTo>
                  <a:lnTo>
                    <a:pt x="3810" y="43148"/>
                  </a:lnTo>
                  <a:lnTo>
                    <a:pt x="0" y="43148"/>
                  </a:lnTo>
                  <a:lnTo>
                    <a:pt x="0" y="0"/>
                  </a:lnTo>
                  <a:lnTo>
                    <a:pt x="4286" y="0"/>
                  </a:lnTo>
                  <a:lnTo>
                    <a:pt x="8668" y="0"/>
                  </a:lnTo>
                  <a:lnTo>
                    <a:pt x="24575" y="30289"/>
                  </a:lnTo>
                  <a:lnTo>
                    <a:pt x="24575" y="0"/>
                  </a:lnTo>
                  <a:lnTo>
                    <a:pt x="28480" y="0"/>
                  </a:lnTo>
                  <a:lnTo>
                    <a:pt x="32385" y="0"/>
                  </a:lnTo>
                  <a:lnTo>
                    <a:pt x="32385" y="43148"/>
                  </a:lnTo>
                  <a:lnTo>
                    <a:pt x="28194" y="43148"/>
                  </a:lnTo>
                  <a:lnTo>
                    <a:pt x="24098" y="43148"/>
                  </a:lnTo>
                  <a:lnTo>
                    <a:pt x="7715" y="12001"/>
                  </a:lnTo>
                  <a:lnTo>
                    <a:pt x="7715" y="43148"/>
                  </a:lnTo>
                  <a:close/>
                </a:path>
              </a:pathLst>
            </a:custGeom>
            <a:solidFill>
              <a:schemeClr val="tx1"/>
            </a:solidFill>
            <a:ln w="9525" cap="flat">
              <a:noFill/>
              <a:prstDash val="solid"/>
              <a:miter/>
            </a:ln>
          </p:spPr>
          <p:txBody>
            <a:bodyPr rtlCol="0" anchor="ctr"/>
            <a:lstStyle/>
            <a:p>
              <a:endParaRPr lang="zh-CN" altLang="en-US"/>
            </a:p>
          </p:txBody>
        </p:sp>
        <p:sp>
          <p:nvSpPr>
            <p:cNvPr id="150" name="任意多边形: 形状 149"/>
            <p:cNvSpPr/>
            <p:nvPr/>
          </p:nvSpPr>
          <p:spPr>
            <a:xfrm>
              <a:off x="1625521" y="4395073"/>
              <a:ext cx="96833" cy="119120"/>
            </a:xfrm>
            <a:custGeom>
              <a:avLst/>
              <a:gdLst>
                <a:gd name="connsiteX0" fmla="*/ 18534 w 37091"/>
                <a:gd name="connsiteY0" fmla="*/ 45392 h 45628"/>
                <a:gd name="connsiteX1" fmla="*/ 4818 w 37091"/>
                <a:gd name="connsiteY1" fmla="*/ 39296 h 45628"/>
                <a:gd name="connsiteX2" fmla="*/ -326 w 37091"/>
                <a:gd name="connsiteY2" fmla="*/ 22818 h 45628"/>
                <a:gd name="connsiteX3" fmla="*/ 5008 w 37091"/>
                <a:gd name="connsiteY3" fmla="*/ 6054 h 45628"/>
                <a:gd name="connsiteX4" fmla="*/ 31202 w 37091"/>
                <a:gd name="connsiteY4" fmla="*/ 3768 h 45628"/>
                <a:gd name="connsiteX5" fmla="*/ 36726 w 37091"/>
                <a:gd name="connsiteY5" fmla="*/ 14436 h 45628"/>
                <a:gd name="connsiteX6" fmla="*/ 28440 w 37091"/>
                <a:gd name="connsiteY6" fmla="*/ 14436 h 45628"/>
                <a:gd name="connsiteX7" fmla="*/ 25487 w 37091"/>
                <a:gd name="connsiteY7" fmla="*/ 9483 h 45628"/>
                <a:gd name="connsiteX8" fmla="*/ 19772 w 37091"/>
                <a:gd name="connsiteY8" fmla="*/ 7388 h 45628"/>
                <a:gd name="connsiteX9" fmla="*/ 11295 w 37091"/>
                <a:gd name="connsiteY9" fmla="*/ 11388 h 45628"/>
                <a:gd name="connsiteX10" fmla="*/ 8246 w 37091"/>
                <a:gd name="connsiteY10" fmla="*/ 22723 h 45628"/>
                <a:gd name="connsiteX11" fmla="*/ 11199 w 37091"/>
                <a:gd name="connsiteY11" fmla="*/ 33868 h 45628"/>
                <a:gd name="connsiteX12" fmla="*/ 19772 w 37091"/>
                <a:gd name="connsiteY12" fmla="*/ 37773 h 45628"/>
                <a:gd name="connsiteX13" fmla="*/ 19772 w 37091"/>
                <a:gd name="connsiteY13" fmla="*/ 37773 h 45628"/>
                <a:gd name="connsiteX14" fmla="*/ 27297 w 37091"/>
                <a:gd name="connsiteY14" fmla="*/ 33772 h 45628"/>
                <a:gd name="connsiteX15" fmla="*/ 29488 w 37091"/>
                <a:gd name="connsiteY15" fmla="*/ 28438 h 45628"/>
                <a:gd name="connsiteX16" fmla="*/ 19962 w 37091"/>
                <a:gd name="connsiteY16" fmla="*/ 28438 h 45628"/>
                <a:gd name="connsiteX17" fmla="*/ 19962 w 37091"/>
                <a:gd name="connsiteY17" fmla="*/ 21008 h 45628"/>
                <a:gd name="connsiteX18" fmla="*/ 36631 w 37091"/>
                <a:gd name="connsiteY18" fmla="*/ 21008 h 45628"/>
                <a:gd name="connsiteX19" fmla="*/ 36631 w 37091"/>
                <a:gd name="connsiteY19" fmla="*/ 44249 h 45628"/>
                <a:gd name="connsiteX20" fmla="*/ 31107 w 37091"/>
                <a:gd name="connsiteY20" fmla="*/ 44249 h 45628"/>
                <a:gd name="connsiteX21" fmla="*/ 30249 w 37091"/>
                <a:gd name="connsiteY21" fmla="*/ 38725 h 45628"/>
                <a:gd name="connsiteX22" fmla="*/ 29773 w 37091"/>
                <a:gd name="connsiteY22" fmla="*/ 39392 h 45628"/>
                <a:gd name="connsiteX23" fmla="*/ 18438 w 37091"/>
                <a:gd name="connsiteY23" fmla="*/ 45488 h 4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7091" h="45628">
                  <a:moveTo>
                    <a:pt x="18534" y="45392"/>
                  </a:moveTo>
                  <a:cubicBezTo>
                    <a:pt x="13254" y="45650"/>
                    <a:pt x="8164" y="43388"/>
                    <a:pt x="4818" y="39296"/>
                  </a:cubicBezTo>
                  <a:cubicBezTo>
                    <a:pt x="1167" y="34606"/>
                    <a:pt x="-661" y="28752"/>
                    <a:pt x="-326" y="22818"/>
                  </a:cubicBezTo>
                  <a:cubicBezTo>
                    <a:pt x="-616" y="16771"/>
                    <a:pt x="1277" y="10822"/>
                    <a:pt x="5008" y="6054"/>
                  </a:cubicBezTo>
                  <a:cubicBezTo>
                    <a:pt x="11903" y="-1227"/>
                    <a:pt x="23150" y="-2208"/>
                    <a:pt x="31202" y="3768"/>
                  </a:cubicBezTo>
                  <a:cubicBezTo>
                    <a:pt x="34359" y="6472"/>
                    <a:pt x="36340" y="10297"/>
                    <a:pt x="36726" y="14436"/>
                  </a:cubicBezTo>
                  <a:lnTo>
                    <a:pt x="28440" y="14436"/>
                  </a:lnTo>
                  <a:cubicBezTo>
                    <a:pt x="28123" y="12469"/>
                    <a:pt x="27067" y="10697"/>
                    <a:pt x="25487" y="9483"/>
                  </a:cubicBezTo>
                  <a:cubicBezTo>
                    <a:pt x="23898" y="8117"/>
                    <a:pt x="21868" y="7372"/>
                    <a:pt x="19772" y="7388"/>
                  </a:cubicBezTo>
                  <a:cubicBezTo>
                    <a:pt x="16458" y="7233"/>
                    <a:pt x="13282" y="8731"/>
                    <a:pt x="11295" y="11388"/>
                  </a:cubicBezTo>
                  <a:cubicBezTo>
                    <a:pt x="9111" y="14752"/>
                    <a:pt x="8044" y="18718"/>
                    <a:pt x="8246" y="22723"/>
                  </a:cubicBezTo>
                  <a:cubicBezTo>
                    <a:pt x="7961" y="26663"/>
                    <a:pt x="9000" y="30586"/>
                    <a:pt x="11199" y="33868"/>
                  </a:cubicBezTo>
                  <a:cubicBezTo>
                    <a:pt x="13226" y="36518"/>
                    <a:pt x="16442" y="37982"/>
                    <a:pt x="19772" y="37773"/>
                  </a:cubicBezTo>
                  <a:lnTo>
                    <a:pt x="19772" y="37773"/>
                  </a:lnTo>
                  <a:cubicBezTo>
                    <a:pt x="22812" y="37868"/>
                    <a:pt x="25676" y="36346"/>
                    <a:pt x="27297" y="33772"/>
                  </a:cubicBezTo>
                  <a:cubicBezTo>
                    <a:pt x="28350" y="32144"/>
                    <a:pt x="29093" y="30336"/>
                    <a:pt x="29488" y="28438"/>
                  </a:cubicBezTo>
                  <a:lnTo>
                    <a:pt x="19962" y="28438"/>
                  </a:lnTo>
                  <a:lnTo>
                    <a:pt x="19962" y="21008"/>
                  </a:lnTo>
                  <a:lnTo>
                    <a:pt x="36631" y="21008"/>
                  </a:lnTo>
                  <a:lnTo>
                    <a:pt x="36631" y="44249"/>
                  </a:lnTo>
                  <a:lnTo>
                    <a:pt x="31107" y="44249"/>
                  </a:lnTo>
                  <a:lnTo>
                    <a:pt x="30249" y="38725"/>
                  </a:lnTo>
                  <a:lnTo>
                    <a:pt x="29773" y="39392"/>
                  </a:lnTo>
                  <a:cubicBezTo>
                    <a:pt x="27343" y="43290"/>
                    <a:pt x="23030" y="45609"/>
                    <a:pt x="18438" y="45488"/>
                  </a:cubicBezTo>
                  <a:close/>
                </a:path>
              </a:pathLst>
            </a:custGeom>
            <a:solidFill>
              <a:schemeClr val="tx1"/>
            </a:solidFill>
            <a:ln w="9525" cap="flat">
              <a:noFill/>
              <a:prstDash val="solid"/>
              <a:miter/>
            </a:ln>
          </p:spPr>
          <p:txBody>
            <a:bodyPr rtlCol="0" anchor="ctr"/>
            <a:lstStyle/>
            <a:p>
              <a:endParaRPr lang="zh-CN" altLang="en-US"/>
            </a:p>
          </p:txBody>
        </p:sp>
        <p:sp>
          <p:nvSpPr>
            <p:cNvPr id="151" name="任意多边形: 形状 150"/>
            <p:cNvSpPr/>
            <p:nvPr/>
          </p:nvSpPr>
          <p:spPr>
            <a:xfrm>
              <a:off x="1792479" y="4398302"/>
              <a:ext cx="21632" cy="112646"/>
            </a:xfrm>
            <a:custGeom>
              <a:avLst/>
              <a:gdLst>
                <a:gd name="connsiteX0" fmla="*/ 0 w 8286"/>
                <a:gd name="connsiteY0" fmla="*/ 0 h 43148"/>
                <a:gd name="connsiteX1" fmla="*/ 4191 w 8286"/>
                <a:gd name="connsiteY1" fmla="*/ 0 h 43148"/>
                <a:gd name="connsiteX2" fmla="*/ 8287 w 8286"/>
                <a:gd name="connsiteY2" fmla="*/ 0 h 43148"/>
                <a:gd name="connsiteX3" fmla="*/ 8287 w 8286"/>
                <a:gd name="connsiteY3" fmla="*/ 43148 h 43148"/>
                <a:gd name="connsiteX4" fmla="*/ 4191 w 8286"/>
                <a:gd name="connsiteY4" fmla="*/ 43148 h 43148"/>
                <a:gd name="connsiteX5" fmla="*/ 0 w 8286"/>
                <a:gd name="connsiteY5" fmla="*/ 43148 h 43148"/>
                <a:gd name="connsiteX6" fmla="*/ 0 w 8286"/>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86" h="43148">
                  <a:moveTo>
                    <a:pt x="0" y="0"/>
                  </a:moveTo>
                  <a:lnTo>
                    <a:pt x="4191" y="0"/>
                  </a:lnTo>
                  <a:lnTo>
                    <a:pt x="8287" y="0"/>
                  </a:lnTo>
                  <a:lnTo>
                    <a:pt x="8287"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52" name="任意多边形: 形状 151"/>
            <p:cNvSpPr/>
            <p:nvPr/>
          </p:nvSpPr>
          <p:spPr>
            <a:xfrm>
              <a:off x="1839229" y="4398302"/>
              <a:ext cx="84544" cy="112646"/>
            </a:xfrm>
            <a:custGeom>
              <a:avLst/>
              <a:gdLst>
                <a:gd name="connsiteX0" fmla="*/ 7715 w 32384"/>
                <a:gd name="connsiteY0" fmla="*/ 43148 h 43148"/>
                <a:gd name="connsiteX1" fmla="*/ 3810 w 32384"/>
                <a:gd name="connsiteY1" fmla="*/ 43148 h 43148"/>
                <a:gd name="connsiteX2" fmla="*/ 0 w 32384"/>
                <a:gd name="connsiteY2" fmla="*/ 43148 h 43148"/>
                <a:gd name="connsiteX3" fmla="*/ 0 w 32384"/>
                <a:gd name="connsiteY3" fmla="*/ 0 h 43148"/>
                <a:gd name="connsiteX4" fmla="*/ 4286 w 32384"/>
                <a:gd name="connsiteY4" fmla="*/ 0 h 43148"/>
                <a:gd name="connsiteX5" fmla="*/ 8668 w 32384"/>
                <a:gd name="connsiteY5" fmla="*/ 0 h 43148"/>
                <a:gd name="connsiteX6" fmla="*/ 24575 w 32384"/>
                <a:gd name="connsiteY6" fmla="*/ 30289 h 43148"/>
                <a:gd name="connsiteX7" fmla="*/ 24575 w 32384"/>
                <a:gd name="connsiteY7" fmla="*/ 0 h 43148"/>
                <a:gd name="connsiteX8" fmla="*/ 28480 w 32384"/>
                <a:gd name="connsiteY8" fmla="*/ 0 h 43148"/>
                <a:gd name="connsiteX9" fmla="*/ 32385 w 32384"/>
                <a:gd name="connsiteY9" fmla="*/ 0 h 43148"/>
                <a:gd name="connsiteX10" fmla="*/ 32385 w 32384"/>
                <a:gd name="connsiteY10" fmla="*/ 43148 h 43148"/>
                <a:gd name="connsiteX11" fmla="*/ 28194 w 32384"/>
                <a:gd name="connsiteY11" fmla="*/ 43148 h 43148"/>
                <a:gd name="connsiteX12" fmla="*/ 24098 w 32384"/>
                <a:gd name="connsiteY12" fmla="*/ 43148 h 43148"/>
                <a:gd name="connsiteX13" fmla="*/ 7715 w 32384"/>
                <a:gd name="connsiteY13" fmla="*/ 12001 h 43148"/>
                <a:gd name="connsiteX14" fmla="*/ 7715 w 32384"/>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4" h="43148">
                  <a:moveTo>
                    <a:pt x="7715" y="43148"/>
                  </a:moveTo>
                  <a:lnTo>
                    <a:pt x="3810" y="43148"/>
                  </a:lnTo>
                  <a:lnTo>
                    <a:pt x="0" y="43148"/>
                  </a:lnTo>
                  <a:lnTo>
                    <a:pt x="0" y="0"/>
                  </a:lnTo>
                  <a:lnTo>
                    <a:pt x="4286" y="0"/>
                  </a:lnTo>
                  <a:lnTo>
                    <a:pt x="8668" y="0"/>
                  </a:lnTo>
                  <a:lnTo>
                    <a:pt x="24575" y="30289"/>
                  </a:lnTo>
                  <a:lnTo>
                    <a:pt x="24575" y="0"/>
                  </a:lnTo>
                  <a:lnTo>
                    <a:pt x="28480" y="0"/>
                  </a:lnTo>
                  <a:lnTo>
                    <a:pt x="32385" y="0"/>
                  </a:lnTo>
                  <a:lnTo>
                    <a:pt x="32385" y="43148"/>
                  </a:lnTo>
                  <a:lnTo>
                    <a:pt x="28194" y="43148"/>
                  </a:lnTo>
                  <a:lnTo>
                    <a:pt x="24098" y="43148"/>
                  </a:lnTo>
                  <a:lnTo>
                    <a:pt x="7715" y="12001"/>
                  </a:lnTo>
                  <a:lnTo>
                    <a:pt x="7715" y="43148"/>
                  </a:lnTo>
                  <a:close/>
                </a:path>
              </a:pathLst>
            </a:custGeom>
            <a:solidFill>
              <a:schemeClr val="tx1"/>
            </a:solidFill>
            <a:ln w="9525" cap="flat">
              <a:noFill/>
              <a:prstDash val="solid"/>
              <a:miter/>
            </a:ln>
          </p:spPr>
          <p:txBody>
            <a:bodyPr rtlCol="0" anchor="ctr"/>
            <a:lstStyle/>
            <a:p>
              <a:endParaRPr lang="zh-CN" altLang="en-US"/>
            </a:p>
          </p:txBody>
        </p:sp>
        <p:sp>
          <p:nvSpPr>
            <p:cNvPr id="153" name="任意多边形: 形状 152"/>
            <p:cNvSpPr/>
            <p:nvPr/>
          </p:nvSpPr>
          <p:spPr>
            <a:xfrm>
              <a:off x="1944912" y="4394506"/>
              <a:ext cx="85427" cy="119016"/>
            </a:xfrm>
            <a:custGeom>
              <a:avLst/>
              <a:gdLst>
                <a:gd name="connsiteX0" fmla="*/ 23257 w 32722"/>
                <a:gd name="connsiteY0" fmla="*/ 14177 h 45588"/>
                <a:gd name="connsiteX1" fmla="*/ 20781 w 32722"/>
                <a:gd name="connsiteY1" fmla="*/ 9319 h 45588"/>
                <a:gd name="connsiteX2" fmla="*/ 14875 w 32722"/>
                <a:gd name="connsiteY2" fmla="*/ 7509 h 45588"/>
                <a:gd name="connsiteX3" fmla="*/ 9922 w 32722"/>
                <a:gd name="connsiteY3" fmla="*/ 9033 h 45588"/>
                <a:gd name="connsiteX4" fmla="*/ 8113 w 32722"/>
                <a:gd name="connsiteY4" fmla="*/ 13224 h 45588"/>
                <a:gd name="connsiteX5" fmla="*/ 10018 w 32722"/>
                <a:gd name="connsiteY5" fmla="*/ 16272 h 45588"/>
                <a:gd name="connsiteX6" fmla="*/ 17828 w 32722"/>
                <a:gd name="connsiteY6" fmla="*/ 18749 h 45588"/>
                <a:gd name="connsiteX7" fmla="*/ 29353 w 32722"/>
                <a:gd name="connsiteY7" fmla="*/ 23607 h 45588"/>
                <a:gd name="connsiteX8" fmla="*/ 32306 w 32722"/>
                <a:gd name="connsiteY8" fmla="*/ 32370 h 45588"/>
                <a:gd name="connsiteX9" fmla="*/ 27925 w 32722"/>
                <a:gd name="connsiteY9" fmla="*/ 41895 h 45588"/>
                <a:gd name="connsiteX10" fmla="*/ 16019 w 32722"/>
                <a:gd name="connsiteY10" fmla="*/ 45419 h 45588"/>
                <a:gd name="connsiteX11" fmla="*/ 4208 w 32722"/>
                <a:gd name="connsiteY11" fmla="*/ 41609 h 45588"/>
                <a:gd name="connsiteX12" fmla="*/ -364 w 32722"/>
                <a:gd name="connsiteY12" fmla="*/ 30846 h 45588"/>
                <a:gd name="connsiteX13" fmla="*/ 7636 w 32722"/>
                <a:gd name="connsiteY13" fmla="*/ 30846 h 45588"/>
                <a:gd name="connsiteX14" fmla="*/ 9922 w 32722"/>
                <a:gd name="connsiteY14" fmla="*/ 36180 h 45588"/>
                <a:gd name="connsiteX15" fmla="*/ 16019 w 32722"/>
                <a:gd name="connsiteY15" fmla="*/ 37989 h 45588"/>
                <a:gd name="connsiteX16" fmla="*/ 22210 w 32722"/>
                <a:gd name="connsiteY16" fmla="*/ 36561 h 45588"/>
                <a:gd name="connsiteX17" fmla="*/ 24401 w 32722"/>
                <a:gd name="connsiteY17" fmla="*/ 32751 h 45588"/>
                <a:gd name="connsiteX18" fmla="*/ 22781 w 32722"/>
                <a:gd name="connsiteY18" fmla="*/ 29131 h 45588"/>
                <a:gd name="connsiteX19" fmla="*/ 16114 w 32722"/>
                <a:gd name="connsiteY19" fmla="*/ 26750 h 45588"/>
                <a:gd name="connsiteX20" fmla="*/ 3445 w 32722"/>
                <a:gd name="connsiteY20" fmla="*/ 21797 h 45588"/>
                <a:gd name="connsiteX21" fmla="*/ 302 w 32722"/>
                <a:gd name="connsiteY21" fmla="*/ 13606 h 45588"/>
                <a:gd name="connsiteX22" fmla="*/ 4493 w 32722"/>
                <a:gd name="connsiteY22" fmla="*/ 3605 h 45588"/>
                <a:gd name="connsiteX23" fmla="*/ 15828 w 32722"/>
                <a:gd name="connsiteY23" fmla="*/ -110 h 45588"/>
                <a:gd name="connsiteX24" fmla="*/ 26687 w 32722"/>
                <a:gd name="connsiteY24" fmla="*/ 3700 h 45588"/>
                <a:gd name="connsiteX25" fmla="*/ 31354 w 32722"/>
                <a:gd name="connsiteY25" fmla="*/ 13986 h 45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2722" h="45588">
                  <a:moveTo>
                    <a:pt x="23257" y="14177"/>
                  </a:moveTo>
                  <a:cubicBezTo>
                    <a:pt x="23150" y="12282"/>
                    <a:pt x="22252" y="10519"/>
                    <a:pt x="20781" y="9319"/>
                  </a:cubicBezTo>
                  <a:cubicBezTo>
                    <a:pt x="19068" y="8077"/>
                    <a:pt x="16990" y="7440"/>
                    <a:pt x="14875" y="7509"/>
                  </a:cubicBezTo>
                  <a:cubicBezTo>
                    <a:pt x="13092" y="7379"/>
                    <a:pt x="11324" y="7923"/>
                    <a:pt x="9922" y="9033"/>
                  </a:cubicBezTo>
                  <a:cubicBezTo>
                    <a:pt x="8686" y="10062"/>
                    <a:pt x="8014" y="11619"/>
                    <a:pt x="8113" y="13224"/>
                  </a:cubicBezTo>
                  <a:cubicBezTo>
                    <a:pt x="8122" y="14518"/>
                    <a:pt x="8858" y="15697"/>
                    <a:pt x="10018" y="16272"/>
                  </a:cubicBezTo>
                  <a:cubicBezTo>
                    <a:pt x="12523" y="17381"/>
                    <a:pt x="15142" y="18212"/>
                    <a:pt x="17828" y="18749"/>
                  </a:cubicBezTo>
                  <a:cubicBezTo>
                    <a:pt x="21990" y="19469"/>
                    <a:pt x="25932" y="21130"/>
                    <a:pt x="29353" y="23607"/>
                  </a:cubicBezTo>
                  <a:cubicBezTo>
                    <a:pt x="31539" y="25975"/>
                    <a:pt x="32612" y="29162"/>
                    <a:pt x="32306" y="32370"/>
                  </a:cubicBezTo>
                  <a:cubicBezTo>
                    <a:pt x="32412" y="36055"/>
                    <a:pt x="30791" y="39578"/>
                    <a:pt x="27925" y="41895"/>
                  </a:cubicBezTo>
                  <a:cubicBezTo>
                    <a:pt x="24481" y="44408"/>
                    <a:pt x="20275" y="45653"/>
                    <a:pt x="16019" y="45419"/>
                  </a:cubicBezTo>
                  <a:cubicBezTo>
                    <a:pt x="11741" y="45687"/>
                    <a:pt x="7522" y="44326"/>
                    <a:pt x="4208" y="41609"/>
                  </a:cubicBezTo>
                  <a:cubicBezTo>
                    <a:pt x="1258" y="38810"/>
                    <a:pt x="-398" y="34912"/>
                    <a:pt x="-364" y="30846"/>
                  </a:cubicBezTo>
                  <a:lnTo>
                    <a:pt x="7636" y="30846"/>
                  </a:lnTo>
                  <a:cubicBezTo>
                    <a:pt x="7609" y="32867"/>
                    <a:pt x="8440" y="34805"/>
                    <a:pt x="9922" y="36180"/>
                  </a:cubicBezTo>
                  <a:cubicBezTo>
                    <a:pt x="11687" y="37463"/>
                    <a:pt x="13839" y="38102"/>
                    <a:pt x="16019" y="37989"/>
                  </a:cubicBezTo>
                  <a:cubicBezTo>
                    <a:pt x="18175" y="38093"/>
                    <a:pt x="20317" y="37598"/>
                    <a:pt x="22210" y="36561"/>
                  </a:cubicBezTo>
                  <a:cubicBezTo>
                    <a:pt x="23585" y="35790"/>
                    <a:pt x="24426" y="34327"/>
                    <a:pt x="24401" y="32751"/>
                  </a:cubicBezTo>
                  <a:cubicBezTo>
                    <a:pt x="24539" y="31343"/>
                    <a:pt x="23923" y="29967"/>
                    <a:pt x="22781" y="29131"/>
                  </a:cubicBezTo>
                  <a:cubicBezTo>
                    <a:pt x="20700" y="27987"/>
                    <a:pt x="18449" y="27183"/>
                    <a:pt x="16114" y="26750"/>
                  </a:cubicBezTo>
                  <a:cubicBezTo>
                    <a:pt x="11600" y="25969"/>
                    <a:pt x="7291" y="24284"/>
                    <a:pt x="3445" y="21797"/>
                  </a:cubicBezTo>
                  <a:cubicBezTo>
                    <a:pt x="1192" y="19696"/>
                    <a:pt x="32" y="16674"/>
                    <a:pt x="302" y="13606"/>
                  </a:cubicBezTo>
                  <a:cubicBezTo>
                    <a:pt x="143" y="9815"/>
                    <a:pt x="1679" y="6149"/>
                    <a:pt x="4493" y="3605"/>
                  </a:cubicBezTo>
                  <a:cubicBezTo>
                    <a:pt x="7670" y="986"/>
                    <a:pt x="11717" y="-340"/>
                    <a:pt x="15828" y="-110"/>
                  </a:cubicBezTo>
                  <a:cubicBezTo>
                    <a:pt x="19799" y="-259"/>
                    <a:pt x="23679" y="1103"/>
                    <a:pt x="26687" y="3700"/>
                  </a:cubicBezTo>
                  <a:cubicBezTo>
                    <a:pt x="29495" y="6410"/>
                    <a:pt x="31164" y="10089"/>
                    <a:pt x="31354" y="13986"/>
                  </a:cubicBezTo>
                  <a:close/>
                </a:path>
              </a:pathLst>
            </a:custGeom>
            <a:solidFill>
              <a:schemeClr val="tx1"/>
            </a:solidFill>
            <a:ln w="9525" cap="flat">
              <a:noFill/>
              <a:prstDash val="solid"/>
              <a:miter/>
            </a:ln>
          </p:spPr>
          <p:txBody>
            <a:bodyPr rtlCol="0" anchor="ctr"/>
            <a:lstStyle/>
            <a:p>
              <a:endParaRPr lang="zh-CN" altLang="en-US"/>
            </a:p>
          </p:txBody>
        </p:sp>
        <p:sp>
          <p:nvSpPr>
            <p:cNvPr id="154" name="任意多边形: 形状 153"/>
            <p:cNvSpPr/>
            <p:nvPr/>
          </p:nvSpPr>
          <p:spPr>
            <a:xfrm>
              <a:off x="2043385" y="4398054"/>
              <a:ext cx="84296" cy="112894"/>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3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193" y="43244"/>
                  </a:lnTo>
                  <a:lnTo>
                    <a:pt x="12001" y="43244"/>
                  </a:lnTo>
                  <a:lnTo>
                    <a:pt x="12001" y="7715"/>
                  </a:lnTo>
                  <a:close/>
                </a:path>
              </a:pathLst>
            </a:custGeom>
            <a:solidFill>
              <a:schemeClr val="tx1"/>
            </a:solidFill>
            <a:ln w="9525" cap="flat">
              <a:noFill/>
              <a:prstDash val="solid"/>
              <a:miter/>
            </a:ln>
          </p:spPr>
          <p:txBody>
            <a:bodyPr rtlCol="0" anchor="ctr"/>
            <a:lstStyle/>
            <a:p>
              <a:endParaRPr lang="zh-CN" altLang="en-US"/>
            </a:p>
          </p:txBody>
        </p:sp>
        <p:sp>
          <p:nvSpPr>
            <p:cNvPr id="155" name="任意多边形: 形状 154"/>
            <p:cNvSpPr/>
            <p:nvPr/>
          </p:nvSpPr>
          <p:spPr>
            <a:xfrm>
              <a:off x="2144593" y="4398302"/>
              <a:ext cx="21883" cy="112646"/>
            </a:xfrm>
            <a:custGeom>
              <a:avLst/>
              <a:gdLst>
                <a:gd name="connsiteX0" fmla="*/ 0 w 8382"/>
                <a:gd name="connsiteY0" fmla="*/ 0 h 43148"/>
                <a:gd name="connsiteX1" fmla="*/ 4191 w 8382"/>
                <a:gd name="connsiteY1" fmla="*/ 0 h 43148"/>
                <a:gd name="connsiteX2" fmla="*/ 8382 w 8382"/>
                <a:gd name="connsiteY2" fmla="*/ 0 h 43148"/>
                <a:gd name="connsiteX3" fmla="*/ 8382 w 8382"/>
                <a:gd name="connsiteY3" fmla="*/ 43148 h 43148"/>
                <a:gd name="connsiteX4" fmla="*/ 4191 w 8382"/>
                <a:gd name="connsiteY4" fmla="*/ 43148 h 43148"/>
                <a:gd name="connsiteX5" fmla="*/ 0 w 8382"/>
                <a:gd name="connsiteY5" fmla="*/ 43148 h 43148"/>
                <a:gd name="connsiteX6" fmla="*/ 0 w 8382"/>
                <a:gd name="connsiteY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82" h="43148">
                  <a:moveTo>
                    <a:pt x="0" y="0"/>
                  </a:moveTo>
                  <a:lnTo>
                    <a:pt x="4191" y="0"/>
                  </a:lnTo>
                  <a:lnTo>
                    <a:pt x="8382" y="0"/>
                  </a:lnTo>
                  <a:lnTo>
                    <a:pt x="8382"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56" name="任意多边形: 形状 155"/>
            <p:cNvSpPr/>
            <p:nvPr/>
          </p:nvSpPr>
          <p:spPr>
            <a:xfrm>
              <a:off x="2183385" y="4398054"/>
              <a:ext cx="84296" cy="112894"/>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2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192" y="43244"/>
                  </a:lnTo>
                  <a:lnTo>
                    <a:pt x="12001" y="43244"/>
                  </a:lnTo>
                  <a:lnTo>
                    <a:pt x="12001" y="7715"/>
                  </a:lnTo>
                  <a:close/>
                </a:path>
              </a:pathLst>
            </a:custGeom>
            <a:solidFill>
              <a:schemeClr val="tx1"/>
            </a:solidFill>
            <a:ln w="9525" cap="flat">
              <a:noFill/>
              <a:prstDash val="solid"/>
              <a:miter/>
            </a:ln>
          </p:spPr>
          <p:txBody>
            <a:bodyPr rtlCol="0" anchor="ctr"/>
            <a:lstStyle/>
            <a:p>
              <a:endParaRPr lang="zh-CN" altLang="en-US"/>
            </a:p>
          </p:txBody>
        </p:sp>
        <p:sp>
          <p:nvSpPr>
            <p:cNvPr id="157" name="任意多边形: 形状 156"/>
            <p:cNvSpPr/>
            <p:nvPr/>
          </p:nvSpPr>
          <p:spPr>
            <a:xfrm>
              <a:off x="2285680" y="4398550"/>
              <a:ext cx="84176" cy="115640"/>
            </a:xfrm>
            <a:custGeom>
              <a:avLst/>
              <a:gdLst>
                <a:gd name="connsiteX0" fmla="*/ 31794 w 32243"/>
                <a:gd name="connsiteY0" fmla="*/ 26629 h 44295"/>
                <a:gd name="connsiteX1" fmla="*/ 27984 w 32243"/>
                <a:gd name="connsiteY1" fmla="*/ 39964 h 44295"/>
                <a:gd name="connsiteX2" fmla="*/ 3600 w 32243"/>
                <a:gd name="connsiteY2" fmla="*/ 39964 h 44295"/>
                <a:gd name="connsiteX3" fmla="*/ -305 w 32243"/>
                <a:gd name="connsiteY3" fmla="*/ 26820 h 44295"/>
                <a:gd name="connsiteX4" fmla="*/ -305 w 32243"/>
                <a:gd name="connsiteY4" fmla="*/ -136 h 44295"/>
                <a:gd name="connsiteX5" fmla="*/ 7982 w 32243"/>
                <a:gd name="connsiteY5" fmla="*/ -136 h 44295"/>
                <a:gd name="connsiteX6" fmla="*/ 7982 w 32243"/>
                <a:gd name="connsiteY6" fmla="*/ 27106 h 44295"/>
                <a:gd name="connsiteX7" fmla="*/ 9887 w 32243"/>
                <a:gd name="connsiteY7" fmla="*/ 34059 h 44295"/>
                <a:gd name="connsiteX8" fmla="*/ 15697 w 32243"/>
                <a:gd name="connsiteY8" fmla="*/ 36345 h 44295"/>
                <a:gd name="connsiteX9" fmla="*/ 21698 w 32243"/>
                <a:gd name="connsiteY9" fmla="*/ 34249 h 44295"/>
                <a:gd name="connsiteX10" fmla="*/ 23412 w 32243"/>
                <a:gd name="connsiteY10" fmla="*/ 27106 h 44295"/>
                <a:gd name="connsiteX11" fmla="*/ 23412 w 32243"/>
                <a:gd name="connsiteY11" fmla="*/ -136 h 44295"/>
                <a:gd name="connsiteX12" fmla="*/ 31794 w 32243"/>
                <a:gd name="connsiteY12" fmla="*/ -136 h 44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243" h="44295">
                  <a:moveTo>
                    <a:pt x="31794" y="26629"/>
                  </a:moveTo>
                  <a:cubicBezTo>
                    <a:pt x="32245" y="31395"/>
                    <a:pt x="30885" y="36156"/>
                    <a:pt x="27984" y="39964"/>
                  </a:cubicBezTo>
                  <a:cubicBezTo>
                    <a:pt x="20819" y="45558"/>
                    <a:pt x="10766" y="45558"/>
                    <a:pt x="3600" y="39964"/>
                  </a:cubicBezTo>
                  <a:cubicBezTo>
                    <a:pt x="712" y="36219"/>
                    <a:pt x="-680" y="31534"/>
                    <a:pt x="-305" y="26820"/>
                  </a:cubicBezTo>
                  <a:lnTo>
                    <a:pt x="-305" y="-136"/>
                  </a:lnTo>
                  <a:lnTo>
                    <a:pt x="7982" y="-136"/>
                  </a:lnTo>
                  <a:lnTo>
                    <a:pt x="7982" y="27106"/>
                  </a:lnTo>
                  <a:cubicBezTo>
                    <a:pt x="7822" y="29571"/>
                    <a:pt x="8492" y="32019"/>
                    <a:pt x="9887" y="34059"/>
                  </a:cubicBezTo>
                  <a:cubicBezTo>
                    <a:pt x="11379" y="35660"/>
                    <a:pt x="13514" y="36500"/>
                    <a:pt x="15697" y="36345"/>
                  </a:cubicBezTo>
                  <a:cubicBezTo>
                    <a:pt x="17908" y="36567"/>
                    <a:pt x="20105" y="35800"/>
                    <a:pt x="21698" y="34249"/>
                  </a:cubicBezTo>
                  <a:cubicBezTo>
                    <a:pt x="23033" y="32119"/>
                    <a:pt x="23635" y="29610"/>
                    <a:pt x="23412" y="27106"/>
                  </a:cubicBezTo>
                  <a:lnTo>
                    <a:pt x="23412" y="-136"/>
                  </a:lnTo>
                  <a:lnTo>
                    <a:pt x="31794" y="-136"/>
                  </a:lnTo>
                  <a:close/>
                </a:path>
              </a:pathLst>
            </a:custGeom>
            <a:solidFill>
              <a:schemeClr val="tx1"/>
            </a:solidFill>
            <a:ln w="9525" cap="flat">
              <a:noFill/>
              <a:prstDash val="solid"/>
              <a:miter/>
            </a:ln>
          </p:spPr>
          <p:txBody>
            <a:bodyPr rtlCol="0" anchor="ctr"/>
            <a:lstStyle/>
            <a:p>
              <a:endParaRPr lang="zh-CN" altLang="en-US"/>
            </a:p>
          </p:txBody>
        </p:sp>
        <p:sp>
          <p:nvSpPr>
            <p:cNvPr id="158" name="任意多边形: 形状 157"/>
            <p:cNvSpPr/>
            <p:nvPr/>
          </p:nvSpPr>
          <p:spPr>
            <a:xfrm>
              <a:off x="2387541" y="4398054"/>
              <a:ext cx="84296" cy="112894"/>
            </a:xfrm>
            <a:custGeom>
              <a:avLst/>
              <a:gdLst>
                <a:gd name="connsiteX0" fmla="*/ 12001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097 w 32289"/>
                <a:gd name="connsiteY9" fmla="*/ 43244 h 43243"/>
                <a:gd name="connsiteX10" fmla="*/ 12001 w 32289"/>
                <a:gd name="connsiteY10" fmla="*/ 43244 h 43243"/>
                <a:gd name="connsiteX11" fmla="*/ 12001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1" y="7715"/>
                  </a:moveTo>
                  <a:lnTo>
                    <a:pt x="0" y="7715"/>
                  </a:lnTo>
                  <a:lnTo>
                    <a:pt x="0" y="3905"/>
                  </a:lnTo>
                  <a:lnTo>
                    <a:pt x="0" y="0"/>
                  </a:lnTo>
                  <a:lnTo>
                    <a:pt x="32290" y="0"/>
                  </a:lnTo>
                  <a:lnTo>
                    <a:pt x="32290" y="3905"/>
                  </a:lnTo>
                  <a:lnTo>
                    <a:pt x="32290" y="7715"/>
                  </a:lnTo>
                  <a:lnTo>
                    <a:pt x="20288" y="7715"/>
                  </a:lnTo>
                  <a:lnTo>
                    <a:pt x="20288" y="43244"/>
                  </a:lnTo>
                  <a:lnTo>
                    <a:pt x="16097" y="43244"/>
                  </a:lnTo>
                  <a:lnTo>
                    <a:pt x="12001" y="43244"/>
                  </a:lnTo>
                  <a:lnTo>
                    <a:pt x="12001" y="7715"/>
                  </a:lnTo>
                  <a:close/>
                </a:path>
              </a:pathLst>
            </a:custGeom>
            <a:solidFill>
              <a:schemeClr val="tx1"/>
            </a:solidFill>
            <a:ln w="9525" cap="flat">
              <a:noFill/>
              <a:prstDash val="solid"/>
              <a:miter/>
            </a:ln>
          </p:spPr>
          <p:txBody>
            <a:bodyPr rtlCol="0" anchor="ctr"/>
            <a:lstStyle/>
            <a:p>
              <a:endParaRPr lang="zh-CN" altLang="en-US"/>
            </a:p>
          </p:txBody>
        </p:sp>
        <p:sp>
          <p:nvSpPr>
            <p:cNvPr id="159" name="任意多边形: 形状 158"/>
            <p:cNvSpPr/>
            <p:nvPr/>
          </p:nvSpPr>
          <p:spPr>
            <a:xfrm>
              <a:off x="2490491" y="4398302"/>
              <a:ext cx="78576" cy="112646"/>
            </a:xfrm>
            <a:custGeom>
              <a:avLst/>
              <a:gdLst>
                <a:gd name="connsiteX0" fmla="*/ 0 w 30098"/>
                <a:gd name="connsiteY0" fmla="*/ 43148 h 43148"/>
                <a:gd name="connsiteX1" fmla="*/ 0 w 30098"/>
                <a:gd name="connsiteY1" fmla="*/ 0 h 43148"/>
                <a:gd name="connsiteX2" fmla="*/ 29242 w 30098"/>
                <a:gd name="connsiteY2" fmla="*/ 0 h 43148"/>
                <a:gd name="connsiteX3" fmla="*/ 29242 w 30098"/>
                <a:gd name="connsiteY3" fmla="*/ 3810 h 43148"/>
                <a:gd name="connsiteX4" fmla="*/ 29242 w 30098"/>
                <a:gd name="connsiteY4" fmla="*/ 7620 h 43148"/>
                <a:gd name="connsiteX5" fmla="*/ 8287 w 30098"/>
                <a:gd name="connsiteY5" fmla="*/ 7620 h 43148"/>
                <a:gd name="connsiteX6" fmla="*/ 8287 w 30098"/>
                <a:gd name="connsiteY6" fmla="*/ 16764 h 43148"/>
                <a:gd name="connsiteX7" fmla="*/ 27718 w 30098"/>
                <a:gd name="connsiteY7" fmla="*/ 16764 h 43148"/>
                <a:gd name="connsiteX8" fmla="*/ 27718 w 30098"/>
                <a:gd name="connsiteY8" fmla="*/ 20479 h 43148"/>
                <a:gd name="connsiteX9" fmla="*/ 27718 w 30098"/>
                <a:gd name="connsiteY9" fmla="*/ 24193 h 43148"/>
                <a:gd name="connsiteX10" fmla="*/ 8287 w 30098"/>
                <a:gd name="connsiteY10" fmla="*/ 24193 h 43148"/>
                <a:gd name="connsiteX11" fmla="*/ 8287 w 30098"/>
                <a:gd name="connsiteY11" fmla="*/ 35433 h 43148"/>
                <a:gd name="connsiteX12" fmla="*/ 30099 w 30098"/>
                <a:gd name="connsiteY12" fmla="*/ 35433 h 43148"/>
                <a:gd name="connsiteX13" fmla="*/ 30099 w 30098"/>
                <a:gd name="connsiteY13" fmla="*/ 39243 h 43148"/>
                <a:gd name="connsiteX14" fmla="*/ 30099 w 30098"/>
                <a:gd name="connsiteY14" fmla="*/ 43148 h 43148"/>
                <a:gd name="connsiteX15" fmla="*/ 0 w 30098"/>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098"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099" y="35433"/>
                  </a:lnTo>
                  <a:lnTo>
                    <a:pt x="30099" y="39243"/>
                  </a:lnTo>
                  <a:lnTo>
                    <a:pt x="30099"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60" name="任意多边形: 形状 159"/>
            <p:cNvSpPr/>
            <p:nvPr/>
          </p:nvSpPr>
          <p:spPr>
            <a:xfrm>
              <a:off x="2634373" y="4395357"/>
              <a:ext cx="99903" cy="118536"/>
            </a:xfrm>
            <a:custGeom>
              <a:avLst/>
              <a:gdLst>
                <a:gd name="connsiteX0" fmla="*/ 4814 w 38267"/>
                <a:gd name="connsiteY0" fmla="*/ 39188 h 45404"/>
                <a:gd name="connsiteX1" fmla="*/ -329 w 38267"/>
                <a:gd name="connsiteY1" fmla="*/ 22805 h 45404"/>
                <a:gd name="connsiteX2" fmla="*/ 4814 w 38267"/>
                <a:gd name="connsiteY2" fmla="*/ 5945 h 45404"/>
                <a:gd name="connsiteX3" fmla="*/ 31737 w 38267"/>
                <a:gd name="connsiteY3" fmla="*/ 4960 h 45404"/>
                <a:gd name="connsiteX4" fmla="*/ 32723 w 38267"/>
                <a:gd name="connsiteY4" fmla="*/ 5945 h 45404"/>
                <a:gd name="connsiteX5" fmla="*/ 37866 w 38267"/>
                <a:gd name="connsiteY5" fmla="*/ 22805 h 45404"/>
                <a:gd name="connsiteX6" fmla="*/ 32723 w 38267"/>
                <a:gd name="connsiteY6" fmla="*/ 39188 h 45404"/>
                <a:gd name="connsiteX7" fmla="*/ 5800 w 38267"/>
                <a:gd name="connsiteY7" fmla="*/ 40173 h 45404"/>
                <a:gd name="connsiteX8" fmla="*/ 4814 w 38267"/>
                <a:gd name="connsiteY8" fmla="*/ 39188 h 45404"/>
                <a:gd name="connsiteX9" fmla="*/ 26627 w 38267"/>
                <a:gd name="connsiteY9" fmla="*/ 33663 h 45404"/>
                <a:gd name="connsiteX10" fmla="*/ 29580 w 38267"/>
                <a:gd name="connsiteY10" fmla="*/ 22709 h 45404"/>
                <a:gd name="connsiteX11" fmla="*/ 26627 w 38267"/>
                <a:gd name="connsiteY11" fmla="*/ 11470 h 45404"/>
                <a:gd name="connsiteX12" fmla="*/ 18721 w 38267"/>
                <a:gd name="connsiteY12" fmla="*/ 7469 h 45404"/>
                <a:gd name="connsiteX13" fmla="*/ 10816 w 38267"/>
                <a:gd name="connsiteY13" fmla="*/ 11470 h 45404"/>
                <a:gd name="connsiteX14" fmla="*/ 7958 w 38267"/>
                <a:gd name="connsiteY14" fmla="*/ 22709 h 45404"/>
                <a:gd name="connsiteX15" fmla="*/ 10816 w 38267"/>
                <a:gd name="connsiteY15" fmla="*/ 33663 h 45404"/>
                <a:gd name="connsiteX16" fmla="*/ 18721 w 38267"/>
                <a:gd name="connsiteY16" fmla="*/ 37664 h 45404"/>
                <a:gd name="connsiteX17" fmla="*/ 26627 w 38267"/>
                <a:gd name="connsiteY17" fmla="*/ 33663 h 45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267" h="45404">
                  <a:moveTo>
                    <a:pt x="4814" y="39188"/>
                  </a:moveTo>
                  <a:cubicBezTo>
                    <a:pt x="1178" y="34527"/>
                    <a:pt x="-649" y="28707"/>
                    <a:pt x="-329" y="22805"/>
                  </a:cubicBezTo>
                  <a:cubicBezTo>
                    <a:pt x="-646" y="16755"/>
                    <a:pt x="1175" y="10788"/>
                    <a:pt x="4814" y="5945"/>
                  </a:cubicBezTo>
                  <a:cubicBezTo>
                    <a:pt x="11977" y="-1761"/>
                    <a:pt x="24030" y="-2202"/>
                    <a:pt x="31737" y="4960"/>
                  </a:cubicBezTo>
                  <a:cubicBezTo>
                    <a:pt x="32078" y="5276"/>
                    <a:pt x="32406" y="5605"/>
                    <a:pt x="32723" y="5945"/>
                  </a:cubicBezTo>
                  <a:cubicBezTo>
                    <a:pt x="36362" y="10788"/>
                    <a:pt x="38183" y="16755"/>
                    <a:pt x="37866" y="22805"/>
                  </a:cubicBezTo>
                  <a:cubicBezTo>
                    <a:pt x="38186" y="28707"/>
                    <a:pt x="36359" y="34527"/>
                    <a:pt x="32723" y="39188"/>
                  </a:cubicBezTo>
                  <a:cubicBezTo>
                    <a:pt x="25560" y="46894"/>
                    <a:pt x="13507" y="47335"/>
                    <a:pt x="5800" y="40173"/>
                  </a:cubicBezTo>
                  <a:cubicBezTo>
                    <a:pt x="5459" y="39857"/>
                    <a:pt x="5131" y="39528"/>
                    <a:pt x="4814" y="39188"/>
                  </a:cubicBezTo>
                  <a:moveTo>
                    <a:pt x="26627" y="33663"/>
                  </a:moveTo>
                  <a:cubicBezTo>
                    <a:pt x="28735" y="30412"/>
                    <a:pt x="29768" y="26580"/>
                    <a:pt x="29580" y="22709"/>
                  </a:cubicBezTo>
                  <a:cubicBezTo>
                    <a:pt x="29790" y="18747"/>
                    <a:pt x="28757" y="14818"/>
                    <a:pt x="26627" y="11470"/>
                  </a:cubicBezTo>
                  <a:cubicBezTo>
                    <a:pt x="24810" y="8917"/>
                    <a:pt x="21854" y="7422"/>
                    <a:pt x="18721" y="7469"/>
                  </a:cubicBezTo>
                  <a:cubicBezTo>
                    <a:pt x="15588" y="7421"/>
                    <a:pt x="12632" y="8917"/>
                    <a:pt x="10816" y="11470"/>
                  </a:cubicBezTo>
                  <a:cubicBezTo>
                    <a:pt x="8718" y="14829"/>
                    <a:pt x="7719" y="18757"/>
                    <a:pt x="7958" y="22709"/>
                  </a:cubicBezTo>
                  <a:cubicBezTo>
                    <a:pt x="7741" y="26570"/>
                    <a:pt x="8741" y="30401"/>
                    <a:pt x="10816" y="33663"/>
                  </a:cubicBezTo>
                  <a:cubicBezTo>
                    <a:pt x="12632" y="36216"/>
                    <a:pt x="15589" y="37711"/>
                    <a:pt x="18721" y="37664"/>
                  </a:cubicBezTo>
                  <a:cubicBezTo>
                    <a:pt x="21854" y="37712"/>
                    <a:pt x="24810" y="36216"/>
                    <a:pt x="26627" y="33663"/>
                  </a:cubicBezTo>
                </a:path>
              </a:pathLst>
            </a:custGeom>
            <a:solidFill>
              <a:schemeClr val="tx1"/>
            </a:solidFill>
            <a:ln w="9525" cap="flat">
              <a:noFill/>
              <a:prstDash val="solid"/>
              <a:miter/>
            </a:ln>
          </p:spPr>
          <p:txBody>
            <a:bodyPr rtlCol="0" anchor="ctr"/>
            <a:lstStyle/>
            <a:p>
              <a:endParaRPr lang="zh-CN" altLang="en-US"/>
            </a:p>
          </p:txBody>
        </p:sp>
        <p:sp>
          <p:nvSpPr>
            <p:cNvPr id="161" name="任意多边形: 形状 160"/>
            <p:cNvSpPr/>
            <p:nvPr/>
          </p:nvSpPr>
          <p:spPr>
            <a:xfrm>
              <a:off x="2756564" y="4398302"/>
              <a:ext cx="73854" cy="112646"/>
            </a:xfrm>
            <a:custGeom>
              <a:avLst/>
              <a:gdLst>
                <a:gd name="connsiteX0" fmla="*/ 0 w 28289"/>
                <a:gd name="connsiteY0" fmla="*/ 43148 h 43148"/>
                <a:gd name="connsiteX1" fmla="*/ 0 w 28289"/>
                <a:gd name="connsiteY1" fmla="*/ 0 h 43148"/>
                <a:gd name="connsiteX2" fmla="*/ 28289 w 28289"/>
                <a:gd name="connsiteY2" fmla="*/ 0 h 43148"/>
                <a:gd name="connsiteX3" fmla="*/ 28289 w 28289"/>
                <a:gd name="connsiteY3" fmla="*/ 3810 h 43148"/>
                <a:gd name="connsiteX4" fmla="*/ 28289 w 28289"/>
                <a:gd name="connsiteY4" fmla="*/ 7620 h 43148"/>
                <a:gd name="connsiteX5" fmla="*/ 8287 w 28289"/>
                <a:gd name="connsiteY5" fmla="*/ 7620 h 43148"/>
                <a:gd name="connsiteX6" fmla="*/ 8287 w 28289"/>
                <a:gd name="connsiteY6" fmla="*/ 17431 h 43148"/>
                <a:gd name="connsiteX7" fmla="*/ 25718 w 28289"/>
                <a:gd name="connsiteY7" fmla="*/ 17431 h 43148"/>
                <a:gd name="connsiteX8" fmla="*/ 25718 w 28289"/>
                <a:gd name="connsiteY8" fmla="*/ 21146 h 43148"/>
                <a:gd name="connsiteX9" fmla="*/ 25718 w 28289"/>
                <a:gd name="connsiteY9" fmla="*/ 24860 h 43148"/>
                <a:gd name="connsiteX10" fmla="*/ 8287 w 28289"/>
                <a:gd name="connsiteY10" fmla="*/ 24860 h 43148"/>
                <a:gd name="connsiteX11" fmla="*/ 8287 w 28289"/>
                <a:gd name="connsiteY11" fmla="*/ 43148 h 43148"/>
                <a:gd name="connsiteX12" fmla="*/ 4191 w 28289"/>
                <a:gd name="connsiteY12" fmla="*/ 43148 h 43148"/>
                <a:gd name="connsiteX13" fmla="*/ 0 w 28289"/>
                <a:gd name="connsiteY13"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289" h="43148">
                  <a:moveTo>
                    <a:pt x="0" y="43148"/>
                  </a:moveTo>
                  <a:lnTo>
                    <a:pt x="0" y="0"/>
                  </a:lnTo>
                  <a:lnTo>
                    <a:pt x="28289" y="0"/>
                  </a:lnTo>
                  <a:lnTo>
                    <a:pt x="28289" y="3810"/>
                  </a:lnTo>
                  <a:lnTo>
                    <a:pt x="28289" y="7620"/>
                  </a:lnTo>
                  <a:lnTo>
                    <a:pt x="8287" y="7620"/>
                  </a:lnTo>
                  <a:lnTo>
                    <a:pt x="8287" y="17431"/>
                  </a:lnTo>
                  <a:lnTo>
                    <a:pt x="25718" y="17431"/>
                  </a:lnTo>
                  <a:lnTo>
                    <a:pt x="25718" y="21146"/>
                  </a:lnTo>
                  <a:lnTo>
                    <a:pt x="25718" y="24860"/>
                  </a:lnTo>
                  <a:lnTo>
                    <a:pt x="8287" y="24860"/>
                  </a:lnTo>
                  <a:lnTo>
                    <a:pt x="8287" y="43148"/>
                  </a:lnTo>
                  <a:lnTo>
                    <a:pt x="4191"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62" name="任意多边形: 形状 161"/>
            <p:cNvSpPr/>
            <p:nvPr/>
          </p:nvSpPr>
          <p:spPr>
            <a:xfrm>
              <a:off x="2887612" y="4398054"/>
              <a:ext cx="84296" cy="112894"/>
            </a:xfrm>
            <a:custGeom>
              <a:avLst/>
              <a:gdLst>
                <a:gd name="connsiteX0" fmla="*/ 12002 w 32289"/>
                <a:gd name="connsiteY0" fmla="*/ 7715 h 43243"/>
                <a:gd name="connsiteX1" fmla="*/ 0 w 32289"/>
                <a:gd name="connsiteY1" fmla="*/ 7715 h 43243"/>
                <a:gd name="connsiteX2" fmla="*/ 0 w 32289"/>
                <a:gd name="connsiteY2" fmla="*/ 3905 h 43243"/>
                <a:gd name="connsiteX3" fmla="*/ 0 w 32289"/>
                <a:gd name="connsiteY3" fmla="*/ 0 h 43243"/>
                <a:gd name="connsiteX4" fmla="*/ 32290 w 32289"/>
                <a:gd name="connsiteY4" fmla="*/ 0 h 43243"/>
                <a:gd name="connsiteX5" fmla="*/ 32290 w 32289"/>
                <a:gd name="connsiteY5" fmla="*/ 3905 h 43243"/>
                <a:gd name="connsiteX6" fmla="*/ 32290 w 32289"/>
                <a:gd name="connsiteY6" fmla="*/ 7715 h 43243"/>
                <a:gd name="connsiteX7" fmla="*/ 20288 w 32289"/>
                <a:gd name="connsiteY7" fmla="*/ 7715 h 43243"/>
                <a:gd name="connsiteX8" fmla="*/ 20288 w 32289"/>
                <a:gd name="connsiteY8" fmla="*/ 43244 h 43243"/>
                <a:gd name="connsiteX9" fmla="*/ 16192 w 32289"/>
                <a:gd name="connsiteY9" fmla="*/ 43244 h 43243"/>
                <a:gd name="connsiteX10" fmla="*/ 12002 w 32289"/>
                <a:gd name="connsiteY10" fmla="*/ 43244 h 43243"/>
                <a:gd name="connsiteX11" fmla="*/ 12002 w 32289"/>
                <a:gd name="connsiteY11" fmla="*/ 7715 h 4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89" h="43243">
                  <a:moveTo>
                    <a:pt x="12002" y="7715"/>
                  </a:moveTo>
                  <a:lnTo>
                    <a:pt x="0" y="7715"/>
                  </a:lnTo>
                  <a:lnTo>
                    <a:pt x="0" y="3905"/>
                  </a:lnTo>
                  <a:lnTo>
                    <a:pt x="0" y="0"/>
                  </a:lnTo>
                  <a:lnTo>
                    <a:pt x="32290" y="0"/>
                  </a:lnTo>
                  <a:lnTo>
                    <a:pt x="32290" y="3905"/>
                  </a:lnTo>
                  <a:lnTo>
                    <a:pt x="32290" y="7715"/>
                  </a:lnTo>
                  <a:lnTo>
                    <a:pt x="20288" y="7715"/>
                  </a:lnTo>
                  <a:lnTo>
                    <a:pt x="20288" y="43244"/>
                  </a:lnTo>
                  <a:lnTo>
                    <a:pt x="16192" y="43244"/>
                  </a:lnTo>
                  <a:lnTo>
                    <a:pt x="12002" y="43244"/>
                  </a:lnTo>
                  <a:lnTo>
                    <a:pt x="12002" y="7715"/>
                  </a:lnTo>
                  <a:close/>
                </a:path>
              </a:pathLst>
            </a:custGeom>
            <a:solidFill>
              <a:schemeClr val="tx1"/>
            </a:solidFill>
            <a:ln w="9525" cap="flat">
              <a:noFill/>
              <a:prstDash val="solid"/>
              <a:miter/>
            </a:ln>
          </p:spPr>
          <p:txBody>
            <a:bodyPr rtlCol="0" anchor="ctr"/>
            <a:lstStyle/>
            <a:p>
              <a:endParaRPr lang="zh-CN" altLang="en-US"/>
            </a:p>
          </p:txBody>
        </p:sp>
        <p:sp>
          <p:nvSpPr>
            <p:cNvPr id="163" name="任意多边形: 形状 162"/>
            <p:cNvSpPr/>
            <p:nvPr/>
          </p:nvSpPr>
          <p:spPr>
            <a:xfrm>
              <a:off x="2990559" y="4398302"/>
              <a:ext cx="78827" cy="112646"/>
            </a:xfrm>
            <a:custGeom>
              <a:avLst/>
              <a:gdLst>
                <a:gd name="connsiteX0" fmla="*/ 0 w 30194"/>
                <a:gd name="connsiteY0" fmla="*/ 43148 h 43148"/>
                <a:gd name="connsiteX1" fmla="*/ 0 w 30194"/>
                <a:gd name="connsiteY1" fmla="*/ 0 h 43148"/>
                <a:gd name="connsiteX2" fmla="*/ 29242 w 30194"/>
                <a:gd name="connsiteY2" fmla="*/ 0 h 43148"/>
                <a:gd name="connsiteX3" fmla="*/ 29242 w 30194"/>
                <a:gd name="connsiteY3" fmla="*/ 3810 h 43148"/>
                <a:gd name="connsiteX4" fmla="*/ 29242 w 30194"/>
                <a:gd name="connsiteY4" fmla="*/ 7620 h 43148"/>
                <a:gd name="connsiteX5" fmla="*/ 8287 w 30194"/>
                <a:gd name="connsiteY5" fmla="*/ 7620 h 43148"/>
                <a:gd name="connsiteX6" fmla="*/ 8287 w 30194"/>
                <a:gd name="connsiteY6" fmla="*/ 16764 h 43148"/>
                <a:gd name="connsiteX7" fmla="*/ 27718 w 30194"/>
                <a:gd name="connsiteY7" fmla="*/ 16764 h 43148"/>
                <a:gd name="connsiteX8" fmla="*/ 27718 w 30194"/>
                <a:gd name="connsiteY8" fmla="*/ 20479 h 43148"/>
                <a:gd name="connsiteX9" fmla="*/ 27718 w 30194"/>
                <a:gd name="connsiteY9" fmla="*/ 24193 h 43148"/>
                <a:gd name="connsiteX10" fmla="*/ 8287 w 30194"/>
                <a:gd name="connsiteY10" fmla="*/ 24193 h 43148"/>
                <a:gd name="connsiteX11" fmla="*/ 8287 w 30194"/>
                <a:gd name="connsiteY11" fmla="*/ 35433 h 43148"/>
                <a:gd name="connsiteX12" fmla="*/ 30194 w 30194"/>
                <a:gd name="connsiteY12" fmla="*/ 35433 h 43148"/>
                <a:gd name="connsiteX13" fmla="*/ 30194 w 30194"/>
                <a:gd name="connsiteY13" fmla="*/ 39243 h 43148"/>
                <a:gd name="connsiteX14" fmla="*/ 30194 w 30194"/>
                <a:gd name="connsiteY14" fmla="*/ 43148 h 43148"/>
                <a:gd name="connsiteX15" fmla="*/ 0 w 30194"/>
                <a:gd name="connsiteY15"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194" h="43148">
                  <a:moveTo>
                    <a:pt x="0" y="43148"/>
                  </a:moveTo>
                  <a:lnTo>
                    <a:pt x="0" y="0"/>
                  </a:lnTo>
                  <a:lnTo>
                    <a:pt x="29242" y="0"/>
                  </a:lnTo>
                  <a:lnTo>
                    <a:pt x="29242" y="3810"/>
                  </a:lnTo>
                  <a:lnTo>
                    <a:pt x="29242" y="7620"/>
                  </a:lnTo>
                  <a:lnTo>
                    <a:pt x="8287" y="7620"/>
                  </a:lnTo>
                  <a:lnTo>
                    <a:pt x="8287" y="16764"/>
                  </a:lnTo>
                  <a:lnTo>
                    <a:pt x="27718" y="16764"/>
                  </a:lnTo>
                  <a:lnTo>
                    <a:pt x="27718" y="20479"/>
                  </a:lnTo>
                  <a:lnTo>
                    <a:pt x="27718" y="24193"/>
                  </a:lnTo>
                  <a:lnTo>
                    <a:pt x="8287" y="24193"/>
                  </a:lnTo>
                  <a:lnTo>
                    <a:pt x="8287" y="35433"/>
                  </a:lnTo>
                  <a:lnTo>
                    <a:pt x="30194" y="35433"/>
                  </a:lnTo>
                  <a:lnTo>
                    <a:pt x="30194" y="39243"/>
                  </a:lnTo>
                  <a:lnTo>
                    <a:pt x="30194"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64" name="任意多边形: 形状 163"/>
            <p:cNvSpPr/>
            <p:nvPr/>
          </p:nvSpPr>
          <p:spPr>
            <a:xfrm>
              <a:off x="3087949" y="4395028"/>
              <a:ext cx="92591" cy="118938"/>
            </a:xfrm>
            <a:custGeom>
              <a:avLst/>
              <a:gdLst>
                <a:gd name="connsiteX0" fmla="*/ 35102 w 35466"/>
                <a:gd name="connsiteY0" fmla="*/ 29121 h 45558"/>
                <a:gd name="connsiteX1" fmla="*/ 29768 w 35466"/>
                <a:gd name="connsiteY1" fmla="*/ 41027 h 45558"/>
                <a:gd name="connsiteX2" fmla="*/ 17957 w 35466"/>
                <a:gd name="connsiteY2" fmla="*/ 45409 h 45558"/>
                <a:gd name="connsiteX3" fmla="*/ 4622 w 35466"/>
                <a:gd name="connsiteY3" fmla="*/ 39313 h 45558"/>
                <a:gd name="connsiteX4" fmla="*/ -331 w 35466"/>
                <a:gd name="connsiteY4" fmla="*/ 22834 h 45558"/>
                <a:gd name="connsiteX5" fmla="*/ 4622 w 35466"/>
                <a:gd name="connsiteY5" fmla="*/ 6070 h 45558"/>
                <a:gd name="connsiteX6" fmla="*/ 17957 w 35466"/>
                <a:gd name="connsiteY6" fmla="*/ -121 h 45558"/>
                <a:gd name="connsiteX7" fmla="*/ 35102 w 35466"/>
                <a:gd name="connsiteY7" fmla="*/ 15310 h 45558"/>
                <a:gd name="connsiteX8" fmla="*/ 26815 w 35466"/>
                <a:gd name="connsiteY8" fmla="*/ 15310 h 45558"/>
                <a:gd name="connsiteX9" fmla="*/ 24053 w 35466"/>
                <a:gd name="connsiteY9" fmla="*/ 9785 h 45558"/>
                <a:gd name="connsiteX10" fmla="*/ 18052 w 35466"/>
                <a:gd name="connsiteY10" fmla="*/ 7690 h 45558"/>
                <a:gd name="connsiteX11" fmla="*/ 10813 w 35466"/>
                <a:gd name="connsiteY11" fmla="*/ 11691 h 45558"/>
                <a:gd name="connsiteX12" fmla="*/ 8146 w 35466"/>
                <a:gd name="connsiteY12" fmla="*/ 22835 h 45558"/>
                <a:gd name="connsiteX13" fmla="*/ 10813 w 35466"/>
                <a:gd name="connsiteY13" fmla="*/ 33694 h 45558"/>
                <a:gd name="connsiteX14" fmla="*/ 18052 w 35466"/>
                <a:gd name="connsiteY14" fmla="*/ 37599 h 45558"/>
                <a:gd name="connsiteX15" fmla="*/ 24053 w 35466"/>
                <a:gd name="connsiteY15" fmla="*/ 35313 h 45558"/>
                <a:gd name="connsiteX16" fmla="*/ 26815 w 35466"/>
                <a:gd name="connsiteY16" fmla="*/ 29122 h 45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5466" h="45558">
                  <a:moveTo>
                    <a:pt x="35102" y="29121"/>
                  </a:moveTo>
                  <a:cubicBezTo>
                    <a:pt x="34831" y="33606"/>
                    <a:pt x="32934" y="37839"/>
                    <a:pt x="29768" y="41027"/>
                  </a:cubicBezTo>
                  <a:cubicBezTo>
                    <a:pt x="26567" y="43995"/>
                    <a:pt x="22319" y="45571"/>
                    <a:pt x="17957" y="45409"/>
                  </a:cubicBezTo>
                  <a:cubicBezTo>
                    <a:pt x="12794" y="45621"/>
                    <a:pt x="7840" y="43356"/>
                    <a:pt x="4622" y="39313"/>
                  </a:cubicBezTo>
                  <a:cubicBezTo>
                    <a:pt x="1114" y="34559"/>
                    <a:pt x="-637" y="28735"/>
                    <a:pt x="-331" y="22834"/>
                  </a:cubicBezTo>
                  <a:cubicBezTo>
                    <a:pt x="-617" y="16848"/>
                    <a:pt x="1128" y="10940"/>
                    <a:pt x="4622" y="6070"/>
                  </a:cubicBezTo>
                  <a:cubicBezTo>
                    <a:pt x="7830" y="2004"/>
                    <a:pt x="12781" y="-295"/>
                    <a:pt x="17957" y="-121"/>
                  </a:cubicBezTo>
                  <a:cubicBezTo>
                    <a:pt x="26919" y="-501"/>
                    <a:pt x="34540" y="6357"/>
                    <a:pt x="35102" y="15310"/>
                  </a:cubicBezTo>
                  <a:lnTo>
                    <a:pt x="26815" y="15310"/>
                  </a:lnTo>
                  <a:cubicBezTo>
                    <a:pt x="26671" y="13173"/>
                    <a:pt x="25676" y="11183"/>
                    <a:pt x="24053" y="9785"/>
                  </a:cubicBezTo>
                  <a:cubicBezTo>
                    <a:pt x="22390" y="8352"/>
                    <a:pt x="20245" y="7603"/>
                    <a:pt x="18052" y="7690"/>
                  </a:cubicBezTo>
                  <a:cubicBezTo>
                    <a:pt x="15088" y="7597"/>
                    <a:pt x="12311" y="9132"/>
                    <a:pt x="10813" y="11691"/>
                  </a:cubicBezTo>
                  <a:cubicBezTo>
                    <a:pt x="8840" y="15059"/>
                    <a:pt x="7912" y="18938"/>
                    <a:pt x="8146" y="22835"/>
                  </a:cubicBezTo>
                  <a:cubicBezTo>
                    <a:pt x="7929" y="26640"/>
                    <a:pt x="8858" y="30422"/>
                    <a:pt x="10813" y="33694"/>
                  </a:cubicBezTo>
                  <a:cubicBezTo>
                    <a:pt x="12350" y="36200"/>
                    <a:pt x="15113" y="37691"/>
                    <a:pt x="18052" y="37599"/>
                  </a:cubicBezTo>
                  <a:cubicBezTo>
                    <a:pt x="20276" y="37664"/>
                    <a:pt x="22435" y="36841"/>
                    <a:pt x="24053" y="35313"/>
                  </a:cubicBezTo>
                  <a:cubicBezTo>
                    <a:pt x="25702" y="33658"/>
                    <a:pt x="26684" y="31455"/>
                    <a:pt x="26815" y="29122"/>
                  </a:cubicBezTo>
                  <a:close/>
                </a:path>
              </a:pathLst>
            </a:custGeom>
            <a:solidFill>
              <a:schemeClr val="tx1"/>
            </a:solidFill>
            <a:ln w="9525" cap="flat">
              <a:noFill/>
              <a:prstDash val="solid"/>
              <a:miter/>
            </a:ln>
          </p:spPr>
          <p:txBody>
            <a:bodyPr rtlCol="0" anchor="ctr"/>
            <a:lstStyle/>
            <a:p>
              <a:endParaRPr lang="zh-CN" altLang="en-US"/>
            </a:p>
          </p:txBody>
        </p:sp>
        <p:sp>
          <p:nvSpPr>
            <p:cNvPr id="165" name="任意多边形: 形状 164"/>
            <p:cNvSpPr/>
            <p:nvPr/>
          </p:nvSpPr>
          <p:spPr>
            <a:xfrm>
              <a:off x="3201928" y="4398302"/>
              <a:ext cx="84048" cy="112646"/>
            </a:xfrm>
            <a:custGeom>
              <a:avLst/>
              <a:gdLst>
                <a:gd name="connsiteX0" fmla="*/ 0 w 32194"/>
                <a:gd name="connsiteY0" fmla="*/ 0 h 43148"/>
                <a:gd name="connsiteX1" fmla="*/ 4191 w 32194"/>
                <a:gd name="connsiteY1" fmla="*/ 0 h 43148"/>
                <a:gd name="connsiteX2" fmla="*/ 8382 w 32194"/>
                <a:gd name="connsiteY2" fmla="*/ 0 h 43148"/>
                <a:gd name="connsiteX3" fmla="*/ 8382 w 32194"/>
                <a:gd name="connsiteY3" fmla="*/ 16097 h 43148"/>
                <a:gd name="connsiteX4" fmla="*/ 23908 w 32194"/>
                <a:gd name="connsiteY4" fmla="*/ 16097 h 43148"/>
                <a:gd name="connsiteX5" fmla="*/ 23908 w 32194"/>
                <a:gd name="connsiteY5" fmla="*/ 0 h 43148"/>
                <a:gd name="connsiteX6" fmla="*/ 28004 w 32194"/>
                <a:gd name="connsiteY6" fmla="*/ 0 h 43148"/>
                <a:gd name="connsiteX7" fmla="*/ 32194 w 32194"/>
                <a:gd name="connsiteY7" fmla="*/ 0 h 43148"/>
                <a:gd name="connsiteX8" fmla="*/ 32194 w 32194"/>
                <a:gd name="connsiteY8" fmla="*/ 43148 h 43148"/>
                <a:gd name="connsiteX9" fmla="*/ 28004 w 32194"/>
                <a:gd name="connsiteY9" fmla="*/ 43148 h 43148"/>
                <a:gd name="connsiteX10" fmla="*/ 23908 w 32194"/>
                <a:gd name="connsiteY10" fmla="*/ 43148 h 43148"/>
                <a:gd name="connsiteX11" fmla="*/ 23908 w 32194"/>
                <a:gd name="connsiteY11" fmla="*/ 23622 h 43148"/>
                <a:gd name="connsiteX12" fmla="*/ 8382 w 32194"/>
                <a:gd name="connsiteY12" fmla="*/ 23622 h 43148"/>
                <a:gd name="connsiteX13" fmla="*/ 8382 w 32194"/>
                <a:gd name="connsiteY13" fmla="*/ 43148 h 43148"/>
                <a:gd name="connsiteX14" fmla="*/ 4191 w 32194"/>
                <a:gd name="connsiteY14" fmla="*/ 43148 h 43148"/>
                <a:gd name="connsiteX15" fmla="*/ 0 w 32194"/>
                <a:gd name="connsiteY15" fmla="*/ 43148 h 43148"/>
                <a:gd name="connsiteX16" fmla="*/ 0 w 32194"/>
                <a:gd name="connsiteY16" fmla="*/ 0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194" h="43148">
                  <a:moveTo>
                    <a:pt x="0" y="0"/>
                  </a:moveTo>
                  <a:lnTo>
                    <a:pt x="4191" y="0"/>
                  </a:lnTo>
                  <a:lnTo>
                    <a:pt x="8382" y="0"/>
                  </a:lnTo>
                  <a:lnTo>
                    <a:pt x="8382" y="16097"/>
                  </a:lnTo>
                  <a:lnTo>
                    <a:pt x="23908" y="16097"/>
                  </a:lnTo>
                  <a:lnTo>
                    <a:pt x="23908" y="0"/>
                  </a:lnTo>
                  <a:lnTo>
                    <a:pt x="28004" y="0"/>
                  </a:lnTo>
                  <a:lnTo>
                    <a:pt x="32194" y="0"/>
                  </a:lnTo>
                  <a:lnTo>
                    <a:pt x="32194" y="43148"/>
                  </a:lnTo>
                  <a:lnTo>
                    <a:pt x="28004" y="43148"/>
                  </a:lnTo>
                  <a:lnTo>
                    <a:pt x="23908" y="43148"/>
                  </a:lnTo>
                  <a:lnTo>
                    <a:pt x="23908" y="23622"/>
                  </a:lnTo>
                  <a:lnTo>
                    <a:pt x="8382" y="23622"/>
                  </a:lnTo>
                  <a:lnTo>
                    <a:pt x="8382" y="43148"/>
                  </a:lnTo>
                  <a:lnTo>
                    <a:pt x="4191" y="43148"/>
                  </a:lnTo>
                  <a:lnTo>
                    <a:pt x="0" y="43148"/>
                  </a:lnTo>
                  <a:lnTo>
                    <a:pt x="0" y="0"/>
                  </a:lnTo>
                  <a:close/>
                </a:path>
              </a:pathLst>
            </a:custGeom>
            <a:solidFill>
              <a:schemeClr val="tx1"/>
            </a:solidFill>
            <a:ln w="9525" cap="flat">
              <a:noFill/>
              <a:prstDash val="solid"/>
              <a:miter/>
            </a:ln>
          </p:spPr>
          <p:txBody>
            <a:bodyPr rtlCol="0" anchor="ctr"/>
            <a:lstStyle/>
            <a:p>
              <a:endParaRPr lang="zh-CN" altLang="en-US"/>
            </a:p>
          </p:txBody>
        </p:sp>
        <p:sp>
          <p:nvSpPr>
            <p:cNvPr id="166" name="任意多边形: 形状 165"/>
            <p:cNvSpPr/>
            <p:nvPr/>
          </p:nvSpPr>
          <p:spPr>
            <a:xfrm>
              <a:off x="3311838" y="4398302"/>
              <a:ext cx="84547" cy="112646"/>
            </a:xfrm>
            <a:custGeom>
              <a:avLst/>
              <a:gdLst>
                <a:gd name="connsiteX0" fmla="*/ 7715 w 32385"/>
                <a:gd name="connsiteY0" fmla="*/ 43148 h 43148"/>
                <a:gd name="connsiteX1" fmla="*/ 3905 w 32385"/>
                <a:gd name="connsiteY1" fmla="*/ 43148 h 43148"/>
                <a:gd name="connsiteX2" fmla="*/ 0 w 32385"/>
                <a:gd name="connsiteY2" fmla="*/ 43148 h 43148"/>
                <a:gd name="connsiteX3" fmla="*/ 0 w 32385"/>
                <a:gd name="connsiteY3" fmla="*/ 0 h 43148"/>
                <a:gd name="connsiteX4" fmla="*/ 4381 w 32385"/>
                <a:gd name="connsiteY4" fmla="*/ 0 h 43148"/>
                <a:gd name="connsiteX5" fmla="*/ 8668 w 32385"/>
                <a:gd name="connsiteY5" fmla="*/ 0 h 43148"/>
                <a:gd name="connsiteX6" fmla="*/ 24670 w 32385"/>
                <a:gd name="connsiteY6" fmla="*/ 30289 h 43148"/>
                <a:gd name="connsiteX7" fmla="*/ 24670 w 32385"/>
                <a:gd name="connsiteY7" fmla="*/ 0 h 43148"/>
                <a:gd name="connsiteX8" fmla="*/ 28480 w 32385"/>
                <a:gd name="connsiteY8" fmla="*/ 0 h 43148"/>
                <a:gd name="connsiteX9" fmla="*/ 32385 w 32385"/>
                <a:gd name="connsiteY9" fmla="*/ 0 h 43148"/>
                <a:gd name="connsiteX10" fmla="*/ 32385 w 32385"/>
                <a:gd name="connsiteY10" fmla="*/ 43148 h 43148"/>
                <a:gd name="connsiteX11" fmla="*/ 28289 w 32385"/>
                <a:gd name="connsiteY11" fmla="*/ 43148 h 43148"/>
                <a:gd name="connsiteX12" fmla="*/ 24098 w 32385"/>
                <a:gd name="connsiteY12" fmla="*/ 43148 h 43148"/>
                <a:gd name="connsiteX13" fmla="*/ 7715 w 32385"/>
                <a:gd name="connsiteY13" fmla="*/ 12001 h 43148"/>
                <a:gd name="connsiteX14" fmla="*/ 7715 w 32385"/>
                <a:gd name="connsiteY14"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385" h="43148">
                  <a:moveTo>
                    <a:pt x="7715" y="43148"/>
                  </a:moveTo>
                  <a:lnTo>
                    <a:pt x="3905" y="43148"/>
                  </a:lnTo>
                  <a:lnTo>
                    <a:pt x="0" y="43148"/>
                  </a:lnTo>
                  <a:lnTo>
                    <a:pt x="0" y="0"/>
                  </a:lnTo>
                  <a:lnTo>
                    <a:pt x="4381" y="0"/>
                  </a:lnTo>
                  <a:lnTo>
                    <a:pt x="8668" y="0"/>
                  </a:lnTo>
                  <a:lnTo>
                    <a:pt x="24670" y="30289"/>
                  </a:lnTo>
                  <a:lnTo>
                    <a:pt x="24670" y="0"/>
                  </a:lnTo>
                  <a:lnTo>
                    <a:pt x="28480" y="0"/>
                  </a:lnTo>
                  <a:lnTo>
                    <a:pt x="32385" y="0"/>
                  </a:lnTo>
                  <a:lnTo>
                    <a:pt x="32385" y="43148"/>
                  </a:lnTo>
                  <a:lnTo>
                    <a:pt x="28289" y="43148"/>
                  </a:lnTo>
                  <a:lnTo>
                    <a:pt x="24098" y="43148"/>
                  </a:lnTo>
                  <a:lnTo>
                    <a:pt x="7715" y="12001"/>
                  </a:lnTo>
                  <a:lnTo>
                    <a:pt x="7715" y="43148"/>
                  </a:lnTo>
                  <a:close/>
                </a:path>
              </a:pathLst>
            </a:custGeom>
            <a:solidFill>
              <a:schemeClr val="tx1"/>
            </a:solidFill>
            <a:ln w="9525" cap="flat">
              <a:noFill/>
              <a:prstDash val="solid"/>
              <a:miter/>
            </a:ln>
          </p:spPr>
          <p:txBody>
            <a:bodyPr rtlCol="0" anchor="ctr"/>
            <a:lstStyle/>
            <a:p>
              <a:endParaRPr lang="zh-CN" altLang="en-US"/>
            </a:p>
          </p:txBody>
        </p:sp>
        <p:sp>
          <p:nvSpPr>
            <p:cNvPr id="167" name="任意多边形: 形状 166"/>
            <p:cNvSpPr/>
            <p:nvPr/>
          </p:nvSpPr>
          <p:spPr>
            <a:xfrm>
              <a:off x="3418425" y="4395490"/>
              <a:ext cx="99655" cy="118269"/>
            </a:xfrm>
            <a:custGeom>
              <a:avLst/>
              <a:gdLst>
                <a:gd name="connsiteX0" fmla="*/ 4814 w 38172"/>
                <a:gd name="connsiteY0" fmla="*/ 39137 h 45302"/>
                <a:gd name="connsiteX1" fmla="*/ -329 w 38172"/>
                <a:gd name="connsiteY1" fmla="*/ 22754 h 45302"/>
                <a:gd name="connsiteX2" fmla="*/ 4814 w 38172"/>
                <a:gd name="connsiteY2" fmla="*/ 5894 h 45302"/>
                <a:gd name="connsiteX3" fmla="*/ 31741 w 38172"/>
                <a:gd name="connsiteY3" fmla="*/ 5008 h 45302"/>
                <a:gd name="connsiteX4" fmla="*/ 32628 w 38172"/>
                <a:gd name="connsiteY4" fmla="*/ 5894 h 45302"/>
                <a:gd name="connsiteX5" fmla="*/ 37771 w 38172"/>
                <a:gd name="connsiteY5" fmla="*/ 22754 h 45302"/>
                <a:gd name="connsiteX6" fmla="*/ 32628 w 38172"/>
                <a:gd name="connsiteY6" fmla="*/ 39137 h 45302"/>
                <a:gd name="connsiteX7" fmla="*/ 5701 w 38172"/>
                <a:gd name="connsiteY7" fmla="*/ 40023 h 45302"/>
                <a:gd name="connsiteX8" fmla="*/ 4814 w 38172"/>
                <a:gd name="connsiteY8" fmla="*/ 39137 h 45302"/>
                <a:gd name="connsiteX9" fmla="*/ 26627 w 38172"/>
                <a:gd name="connsiteY9" fmla="*/ 33612 h 45302"/>
                <a:gd name="connsiteX10" fmla="*/ 29484 w 38172"/>
                <a:gd name="connsiteY10" fmla="*/ 22659 h 45302"/>
                <a:gd name="connsiteX11" fmla="*/ 26627 w 38172"/>
                <a:gd name="connsiteY11" fmla="*/ 11419 h 45302"/>
                <a:gd name="connsiteX12" fmla="*/ 18721 w 38172"/>
                <a:gd name="connsiteY12" fmla="*/ 7418 h 45302"/>
                <a:gd name="connsiteX13" fmla="*/ 10816 w 38172"/>
                <a:gd name="connsiteY13" fmla="*/ 11419 h 45302"/>
                <a:gd name="connsiteX14" fmla="*/ 7958 w 38172"/>
                <a:gd name="connsiteY14" fmla="*/ 22659 h 45302"/>
                <a:gd name="connsiteX15" fmla="*/ 10816 w 38172"/>
                <a:gd name="connsiteY15" fmla="*/ 33612 h 45302"/>
                <a:gd name="connsiteX16" fmla="*/ 18721 w 38172"/>
                <a:gd name="connsiteY16" fmla="*/ 37613 h 45302"/>
                <a:gd name="connsiteX17" fmla="*/ 26627 w 38172"/>
                <a:gd name="connsiteY17" fmla="*/ 3361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172" h="45302">
                  <a:moveTo>
                    <a:pt x="4814" y="39137"/>
                  </a:moveTo>
                  <a:cubicBezTo>
                    <a:pt x="1178" y="34476"/>
                    <a:pt x="-649" y="28656"/>
                    <a:pt x="-329" y="22754"/>
                  </a:cubicBezTo>
                  <a:cubicBezTo>
                    <a:pt x="-646" y="16705"/>
                    <a:pt x="1175" y="10737"/>
                    <a:pt x="4814" y="5894"/>
                  </a:cubicBezTo>
                  <a:cubicBezTo>
                    <a:pt x="12005" y="-1786"/>
                    <a:pt x="24060" y="-2183"/>
                    <a:pt x="31741" y="5008"/>
                  </a:cubicBezTo>
                  <a:cubicBezTo>
                    <a:pt x="32046" y="5293"/>
                    <a:pt x="32342" y="5589"/>
                    <a:pt x="32628" y="5894"/>
                  </a:cubicBezTo>
                  <a:cubicBezTo>
                    <a:pt x="36267" y="10737"/>
                    <a:pt x="38088" y="16705"/>
                    <a:pt x="37771" y="22754"/>
                  </a:cubicBezTo>
                  <a:cubicBezTo>
                    <a:pt x="38091" y="28656"/>
                    <a:pt x="36264" y="34476"/>
                    <a:pt x="32628" y="39137"/>
                  </a:cubicBezTo>
                  <a:cubicBezTo>
                    <a:pt x="25437" y="46817"/>
                    <a:pt x="13382" y="47214"/>
                    <a:pt x="5701" y="40023"/>
                  </a:cubicBezTo>
                  <a:cubicBezTo>
                    <a:pt x="5396" y="39738"/>
                    <a:pt x="5100" y="39442"/>
                    <a:pt x="4814" y="39137"/>
                  </a:cubicBezTo>
                  <a:moveTo>
                    <a:pt x="26627" y="33612"/>
                  </a:moveTo>
                  <a:cubicBezTo>
                    <a:pt x="28702" y="30350"/>
                    <a:pt x="29701" y="26519"/>
                    <a:pt x="29484" y="22659"/>
                  </a:cubicBezTo>
                  <a:cubicBezTo>
                    <a:pt x="29723" y="18706"/>
                    <a:pt x="28724" y="14778"/>
                    <a:pt x="26627" y="11419"/>
                  </a:cubicBezTo>
                  <a:cubicBezTo>
                    <a:pt x="24810" y="8866"/>
                    <a:pt x="21854" y="7371"/>
                    <a:pt x="18721" y="7418"/>
                  </a:cubicBezTo>
                  <a:cubicBezTo>
                    <a:pt x="15588" y="7371"/>
                    <a:pt x="12632" y="8866"/>
                    <a:pt x="10816" y="11419"/>
                  </a:cubicBezTo>
                  <a:cubicBezTo>
                    <a:pt x="8718" y="14778"/>
                    <a:pt x="7719" y="18706"/>
                    <a:pt x="7958" y="22659"/>
                  </a:cubicBezTo>
                  <a:cubicBezTo>
                    <a:pt x="7741" y="26519"/>
                    <a:pt x="8741" y="30350"/>
                    <a:pt x="10816" y="33612"/>
                  </a:cubicBezTo>
                  <a:cubicBezTo>
                    <a:pt x="12560" y="36248"/>
                    <a:pt x="15565" y="37768"/>
                    <a:pt x="18721" y="37613"/>
                  </a:cubicBezTo>
                  <a:cubicBezTo>
                    <a:pt x="21854" y="37661"/>
                    <a:pt x="24810" y="36165"/>
                    <a:pt x="26627" y="33612"/>
                  </a:cubicBezTo>
                </a:path>
              </a:pathLst>
            </a:custGeom>
            <a:solidFill>
              <a:schemeClr val="tx1"/>
            </a:solidFill>
            <a:ln w="9525" cap="flat">
              <a:noFill/>
              <a:prstDash val="solid"/>
              <a:miter/>
            </a:ln>
          </p:spPr>
          <p:txBody>
            <a:bodyPr rtlCol="0" anchor="ctr"/>
            <a:lstStyle/>
            <a:p>
              <a:endParaRPr lang="zh-CN" altLang="en-US"/>
            </a:p>
          </p:txBody>
        </p:sp>
        <p:sp>
          <p:nvSpPr>
            <p:cNvPr id="168" name="任意多边形: 形状 167"/>
            <p:cNvSpPr/>
            <p:nvPr/>
          </p:nvSpPr>
          <p:spPr>
            <a:xfrm>
              <a:off x="3541111" y="4398302"/>
              <a:ext cx="73355" cy="112646"/>
            </a:xfrm>
            <a:custGeom>
              <a:avLst/>
              <a:gdLst>
                <a:gd name="connsiteX0" fmla="*/ 0 w 28098"/>
                <a:gd name="connsiteY0" fmla="*/ 43148 h 43148"/>
                <a:gd name="connsiteX1" fmla="*/ 0 w 28098"/>
                <a:gd name="connsiteY1" fmla="*/ 0 h 43148"/>
                <a:gd name="connsiteX2" fmla="*/ 4096 w 28098"/>
                <a:gd name="connsiteY2" fmla="*/ 0 h 43148"/>
                <a:gd name="connsiteX3" fmla="*/ 8287 w 28098"/>
                <a:gd name="connsiteY3" fmla="*/ 0 h 43148"/>
                <a:gd name="connsiteX4" fmla="*/ 8287 w 28098"/>
                <a:gd name="connsiteY4" fmla="*/ 35433 h 43148"/>
                <a:gd name="connsiteX5" fmla="*/ 28099 w 28098"/>
                <a:gd name="connsiteY5" fmla="*/ 35433 h 43148"/>
                <a:gd name="connsiteX6" fmla="*/ 28099 w 28098"/>
                <a:gd name="connsiteY6" fmla="*/ 39243 h 43148"/>
                <a:gd name="connsiteX7" fmla="*/ 28099 w 28098"/>
                <a:gd name="connsiteY7" fmla="*/ 43148 h 43148"/>
                <a:gd name="connsiteX8" fmla="*/ 0 w 28098"/>
                <a:gd name="connsiteY8" fmla="*/ 43148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98" h="43148">
                  <a:moveTo>
                    <a:pt x="0" y="43148"/>
                  </a:moveTo>
                  <a:lnTo>
                    <a:pt x="0" y="0"/>
                  </a:lnTo>
                  <a:lnTo>
                    <a:pt x="4096" y="0"/>
                  </a:lnTo>
                  <a:lnTo>
                    <a:pt x="8287" y="0"/>
                  </a:lnTo>
                  <a:lnTo>
                    <a:pt x="8287" y="35433"/>
                  </a:lnTo>
                  <a:lnTo>
                    <a:pt x="28099" y="35433"/>
                  </a:lnTo>
                  <a:lnTo>
                    <a:pt x="28099" y="39243"/>
                  </a:lnTo>
                  <a:lnTo>
                    <a:pt x="28099" y="43148"/>
                  </a:lnTo>
                  <a:lnTo>
                    <a:pt x="0" y="43148"/>
                  </a:lnTo>
                  <a:close/>
                </a:path>
              </a:pathLst>
            </a:custGeom>
            <a:solidFill>
              <a:schemeClr val="tx1"/>
            </a:solidFill>
            <a:ln w="9525" cap="flat">
              <a:noFill/>
              <a:prstDash val="solid"/>
              <a:miter/>
            </a:ln>
          </p:spPr>
          <p:txBody>
            <a:bodyPr rtlCol="0" anchor="ctr"/>
            <a:lstStyle/>
            <a:p>
              <a:endParaRPr lang="zh-CN" altLang="en-US"/>
            </a:p>
          </p:txBody>
        </p:sp>
        <p:sp>
          <p:nvSpPr>
            <p:cNvPr id="169" name="任意多边形: 形状 168"/>
            <p:cNvSpPr/>
            <p:nvPr/>
          </p:nvSpPr>
          <p:spPr>
            <a:xfrm>
              <a:off x="3630538" y="4395490"/>
              <a:ext cx="99655" cy="118269"/>
            </a:xfrm>
            <a:custGeom>
              <a:avLst/>
              <a:gdLst>
                <a:gd name="connsiteX0" fmla="*/ 4814 w 38172"/>
                <a:gd name="connsiteY0" fmla="*/ 39137 h 45302"/>
                <a:gd name="connsiteX1" fmla="*/ -329 w 38172"/>
                <a:gd name="connsiteY1" fmla="*/ 22754 h 45302"/>
                <a:gd name="connsiteX2" fmla="*/ 4814 w 38172"/>
                <a:gd name="connsiteY2" fmla="*/ 5894 h 45302"/>
                <a:gd name="connsiteX3" fmla="*/ 31741 w 38172"/>
                <a:gd name="connsiteY3" fmla="*/ 5008 h 45302"/>
                <a:gd name="connsiteX4" fmla="*/ 32628 w 38172"/>
                <a:gd name="connsiteY4" fmla="*/ 5894 h 45302"/>
                <a:gd name="connsiteX5" fmla="*/ 37771 w 38172"/>
                <a:gd name="connsiteY5" fmla="*/ 22754 h 45302"/>
                <a:gd name="connsiteX6" fmla="*/ 32628 w 38172"/>
                <a:gd name="connsiteY6" fmla="*/ 39137 h 45302"/>
                <a:gd name="connsiteX7" fmla="*/ 5701 w 38172"/>
                <a:gd name="connsiteY7" fmla="*/ 40023 h 45302"/>
                <a:gd name="connsiteX8" fmla="*/ 4814 w 38172"/>
                <a:gd name="connsiteY8" fmla="*/ 39137 h 45302"/>
                <a:gd name="connsiteX9" fmla="*/ 26627 w 38172"/>
                <a:gd name="connsiteY9" fmla="*/ 33612 h 45302"/>
                <a:gd name="connsiteX10" fmla="*/ 29484 w 38172"/>
                <a:gd name="connsiteY10" fmla="*/ 22659 h 45302"/>
                <a:gd name="connsiteX11" fmla="*/ 26627 w 38172"/>
                <a:gd name="connsiteY11" fmla="*/ 11419 h 45302"/>
                <a:gd name="connsiteX12" fmla="*/ 18721 w 38172"/>
                <a:gd name="connsiteY12" fmla="*/ 7418 h 45302"/>
                <a:gd name="connsiteX13" fmla="*/ 10816 w 38172"/>
                <a:gd name="connsiteY13" fmla="*/ 11419 h 45302"/>
                <a:gd name="connsiteX14" fmla="*/ 7958 w 38172"/>
                <a:gd name="connsiteY14" fmla="*/ 22659 h 45302"/>
                <a:gd name="connsiteX15" fmla="*/ 10816 w 38172"/>
                <a:gd name="connsiteY15" fmla="*/ 33612 h 45302"/>
                <a:gd name="connsiteX16" fmla="*/ 18721 w 38172"/>
                <a:gd name="connsiteY16" fmla="*/ 37613 h 45302"/>
                <a:gd name="connsiteX17" fmla="*/ 26627 w 38172"/>
                <a:gd name="connsiteY17" fmla="*/ 33612 h 4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172" h="45302">
                  <a:moveTo>
                    <a:pt x="4814" y="39137"/>
                  </a:moveTo>
                  <a:cubicBezTo>
                    <a:pt x="1178" y="34476"/>
                    <a:pt x="-649" y="28656"/>
                    <a:pt x="-329" y="22754"/>
                  </a:cubicBezTo>
                  <a:cubicBezTo>
                    <a:pt x="-646" y="16705"/>
                    <a:pt x="1175" y="10737"/>
                    <a:pt x="4814" y="5894"/>
                  </a:cubicBezTo>
                  <a:cubicBezTo>
                    <a:pt x="12005" y="-1786"/>
                    <a:pt x="24060" y="-2183"/>
                    <a:pt x="31741" y="5008"/>
                  </a:cubicBezTo>
                  <a:cubicBezTo>
                    <a:pt x="32046" y="5293"/>
                    <a:pt x="32342" y="5589"/>
                    <a:pt x="32628" y="5894"/>
                  </a:cubicBezTo>
                  <a:cubicBezTo>
                    <a:pt x="36267" y="10737"/>
                    <a:pt x="38088" y="16705"/>
                    <a:pt x="37771" y="22754"/>
                  </a:cubicBezTo>
                  <a:cubicBezTo>
                    <a:pt x="38091" y="28656"/>
                    <a:pt x="36264" y="34476"/>
                    <a:pt x="32628" y="39137"/>
                  </a:cubicBezTo>
                  <a:cubicBezTo>
                    <a:pt x="25437" y="46817"/>
                    <a:pt x="13382" y="47214"/>
                    <a:pt x="5701" y="40023"/>
                  </a:cubicBezTo>
                  <a:cubicBezTo>
                    <a:pt x="5396" y="39738"/>
                    <a:pt x="5100" y="39442"/>
                    <a:pt x="4814" y="39137"/>
                  </a:cubicBezTo>
                  <a:moveTo>
                    <a:pt x="26627" y="33612"/>
                  </a:moveTo>
                  <a:cubicBezTo>
                    <a:pt x="28702" y="30350"/>
                    <a:pt x="29701" y="26519"/>
                    <a:pt x="29484" y="22659"/>
                  </a:cubicBezTo>
                  <a:cubicBezTo>
                    <a:pt x="29723" y="18706"/>
                    <a:pt x="28724" y="14778"/>
                    <a:pt x="26627" y="11419"/>
                  </a:cubicBezTo>
                  <a:cubicBezTo>
                    <a:pt x="24810" y="8866"/>
                    <a:pt x="21854" y="7371"/>
                    <a:pt x="18721" y="7418"/>
                  </a:cubicBezTo>
                  <a:cubicBezTo>
                    <a:pt x="15588" y="7371"/>
                    <a:pt x="12632" y="8866"/>
                    <a:pt x="10816" y="11419"/>
                  </a:cubicBezTo>
                  <a:cubicBezTo>
                    <a:pt x="8718" y="14778"/>
                    <a:pt x="7719" y="18706"/>
                    <a:pt x="7958" y="22659"/>
                  </a:cubicBezTo>
                  <a:cubicBezTo>
                    <a:pt x="7741" y="26519"/>
                    <a:pt x="8741" y="30350"/>
                    <a:pt x="10816" y="33612"/>
                  </a:cubicBezTo>
                  <a:cubicBezTo>
                    <a:pt x="12632" y="36165"/>
                    <a:pt x="15589" y="37661"/>
                    <a:pt x="18721" y="37613"/>
                  </a:cubicBezTo>
                  <a:cubicBezTo>
                    <a:pt x="21854" y="37661"/>
                    <a:pt x="24810" y="36165"/>
                    <a:pt x="26627" y="33612"/>
                  </a:cubicBezTo>
                </a:path>
              </a:pathLst>
            </a:custGeom>
            <a:solidFill>
              <a:schemeClr val="tx1"/>
            </a:solidFill>
            <a:ln w="9525" cap="flat">
              <a:noFill/>
              <a:prstDash val="solid"/>
              <a:miter/>
            </a:ln>
          </p:spPr>
          <p:txBody>
            <a:bodyPr rtlCol="0" anchor="ctr"/>
            <a:lstStyle/>
            <a:p>
              <a:endParaRPr lang="zh-CN" altLang="en-US"/>
            </a:p>
          </p:txBody>
        </p:sp>
        <p:sp>
          <p:nvSpPr>
            <p:cNvPr id="170" name="任意多边形: 形状 169"/>
            <p:cNvSpPr/>
            <p:nvPr/>
          </p:nvSpPr>
          <p:spPr>
            <a:xfrm>
              <a:off x="3748502" y="4395047"/>
              <a:ext cx="96230" cy="119144"/>
            </a:xfrm>
            <a:custGeom>
              <a:avLst/>
              <a:gdLst>
                <a:gd name="connsiteX0" fmla="*/ 18589 w 36860"/>
                <a:gd name="connsiteY0" fmla="*/ 45402 h 45637"/>
                <a:gd name="connsiteX1" fmla="*/ 4777 w 36860"/>
                <a:gd name="connsiteY1" fmla="*/ 39306 h 45637"/>
                <a:gd name="connsiteX2" fmla="*/ 4777 w 36860"/>
                <a:gd name="connsiteY2" fmla="*/ 6064 h 45637"/>
                <a:gd name="connsiteX3" fmla="*/ 31067 w 36860"/>
                <a:gd name="connsiteY3" fmla="*/ 3778 h 45637"/>
                <a:gd name="connsiteX4" fmla="*/ 36496 w 36860"/>
                <a:gd name="connsiteY4" fmla="*/ 14446 h 45637"/>
                <a:gd name="connsiteX5" fmla="*/ 28209 w 36860"/>
                <a:gd name="connsiteY5" fmla="*/ 14446 h 45637"/>
                <a:gd name="connsiteX6" fmla="*/ 25352 w 36860"/>
                <a:gd name="connsiteY6" fmla="*/ 9493 h 45637"/>
                <a:gd name="connsiteX7" fmla="*/ 19542 w 36860"/>
                <a:gd name="connsiteY7" fmla="*/ 7397 h 45637"/>
                <a:gd name="connsiteX8" fmla="*/ 11160 w 36860"/>
                <a:gd name="connsiteY8" fmla="*/ 11398 h 45637"/>
                <a:gd name="connsiteX9" fmla="*/ 11160 w 36860"/>
                <a:gd name="connsiteY9" fmla="*/ 33877 h 45637"/>
                <a:gd name="connsiteX10" fmla="*/ 19732 w 36860"/>
                <a:gd name="connsiteY10" fmla="*/ 37782 h 45637"/>
                <a:gd name="connsiteX11" fmla="*/ 19732 w 36860"/>
                <a:gd name="connsiteY11" fmla="*/ 37782 h 45637"/>
                <a:gd name="connsiteX12" fmla="*/ 27257 w 36860"/>
                <a:gd name="connsiteY12" fmla="*/ 33782 h 45637"/>
                <a:gd name="connsiteX13" fmla="*/ 29447 w 36860"/>
                <a:gd name="connsiteY13" fmla="*/ 28448 h 45637"/>
                <a:gd name="connsiteX14" fmla="*/ 19922 w 36860"/>
                <a:gd name="connsiteY14" fmla="*/ 28448 h 45637"/>
                <a:gd name="connsiteX15" fmla="*/ 19922 w 36860"/>
                <a:gd name="connsiteY15" fmla="*/ 21018 h 45637"/>
                <a:gd name="connsiteX16" fmla="*/ 36496 w 36860"/>
                <a:gd name="connsiteY16" fmla="*/ 21018 h 45637"/>
                <a:gd name="connsiteX17" fmla="*/ 36496 w 36860"/>
                <a:gd name="connsiteY17" fmla="*/ 44259 h 45637"/>
                <a:gd name="connsiteX18" fmla="*/ 30971 w 36860"/>
                <a:gd name="connsiteY18" fmla="*/ 44259 h 45637"/>
                <a:gd name="connsiteX19" fmla="*/ 30209 w 36860"/>
                <a:gd name="connsiteY19" fmla="*/ 38734 h 45637"/>
                <a:gd name="connsiteX20" fmla="*/ 29733 w 36860"/>
                <a:gd name="connsiteY20" fmla="*/ 39401 h 45637"/>
                <a:gd name="connsiteX21" fmla="*/ 18303 w 36860"/>
                <a:gd name="connsiteY21" fmla="*/ 45497 h 45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860" h="45637">
                  <a:moveTo>
                    <a:pt x="18589" y="45402"/>
                  </a:moveTo>
                  <a:cubicBezTo>
                    <a:pt x="13287" y="45630"/>
                    <a:pt x="8182" y="43377"/>
                    <a:pt x="4777" y="39306"/>
                  </a:cubicBezTo>
                  <a:cubicBezTo>
                    <a:pt x="-2079" y="29286"/>
                    <a:pt x="-2079" y="16084"/>
                    <a:pt x="4777" y="6064"/>
                  </a:cubicBezTo>
                  <a:cubicBezTo>
                    <a:pt x="11704" y="-1231"/>
                    <a:pt x="22984" y="-2212"/>
                    <a:pt x="31067" y="3778"/>
                  </a:cubicBezTo>
                  <a:cubicBezTo>
                    <a:pt x="34229" y="6465"/>
                    <a:pt x="36185" y="10307"/>
                    <a:pt x="36496" y="14446"/>
                  </a:cubicBezTo>
                  <a:lnTo>
                    <a:pt x="28209" y="14446"/>
                  </a:lnTo>
                  <a:cubicBezTo>
                    <a:pt x="27977" y="12473"/>
                    <a:pt x="26944" y="10682"/>
                    <a:pt x="25352" y="9493"/>
                  </a:cubicBezTo>
                  <a:cubicBezTo>
                    <a:pt x="23702" y="8168"/>
                    <a:pt x="21657" y="7431"/>
                    <a:pt x="19542" y="7397"/>
                  </a:cubicBezTo>
                  <a:cubicBezTo>
                    <a:pt x="16243" y="7186"/>
                    <a:pt x="13070" y="8700"/>
                    <a:pt x="11160" y="11398"/>
                  </a:cubicBezTo>
                  <a:cubicBezTo>
                    <a:pt x="7104" y="18342"/>
                    <a:pt x="7104" y="26933"/>
                    <a:pt x="11160" y="33877"/>
                  </a:cubicBezTo>
                  <a:cubicBezTo>
                    <a:pt x="13218" y="36488"/>
                    <a:pt x="16411" y="37942"/>
                    <a:pt x="19732" y="37782"/>
                  </a:cubicBezTo>
                  <a:lnTo>
                    <a:pt x="19732" y="37782"/>
                  </a:lnTo>
                  <a:cubicBezTo>
                    <a:pt x="22772" y="37878"/>
                    <a:pt x="25636" y="36356"/>
                    <a:pt x="27257" y="33782"/>
                  </a:cubicBezTo>
                  <a:cubicBezTo>
                    <a:pt x="28270" y="32134"/>
                    <a:pt x="29010" y="30332"/>
                    <a:pt x="29447" y="28448"/>
                  </a:cubicBezTo>
                  <a:lnTo>
                    <a:pt x="19922" y="28448"/>
                  </a:lnTo>
                  <a:lnTo>
                    <a:pt x="19922" y="21018"/>
                  </a:lnTo>
                  <a:lnTo>
                    <a:pt x="36496" y="21018"/>
                  </a:lnTo>
                  <a:lnTo>
                    <a:pt x="36496" y="44259"/>
                  </a:lnTo>
                  <a:lnTo>
                    <a:pt x="30971" y="44259"/>
                  </a:lnTo>
                  <a:lnTo>
                    <a:pt x="30209" y="38734"/>
                  </a:lnTo>
                  <a:lnTo>
                    <a:pt x="29733" y="39401"/>
                  </a:lnTo>
                  <a:cubicBezTo>
                    <a:pt x="27258" y="43300"/>
                    <a:pt x="22919" y="45614"/>
                    <a:pt x="18303" y="45497"/>
                  </a:cubicBezTo>
                  <a:close/>
                </a:path>
              </a:pathLst>
            </a:custGeom>
            <a:solidFill>
              <a:schemeClr val="tx1"/>
            </a:solidFill>
            <a:ln w="9525" cap="flat">
              <a:noFill/>
              <a:prstDash val="solid"/>
              <a:miter/>
            </a:ln>
          </p:spPr>
          <p:txBody>
            <a:bodyPr rtlCol="0" anchor="ctr"/>
            <a:lstStyle/>
            <a:p>
              <a:endParaRPr lang="zh-CN" altLang="en-US"/>
            </a:p>
          </p:txBody>
        </p:sp>
        <p:sp>
          <p:nvSpPr>
            <p:cNvPr id="171" name="任意多边形: 形状 170"/>
            <p:cNvSpPr/>
            <p:nvPr/>
          </p:nvSpPr>
          <p:spPr>
            <a:xfrm>
              <a:off x="3862638" y="4398302"/>
              <a:ext cx="92006" cy="112646"/>
            </a:xfrm>
            <a:custGeom>
              <a:avLst/>
              <a:gdLst>
                <a:gd name="connsiteX0" fmla="*/ 13811 w 35242"/>
                <a:gd name="connsiteY0" fmla="*/ 26861 h 43148"/>
                <a:gd name="connsiteX1" fmla="*/ 0 w 35242"/>
                <a:gd name="connsiteY1" fmla="*/ 0 h 43148"/>
                <a:gd name="connsiteX2" fmla="*/ 4953 w 35242"/>
                <a:gd name="connsiteY2" fmla="*/ 0 h 43148"/>
                <a:gd name="connsiteX3" fmla="*/ 9811 w 35242"/>
                <a:gd name="connsiteY3" fmla="*/ 0 h 43148"/>
                <a:gd name="connsiteX4" fmla="*/ 18098 w 35242"/>
                <a:gd name="connsiteY4" fmla="*/ 18669 h 43148"/>
                <a:gd name="connsiteX5" fmla="*/ 18098 w 35242"/>
                <a:gd name="connsiteY5" fmla="*/ 18669 h 43148"/>
                <a:gd name="connsiteX6" fmla="*/ 25908 w 35242"/>
                <a:gd name="connsiteY6" fmla="*/ 0 h 43148"/>
                <a:gd name="connsiteX7" fmla="*/ 30575 w 35242"/>
                <a:gd name="connsiteY7" fmla="*/ 0 h 43148"/>
                <a:gd name="connsiteX8" fmla="*/ 35242 w 35242"/>
                <a:gd name="connsiteY8" fmla="*/ 0 h 43148"/>
                <a:gd name="connsiteX9" fmla="*/ 22098 w 35242"/>
                <a:gd name="connsiteY9" fmla="*/ 26670 h 43148"/>
                <a:gd name="connsiteX10" fmla="*/ 22098 w 35242"/>
                <a:gd name="connsiteY10" fmla="*/ 43148 h 43148"/>
                <a:gd name="connsiteX11" fmla="*/ 18002 w 35242"/>
                <a:gd name="connsiteY11" fmla="*/ 43148 h 43148"/>
                <a:gd name="connsiteX12" fmla="*/ 13811 w 35242"/>
                <a:gd name="connsiteY12" fmla="*/ 43148 h 43148"/>
                <a:gd name="connsiteX13" fmla="*/ 13811 w 35242"/>
                <a:gd name="connsiteY13" fmla="*/ 26861 h 43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242" h="43148">
                  <a:moveTo>
                    <a:pt x="13811" y="26861"/>
                  </a:moveTo>
                  <a:lnTo>
                    <a:pt x="0" y="0"/>
                  </a:lnTo>
                  <a:lnTo>
                    <a:pt x="4953" y="0"/>
                  </a:lnTo>
                  <a:lnTo>
                    <a:pt x="9811" y="0"/>
                  </a:lnTo>
                  <a:lnTo>
                    <a:pt x="18098" y="18669"/>
                  </a:lnTo>
                  <a:lnTo>
                    <a:pt x="18098" y="18669"/>
                  </a:lnTo>
                  <a:lnTo>
                    <a:pt x="25908" y="0"/>
                  </a:lnTo>
                  <a:lnTo>
                    <a:pt x="30575" y="0"/>
                  </a:lnTo>
                  <a:lnTo>
                    <a:pt x="35242" y="0"/>
                  </a:lnTo>
                  <a:lnTo>
                    <a:pt x="22098" y="26670"/>
                  </a:lnTo>
                  <a:lnTo>
                    <a:pt x="22098" y="43148"/>
                  </a:lnTo>
                  <a:lnTo>
                    <a:pt x="18002" y="43148"/>
                  </a:lnTo>
                  <a:lnTo>
                    <a:pt x="13811" y="43148"/>
                  </a:lnTo>
                  <a:lnTo>
                    <a:pt x="13811" y="26861"/>
                  </a:lnTo>
                  <a:close/>
                </a:path>
              </a:pathLst>
            </a:custGeom>
            <a:solidFill>
              <a:schemeClr val="tx1"/>
            </a:solidFill>
            <a:ln w="9525" cap="flat">
              <a:noFill/>
              <a:prstDash val="solid"/>
              <a:miter/>
            </a:ln>
          </p:spPr>
          <p:txBody>
            <a:bodyPr rtlCol="0" anchor="ctr"/>
            <a:lstStyle/>
            <a:p>
              <a:endParaRPr lang="zh-CN" altLang="en-US"/>
            </a:p>
          </p:txBody>
        </p:sp>
        <p:sp>
          <p:nvSpPr>
            <p:cNvPr id="172" name="任意多边形: 形状 171"/>
            <p:cNvSpPr/>
            <p:nvPr/>
          </p:nvSpPr>
          <p:spPr>
            <a:xfrm>
              <a:off x="2275391" y="3933543"/>
              <a:ext cx="265081" cy="352756"/>
            </a:xfrm>
            <a:custGeom>
              <a:avLst/>
              <a:gdLst>
                <a:gd name="connsiteX0" fmla="*/ 95171 w 101537"/>
                <a:gd name="connsiteY0" fmla="*/ 2912 h 135120"/>
                <a:gd name="connsiteX1" fmla="*/ 83646 w 101537"/>
                <a:gd name="connsiteY1" fmla="*/ 2055 h 135120"/>
                <a:gd name="connsiteX2" fmla="*/ 77645 w 101537"/>
                <a:gd name="connsiteY2" fmla="*/ -136 h 135120"/>
                <a:gd name="connsiteX3" fmla="*/ 51928 w 101537"/>
                <a:gd name="connsiteY3" fmla="*/ 8151 h 135120"/>
                <a:gd name="connsiteX4" fmla="*/ 43355 w 101537"/>
                <a:gd name="connsiteY4" fmla="*/ 9008 h 135120"/>
                <a:gd name="connsiteX5" fmla="*/ 32497 w 101537"/>
                <a:gd name="connsiteY5" fmla="*/ 13485 h 135120"/>
                <a:gd name="connsiteX6" fmla="*/ 26210 w 101537"/>
                <a:gd name="connsiteY6" fmla="*/ 15485 h 135120"/>
                <a:gd name="connsiteX7" fmla="*/ 21352 w 101537"/>
                <a:gd name="connsiteY7" fmla="*/ 15961 h 135120"/>
                <a:gd name="connsiteX8" fmla="*/ 16209 w 101537"/>
                <a:gd name="connsiteY8" fmla="*/ 12913 h 135120"/>
                <a:gd name="connsiteX9" fmla="*/ 12209 w 101537"/>
                <a:gd name="connsiteY9" fmla="*/ 21105 h 135120"/>
                <a:gd name="connsiteX10" fmla="*/ 10589 w 101537"/>
                <a:gd name="connsiteY10" fmla="*/ 29201 h 135120"/>
                <a:gd name="connsiteX11" fmla="*/ 9922 w 101537"/>
                <a:gd name="connsiteY11" fmla="*/ 33868 h 135120"/>
                <a:gd name="connsiteX12" fmla="*/ 11732 w 101537"/>
                <a:gd name="connsiteY12" fmla="*/ 40155 h 135120"/>
                <a:gd name="connsiteX13" fmla="*/ 13256 w 101537"/>
                <a:gd name="connsiteY13" fmla="*/ 54728 h 135120"/>
                <a:gd name="connsiteX14" fmla="*/ 10113 w 101537"/>
                <a:gd name="connsiteY14" fmla="*/ 63777 h 135120"/>
                <a:gd name="connsiteX15" fmla="*/ 11732 w 101537"/>
                <a:gd name="connsiteY15" fmla="*/ 69777 h 135120"/>
                <a:gd name="connsiteX16" fmla="*/ 14590 w 101537"/>
                <a:gd name="connsiteY16" fmla="*/ 75111 h 135120"/>
                <a:gd name="connsiteX17" fmla="*/ 15828 w 101537"/>
                <a:gd name="connsiteY17" fmla="*/ 78826 h 135120"/>
                <a:gd name="connsiteX18" fmla="*/ 17447 w 101537"/>
                <a:gd name="connsiteY18" fmla="*/ 81303 h 135120"/>
                <a:gd name="connsiteX19" fmla="*/ 20686 w 101537"/>
                <a:gd name="connsiteY19" fmla="*/ 81779 h 135120"/>
                <a:gd name="connsiteX20" fmla="*/ 24686 w 101537"/>
                <a:gd name="connsiteY20" fmla="*/ 80922 h 135120"/>
                <a:gd name="connsiteX21" fmla="*/ 29068 w 101537"/>
                <a:gd name="connsiteY21" fmla="*/ 79683 h 135120"/>
                <a:gd name="connsiteX22" fmla="*/ 32402 w 101537"/>
                <a:gd name="connsiteY22" fmla="*/ 79684 h 135120"/>
                <a:gd name="connsiteX23" fmla="*/ 31735 w 101537"/>
                <a:gd name="connsiteY23" fmla="*/ 85303 h 135120"/>
                <a:gd name="connsiteX24" fmla="*/ 29258 w 101537"/>
                <a:gd name="connsiteY24" fmla="*/ 87494 h 135120"/>
                <a:gd name="connsiteX25" fmla="*/ 26496 w 101537"/>
                <a:gd name="connsiteY25" fmla="*/ 87494 h 135120"/>
                <a:gd name="connsiteX26" fmla="*/ 23639 w 101537"/>
                <a:gd name="connsiteY26" fmla="*/ 87970 h 135120"/>
                <a:gd name="connsiteX27" fmla="*/ 21067 w 101537"/>
                <a:gd name="connsiteY27" fmla="*/ 87113 h 135120"/>
                <a:gd name="connsiteX28" fmla="*/ 18495 w 101537"/>
                <a:gd name="connsiteY28" fmla="*/ 90542 h 135120"/>
                <a:gd name="connsiteX29" fmla="*/ 17924 w 101537"/>
                <a:gd name="connsiteY29" fmla="*/ 95304 h 135120"/>
                <a:gd name="connsiteX30" fmla="*/ 17924 w 101537"/>
                <a:gd name="connsiteY30" fmla="*/ 99114 h 135120"/>
                <a:gd name="connsiteX31" fmla="*/ 21924 w 101537"/>
                <a:gd name="connsiteY31" fmla="*/ 101115 h 135120"/>
                <a:gd name="connsiteX32" fmla="*/ 26591 w 101537"/>
                <a:gd name="connsiteY32" fmla="*/ 101782 h 135120"/>
                <a:gd name="connsiteX33" fmla="*/ 28496 w 101537"/>
                <a:gd name="connsiteY33" fmla="*/ 105020 h 135120"/>
                <a:gd name="connsiteX34" fmla="*/ 16971 w 101537"/>
                <a:gd name="connsiteY34" fmla="*/ 110068 h 135120"/>
                <a:gd name="connsiteX35" fmla="*/ 7446 w 101537"/>
                <a:gd name="connsiteY35" fmla="*/ 113211 h 135120"/>
                <a:gd name="connsiteX36" fmla="*/ 4398 w 101537"/>
                <a:gd name="connsiteY36" fmla="*/ 111687 h 135120"/>
                <a:gd name="connsiteX37" fmla="*/ 1922 w 101537"/>
                <a:gd name="connsiteY37" fmla="*/ 113688 h 135120"/>
                <a:gd name="connsiteX38" fmla="*/ -364 w 101537"/>
                <a:gd name="connsiteY38" fmla="*/ 118450 h 135120"/>
                <a:gd name="connsiteX39" fmla="*/ -364 w 101537"/>
                <a:gd name="connsiteY39" fmla="*/ 122546 h 135120"/>
                <a:gd name="connsiteX40" fmla="*/ 1160 w 101537"/>
                <a:gd name="connsiteY40" fmla="*/ 131500 h 135120"/>
                <a:gd name="connsiteX41" fmla="*/ 7827 w 101537"/>
                <a:gd name="connsiteY41" fmla="*/ 134928 h 135120"/>
                <a:gd name="connsiteX42" fmla="*/ 18495 w 101537"/>
                <a:gd name="connsiteY42" fmla="*/ 132261 h 135120"/>
                <a:gd name="connsiteX43" fmla="*/ 28877 w 101537"/>
                <a:gd name="connsiteY43" fmla="*/ 131214 h 135120"/>
                <a:gd name="connsiteX44" fmla="*/ 38402 w 101537"/>
                <a:gd name="connsiteY44" fmla="*/ 129214 h 135120"/>
                <a:gd name="connsiteX45" fmla="*/ 46594 w 101537"/>
                <a:gd name="connsiteY45" fmla="*/ 127880 h 135120"/>
                <a:gd name="connsiteX46" fmla="*/ 53928 w 101537"/>
                <a:gd name="connsiteY46" fmla="*/ 127118 h 135120"/>
                <a:gd name="connsiteX47" fmla="*/ 62310 w 101537"/>
                <a:gd name="connsiteY47" fmla="*/ 127118 h 135120"/>
                <a:gd name="connsiteX48" fmla="*/ 77550 w 101537"/>
                <a:gd name="connsiteY48" fmla="*/ 126546 h 135120"/>
                <a:gd name="connsiteX49" fmla="*/ 87075 w 101537"/>
                <a:gd name="connsiteY49" fmla="*/ 128166 h 135120"/>
                <a:gd name="connsiteX50" fmla="*/ 97267 w 101537"/>
                <a:gd name="connsiteY50" fmla="*/ 113497 h 135120"/>
                <a:gd name="connsiteX51" fmla="*/ 91742 w 101537"/>
                <a:gd name="connsiteY51" fmla="*/ 103972 h 135120"/>
                <a:gd name="connsiteX52" fmla="*/ 84789 w 101537"/>
                <a:gd name="connsiteY52" fmla="*/ 103972 h 135120"/>
                <a:gd name="connsiteX53" fmla="*/ 76788 w 101537"/>
                <a:gd name="connsiteY53" fmla="*/ 105592 h 135120"/>
                <a:gd name="connsiteX54" fmla="*/ 70311 w 101537"/>
                <a:gd name="connsiteY54" fmla="*/ 105592 h 135120"/>
                <a:gd name="connsiteX55" fmla="*/ 61739 w 101537"/>
                <a:gd name="connsiteY55" fmla="*/ 107211 h 135120"/>
                <a:gd name="connsiteX56" fmla="*/ 58595 w 101537"/>
                <a:gd name="connsiteY56" fmla="*/ 104734 h 135120"/>
                <a:gd name="connsiteX57" fmla="*/ 60595 w 101537"/>
                <a:gd name="connsiteY57" fmla="*/ 101019 h 135120"/>
                <a:gd name="connsiteX58" fmla="*/ 67073 w 101537"/>
                <a:gd name="connsiteY58" fmla="*/ 98638 h 135120"/>
                <a:gd name="connsiteX59" fmla="*/ 72692 w 101537"/>
                <a:gd name="connsiteY59" fmla="*/ 94638 h 135120"/>
                <a:gd name="connsiteX60" fmla="*/ 73645 w 101537"/>
                <a:gd name="connsiteY60" fmla="*/ 91399 h 135120"/>
                <a:gd name="connsiteX61" fmla="*/ 72026 w 101537"/>
                <a:gd name="connsiteY61" fmla="*/ 83589 h 135120"/>
                <a:gd name="connsiteX62" fmla="*/ 69549 w 101537"/>
                <a:gd name="connsiteY62" fmla="*/ 80731 h 135120"/>
                <a:gd name="connsiteX63" fmla="*/ 63358 w 101537"/>
                <a:gd name="connsiteY63" fmla="*/ 78731 h 135120"/>
                <a:gd name="connsiteX64" fmla="*/ 58881 w 101537"/>
                <a:gd name="connsiteY64" fmla="*/ 80827 h 135120"/>
                <a:gd name="connsiteX65" fmla="*/ 53261 w 101537"/>
                <a:gd name="connsiteY65" fmla="*/ 81874 h 135120"/>
                <a:gd name="connsiteX66" fmla="*/ 53261 w 101537"/>
                <a:gd name="connsiteY66" fmla="*/ 76159 h 135120"/>
                <a:gd name="connsiteX67" fmla="*/ 60596 w 101537"/>
                <a:gd name="connsiteY67" fmla="*/ 73873 h 135120"/>
                <a:gd name="connsiteX68" fmla="*/ 65549 w 101537"/>
                <a:gd name="connsiteY68" fmla="*/ 72254 h 135120"/>
                <a:gd name="connsiteX69" fmla="*/ 70311 w 101537"/>
                <a:gd name="connsiteY69" fmla="*/ 72254 h 135120"/>
                <a:gd name="connsiteX70" fmla="*/ 74216 w 101537"/>
                <a:gd name="connsiteY70" fmla="*/ 68349 h 135120"/>
                <a:gd name="connsiteX71" fmla="*/ 85742 w 101537"/>
                <a:gd name="connsiteY71" fmla="*/ 44251 h 135120"/>
                <a:gd name="connsiteX72" fmla="*/ 90980 w 101537"/>
                <a:gd name="connsiteY72" fmla="*/ 38250 h 135120"/>
                <a:gd name="connsiteX73" fmla="*/ 96410 w 101537"/>
                <a:gd name="connsiteY73" fmla="*/ 28058 h 135120"/>
                <a:gd name="connsiteX74" fmla="*/ 97934 w 101537"/>
                <a:gd name="connsiteY74" fmla="*/ 21771 h 135120"/>
                <a:gd name="connsiteX75" fmla="*/ 101172 w 101537"/>
                <a:gd name="connsiteY75" fmla="*/ 14913 h 135120"/>
                <a:gd name="connsiteX76" fmla="*/ 97171 w 101537"/>
                <a:gd name="connsiteY76" fmla="*/ 6817 h 135120"/>
                <a:gd name="connsiteX77" fmla="*/ 95171 w 101537"/>
                <a:gd name="connsiteY77" fmla="*/ 2055 h 135120"/>
                <a:gd name="connsiteX78" fmla="*/ 37355 w 101537"/>
                <a:gd name="connsiteY78" fmla="*/ 57300 h 135120"/>
                <a:gd name="connsiteX79" fmla="*/ 31544 w 101537"/>
                <a:gd name="connsiteY79" fmla="*/ 56728 h 135120"/>
                <a:gd name="connsiteX80" fmla="*/ 30973 w 101537"/>
                <a:gd name="connsiteY80" fmla="*/ 53299 h 135120"/>
                <a:gd name="connsiteX81" fmla="*/ 32592 w 101537"/>
                <a:gd name="connsiteY81" fmla="*/ 49680 h 135120"/>
                <a:gd name="connsiteX82" fmla="*/ 39355 w 101537"/>
                <a:gd name="connsiteY82" fmla="*/ 48632 h 135120"/>
                <a:gd name="connsiteX83" fmla="*/ 41267 w 101537"/>
                <a:gd name="connsiteY83" fmla="*/ 50333 h 135120"/>
                <a:gd name="connsiteX84" fmla="*/ 41260 w 101537"/>
                <a:gd name="connsiteY84" fmla="*/ 50632 h 135120"/>
                <a:gd name="connsiteX85" fmla="*/ 37355 w 101537"/>
                <a:gd name="connsiteY85" fmla="*/ 57300 h 135120"/>
                <a:gd name="connsiteX86" fmla="*/ 41546 w 101537"/>
                <a:gd name="connsiteY86" fmla="*/ 31582 h 135120"/>
                <a:gd name="connsiteX87" fmla="*/ 34973 w 101537"/>
                <a:gd name="connsiteY87" fmla="*/ 37773 h 135120"/>
                <a:gd name="connsiteX88" fmla="*/ 32497 w 101537"/>
                <a:gd name="connsiteY88" fmla="*/ 36250 h 135120"/>
                <a:gd name="connsiteX89" fmla="*/ 31925 w 101537"/>
                <a:gd name="connsiteY89" fmla="*/ 30725 h 135120"/>
                <a:gd name="connsiteX90" fmla="*/ 37355 w 101537"/>
                <a:gd name="connsiteY90" fmla="*/ 26725 h 135120"/>
                <a:gd name="connsiteX91" fmla="*/ 41546 w 101537"/>
                <a:gd name="connsiteY91" fmla="*/ 31582 h 135120"/>
                <a:gd name="connsiteX92" fmla="*/ 62405 w 101537"/>
                <a:gd name="connsiteY92" fmla="*/ 48346 h 135120"/>
                <a:gd name="connsiteX93" fmla="*/ 56500 w 101537"/>
                <a:gd name="connsiteY93" fmla="*/ 52728 h 135120"/>
                <a:gd name="connsiteX94" fmla="*/ 53261 w 101537"/>
                <a:gd name="connsiteY94" fmla="*/ 49680 h 135120"/>
                <a:gd name="connsiteX95" fmla="*/ 53928 w 101537"/>
                <a:gd name="connsiteY95" fmla="*/ 44536 h 135120"/>
                <a:gd name="connsiteX96" fmla="*/ 59167 w 101537"/>
                <a:gd name="connsiteY96" fmla="*/ 42727 h 135120"/>
                <a:gd name="connsiteX97" fmla="*/ 62501 w 101537"/>
                <a:gd name="connsiteY97" fmla="*/ 43965 h 135120"/>
                <a:gd name="connsiteX98" fmla="*/ 62501 w 101537"/>
                <a:gd name="connsiteY98" fmla="*/ 48346 h 135120"/>
                <a:gd name="connsiteX99" fmla="*/ 70121 w 101537"/>
                <a:gd name="connsiteY99" fmla="*/ 23486 h 135120"/>
                <a:gd name="connsiteX100" fmla="*/ 65454 w 101537"/>
                <a:gd name="connsiteY100" fmla="*/ 30153 h 135120"/>
                <a:gd name="connsiteX101" fmla="*/ 58310 w 101537"/>
                <a:gd name="connsiteY101" fmla="*/ 30153 h 135120"/>
                <a:gd name="connsiteX102" fmla="*/ 56500 w 101537"/>
                <a:gd name="connsiteY102" fmla="*/ 23867 h 135120"/>
                <a:gd name="connsiteX103" fmla="*/ 69644 w 101537"/>
                <a:gd name="connsiteY103" fmla="*/ 18628 h 135120"/>
                <a:gd name="connsiteX104" fmla="*/ 70120 w 101537"/>
                <a:gd name="connsiteY104" fmla="*/ 23772 h 135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01537" h="135120">
                  <a:moveTo>
                    <a:pt x="95171" y="2912"/>
                  </a:moveTo>
                  <a:cubicBezTo>
                    <a:pt x="91392" y="2067"/>
                    <a:pt x="87509" y="1778"/>
                    <a:pt x="83646" y="2055"/>
                  </a:cubicBezTo>
                  <a:cubicBezTo>
                    <a:pt x="81741" y="2055"/>
                    <a:pt x="80027" y="-136"/>
                    <a:pt x="77645" y="-136"/>
                  </a:cubicBezTo>
                  <a:cubicBezTo>
                    <a:pt x="75264" y="-136"/>
                    <a:pt x="58595" y="6055"/>
                    <a:pt x="51928" y="8151"/>
                  </a:cubicBezTo>
                  <a:cubicBezTo>
                    <a:pt x="49737" y="8913"/>
                    <a:pt x="46022" y="8151"/>
                    <a:pt x="43355" y="9008"/>
                  </a:cubicBezTo>
                  <a:cubicBezTo>
                    <a:pt x="39164" y="10342"/>
                    <a:pt x="36402" y="12056"/>
                    <a:pt x="32497" y="13485"/>
                  </a:cubicBezTo>
                  <a:cubicBezTo>
                    <a:pt x="31163" y="13961"/>
                    <a:pt x="26972" y="15104"/>
                    <a:pt x="26210" y="15485"/>
                  </a:cubicBezTo>
                  <a:cubicBezTo>
                    <a:pt x="24631" y="15925"/>
                    <a:pt x="22987" y="16086"/>
                    <a:pt x="21352" y="15961"/>
                  </a:cubicBezTo>
                  <a:cubicBezTo>
                    <a:pt x="18590" y="15961"/>
                    <a:pt x="18686" y="12913"/>
                    <a:pt x="16209" y="12913"/>
                  </a:cubicBezTo>
                  <a:cubicBezTo>
                    <a:pt x="13733" y="12913"/>
                    <a:pt x="11827" y="17485"/>
                    <a:pt x="12209" y="21105"/>
                  </a:cubicBezTo>
                  <a:cubicBezTo>
                    <a:pt x="11993" y="23858"/>
                    <a:pt x="11450" y="26576"/>
                    <a:pt x="10589" y="29201"/>
                  </a:cubicBezTo>
                  <a:cubicBezTo>
                    <a:pt x="10175" y="30723"/>
                    <a:pt x="9951" y="32291"/>
                    <a:pt x="9922" y="33868"/>
                  </a:cubicBezTo>
                  <a:cubicBezTo>
                    <a:pt x="9923" y="36535"/>
                    <a:pt x="11827" y="38726"/>
                    <a:pt x="11732" y="40155"/>
                  </a:cubicBezTo>
                  <a:cubicBezTo>
                    <a:pt x="11686" y="45054"/>
                    <a:pt x="12197" y="49944"/>
                    <a:pt x="13256" y="54728"/>
                  </a:cubicBezTo>
                  <a:cubicBezTo>
                    <a:pt x="13256" y="57014"/>
                    <a:pt x="10113" y="59967"/>
                    <a:pt x="10113" y="63777"/>
                  </a:cubicBezTo>
                  <a:cubicBezTo>
                    <a:pt x="10272" y="65861"/>
                    <a:pt x="10821" y="67897"/>
                    <a:pt x="11732" y="69777"/>
                  </a:cubicBezTo>
                  <a:cubicBezTo>
                    <a:pt x="11732" y="70635"/>
                    <a:pt x="14876" y="71778"/>
                    <a:pt x="14590" y="75111"/>
                  </a:cubicBezTo>
                  <a:cubicBezTo>
                    <a:pt x="14770" y="76415"/>
                    <a:pt x="15190" y="77675"/>
                    <a:pt x="15828" y="78826"/>
                  </a:cubicBezTo>
                  <a:cubicBezTo>
                    <a:pt x="15828" y="79969"/>
                    <a:pt x="15828" y="80922"/>
                    <a:pt x="17447" y="81303"/>
                  </a:cubicBezTo>
                  <a:cubicBezTo>
                    <a:pt x="18496" y="81627"/>
                    <a:pt x="19588" y="81788"/>
                    <a:pt x="20686" y="81779"/>
                  </a:cubicBezTo>
                  <a:cubicBezTo>
                    <a:pt x="21924" y="81779"/>
                    <a:pt x="23829" y="80922"/>
                    <a:pt x="24686" y="80922"/>
                  </a:cubicBezTo>
                  <a:cubicBezTo>
                    <a:pt x="26178" y="80629"/>
                    <a:pt x="27644" y="80215"/>
                    <a:pt x="29068" y="79683"/>
                  </a:cubicBezTo>
                  <a:cubicBezTo>
                    <a:pt x="30782" y="78826"/>
                    <a:pt x="32211" y="78636"/>
                    <a:pt x="32402" y="79684"/>
                  </a:cubicBezTo>
                  <a:cubicBezTo>
                    <a:pt x="32490" y="81581"/>
                    <a:pt x="32265" y="83480"/>
                    <a:pt x="31735" y="85303"/>
                  </a:cubicBezTo>
                  <a:cubicBezTo>
                    <a:pt x="31157" y="86273"/>
                    <a:pt x="30291" y="87039"/>
                    <a:pt x="29258" y="87494"/>
                  </a:cubicBezTo>
                  <a:cubicBezTo>
                    <a:pt x="28344" y="87651"/>
                    <a:pt x="27410" y="87651"/>
                    <a:pt x="26496" y="87494"/>
                  </a:cubicBezTo>
                  <a:cubicBezTo>
                    <a:pt x="25353" y="87494"/>
                    <a:pt x="24877" y="87970"/>
                    <a:pt x="23639" y="87970"/>
                  </a:cubicBezTo>
                  <a:cubicBezTo>
                    <a:pt x="22400" y="87970"/>
                    <a:pt x="22305" y="87113"/>
                    <a:pt x="21067" y="87113"/>
                  </a:cubicBezTo>
                  <a:cubicBezTo>
                    <a:pt x="19829" y="87113"/>
                    <a:pt x="18686" y="89209"/>
                    <a:pt x="18495" y="90542"/>
                  </a:cubicBezTo>
                  <a:cubicBezTo>
                    <a:pt x="18305" y="91876"/>
                    <a:pt x="18495" y="93685"/>
                    <a:pt x="17924" y="95304"/>
                  </a:cubicBezTo>
                  <a:cubicBezTo>
                    <a:pt x="17352" y="96924"/>
                    <a:pt x="17257" y="98067"/>
                    <a:pt x="17924" y="99114"/>
                  </a:cubicBezTo>
                  <a:cubicBezTo>
                    <a:pt x="18590" y="100162"/>
                    <a:pt x="19543" y="100734"/>
                    <a:pt x="21924" y="101115"/>
                  </a:cubicBezTo>
                  <a:cubicBezTo>
                    <a:pt x="23302" y="102023"/>
                    <a:pt x="25014" y="102268"/>
                    <a:pt x="26591" y="101782"/>
                  </a:cubicBezTo>
                  <a:cubicBezTo>
                    <a:pt x="27544" y="101781"/>
                    <a:pt x="30020" y="102925"/>
                    <a:pt x="28496" y="105020"/>
                  </a:cubicBezTo>
                  <a:cubicBezTo>
                    <a:pt x="24567" y="106497"/>
                    <a:pt x="20720" y="108182"/>
                    <a:pt x="16971" y="110068"/>
                  </a:cubicBezTo>
                  <a:cubicBezTo>
                    <a:pt x="13940" y="111511"/>
                    <a:pt x="10740" y="112567"/>
                    <a:pt x="7446" y="113211"/>
                  </a:cubicBezTo>
                  <a:cubicBezTo>
                    <a:pt x="5732" y="113211"/>
                    <a:pt x="5446" y="111878"/>
                    <a:pt x="4398" y="111687"/>
                  </a:cubicBezTo>
                  <a:cubicBezTo>
                    <a:pt x="3350" y="111497"/>
                    <a:pt x="2207" y="113593"/>
                    <a:pt x="1922" y="113688"/>
                  </a:cubicBezTo>
                  <a:cubicBezTo>
                    <a:pt x="453" y="114827"/>
                    <a:pt x="-394" y="116591"/>
                    <a:pt x="-364" y="118450"/>
                  </a:cubicBezTo>
                  <a:cubicBezTo>
                    <a:pt x="-364" y="119403"/>
                    <a:pt x="-364" y="121308"/>
                    <a:pt x="-364" y="122546"/>
                  </a:cubicBezTo>
                  <a:cubicBezTo>
                    <a:pt x="-364" y="126642"/>
                    <a:pt x="969" y="128547"/>
                    <a:pt x="1160" y="131500"/>
                  </a:cubicBezTo>
                  <a:cubicBezTo>
                    <a:pt x="1350" y="134452"/>
                    <a:pt x="5922" y="135214"/>
                    <a:pt x="7827" y="134928"/>
                  </a:cubicBezTo>
                  <a:cubicBezTo>
                    <a:pt x="11466" y="134413"/>
                    <a:pt x="15042" y="133520"/>
                    <a:pt x="18495" y="132261"/>
                  </a:cubicBezTo>
                  <a:cubicBezTo>
                    <a:pt x="21983" y="132282"/>
                    <a:pt x="25464" y="131931"/>
                    <a:pt x="28877" y="131214"/>
                  </a:cubicBezTo>
                  <a:cubicBezTo>
                    <a:pt x="31884" y="129909"/>
                    <a:pt x="35125" y="129228"/>
                    <a:pt x="38402" y="129214"/>
                  </a:cubicBezTo>
                  <a:cubicBezTo>
                    <a:pt x="41162" y="128970"/>
                    <a:pt x="43900" y="128524"/>
                    <a:pt x="46594" y="127880"/>
                  </a:cubicBezTo>
                  <a:cubicBezTo>
                    <a:pt x="49017" y="127450"/>
                    <a:pt x="51468" y="127195"/>
                    <a:pt x="53928" y="127118"/>
                  </a:cubicBezTo>
                  <a:cubicBezTo>
                    <a:pt x="56718" y="127334"/>
                    <a:pt x="59520" y="127334"/>
                    <a:pt x="62310" y="127118"/>
                  </a:cubicBezTo>
                  <a:cubicBezTo>
                    <a:pt x="63453" y="127118"/>
                    <a:pt x="70025" y="127118"/>
                    <a:pt x="77550" y="126546"/>
                  </a:cubicBezTo>
                  <a:cubicBezTo>
                    <a:pt x="85075" y="125975"/>
                    <a:pt x="84503" y="128356"/>
                    <a:pt x="87075" y="128166"/>
                  </a:cubicBezTo>
                  <a:cubicBezTo>
                    <a:pt x="92981" y="127594"/>
                    <a:pt x="97267" y="120165"/>
                    <a:pt x="97267" y="113497"/>
                  </a:cubicBezTo>
                  <a:cubicBezTo>
                    <a:pt x="97267" y="108735"/>
                    <a:pt x="91742" y="107401"/>
                    <a:pt x="91742" y="103972"/>
                  </a:cubicBezTo>
                  <a:cubicBezTo>
                    <a:pt x="90123" y="102258"/>
                    <a:pt x="87266" y="104639"/>
                    <a:pt x="84789" y="103972"/>
                  </a:cubicBezTo>
                  <a:cubicBezTo>
                    <a:pt x="82058" y="104126"/>
                    <a:pt x="79364" y="104672"/>
                    <a:pt x="76788" y="105592"/>
                  </a:cubicBezTo>
                  <a:cubicBezTo>
                    <a:pt x="74788" y="105592"/>
                    <a:pt x="72692" y="105592"/>
                    <a:pt x="70311" y="105592"/>
                  </a:cubicBezTo>
                  <a:cubicBezTo>
                    <a:pt x="67930" y="105592"/>
                    <a:pt x="62977" y="107211"/>
                    <a:pt x="61739" y="107211"/>
                  </a:cubicBezTo>
                  <a:cubicBezTo>
                    <a:pt x="60500" y="107211"/>
                    <a:pt x="58595" y="107211"/>
                    <a:pt x="58595" y="104734"/>
                  </a:cubicBezTo>
                  <a:cubicBezTo>
                    <a:pt x="58688" y="103263"/>
                    <a:pt x="59418" y="101906"/>
                    <a:pt x="60595" y="101019"/>
                  </a:cubicBezTo>
                  <a:cubicBezTo>
                    <a:pt x="62596" y="99781"/>
                    <a:pt x="65739" y="99495"/>
                    <a:pt x="67073" y="98638"/>
                  </a:cubicBezTo>
                  <a:cubicBezTo>
                    <a:pt x="69125" y="97576"/>
                    <a:pt x="71017" y="96229"/>
                    <a:pt x="72692" y="94638"/>
                  </a:cubicBezTo>
                  <a:cubicBezTo>
                    <a:pt x="73372" y="93699"/>
                    <a:pt x="73708" y="92556"/>
                    <a:pt x="73645" y="91399"/>
                  </a:cubicBezTo>
                  <a:cubicBezTo>
                    <a:pt x="72586" y="88931"/>
                    <a:pt x="72035" y="86274"/>
                    <a:pt x="72026" y="83589"/>
                  </a:cubicBezTo>
                  <a:cubicBezTo>
                    <a:pt x="72083" y="82132"/>
                    <a:pt x="70999" y="80881"/>
                    <a:pt x="69549" y="80731"/>
                  </a:cubicBezTo>
                  <a:cubicBezTo>
                    <a:pt x="67421" y="80284"/>
                    <a:pt x="65345" y="79613"/>
                    <a:pt x="63358" y="78731"/>
                  </a:cubicBezTo>
                  <a:cubicBezTo>
                    <a:pt x="61613" y="78654"/>
                    <a:pt x="59940" y="79437"/>
                    <a:pt x="58881" y="80827"/>
                  </a:cubicBezTo>
                  <a:cubicBezTo>
                    <a:pt x="58119" y="81874"/>
                    <a:pt x="54785" y="83779"/>
                    <a:pt x="53261" y="81874"/>
                  </a:cubicBezTo>
                  <a:cubicBezTo>
                    <a:pt x="52499" y="80045"/>
                    <a:pt x="52499" y="77988"/>
                    <a:pt x="53261" y="76159"/>
                  </a:cubicBezTo>
                  <a:cubicBezTo>
                    <a:pt x="54309" y="74064"/>
                    <a:pt x="59643" y="74826"/>
                    <a:pt x="60596" y="73873"/>
                  </a:cubicBezTo>
                  <a:cubicBezTo>
                    <a:pt x="61548" y="72921"/>
                    <a:pt x="64882" y="72921"/>
                    <a:pt x="65549" y="72254"/>
                  </a:cubicBezTo>
                  <a:cubicBezTo>
                    <a:pt x="67066" y="71586"/>
                    <a:pt x="68794" y="71586"/>
                    <a:pt x="70311" y="72254"/>
                  </a:cubicBezTo>
                  <a:cubicBezTo>
                    <a:pt x="71359" y="72254"/>
                    <a:pt x="73645" y="69777"/>
                    <a:pt x="74216" y="68349"/>
                  </a:cubicBezTo>
                  <a:cubicBezTo>
                    <a:pt x="77360" y="59395"/>
                    <a:pt x="81741" y="53204"/>
                    <a:pt x="85742" y="44251"/>
                  </a:cubicBezTo>
                  <a:cubicBezTo>
                    <a:pt x="86408" y="42822"/>
                    <a:pt x="90314" y="39678"/>
                    <a:pt x="90980" y="38250"/>
                  </a:cubicBezTo>
                  <a:cubicBezTo>
                    <a:pt x="92387" y="34653"/>
                    <a:pt x="94209" y="31232"/>
                    <a:pt x="96410" y="28058"/>
                  </a:cubicBezTo>
                  <a:cubicBezTo>
                    <a:pt x="97580" y="26181"/>
                    <a:pt x="98115" y="23976"/>
                    <a:pt x="97934" y="21771"/>
                  </a:cubicBezTo>
                  <a:cubicBezTo>
                    <a:pt x="97934" y="20819"/>
                    <a:pt x="100982" y="17200"/>
                    <a:pt x="101172" y="14913"/>
                  </a:cubicBezTo>
                  <a:cubicBezTo>
                    <a:pt x="100798" y="11838"/>
                    <a:pt x="99387" y="8982"/>
                    <a:pt x="97171" y="6817"/>
                  </a:cubicBezTo>
                  <a:cubicBezTo>
                    <a:pt x="96410" y="6055"/>
                    <a:pt x="95838" y="2626"/>
                    <a:pt x="95171" y="2055"/>
                  </a:cubicBezTo>
                  <a:moveTo>
                    <a:pt x="37355" y="57300"/>
                  </a:moveTo>
                  <a:cubicBezTo>
                    <a:pt x="36211" y="57967"/>
                    <a:pt x="33544" y="57300"/>
                    <a:pt x="31544" y="56728"/>
                  </a:cubicBezTo>
                  <a:cubicBezTo>
                    <a:pt x="31062" y="55653"/>
                    <a:pt x="30866" y="54472"/>
                    <a:pt x="30973" y="53299"/>
                  </a:cubicBezTo>
                  <a:cubicBezTo>
                    <a:pt x="31160" y="51964"/>
                    <a:pt x="31722" y="50709"/>
                    <a:pt x="32592" y="49680"/>
                  </a:cubicBezTo>
                  <a:cubicBezTo>
                    <a:pt x="34822" y="49187"/>
                    <a:pt x="37081" y="48837"/>
                    <a:pt x="39355" y="48632"/>
                  </a:cubicBezTo>
                  <a:cubicBezTo>
                    <a:pt x="40353" y="48574"/>
                    <a:pt x="41209" y="49335"/>
                    <a:pt x="41267" y="50333"/>
                  </a:cubicBezTo>
                  <a:cubicBezTo>
                    <a:pt x="41273" y="50433"/>
                    <a:pt x="41271" y="50533"/>
                    <a:pt x="41260" y="50632"/>
                  </a:cubicBezTo>
                  <a:cubicBezTo>
                    <a:pt x="40959" y="53307"/>
                    <a:pt x="39540" y="55729"/>
                    <a:pt x="37355" y="57300"/>
                  </a:cubicBezTo>
                  <a:moveTo>
                    <a:pt x="41546" y="31582"/>
                  </a:moveTo>
                  <a:cubicBezTo>
                    <a:pt x="41546" y="34821"/>
                    <a:pt x="37736" y="35678"/>
                    <a:pt x="34973" y="37773"/>
                  </a:cubicBezTo>
                  <a:cubicBezTo>
                    <a:pt x="32211" y="39869"/>
                    <a:pt x="32497" y="36250"/>
                    <a:pt x="32497" y="36250"/>
                  </a:cubicBezTo>
                  <a:cubicBezTo>
                    <a:pt x="32497" y="36250"/>
                    <a:pt x="31925" y="32439"/>
                    <a:pt x="31925" y="30725"/>
                  </a:cubicBezTo>
                  <a:cubicBezTo>
                    <a:pt x="31925" y="26725"/>
                    <a:pt x="36211" y="28058"/>
                    <a:pt x="37355" y="26725"/>
                  </a:cubicBezTo>
                  <a:cubicBezTo>
                    <a:pt x="40974" y="25867"/>
                    <a:pt x="42117" y="26725"/>
                    <a:pt x="41546" y="31582"/>
                  </a:cubicBezTo>
                  <a:moveTo>
                    <a:pt x="62405" y="48346"/>
                  </a:moveTo>
                  <a:cubicBezTo>
                    <a:pt x="61217" y="50638"/>
                    <a:pt x="59038" y="52255"/>
                    <a:pt x="56500" y="52728"/>
                  </a:cubicBezTo>
                  <a:cubicBezTo>
                    <a:pt x="55738" y="52728"/>
                    <a:pt x="53261" y="50918"/>
                    <a:pt x="53261" y="49680"/>
                  </a:cubicBezTo>
                  <a:cubicBezTo>
                    <a:pt x="53261" y="48442"/>
                    <a:pt x="52690" y="45870"/>
                    <a:pt x="53928" y="44536"/>
                  </a:cubicBezTo>
                  <a:cubicBezTo>
                    <a:pt x="56405" y="44536"/>
                    <a:pt x="57548" y="43298"/>
                    <a:pt x="59167" y="42727"/>
                  </a:cubicBezTo>
                  <a:cubicBezTo>
                    <a:pt x="60786" y="42155"/>
                    <a:pt x="62215" y="42727"/>
                    <a:pt x="62501" y="43965"/>
                  </a:cubicBezTo>
                  <a:cubicBezTo>
                    <a:pt x="62622" y="45423"/>
                    <a:pt x="62622" y="46888"/>
                    <a:pt x="62501" y="48346"/>
                  </a:cubicBezTo>
                  <a:moveTo>
                    <a:pt x="70121" y="23486"/>
                  </a:moveTo>
                  <a:cubicBezTo>
                    <a:pt x="69328" y="26155"/>
                    <a:pt x="67690" y="28495"/>
                    <a:pt x="65454" y="30153"/>
                  </a:cubicBezTo>
                  <a:cubicBezTo>
                    <a:pt x="63094" y="30604"/>
                    <a:pt x="60670" y="30604"/>
                    <a:pt x="58310" y="30153"/>
                  </a:cubicBezTo>
                  <a:cubicBezTo>
                    <a:pt x="56309" y="29296"/>
                    <a:pt x="56309" y="25867"/>
                    <a:pt x="56500" y="23867"/>
                  </a:cubicBezTo>
                  <a:cubicBezTo>
                    <a:pt x="56500" y="20057"/>
                    <a:pt x="64786" y="20247"/>
                    <a:pt x="69644" y="18628"/>
                  </a:cubicBezTo>
                  <a:cubicBezTo>
                    <a:pt x="70118" y="20299"/>
                    <a:pt x="70280" y="22043"/>
                    <a:pt x="70120" y="23772"/>
                  </a:cubicBezTo>
                </a:path>
              </a:pathLst>
            </a:custGeom>
            <a:solidFill>
              <a:schemeClr val="tx1"/>
            </a:solidFill>
            <a:ln w="9525" cap="flat">
              <a:noFill/>
              <a:prstDash val="solid"/>
              <a:miter/>
            </a:ln>
          </p:spPr>
          <p:txBody>
            <a:bodyPr rtlCol="0" anchor="ctr"/>
            <a:lstStyle/>
            <a:p>
              <a:endParaRPr lang="zh-CN" altLang="en-US" dirty="0"/>
            </a:p>
          </p:txBody>
        </p:sp>
        <p:sp>
          <p:nvSpPr>
            <p:cNvPr id="173" name="任意多边形: 形状 172"/>
            <p:cNvSpPr/>
            <p:nvPr/>
          </p:nvSpPr>
          <p:spPr>
            <a:xfrm>
              <a:off x="2111450" y="3962521"/>
              <a:ext cx="187045" cy="328025"/>
            </a:xfrm>
            <a:custGeom>
              <a:avLst/>
              <a:gdLst>
                <a:gd name="connsiteX0" fmla="*/ 56144 w 71646"/>
                <a:gd name="connsiteY0" fmla="*/ 81347 h 125647"/>
                <a:gd name="connsiteX1" fmla="*/ 51001 w 71646"/>
                <a:gd name="connsiteY1" fmla="*/ 81347 h 125647"/>
                <a:gd name="connsiteX2" fmla="*/ 50430 w 71646"/>
                <a:gd name="connsiteY2" fmla="*/ 76204 h 125647"/>
                <a:gd name="connsiteX3" fmla="*/ 63955 w 71646"/>
                <a:gd name="connsiteY3" fmla="*/ 63345 h 125647"/>
                <a:gd name="connsiteX4" fmla="*/ 65003 w 71646"/>
                <a:gd name="connsiteY4" fmla="*/ 60583 h 125647"/>
                <a:gd name="connsiteX5" fmla="*/ 62145 w 71646"/>
                <a:gd name="connsiteY5" fmla="*/ 53915 h 125647"/>
                <a:gd name="connsiteX6" fmla="*/ 60621 w 71646"/>
                <a:gd name="connsiteY6" fmla="*/ 49724 h 125647"/>
                <a:gd name="connsiteX7" fmla="*/ 56049 w 71646"/>
                <a:gd name="connsiteY7" fmla="*/ 49724 h 125647"/>
                <a:gd name="connsiteX8" fmla="*/ 55478 w 71646"/>
                <a:gd name="connsiteY8" fmla="*/ 43723 h 125647"/>
                <a:gd name="connsiteX9" fmla="*/ 56240 w 71646"/>
                <a:gd name="connsiteY9" fmla="*/ 35056 h 125647"/>
                <a:gd name="connsiteX10" fmla="*/ 63383 w 71646"/>
                <a:gd name="connsiteY10" fmla="*/ 27245 h 125647"/>
                <a:gd name="connsiteX11" fmla="*/ 67574 w 71646"/>
                <a:gd name="connsiteY11" fmla="*/ 21625 h 125647"/>
                <a:gd name="connsiteX12" fmla="*/ 69956 w 71646"/>
                <a:gd name="connsiteY12" fmla="*/ 13720 h 125647"/>
                <a:gd name="connsiteX13" fmla="*/ 71194 w 71646"/>
                <a:gd name="connsiteY13" fmla="*/ 6957 h 125647"/>
                <a:gd name="connsiteX14" fmla="*/ 65955 w 71646"/>
                <a:gd name="connsiteY14" fmla="*/ 99 h 125647"/>
                <a:gd name="connsiteX15" fmla="*/ 57859 w 71646"/>
                <a:gd name="connsiteY15" fmla="*/ 670 h 125647"/>
                <a:gd name="connsiteX16" fmla="*/ 29284 w 71646"/>
                <a:gd name="connsiteY16" fmla="*/ 14291 h 125647"/>
                <a:gd name="connsiteX17" fmla="*/ 22712 w 71646"/>
                <a:gd name="connsiteY17" fmla="*/ 15053 h 125647"/>
                <a:gd name="connsiteX18" fmla="*/ 17759 w 71646"/>
                <a:gd name="connsiteY18" fmla="*/ 18006 h 125647"/>
                <a:gd name="connsiteX19" fmla="*/ 15377 w 71646"/>
                <a:gd name="connsiteY19" fmla="*/ 21625 h 125647"/>
                <a:gd name="connsiteX20" fmla="*/ 12234 w 71646"/>
                <a:gd name="connsiteY20" fmla="*/ 23626 h 125647"/>
                <a:gd name="connsiteX21" fmla="*/ 13854 w 71646"/>
                <a:gd name="connsiteY21" fmla="*/ 30293 h 125647"/>
                <a:gd name="connsiteX22" fmla="*/ 16901 w 71646"/>
                <a:gd name="connsiteY22" fmla="*/ 32293 h 125647"/>
                <a:gd name="connsiteX23" fmla="*/ 20426 w 71646"/>
                <a:gd name="connsiteY23" fmla="*/ 36294 h 125647"/>
                <a:gd name="connsiteX24" fmla="*/ 26045 w 71646"/>
                <a:gd name="connsiteY24" fmla="*/ 38389 h 125647"/>
                <a:gd name="connsiteX25" fmla="*/ 30903 w 71646"/>
                <a:gd name="connsiteY25" fmla="*/ 42866 h 125647"/>
                <a:gd name="connsiteX26" fmla="*/ 29569 w 71646"/>
                <a:gd name="connsiteY26" fmla="*/ 52391 h 125647"/>
                <a:gd name="connsiteX27" fmla="*/ 23379 w 71646"/>
                <a:gd name="connsiteY27" fmla="*/ 57535 h 125647"/>
                <a:gd name="connsiteX28" fmla="*/ 18806 w 71646"/>
                <a:gd name="connsiteY28" fmla="*/ 57535 h 125647"/>
                <a:gd name="connsiteX29" fmla="*/ 12234 w 71646"/>
                <a:gd name="connsiteY29" fmla="*/ 64393 h 125647"/>
                <a:gd name="connsiteX30" fmla="*/ 16330 w 71646"/>
                <a:gd name="connsiteY30" fmla="*/ 71632 h 125647"/>
                <a:gd name="connsiteX31" fmla="*/ 18521 w 71646"/>
                <a:gd name="connsiteY31" fmla="*/ 74965 h 125647"/>
                <a:gd name="connsiteX32" fmla="*/ 20235 w 71646"/>
                <a:gd name="connsiteY32" fmla="*/ 78775 h 125647"/>
                <a:gd name="connsiteX33" fmla="*/ 19092 w 71646"/>
                <a:gd name="connsiteY33" fmla="*/ 83633 h 125647"/>
                <a:gd name="connsiteX34" fmla="*/ 18140 w 71646"/>
                <a:gd name="connsiteY34" fmla="*/ 87443 h 125647"/>
                <a:gd name="connsiteX35" fmla="*/ 14425 w 71646"/>
                <a:gd name="connsiteY35" fmla="*/ 91253 h 125647"/>
                <a:gd name="connsiteX36" fmla="*/ 9186 w 71646"/>
                <a:gd name="connsiteY36" fmla="*/ 95063 h 125647"/>
                <a:gd name="connsiteX37" fmla="*/ -339 w 71646"/>
                <a:gd name="connsiteY37" fmla="*/ 103921 h 125647"/>
                <a:gd name="connsiteX38" fmla="*/ 1280 w 71646"/>
                <a:gd name="connsiteY38" fmla="*/ 113446 h 125647"/>
                <a:gd name="connsiteX39" fmla="*/ 4900 w 71646"/>
                <a:gd name="connsiteY39" fmla="*/ 118590 h 125647"/>
                <a:gd name="connsiteX40" fmla="*/ 7376 w 71646"/>
                <a:gd name="connsiteY40" fmla="*/ 123638 h 125647"/>
                <a:gd name="connsiteX41" fmla="*/ 13187 w 71646"/>
                <a:gd name="connsiteY41" fmla="*/ 125257 h 125647"/>
                <a:gd name="connsiteX42" fmla="*/ 17282 w 71646"/>
                <a:gd name="connsiteY42" fmla="*/ 125257 h 125647"/>
                <a:gd name="connsiteX43" fmla="*/ 27665 w 71646"/>
                <a:gd name="connsiteY43" fmla="*/ 115732 h 125647"/>
                <a:gd name="connsiteX44" fmla="*/ 48810 w 71646"/>
                <a:gd name="connsiteY44" fmla="*/ 105160 h 125647"/>
                <a:gd name="connsiteX45" fmla="*/ 61764 w 71646"/>
                <a:gd name="connsiteY45" fmla="*/ 89634 h 125647"/>
                <a:gd name="connsiteX46" fmla="*/ 60335 w 71646"/>
                <a:gd name="connsiteY46" fmla="*/ 84681 h 125647"/>
                <a:gd name="connsiteX47" fmla="*/ 55763 w 71646"/>
                <a:gd name="connsiteY47" fmla="*/ 81633 h 125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71646" h="125647">
                  <a:moveTo>
                    <a:pt x="56144" y="81347"/>
                  </a:moveTo>
                  <a:lnTo>
                    <a:pt x="51001" y="81347"/>
                  </a:lnTo>
                  <a:cubicBezTo>
                    <a:pt x="50253" y="79741"/>
                    <a:pt x="50052" y="77935"/>
                    <a:pt x="50430" y="76204"/>
                  </a:cubicBezTo>
                  <a:cubicBezTo>
                    <a:pt x="53901" y="70945"/>
                    <a:pt x="58527" y="66547"/>
                    <a:pt x="63955" y="63345"/>
                  </a:cubicBezTo>
                  <a:cubicBezTo>
                    <a:pt x="64907" y="62773"/>
                    <a:pt x="64907" y="61821"/>
                    <a:pt x="65003" y="60583"/>
                  </a:cubicBezTo>
                  <a:cubicBezTo>
                    <a:pt x="65098" y="59344"/>
                    <a:pt x="64241" y="58011"/>
                    <a:pt x="62145" y="53915"/>
                  </a:cubicBezTo>
                  <a:cubicBezTo>
                    <a:pt x="61002" y="51820"/>
                    <a:pt x="61574" y="49819"/>
                    <a:pt x="60621" y="49724"/>
                  </a:cubicBezTo>
                  <a:cubicBezTo>
                    <a:pt x="59669" y="49629"/>
                    <a:pt x="57764" y="51343"/>
                    <a:pt x="56049" y="49724"/>
                  </a:cubicBezTo>
                  <a:cubicBezTo>
                    <a:pt x="54335" y="48105"/>
                    <a:pt x="55478" y="44962"/>
                    <a:pt x="55478" y="43723"/>
                  </a:cubicBezTo>
                  <a:cubicBezTo>
                    <a:pt x="54791" y="40828"/>
                    <a:pt x="55059" y="37787"/>
                    <a:pt x="56240" y="35056"/>
                  </a:cubicBezTo>
                  <a:cubicBezTo>
                    <a:pt x="58396" y="32255"/>
                    <a:pt x="60786" y="29642"/>
                    <a:pt x="63383" y="27245"/>
                  </a:cubicBezTo>
                  <a:cubicBezTo>
                    <a:pt x="65860" y="24959"/>
                    <a:pt x="67670" y="23435"/>
                    <a:pt x="67574" y="21625"/>
                  </a:cubicBezTo>
                  <a:cubicBezTo>
                    <a:pt x="67574" y="17148"/>
                    <a:pt x="69860" y="15244"/>
                    <a:pt x="69956" y="13720"/>
                  </a:cubicBezTo>
                  <a:cubicBezTo>
                    <a:pt x="70051" y="12196"/>
                    <a:pt x="71670" y="8195"/>
                    <a:pt x="71194" y="6957"/>
                  </a:cubicBezTo>
                  <a:cubicBezTo>
                    <a:pt x="70718" y="5719"/>
                    <a:pt x="68813" y="-1520"/>
                    <a:pt x="65955" y="99"/>
                  </a:cubicBezTo>
                  <a:cubicBezTo>
                    <a:pt x="63098" y="1718"/>
                    <a:pt x="62336" y="956"/>
                    <a:pt x="57859" y="670"/>
                  </a:cubicBezTo>
                  <a:cubicBezTo>
                    <a:pt x="49001" y="194"/>
                    <a:pt x="38809" y="10195"/>
                    <a:pt x="29284" y="14291"/>
                  </a:cubicBezTo>
                  <a:cubicBezTo>
                    <a:pt x="27109" y="14664"/>
                    <a:pt x="24915" y="14919"/>
                    <a:pt x="22712" y="15053"/>
                  </a:cubicBezTo>
                  <a:cubicBezTo>
                    <a:pt x="20807" y="15529"/>
                    <a:pt x="18616" y="16006"/>
                    <a:pt x="17759" y="18006"/>
                  </a:cubicBezTo>
                  <a:cubicBezTo>
                    <a:pt x="16901" y="20006"/>
                    <a:pt x="16806" y="20959"/>
                    <a:pt x="15377" y="21625"/>
                  </a:cubicBezTo>
                  <a:cubicBezTo>
                    <a:pt x="13949" y="22292"/>
                    <a:pt x="12234" y="22959"/>
                    <a:pt x="12234" y="23626"/>
                  </a:cubicBezTo>
                  <a:cubicBezTo>
                    <a:pt x="12234" y="24292"/>
                    <a:pt x="12234" y="29627"/>
                    <a:pt x="13854" y="30293"/>
                  </a:cubicBezTo>
                  <a:cubicBezTo>
                    <a:pt x="15473" y="30960"/>
                    <a:pt x="16139" y="30293"/>
                    <a:pt x="16901" y="32293"/>
                  </a:cubicBezTo>
                  <a:cubicBezTo>
                    <a:pt x="17663" y="34294"/>
                    <a:pt x="18902" y="36198"/>
                    <a:pt x="20426" y="36294"/>
                  </a:cubicBezTo>
                  <a:cubicBezTo>
                    <a:pt x="22393" y="36706"/>
                    <a:pt x="24288" y="37412"/>
                    <a:pt x="26045" y="38389"/>
                  </a:cubicBezTo>
                  <a:cubicBezTo>
                    <a:pt x="27950" y="39152"/>
                    <a:pt x="31665" y="39628"/>
                    <a:pt x="30903" y="42866"/>
                  </a:cubicBezTo>
                  <a:cubicBezTo>
                    <a:pt x="30808" y="46080"/>
                    <a:pt x="30361" y="49274"/>
                    <a:pt x="29569" y="52391"/>
                  </a:cubicBezTo>
                  <a:cubicBezTo>
                    <a:pt x="28046" y="54677"/>
                    <a:pt x="26046" y="57249"/>
                    <a:pt x="23379" y="57535"/>
                  </a:cubicBezTo>
                  <a:cubicBezTo>
                    <a:pt x="20712" y="57820"/>
                    <a:pt x="20045" y="57058"/>
                    <a:pt x="18806" y="57535"/>
                  </a:cubicBezTo>
                  <a:cubicBezTo>
                    <a:pt x="15193" y="57822"/>
                    <a:pt x="12368" y="60770"/>
                    <a:pt x="12234" y="64393"/>
                  </a:cubicBezTo>
                  <a:cubicBezTo>
                    <a:pt x="12234" y="66774"/>
                    <a:pt x="16330" y="71536"/>
                    <a:pt x="16330" y="71632"/>
                  </a:cubicBezTo>
                  <a:cubicBezTo>
                    <a:pt x="16833" y="72876"/>
                    <a:pt x="17578" y="74009"/>
                    <a:pt x="18521" y="74965"/>
                  </a:cubicBezTo>
                  <a:cubicBezTo>
                    <a:pt x="19449" y="76042"/>
                    <a:pt x="20045" y="77366"/>
                    <a:pt x="20235" y="78775"/>
                  </a:cubicBezTo>
                  <a:cubicBezTo>
                    <a:pt x="20235" y="80204"/>
                    <a:pt x="19188" y="81633"/>
                    <a:pt x="19092" y="83633"/>
                  </a:cubicBezTo>
                  <a:cubicBezTo>
                    <a:pt x="18967" y="84944"/>
                    <a:pt x="18646" y="86228"/>
                    <a:pt x="18140" y="87443"/>
                  </a:cubicBezTo>
                  <a:cubicBezTo>
                    <a:pt x="17261" y="89020"/>
                    <a:pt x="15979" y="90334"/>
                    <a:pt x="14425" y="91253"/>
                  </a:cubicBezTo>
                  <a:cubicBezTo>
                    <a:pt x="12754" y="92624"/>
                    <a:pt x="11005" y="93896"/>
                    <a:pt x="9186" y="95063"/>
                  </a:cubicBezTo>
                  <a:cubicBezTo>
                    <a:pt x="4948" y="96613"/>
                    <a:pt x="1514" y="99807"/>
                    <a:pt x="-339" y="103921"/>
                  </a:cubicBezTo>
                  <a:cubicBezTo>
                    <a:pt x="-496" y="107176"/>
                    <a:pt x="57" y="110426"/>
                    <a:pt x="1280" y="113446"/>
                  </a:cubicBezTo>
                  <a:cubicBezTo>
                    <a:pt x="2178" y="115359"/>
                    <a:pt x="3402" y="117099"/>
                    <a:pt x="4900" y="118590"/>
                  </a:cubicBezTo>
                  <a:cubicBezTo>
                    <a:pt x="6329" y="120209"/>
                    <a:pt x="5376" y="123067"/>
                    <a:pt x="7376" y="123638"/>
                  </a:cubicBezTo>
                  <a:cubicBezTo>
                    <a:pt x="9377" y="124210"/>
                    <a:pt x="12330" y="124686"/>
                    <a:pt x="13187" y="125257"/>
                  </a:cubicBezTo>
                  <a:cubicBezTo>
                    <a:pt x="14044" y="125829"/>
                    <a:pt x="17282" y="125257"/>
                    <a:pt x="17282" y="125257"/>
                  </a:cubicBezTo>
                  <a:cubicBezTo>
                    <a:pt x="19664" y="124210"/>
                    <a:pt x="23569" y="118399"/>
                    <a:pt x="27665" y="115732"/>
                  </a:cubicBezTo>
                  <a:cubicBezTo>
                    <a:pt x="31760" y="113065"/>
                    <a:pt x="43000" y="108874"/>
                    <a:pt x="48810" y="105160"/>
                  </a:cubicBezTo>
                  <a:cubicBezTo>
                    <a:pt x="55262" y="102221"/>
                    <a:pt x="60029" y="96508"/>
                    <a:pt x="61764" y="89634"/>
                  </a:cubicBezTo>
                  <a:cubicBezTo>
                    <a:pt x="61671" y="87896"/>
                    <a:pt x="61182" y="86202"/>
                    <a:pt x="60335" y="84681"/>
                  </a:cubicBezTo>
                  <a:cubicBezTo>
                    <a:pt x="59144" y="83238"/>
                    <a:pt x="57554" y="82178"/>
                    <a:pt x="55763" y="81633"/>
                  </a:cubicBezTo>
                </a:path>
              </a:pathLst>
            </a:custGeom>
            <a:solidFill>
              <a:schemeClr val="tx1"/>
            </a:solidFill>
            <a:ln w="9525" cap="flat">
              <a:noFill/>
              <a:prstDash val="solid"/>
              <a:miter/>
            </a:ln>
          </p:spPr>
          <p:txBody>
            <a:bodyPr rtlCol="0" anchor="ctr"/>
            <a:lstStyle/>
            <a:p>
              <a:endParaRPr lang="zh-CN" altLang="en-US" dirty="0"/>
            </a:p>
          </p:txBody>
        </p:sp>
        <p:sp>
          <p:nvSpPr>
            <p:cNvPr id="174" name="任意多边形: 形状 173"/>
            <p:cNvSpPr/>
            <p:nvPr/>
          </p:nvSpPr>
          <p:spPr>
            <a:xfrm>
              <a:off x="1730311" y="4030960"/>
              <a:ext cx="209766" cy="306168"/>
            </a:xfrm>
            <a:custGeom>
              <a:avLst/>
              <a:gdLst>
                <a:gd name="connsiteX0" fmla="*/ 72692 w 80349"/>
                <a:gd name="connsiteY0" fmla="*/ 25985 h 117275"/>
                <a:gd name="connsiteX1" fmla="*/ 79550 w 80349"/>
                <a:gd name="connsiteY1" fmla="*/ 19032 h 117275"/>
                <a:gd name="connsiteX2" fmla="*/ 79550 w 80349"/>
                <a:gd name="connsiteY2" fmla="*/ 13793 h 117275"/>
                <a:gd name="connsiteX3" fmla="*/ 77359 w 80349"/>
                <a:gd name="connsiteY3" fmla="*/ 7126 h 117275"/>
                <a:gd name="connsiteX4" fmla="*/ 69167 w 80349"/>
                <a:gd name="connsiteY4" fmla="*/ 1792 h 117275"/>
                <a:gd name="connsiteX5" fmla="*/ 63643 w 80349"/>
                <a:gd name="connsiteY5" fmla="*/ 1792 h 117275"/>
                <a:gd name="connsiteX6" fmla="*/ 58690 w 80349"/>
                <a:gd name="connsiteY6" fmla="*/ -113 h 117275"/>
                <a:gd name="connsiteX7" fmla="*/ 55356 w 80349"/>
                <a:gd name="connsiteY7" fmla="*/ 1029 h 117275"/>
                <a:gd name="connsiteX8" fmla="*/ 52499 w 80349"/>
                <a:gd name="connsiteY8" fmla="*/ 2553 h 117275"/>
                <a:gd name="connsiteX9" fmla="*/ 49165 w 80349"/>
                <a:gd name="connsiteY9" fmla="*/ 4649 h 117275"/>
                <a:gd name="connsiteX10" fmla="*/ 43640 w 80349"/>
                <a:gd name="connsiteY10" fmla="*/ 6935 h 117275"/>
                <a:gd name="connsiteX11" fmla="*/ 39545 w 80349"/>
                <a:gd name="connsiteY11" fmla="*/ 8078 h 117275"/>
                <a:gd name="connsiteX12" fmla="*/ 34211 w 80349"/>
                <a:gd name="connsiteY12" fmla="*/ 9983 h 117275"/>
                <a:gd name="connsiteX13" fmla="*/ 26972 w 80349"/>
                <a:gd name="connsiteY13" fmla="*/ 11983 h 117275"/>
                <a:gd name="connsiteX14" fmla="*/ 17447 w 80349"/>
                <a:gd name="connsiteY14" fmla="*/ 14841 h 117275"/>
                <a:gd name="connsiteX15" fmla="*/ 15256 w 80349"/>
                <a:gd name="connsiteY15" fmla="*/ 11888 h 117275"/>
                <a:gd name="connsiteX16" fmla="*/ 10493 w 80349"/>
                <a:gd name="connsiteY16" fmla="*/ 9412 h 117275"/>
                <a:gd name="connsiteX17" fmla="*/ 5159 w 80349"/>
                <a:gd name="connsiteY17" fmla="*/ 11793 h 117275"/>
                <a:gd name="connsiteX18" fmla="*/ -365 w 80349"/>
                <a:gd name="connsiteY18" fmla="*/ 22175 h 117275"/>
                <a:gd name="connsiteX19" fmla="*/ -365 w 80349"/>
                <a:gd name="connsiteY19" fmla="*/ 31700 h 117275"/>
                <a:gd name="connsiteX20" fmla="*/ 1159 w 80349"/>
                <a:gd name="connsiteY20" fmla="*/ 41225 h 117275"/>
                <a:gd name="connsiteX21" fmla="*/ 2683 w 80349"/>
                <a:gd name="connsiteY21" fmla="*/ 48274 h 117275"/>
                <a:gd name="connsiteX22" fmla="*/ 3255 w 80349"/>
                <a:gd name="connsiteY22" fmla="*/ 53131 h 117275"/>
                <a:gd name="connsiteX23" fmla="*/ 4302 w 80349"/>
                <a:gd name="connsiteY23" fmla="*/ 55608 h 117275"/>
                <a:gd name="connsiteX24" fmla="*/ 5636 w 80349"/>
                <a:gd name="connsiteY24" fmla="*/ 60275 h 117275"/>
                <a:gd name="connsiteX25" fmla="*/ 7922 w 80349"/>
                <a:gd name="connsiteY25" fmla="*/ 62275 h 117275"/>
                <a:gd name="connsiteX26" fmla="*/ 14113 w 80349"/>
                <a:gd name="connsiteY26" fmla="*/ 62847 h 117275"/>
                <a:gd name="connsiteX27" fmla="*/ 18018 w 80349"/>
                <a:gd name="connsiteY27" fmla="*/ 62180 h 117275"/>
                <a:gd name="connsiteX28" fmla="*/ 22971 w 80349"/>
                <a:gd name="connsiteY28" fmla="*/ 63514 h 117275"/>
                <a:gd name="connsiteX29" fmla="*/ 24686 w 80349"/>
                <a:gd name="connsiteY29" fmla="*/ 66657 h 117275"/>
                <a:gd name="connsiteX30" fmla="*/ 23638 w 80349"/>
                <a:gd name="connsiteY30" fmla="*/ 76182 h 117275"/>
                <a:gd name="connsiteX31" fmla="*/ 23638 w 80349"/>
                <a:gd name="connsiteY31" fmla="*/ 83040 h 117275"/>
                <a:gd name="connsiteX32" fmla="*/ 23638 w 80349"/>
                <a:gd name="connsiteY32" fmla="*/ 88088 h 117275"/>
                <a:gd name="connsiteX33" fmla="*/ 17542 w 80349"/>
                <a:gd name="connsiteY33" fmla="*/ 95232 h 117275"/>
                <a:gd name="connsiteX34" fmla="*/ 9827 w 80349"/>
                <a:gd name="connsiteY34" fmla="*/ 92660 h 117275"/>
                <a:gd name="connsiteX35" fmla="*/ 4683 w 80349"/>
                <a:gd name="connsiteY35" fmla="*/ 94756 h 117275"/>
                <a:gd name="connsiteX36" fmla="*/ 12780 w 80349"/>
                <a:gd name="connsiteY36" fmla="*/ 103042 h 117275"/>
                <a:gd name="connsiteX37" fmla="*/ 15637 w 80349"/>
                <a:gd name="connsiteY37" fmla="*/ 108472 h 117275"/>
                <a:gd name="connsiteX38" fmla="*/ 20971 w 80349"/>
                <a:gd name="connsiteY38" fmla="*/ 111043 h 117275"/>
                <a:gd name="connsiteX39" fmla="*/ 24114 w 80349"/>
                <a:gd name="connsiteY39" fmla="*/ 113520 h 117275"/>
                <a:gd name="connsiteX40" fmla="*/ 28210 w 80349"/>
                <a:gd name="connsiteY40" fmla="*/ 115330 h 117275"/>
                <a:gd name="connsiteX41" fmla="*/ 30782 w 80349"/>
                <a:gd name="connsiteY41" fmla="*/ 117140 h 117275"/>
                <a:gd name="connsiteX42" fmla="*/ 36401 w 80349"/>
                <a:gd name="connsiteY42" fmla="*/ 114187 h 117275"/>
                <a:gd name="connsiteX43" fmla="*/ 42593 w 80349"/>
                <a:gd name="connsiteY43" fmla="*/ 107995 h 117275"/>
                <a:gd name="connsiteX44" fmla="*/ 48403 w 80349"/>
                <a:gd name="connsiteY44" fmla="*/ 99423 h 117275"/>
                <a:gd name="connsiteX45" fmla="*/ 48403 w 80349"/>
                <a:gd name="connsiteY45" fmla="*/ 68943 h 117275"/>
                <a:gd name="connsiteX46" fmla="*/ 47260 w 80349"/>
                <a:gd name="connsiteY46" fmla="*/ 62085 h 117275"/>
                <a:gd name="connsiteX47" fmla="*/ 50594 w 80349"/>
                <a:gd name="connsiteY47" fmla="*/ 58275 h 117275"/>
                <a:gd name="connsiteX48" fmla="*/ 54118 w 80349"/>
                <a:gd name="connsiteY48" fmla="*/ 57799 h 117275"/>
                <a:gd name="connsiteX49" fmla="*/ 58881 w 80349"/>
                <a:gd name="connsiteY49" fmla="*/ 51798 h 117275"/>
                <a:gd name="connsiteX50" fmla="*/ 69644 w 80349"/>
                <a:gd name="connsiteY50" fmla="*/ 32748 h 117275"/>
                <a:gd name="connsiteX51" fmla="*/ 72978 w 80349"/>
                <a:gd name="connsiteY51" fmla="*/ 27223 h 117275"/>
                <a:gd name="connsiteX52" fmla="*/ 45450 w 80349"/>
                <a:gd name="connsiteY52" fmla="*/ 27223 h 117275"/>
                <a:gd name="connsiteX53" fmla="*/ 40307 w 80349"/>
                <a:gd name="connsiteY53" fmla="*/ 31700 h 117275"/>
                <a:gd name="connsiteX54" fmla="*/ 34211 w 80349"/>
                <a:gd name="connsiteY54" fmla="*/ 36462 h 117275"/>
                <a:gd name="connsiteX55" fmla="*/ 27734 w 80349"/>
                <a:gd name="connsiteY55" fmla="*/ 38463 h 117275"/>
                <a:gd name="connsiteX56" fmla="*/ 24019 w 80349"/>
                <a:gd name="connsiteY56" fmla="*/ 34748 h 117275"/>
                <a:gd name="connsiteX57" fmla="*/ 26591 w 80349"/>
                <a:gd name="connsiteY57" fmla="*/ 30366 h 117275"/>
                <a:gd name="connsiteX58" fmla="*/ 35163 w 80349"/>
                <a:gd name="connsiteY58" fmla="*/ 26747 h 117275"/>
                <a:gd name="connsiteX59" fmla="*/ 38402 w 80349"/>
                <a:gd name="connsiteY59" fmla="*/ 24651 h 117275"/>
                <a:gd name="connsiteX60" fmla="*/ 42783 w 80349"/>
                <a:gd name="connsiteY60" fmla="*/ 23223 h 117275"/>
                <a:gd name="connsiteX61" fmla="*/ 47070 w 80349"/>
                <a:gd name="connsiteY61" fmla="*/ 22556 h 117275"/>
                <a:gd name="connsiteX62" fmla="*/ 45450 w 80349"/>
                <a:gd name="connsiteY62" fmla="*/ 27223 h 11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80349" h="117275">
                  <a:moveTo>
                    <a:pt x="72692" y="25985"/>
                  </a:moveTo>
                  <a:cubicBezTo>
                    <a:pt x="74844" y="23539"/>
                    <a:pt x="77133" y="21217"/>
                    <a:pt x="79550" y="19032"/>
                  </a:cubicBezTo>
                  <a:cubicBezTo>
                    <a:pt x="80130" y="17334"/>
                    <a:pt x="80130" y="15491"/>
                    <a:pt x="79550" y="13793"/>
                  </a:cubicBezTo>
                  <a:cubicBezTo>
                    <a:pt x="79011" y="11512"/>
                    <a:pt x="78278" y="9282"/>
                    <a:pt x="77359" y="7126"/>
                  </a:cubicBezTo>
                  <a:cubicBezTo>
                    <a:pt x="74837" y="5046"/>
                    <a:pt x="72089" y="3256"/>
                    <a:pt x="69167" y="1792"/>
                  </a:cubicBezTo>
                  <a:cubicBezTo>
                    <a:pt x="68024" y="1030"/>
                    <a:pt x="64596" y="1792"/>
                    <a:pt x="63643" y="1792"/>
                  </a:cubicBezTo>
                  <a:cubicBezTo>
                    <a:pt x="62046" y="1023"/>
                    <a:pt x="60390" y="386"/>
                    <a:pt x="58690" y="-113"/>
                  </a:cubicBezTo>
                  <a:cubicBezTo>
                    <a:pt x="57465" y="-241"/>
                    <a:pt x="56246" y="177"/>
                    <a:pt x="55356" y="1029"/>
                  </a:cubicBezTo>
                  <a:cubicBezTo>
                    <a:pt x="54357" y="1445"/>
                    <a:pt x="53400" y="1955"/>
                    <a:pt x="52499" y="2553"/>
                  </a:cubicBezTo>
                  <a:lnTo>
                    <a:pt x="49165" y="4649"/>
                  </a:lnTo>
                  <a:cubicBezTo>
                    <a:pt x="47507" y="5795"/>
                    <a:pt x="45623" y="6574"/>
                    <a:pt x="43640" y="6935"/>
                  </a:cubicBezTo>
                  <a:cubicBezTo>
                    <a:pt x="42316" y="7450"/>
                    <a:pt x="40944" y="7833"/>
                    <a:pt x="39545" y="8078"/>
                  </a:cubicBezTo>
                  <a:cubicBezTo>
                    <a:pt x="37682" y="8444"/>
                    <a:pt x="35884" y="9086"/>
                    <a:pt x="34211" y="9983"/>
                  </a:cubicBezTo>
                  <a:cubicBezTo>
                    <a:pt x="31639" y="11126"/>
                    <a:pt x="28591" y="11221"/>
                    <a:pt x="26972" y="11983"/>
                  </a:cubicBezTo>
                  <a:cubicBezTo>
                    <a:pt x="24025" y="13575"/>
                    <a:pt x="20783" y="14548"/>
                    <a:pt x="17447" y="14841"/>
                  </a:cubicBezTo>
                  <a:cubicBezTo>
                    <a:pt x="16770" y="13818"/>
                    <a:pt x="16039" y="12832"/>
                    <a:pt x="15256" y="11888"/>
                  </a:cubicBezTo>
                  <a:cubicBezTo>
                    <a:pt x="13065" y="10364"/>
                    <a:pt x="12494" y="9602"/>
                    <a:pt x="10493" y="9412"/>
                  </a:cubicBezTo>
                  <a:cubicBezTo>
                    <a:pt x="8670" y="10099"/>
                    <a:pt x="6888" y="10894"/>
                    <a:pt x="5159" y="11793"/>
                  </a:cubicBezTo>
                  <a:cubicBezTo>
                    <a:pt x="3635" y="14269"/>
                    <a:pt x="-270" y="15603"/>
                    <a:pt x="-365" y="22175"/>
                  </a:cubicBezTo>
                  <a:cubicBezTo>
                    <a:pt x="-365" y="23318"/>
                    <a:pt x="-365" y="25890"/>
                    <a:pt x="-365" y="31700"/>
                  </a:cubicBezTo>
                  <a:cubicBezTo>
                    <a:pt x="-59" y="34904"/>
                    <a:pt x="450" y="38085"/>
                    <a:pt x="1159" y="41225"/>
                  </a:cubicBezTo>
                  <a:cubicBezTo>
                    <a:pt x="1159" y="43987"/>
                    <a:pt x="2683" y="47226"/>
                    <a:pt x="2683" y="48274"/>
                  </a:cubicBezTo>
                  <a:cubicBezTo>
                    <a:pt x="2683" y="49321"/>
                    <a:pt x="2683" y="51893"/>
                    <a:pt x="3255" y="53131"/>
                  </a:cubicBezTo>
                  <a:cubicBezTo>
                    <a:pt x="3826" y="54370"/>
                    <a:pt x="4112" y="55227"/>
                    <a:pt x="4302" y="55608"/>
                  </a:cubicBezTo>
                  <a:cubicBezTo>
                    <a:pt x="4969" y="57418"/>
                    <a:pt x="4302" y="58656"/>
                    <a:pt x="5636" y="60275"/>
                  </a:cubicBezTo>
                  <a:cubicBezTo>
                    <a:pt x="6269" y="61076"/>
                    <a:pt x="7044" y="61753"/>
                    <a:pt x="7922" y="62275"/>
                  </a:cubicBezTo>
                  <a:cubicBezTo>
                    <a:pt x="9957" y="62701"/>
                    <a:pt x="12034" y="62893"/>
                    <a:pt x="14113" y="62847"/>
                  </a:cubicBezTo>
                  <a:cubicBezTo>
                    <a:pt x="15256" y="62847"/>
                    <a:pt x="16875" y="62180"/>
                    <a:pt x="18018" y="62180"/>
                  </a:cubicBezTo>
                  <a:cubicBezTo>
                    <a:pt x="19161" y="62180"/>
                    <a:pt x="21161" y="63990"/>
                    <a:pt x="22971" y="63514"/>
                  </a:cubicBezTo>
                  <a:cubicBezTo>
                    <a:pt x="24781" y="63037"/>
                    <a:pt x="24686" y="65704"/>
                    <a:pt x="24686" y="66657"/>
                  </a:cubicBezTo>
                  <a:cubicBezTo>
                    <a:pt x="24056" y="69795"/>
                    <a:pt x="23706" y="72982"/>
                    <a:pt x="23638" y="76182"/>
                  </a:cubicBezTo>
                  <a:cubicBezTo>
                    <a:pt x="23395" y="78461"/>
                    <a:pt x="23395" y="80760"/>
                    <a:pt x="23638" y="83040"/>
                  </a:cubicBezTo>
                  <a:cubicBezTo>
                    <a:pt x="23638" y="84183"/>
                    <a:pt x="23638" y="86945"/>
                    <a:pt x="23638" y="88088"/>
                  </a:cubicBezTo>
                  <a:cubicBezTo>
                    <a:pt x="23638" y="93708"/>
                    <a:pt x="21447" y="95232"/>
                    <a:pt x="17542" y="95232"/>
                  </a:cubicBezTo>
                  <a:cubicBezTo>
                    <a:pt x="16399" y="95232"/>
                    <a:pt x="13732" y="92565"/>
                    <a:pt x="9827" y="92660"/>
                  </a:cubicBezTo>
                  <a:cubicBezTo>
                    <a:pt x="9255" y="92660"/>
                    <a:pt x="4493" y="92660"/>
                    <a:pt x="4683" y="94756"/>
                  </a:cubicBezTo>
                  <a:cubicBezTo>
                    <a:pt x="4874" y="96851"/>
                    <a:pt x="10874" y="99709"/>
                    <a:pt x="12780" y="103042"/>
                  </a:cubicBezTo>
                  <a:cubicBezTo>
                    <a:pt x="14684" y="106376"/>
                    <a:pt x="14304" y="107138"/>
                    <a:pt x="15637" y="108472"/>
                  </a:cubicBezTo>
                  <a:cubicBezTo>
                    <a:pt x="17228" y="109672"/>
                    <a:pt x="19041" y="110545"/>
                    <a:pt x="20971" y="111043"/>
                  </a:cubicBezTo>
                  <a:cubicBezTo>
                    <a:pt x="22305" y="111805"/>
                    <a:pt x="22876" y="112758"/>
                    <a:pt x="24114" y="113520"/>
                  </a:cubicBezTo>
                  <a:cubicBezTo>
                    <a:pt x="25352" y="114282"/>
                    <a:pt x="27639" y="114663"/>
                    <a:pt x="28210" y="115330"/>
                  </a:cubicBezTo>
                  <a:cubicBezTo>
                    <a:pt x="28711" y="116325"/>
                    <a:pt x="29676" y="117004"/>
                    <a:pt x="30782" y="117140"/>
                  </a:cubicBezTo>
                  <a:cubicBezTo>
                    <a:pt x="31925" y="117139"/>
                    <a:pt x="34401" y="115139"/>
                    <a:pt x="36401" y="114187"/>
                  </a:cubicBezTo>
                  <a:cubicBezTo>
                    <a:pt x="38402" y="113234"/>
                    <a:pt x="40878" y="108757"/>
                    <a:pt x="42593" y="107995"/>
                  </a:cubicBezTo>
                  <a:cubicBezTo>
                    <a:pt x="45717" y="106153"/>
                    <a:pt x="47849" y="103007"/>
                    <a:pt x="48403" y="99423"/>
                  </a:cubicBezTo>
                  <a:cubicBezTo>
                    <a:pt x="49070" y="89274"/>
                    <a:pt x="49070" y="79092"/>
                    <a:pt x="48403" y="68943"/>
                  </a:cubicBezTo>
                  <a:cubicBezTo>
                    <a:pt x="47555" y="66759"/>
                    <a:pt x="47166" y="64425"/>
                    <a:pt x="47260" y="62085"/>
                  </a:cubicBezTo>
                  <a:cubicBezTo>
                    <a:pt x="47260" y="59703"/>
                    <a:pt x="49832" y="57894"/>
                    <a:pt x="50594" y="58275"/>
                  </a:cubicBezTo>
                  <a:cubicBezTo>
                    <a:pt x="51771" y="58744"/>
                    <a:pt x="53108" y="58563"/>
                    <a:pt x="54118" y="57799"/>
                  </a:cubicBezTo>
                  <a:cubicBezTo>
                    <a:pt x="55839" y="55908"/>
                    <a:pt x="57430" y="53904"/>
                    <a:pt x="58881" y="51798"/>
                  </a:cubicBezTo>
                  <a:cubicBezTo>
                    <a:pt x="62121" y="45258"/>
                    <a:pt x="65714" y="38898"/>
                    <a:pt x="69644" y="32748"/>
                  </a:cubicBezTo>
                  <a:cubicBezTo>
                    <a:pt x="70875" y="30981"/>
                    <a:pt x="71988" y="29136"/>
                    <a:pt x="72978" y="27223"/>
                  </a:cubicBezTo>
                  <a:moveTo>
                    <a:pt x="45450" y="27223"/>
                  </a:moveTo>
                  <a:cubicBezTo>
                    <a:pt x="43961" y="28957"/>
                    <a:pt x="42229" y="30465"/>
                    <a:pt x="40307" y="31700"/>
                  </a:cubicBezTo>
                  <a:cubicBezTo>
                    <a:pt x="37544" y="33415"/>
                    <a:pt x="36401" y="35129"/>
                    <a:pt x="34211" y="36462"/>
                  </a:cubicBezTo>
                  <a:cubicBezTo>
                    <a:pt x="32168" y="37460"/>
                    <a:pt x="29983" y="38134"/>
                    <a:pt x="27734" y="38463"/>
                  </a:cubicBezTo>
                  <a:cubicBezTo>
                    <a:pt x="25703" y="38412"/>
                    <a:pt x="24069" y="36778"/>
                    <a:pt x="24019" y="34748"/>
                  </a:cubicBezTo>
                  <a:cubicBezTo>
                    <a:pt x="23983" y="32920"/>
                    <a:pt x="24977" y="31226"/>
                    <a:pt x="26591" y="30366"/>
                  </a:cubicBezTo>
                  <a:cubicBezTo>
                    <a:pt x="29363" y="28967"/>
                    <a:pt x="32227" y="27757"/>
                    <a:pt x="35163" y="26747"/>
                  </a:cubicBezTo>
                  <a:cubicBezTo>
                    <a:pt x="36307" y="26154"/>
                    <a:pt x="37392" y="25452"/>
                    <a:pt x="38402" y="24651"/>
                  </a:cubicBezTo>
                  <a:cubicBezTo>
                    <a:pt x="39545" y="23699"/>
                    <a:pt x="41164" y="24652"/>
                    <a:pt x="42783" y="23223"/>
                  </a:cubicBezTo>
                  <a:cubicBezTo>
                    <a:pt x="44156" y="22729"/>
                    <a:pt x="45611" y="22503"/>
                    <a:pt x="47070" y="22556"/>
                  </a:cubicBezTo>
                  <a:cubicBezTo>
                    <a:pt x="47927" y="22556"/>
                    <a:pt x="46498" y="25318"/>
                    <a:pt x="45450" y="27223"/>
                  </a:cubicBezTo>
                </a:path>
              </a:pathLst>
            </a:custGeom>
            <a:solidFill>
              <a:schemeClr val="tx1"/>
            </a:solidFill>
            <a:ln w="9525" cap="flat">
              <a:noFill/>
              <a:prstDash val="solid"/>
              <a:miter/>
            </a:ln>
          </p:spPr>
          <p:txBody>
            <a:bodyPr rtlCol="0" anchor="ctr"/>
            <a:lstStyle/>
            <a:p>
              <a:endParaRPr lang="zh-CN" altLang="en-US"/>
            </a:p>
          </p:txBody>
        </p:sp>
        <p:sp>
          <p:nvSpPr>
            <p:cNvPr id="175" name="任意多边形: 形状 174"/>
            <p:cNvSpPr/>
            <p:nvPr/>
          </p:nvSpPr>
          <p:spPr>
            <a:xfrm>
              <a:off x="1890858" y="4176386"/>
              <a:ext cx="95473" cy="102057"/>
            </a:xfrm>
            <a:custGeom>
              <a:avLst/>
              <a:gdLst>
                <a:gd name="connsiteX0" fmla="*/ 33580 w 36570"/>
                <a:gd name="connsiteY0" fmla="*/ 12477 h 39092"/>
                <a:gd name="connsiteX1" fmla="*/ 24055 w 36570"/>
                <a:gd name="connsiteY1" fmla="*/ 4191 h 39092"/>
                <a:gd name="connsiteX2" fmla="*/ 20149 w 36570"/>
                <a:gd name="connsiteY2" fmla="*/ 4762 h 39092"/>
                <a:gd name="connsiteX3" fmla="*/ 15578 w 36570"/>
                <a:gd name="connsiteY3" fmla="*/ 3333 h 39092"/>
                <a:gd name="connsiteX4" fmla="*/ 10910 w 36570"/>
                <a:gd name="connsiteY4" fmla="*/ 3333 h 39092"/>
                <a:gd name="connsiteX5" fmla="*/ 6243 w 36570"/>
                <a:gd name="connsiteY5" fmla="*/ 952 h 39092"/>
                <a:gd name="connsiteX6" fmla="*/ 1576 w 36570"/>
                <a:gd name="connsiteY6" fmla="*/ -96 h 39092"/>
                <a:gd name="connsiteX7" fmla="*/ 52 w 36570"/>
                <a:gd name="connsiteY7" fmla="*/ 6000 h 39092"/>
                <a:gd name="connsiteX8" fmla="*/ 52 w 36570"/>
                <a:gd name="connsiteY8" fmla="*/ 10096 h 39092"/>
                <a:gd name="connsiteX9" fmla="*/ 1862 w 36570"/>
                <a:gd name="connsiteY9" fmla="*/ 16859 h 39092"/>
                <a:gd name="connsiteX10" fmla="*/ 4909 w 36570"/>
                <a:gd name="connsiteY10" fmla="*/ 22859 h 39092"/>
                <a:gd name="connsiteX11" fmla="*/ 8719 w 36570"/>
                <a:gd name="connsiteY11" fmla="*/ 29908 h 39092"/>
                <a:gd name="connsiteX12" fmla="*/ 8720 w 36570"/>
                <a:gd name="connsiteY12" fmla="*/ 35051 h 39092"/>
                <a:gd name="connsiteX13" fmla="*/ 12434 w 36570"/>
                <a:gd name="connsiteY13" fmla="*/ 38957 h 39092"/>
                <a:gd name="connsiteX14" fmla="*/ 17197 w 36570"/>
                <a:gd name="connsiteY14" fmla="*/ 36766 h 39092"/>
                <a:gd name="connsiteX15" fmla="*/ 21673 w 36570"/>
                <a:gd name="connsiteY15" fmla="*/ 36766 h 39092"/>
                <a:gd name="connsiteX16" fmla="*/ 26912 w 36570"/>
                <a:gd name="connsiteY16" fmla="*/ 34670 h 39092"/>
                <a:gd name="connsiteX17" fmla="*/ 30055 w 36570"/>
                <a:gd name="connsiteY17" fmla="*/ 31146 h 39092"/>
                <a:gd name="connsiteX18" fmla="*/ 32627 w 36570"/>
                <a:gd name="connsiteY18" fmla="*/ 25812 h 39092"/>
                <a:gd name="connsiteX19" fmla="*/ 35961 w 36570"/>
                <a:gd name="connsiteY19" fmla="*/ 21431 h 39092"/>
                <a:gd name="connsiteX20" fmla="*/ 35961 w 36570"/>
                <a:gd name="connsiteY20" fmla="*/ 16668 h 39092"/>
                <a:gd name="connsiteX21" fmla="*/ 33484 w 36570"/>
                <a:gd name="connsiteY21" fmla="*/ 13049 h 3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570" h="39092">
                  <a:moveTo>
                    <a:pt x="33580" y="12477"/>
                  </a:moveTo>
                  <a:cubicBezTo>
                    <a:pt x="31770" y="10096"/>
                    <a:pt x="26531" y="3714"/>
                    <a:pt x="24055" y="4191"/>
                  </a:cubicBezTo>
                  <a:cubicBezTo>
                    <a:pt x="22770" y="4481"/>
                    <a:pt x="21464" y="4672"/>
                    <a:pt x="20149" y="4762"/>
                  </a:cubicBezTo>
                  <a:cubicBezTo>
                    <a:pt x="19102" y="4762"/>
                    <a:pt x="16911" y="3143"/>
                    <a:pt x="15578" y="3333"/>
                  </a:cubicBezTo>
                  <a:cubicBezTo>
                    <a:pt x="14034" y="3614"/>
                    <a:pt x="12453" y="3614"/>
                    <a:pt x="10910" y="3333"/>
                  </a:cubicBezTo>
                  <a:cubicBezTo>
                    <a:pt x="9767" y="3333"/>
                    <a:pt x="7005" y="857"/>
                    <a:pt x="6243" y="952"/>
                  </a:cubicBezTo>
                  <a:cubicBezTo>
                    <a:pt x="3862" y="952"/>
                    <a:pt x="3100" y="-382"/>
                    <a:pt x="1576" y="-96"/>
                  </a:cubicBezTo>
                  <a:cubicBezTo>
                    <a:pt x="52" y="190"/>
                    <a:pt x="1004" y="4667"/>
                    <a:pt x="52" y="6000"/>
                  </a:cubicBezTo>
                  <a:cubicBezTo>
                    <a:pt x="-504" y="7309"/>
                    <a:pt x="-504" y="8787"/>
                    <a:pt x="52" y="10096"/>
                  </a:cubicBezTo>
                  <a:cubicBezTo>
                    <a:pt x="1260" y="12143"/>
                    <a:pt x="1885" y="14482"/>
                    <a:pt x="1862" y="16859"/>
                  </a:cubicBezTo>
                  <a:cubicBezTo>
                    <a:pt x="1862" y="18668"/>
                    <a:pt x="4814" y="20097"/>
                    <a:pt x="4909" y="22859"/>
                  </a:cubicBezTo>
                  <a:cubicBezTo>
                    <a:pt x="6042" y="25281"/>
                    <a:pt x="7314" y="27634"/>
                    <a:pt x="8719" y="29908"/>
                  </a:cubicBezTo>
                  <a:cubicBezTo>
                    <a:pt x="9386" y="31432"/>
                    <a:pt x="8720" y="33813"/>
                    <a:pt x="8720" y="35051"/>
                  </a:cubicBezTo>
                  <a:cubicBezTo>
                    <a:pt x="8720" y="36290"/>
                    <a:pt x="10910" y="38957"/>
                    <a:pt x="12434" y="38957"/>
                  </a:cubicBezTo>
                  <a:cubicBezTo>
                    <a:pt x="13958" y="38957"/>
                    <a:pt x="15006" y="37337"/>
                    <a:pt x="17197" y="36766"/>
                  </a:cubicBezTo>
                  <a:cubicBezTo>
                    <a:pt x="19388" y="36194"/>
                    <a:pt x="20340" y="36766"/>
                    <a:pt x="21673" y="36766"/>
                  </a:cubicBezTo>
                  <a:cubicBezTo>
                    <a:pt x="23567" y="36516"/>
                    <a:pt x="25369" y="35796"/>
                    <a:pt x="26912" y="34670"/>
                  </a:cubicBezTo>
                  <a:cubicBezTo>
                    <a:pt x="28073" y="33602"/>
                    <a:pt x="29126" y="32421"/>
                    <a:pt x="30055" y="31146"/>
                  </a:cubicBezTo>
                  <a:cubicBezTo>
                    <a:pt x="31198" y="29717"/>
                    <a:pt x="31580" y="26955"/>
                    <a:pt x="32627" y="25812"/>
                  </a:cubicBezTo>
                  <a:cubicBezTo>
                    <a:pt x="33675" y="24669"/>
                    <a:pt x="35104" y="23907"/>
                    <a:pt x="35961" y="21431"/>
                  </a:cubicBezTo>
                  <a:cubicBezTo>
                    <a:pt x="36287" y="19860"/>
                    <a:pt x="36287" y="18239"/>
                    <a:pt x="35961" y="16668"/>
                  </a:cubicBezTo>
                  <a:cubicBezTo>
                    <a:pt x="35252" y="15386"/>
                    <a:pt x="34423" y="14174"/>
                    <a:pt x="33484" y="13049"/>
                  </a:cubicBezTo>
                </a:path>
              </a:pathLst>
            </a:custGeom>
            <a:solidFill>
              <a:schemeClr val="tx1"/>
            </a:solidFill>
            <a:ln w="9525" cap="flat">
              <a:noFill/>
              <a:prstDash val="solid"/>
              <a:miter/>
            </a:ln>
          </p:spPr>
          <p:txBody>
            <a:bodyPr rtlCol="0" anchor="ctr"/>
            <a:lstStyle/>
            <a:p>
              <a:endParaRPr lang="zh-CN" altLang="en-US"/>
            </a:p>
          </p:txBody>
        </p:sp>
        <p:sp>
          <p:nvSpPr>
            <p:cNvPr id="176" name="任意多边形: 形状 175"/>
            <p:cNvSpPr/>
            <p:nvPr/>
          </p:nvSpPr>
          <p:spPr>
            <a:xfrm>
              <a:off x="1660188" y="4212547"/>
              <a:ext cx="91217" cy="88027"/>
            </a:xfrm>
            <a:custGeom>
              <a:avLst/>
              <a:gdLst>
                <a:gd name="connsiteX0" fmla="*/ 33258 w 34940"/>
                <a:gd name="connsiteY0" fmla="*/ 15199 h 33718"/>
                <a:gd name="connsiteX1" fmla="*/ 33925 w 34940"/>
                <a:gd name="connsiteY1" fmla="*/ 10722 h 33718"/>
                <a:gd name="connsiteX2" fmla="*/ 34497 w 34940"/>
                <a:gd name="connsiteY2" fmla="*/ 6627 h 33718"/>
                <a:gd name="connsiteX3" fmla="*/ 32020 w 34940"/>
                <a:gd name="connsiteY3" fmla="*/ 5484 h 33718"/>
                <a:gd name="connsiteX4" fmla="*/ 24972 w 34940"/>
                <a:gd name="connsiteY4" fmla="*/ 5484 h 33718"/>
                <a:gd name="connsiteX5" fmla="*/ 18780 w 34940"/>
                <a:gd name="connsiteY5" fmla="*/ 7008 h 33718"/>
                <a:gd name="connsiteX6" fmla="*/ 13065 w 34940"/>
                <a:gd name="connsiteY6" fmla="*/ -136 h 33718"/>
                <a:gd name="connsiteX7" fmla="*/ 8398 w 34940"/>
                <a:gd name="connsiteY7" fmla="*/ 2340 h 33718"/>
                <a:gd name="connsiteX8" fmla="*/ 2112 w 34940"/>
                <a:gd name="connsiteY8" fmla="*/ 13104 h 33718"/>
                <a:gd name="connsiteX9" fmla="*/ -365 w 34940"/>
                <a:gd name="connsiteY9" fmla="*/ 17771 h 33718"/>
                <a:gd name="connsiteX10" fmla="*/ 873 w 34940"/>
                <a:gd name="connsiteY10" fmla="*/ 21771 h 33718"/>
                <a:gd name="connsiteX11" fmla="*/ 16 w 34940"/>
                <a:gd name="connsiteY11" fmla="*/ 26915 h 33718"/>
                <a:gd name="connsiteX12" fmla="*/ 8207 w 34940"/>
                <a:gd name="connsiteY12" fmla="*/ 33582 h 33718"/>
                <a:gd name="connsiteX13" fmla="*/ 15065 w 34940"/>
                <a:gd name="connsiteY13" fmla="*/ 30820 h 33718"/>
                <a:gd name="connsiteX14" fmla="*/ 20209 w 34940"/>
                <a:gd name="connsiteY14" fmla="*/ 30344 h 33718"/>
                <a:gd name="connsiteX15" fmla="*/ 24686 w 34940"/>
                <a:gd name="connsiteY15" fmla="*/ 27201 h 33718"/>
                <a:gd name="connsiteX16" fmla="*/ 26972 w 34940"/>
                <a:gd name="connsiteY16" fmla="*/ 20819 h 33718"/>
                <a:gd name="connsiteX17" fmla="*/ 30115 w 34940"/>
                <a:gd name="connsiteY17" fmla="*/ 18533 h 33718"/>
                <a:gd name="connsiteX18" fmla="*/ 33258 w 34940"/>
                <a:gd name="connsiteY18" fmla="*/ 15104 h 33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940" h="33718">
                  <a:moveTo>
                    <a:pt x="33258" y="15199"/>
                  </a:moveTo>
                  <a:cubicBezTo>
                    <a:pt x="33779" y="13767"/>
                    <a:pt x="34006" y="12244"/>
                    <a:pt x="33925" y="10722"/>
                  </a:cubicBezTo>
                  <a:cubicBezTo>
                    <a:pt x="34504" y="9440"/>
                    <a:pt x="34703" y="8018"/>
                    <a:pt x="34497" y="6627"/>
                  </a:cubicBezTo>
                  <a:cubicBezTo>
                    <a:pt x="34497" y="5769"/>
                    <a:pt x="33163" y="5484"/>
                    <a:pt x="32020" y="5484"/>
                  </a:cubicBezTo>
                  <a:cubicBezTo>
                    <a:pt x="30877" y="5484"/>
                    <a:pt x="25543" y="5484"/>
                    <a:pt x="24972" y="5484"/>
                  </a:cubicBezTo>
                  <a:cubicBezTo>
                    <a:pt x="23000" y="6313"/>
                    <a:pt x="20911" y="6828"/>
                    <a:pt x="18780" y="7008"/>
                  </a:cubicBezTo>
                  <a:cubicBezTo>
                    <a:pt x="17447" y="7008"/>
                    <a:pt x="17161" y="-136"/>
                    <a:pt x="13065" y="-136"/>
                  </a:cubicBezTo>
                  <a:cubicBezTo>
                    <a:pt x="11922" y="-136"/>
                    <a:pt x="9922" y="1483"/>
                    <a:pt x="8398" y="2340"/>
                  </a:cubicBezTo>
                  <a:cubicBezTo>
                    <a:pt x="5019" y="5006"/>
                    <a:pt x="2773" y="8851"/>
                    <a:pt x="2112" y="13104"/>
                  </a:cubicBezTo>
                  <a:cubicBezTo>
                    <a:pt x="2112" y="14437"/>
                    <a:pt x="-365" y="16628"/>
                    <a:pt x="-365" y="17771"/>
                  </a:cubicBezTo>
                  <a:cubicBezTo>
                    <a:pt x="-365" y="18914"/>
                    <a:pt x="873" y="20628"/>
                    <a:pt x="873" y="21771"/>
                  </a:cubicBezTo>
                  <a:cubicBezTo>
                    <a:pt x="873" y="22914"/>
                    <a:pt x="16" y="25772"/>
                    <a:pt x="16" y="26915"/>
                  </a:cubicBezTo>
                  <a:cubicBezTo>
                    <a:pt x="16" y="31773"/>
                    <a:pt x="4016" y="33582"/>
                    <a:pt x="8207" y="33582"/>
                  </a:cubicBezTo>
                  <a:cubicBezTo>
                    <a:pt x="10208" y="33582"/>
                    <a:pt x="13923" y="31106"/>
                    <a:pt x="15065" y="30820"/>
                  </a:cubicBezTo>
                  <a:cubicBezTo>
                    <a:pt x="16208" y="30535"/>
                    <a:pt x="18304" y="31487"/>
                    <a:pt x="20209" y="30344"/>
                  </a:cubicBezTo>
                  <a:cubicBezTo>
                    <a:pt x="21881" y="29578"/>
                    <a:pt x="23398" y="28513"/>
                    <a:pt x="24686" y="27201"/>
                  </a:cubicBezTo>
                  <a:cubicBezTo>
                    <a:pt x="26305" y="25391"/>
                    <a:pt x="25924" y="23486"/>
                    <a:pt x="26972" y="20819"/>
                  </a:cubicBezTo>
                  <a:cubicBezTo>
                    <a:pt x="27448" y="19771"/>
                    <a:pt x="29734" y="19200"/>
                    <a:pt x="30115" y="18533"/>
                  </a:cubicBezTo>
                  <a:cubicBezTo>
                    <a:pt x="31072" y="17309"/>
                    <a:pt x="32123" y="16163"/>
                    <a:pt x="33258" y="15104"/>
                  </a:cubicBezTo>
                </a:path>
              </a:pathLst>
            </a:custGeom>
            <a:solidFill>
              <a:schemeClr val="tx1"/>
            </a:solidFill>
            <a:ln w="9525" cap="flat">
              <a:noFill/>
              <a:prstDash val="solid"/>
              <a:miter/>
            </a:ln>
          </p:spPr>
          <p:txBody>
            <a:bodyPr rtlCol="0" anchor="ctr"/>
            <a:lstStyle/>
            <a:p>
              <a:endParaRPr lang="zh-CN" altLang="en-US"/>
            </a:p>
          </p:txBody>
        </p:sp>
        <p:sp>
          <p:nvSpPr>
            <p:cNvPr id="177" name="任意多边形: 形状 176"/>
            <p:cNvSpPr/>
            <p:nvPr/>
          </p:nvSpPr>
          <p:spPr>
            <a:xfrm>
              <a:off x="1654588" y="3869137"/>
              <a:ext cx="352490" cy="186805"/>
            </a:xfrm>
            <a:custGeom>
              <a:avLst/>
              <a:gdLst>
                <a:gd name="connsiteX0" fmla="*/ 132463 w 135018"/>
                <a:gd name="connsiteY0" fmla="*/ 31963 h 71554"/>
                <a:gd name="connsiteX1" fmla="*/ 127319 w 135018"/>
                <a:gd name="connsiteY1" fmla="*/ 27391 h 71554"/>
                <a:gd name="connsiteX2" fmla="*/ 122938 w 135018"/>
                <a:gd name="connsiteY2" fmla="*/ 25962 h 71554"/>
                <a:gd name="connsiteX3" fmla="*/ 118652 w 135018"/>
                <a:gd name="connsiteY3" fmla="*/ 24153 h 71554"/>
                <a:gd name="connsiteX4" fmla="*/ 109127 w 135018"/>
                <a:gd name="connsiteY4" fmla="*/ 26439 h 71554"/>
                <a:gd name="connsiteX5" fmla="*/ 91982 w 135018"/>
                <a:gd name="connsiteY5" fmla="*/ 30439 h 71554"/>
                <a:gd name="connsiteX6" fmla="*/ 91029 w 135018"/>
                <a:gd name="connsiteY6" fmla="*/ 27486 h 71554"/>
                <a:gd name="connsiteX7" fmla="*/ 95887 w 135018"/>
                <a:gd name="connsiteY7" fmla="*/ 18628 h 71554"/>
                <a:gd name="connsiteX8" fmla="*/ 91982 w 135018"/>
                <a:gd name="connsiteY8" fmla="*/ 9961 h 71554"/>
                <a:gd name="connsiteX9" fmla="*/ 90362 w 135018"/>
                <a:gd name="connsiteY9" fmla="*/ 4055 h 71554"/>
                <a:gd name="connsiteX10" fmla="*/ 85314 w 135018"/>
                <a:gd name="connsiteY10" fmla="*/ 2531 h 71554"/>
                <a:gd name="connsiteX11" fmla="*/ 82457 w 135018"/>
                <a:gd name="connsiteY11" fmla="*/ 340 h 71554"/>
                <a:gd name="connsiteX12" fmla="*/ 77027 w 135018"/>
                <a:gd name="connsiteY12" fmla="*/ 340 h 71554"/>
                <a:gd name="connsiteX13" fmla="*/ 72646 w 135018"/>
                <a:gd name="connsiteY13" fmla="*/ -136 h 71554"/>
                <a:gd name="connsiteX14" fmla="*/ 68931 w 135018"/>
                <a:gd name="connsiteY14" fmla="*/ 1293 h 71554"/>
                <a:gd name="connsiteX15" fmla="*/ 65312 w 135018"/>
                <a:gd name="connsiteY15" fmla="*/ 1293 h 71554"/>
                <a:gd name="connsiteX16" fmla="*/ 61502 w 135018"/>
                <a:gd name="connsiteY16" fmla="*/ 2817 h 71554"/>
                <a:gd name="connsiteX17" fmla="*/ 55025 w 135018"/>
                <a:gd name="connsiteY17" fmla="*/ 3960 h 71554"/>
                <a:gd name="connsiteX18" fmla="*/ 53691 w 135018"/>
                <a:gd name="connsiteY18" fmla="*/ 7579 h 71554"/>
                <a:gd name="connsiteX19" fmla="*/ 58073 w 135018"/>
                <a:gd name="connsiteY19" fmla="*/ 18247 h 71554"/>
                <a:gd name="connsiteX20" fmla="*/ 56644 w 135018"/>
                <a:gd name="connsiteY20" fmla="*/ 22438 h 71554"/>
                <a:gd name="connsiteX21" fmla="*/ 55406 w 135018"/>
                <a:gd name="connsiteY21" fmla="*/ 25867 h 71554"/>
                <a:gd name="connsiteX22" fmla="*/ 54549 w 135018"/>
                <a:gd name="connsiteY22" fmla="*/ 29487 h 71554"/>
                <a:gd name="connsiteX23" fmla="*/ 57977 w 135018"/>
                <a:gd name="connsiteY23" fmla="*/ 32058 h 71554"/>
                <a:gd name="connsiteX24" fmla="*/ 61502 w 135018"/>
                <a:gd name="connsiteY24" fmla="*/ 33202 h 71554"/>
                <a:gd name="connsiteX25" fmla="*/ 62073 w 135018"/>
                <a:gd name="connsiteY25" fmla="*/ 36630 h 71554"/>
                <a:gd name="connsiteX26" fmla="*/ 57025 w 135018"/>
                <a:gd name="connsiteY26" fmla="*/ 39583 h 71554"/>
                <a:gd name="connsiteX27" fmla="*/ 44642 w 135018"/>
                <a:gd name="connsiteY27" fmla="*/ 43393 h 71554"/>
                <a:gd name="connsiteX28" fmla="*/ 37880 w 135018"/>
                <a:gd name="connsiteY28" fmla="*/ 44346 h 71554"/>
                <a:gd name="connsiteX29" fmla="*/ 22068 w 135018"/>
                <a:gd name="connsiteY29" fmla="*/ 47489 h 71554"/>
                <a:gd name="connsiteX30" fmla="*/ 15401 w 135018"/>
                <a:gd name="connsiteY30" fmla="*/ 49775 h 71554"/>
                <a:gd name="connsiteX31" fmla="*/ 12353 w 135018"/>
                <a:gd name="connsiteY31" fmla="*/ 47965 h 71554"/>
                <a:gd name="connsiteX32" fmla="*/ 828 w 135018"/>
                <a:gd name="connsiteY32" fmla="*/ 53871 h 71554"/>
                <a:gd name="connsiteX33" fmla="*/ -315 w 135018"/>
                <a:gd name="connsiteY33" fmla="*/ 57871 h 71554"/>
                <a:gd name="connsiteX34" fmla="*/ -315 w 135018"/>
                <a:gd name="connsiteY34" fmla="*/ 63015 h 71554"/>
                <a:gd name="connsiteX35" fmla="*/ 1208 w 135018"/>
                <a:gd name="connsiteY35" fmla="*/ 69111 h 71554"/>
                <a:gd name="connsiteX36" fmla="*/ 7019 w 135018"/>
                <a:gd name="connsiteY36" fmla="*/ 69111 h 71554"/>
                <a:gd name="connsiteX37" fmla="*/ 10162 w 135018"/>
                <a:gd name="connsiteY37" fmla="*/ 71397 h 71554"/>
                <a:gd name="connsiteX38" fmla="*/ 14067 w 135018"/>
                <a:gd name="connsiteY38" fmla="*/ 69111 h 71554"/>
                <a:gd name="connsiteX39" fmla="*/ 18544 w 135018"/>
                <a:gd name="connsiteY39" fmla="*/ 67587 h 71554"/>
                <a:gd name="connsiteX40" fmla="*/ 23878 w 135018"/>
                <a:gd name="connsiteY40" fmla="*/ 66158 h 71554"/>
                <a:gd name="connsiteX41" fmla="*/ 27212 w 135018"/>
                <a:gd name="connsiteY41" fmla="*/ 66158 h 71554"/>
                <a:gd name="connsiteX42" fmla="*/ 31308 w 135018"/>
                <a:gd name="connsiteY42" fmla="*/ 66158 h 71554"/>
                <a:gd name="connsiteX43" fmla="*/ 36070 w 135018"/>
                <a:gd name="connsiteY43" fmla="*/ 64824 h 71554"/>
                <a:gd name="connsiteX44" fmla="*/ 40451 w 135018"/>
                <a:gd name="connsiteY44" fmla="*/ 64253 h 71554"/>
                <a:gd name="connsiteX45" fmla="*/ 45595 w 135018"/>
                <a:gd name="connsiteY45" fmla="*/ 62919 h 71554"/>
                <a:gd name="connsiteX46" fmla="*/ 51215 w 135018"/>
                <a:gd name="connsiteY46" fmla="*/ 61491 h 71554"/>
                <a:gd name="connsiteX47" fmla="*/ 56834 w 135018"/>
                <a:gd name="connsiteY47" fmla="*/ 59967 h 71554"/>
                <a:gd name="connsiteX48" fmla="*/ 77313 w 135018"/>
                <a:gd name="connsiteY48" fmla="*/ 54919 h 71554"/>
                <a:gd name="connsiteX49" fmla="*/ 86076 w 135018"/>
                <a:gd name="connsiteY49" fmla="*/ 51204 h 71554"/>
                <a:gd name="connsiteX50" fmla="*/ 92077 w 135018"/>
                <a:gd name="connsiteY50" fmla="*/ 51204 h 71554"/>
                <a:gd name="connsiteX51" fmla="*/ 98364 w 135018"/>
                <a:gd name="connsiteY51" fmla="*/ 48918 h 71554"/>
                <a:gd name="connsiteX52" fmla="*/ 104555 w 135018"/>
                <a:gd name="connsiteY52" fmla="*/ 47013 h 71554"/>
                <a:gd name="connsiteX53" fmla="*/ 111413 w 135018"/>
                <a:gd name="connsiteY53" fmla="*/ 46251 h 71554"/>
                <a:gd name="connsiteX54" fmla="*/ 120081 w 135018"/>
                <a:gd name="connsiteY54" fmla="*/ 45584 h 71554"/>
                <a:gd name="connsiteX55" fmla="*/ 125129 w 135018"/>
                <a:gd name="connsiteY55" fmla="*/ 47203 h 71554"/>
                <a:gd name="connsiteX56" fmla="*/ 134654 w 135018"/>
                <a:gd name="connsiteY56" fmla="*/ 39107 h 71554"/>
                <a:gd name="connsiteX57" fmla="*/ 134654 w 135018"/>
                <a:gd name="connsiteY57" fmla="*/ 33773 h 71554"/>
                <a:gd name="connsiteX58" fmla="*/ 132273 w 135018"/>
                <a:gd name="connsiteY58" fmla="*/ 31201 h 7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35018" h="71554">
                  <a:moveTo>
                    <a:pt x="132463" y="31963"/>
                  </a:moveTo>
                  <a:cubicBezTo>
                    <a:pt x="130079" y="31420"/>
                    <a:pt x="128139" y="29695"/>
                    <a:pt x="127319" y="27391"/>
                  </a:cubicBezTo>
                  <a:cubicBezTo>
                    <a:pt x="126748" y="26153"/>
                    <a:pt x="124176" y="26344"/>
                    <a:pt x="122938" y="25962"/>
                  </a:cubicBezTo>
                  <a:cubicBezTo>
                    <a:pt x="121700" y="25581"/>
                    <a:pt x="119795" y="24057"/>
                    <a:pt x="118652" y="24153"/>
                  </a:cubicBezTo>
                  <a:cubicBezTo>
                    <a:pt x="115420" y="24656"/>
                    <a:pt x="112235" y="25420"/>
                    <a:pt x="109127" y="26439"/>
                  </a:cubicBezTo>
                  <a:cubicBezTo>
                    <a:pt x="106365" y="27296"/>
                    <a:pt x="95030" y="29868"/>
                    <a:pt x="91982" y="30439"/>
                  </a:cubicBezTo>
                  <a:cubicBezTo>
                    <a:pt x="88934" y="31011"/>
                    <a:pt x="90077" y="28820"/>
                    <a:pt x="91029" y="27486"/>
                  </a:cubicBezTo>
                  <a:cubicBezTo>
                    <a:pt x="94649" y="24534"/>
                    <a:pt x="96173" y="24438"/>
                    <a:pt x="95887" y="18628"/>
                  </a:cubicBezTo>
                  <a:cubicBezTo>
                    <a:pt x="95601" y="12818"/>
                    <a:pt x="92934" y="11865"/>
                    <a:pt x="91982" y="9961"/>
                  </a:cubicBezTo>
                  <a:cubicBezTo>
                    <a:pt x="91029" y="8055"/>
                    <a:pt x="91220" y="5198"/>
                    <a:pt x="90362" y="4055"/>
                  </a:cubicBezTo>
                  <a:cubicBezTo>
                    <a:pt x="89505" y="2912"/>
                    <a:pt x="85791" y="3007"/>
                    <a:pt x="85314" y="2531"/>
                  </a:cubicBezTo>
                  <a:cubicBezTo>
                    <a:pt x="84838" y="2055"/>
                    <a:pt x="83790" y="340"/>
                    <a:pt x="82457" y="340"/>
                  </a:cubicBezTo>
                  <a:cubicBezTo>
                    <a:pt x="80648" y="436"/>
                    <a:pt x="78836" y="436"/>
                    <a:pt x="77027" y="340"/>
                  </a:cubicBezTo>
                  <a:cubicBezTo>
                    <a:pt x="75583" y="55"/>
                    <a:pt x="74117" y="-104"/>
                    <a:pt x="72646" y="-136"/>
                  </a:cubicBezTo>
                  <a:cubicBezTo>
                    <a:pt x="70646" y="-136"/>
                    <a:pt x="70646" y="626"/>
                    <a:pt x="68931" y="1293"/>
                  </a:cubicBezTo>
                  <a:cubicBezTo>
                    <a:pt x="67217" y="1960"/>
                    <a:pt x="66074" y="1293"/>
                    <a:pt x="65312" y="1293"/>
                  </a:cubicBezTo>
                  <a:cubicBezTo>
                    <a:pt x="64186" y="2105"/>
                    <a:pt x="62877" y="2628"/>
                    <a:pt x="61502" y="2817"/>
                  </a:cubicBezTo>
                  <a:cubicBezTo>
                    <a:pt x="59216" y="2817"/>
                    <a:pt x="56930" y="1960"/>
                    <a:pt x="55025" y="3960"/>
                  </a:cubicBezTo>
                  <a:cubicBezTo>
                    <a:pt x="53990" y="4858"/>
                    <a:pt x="53486" y="6224"/>
                    <a:pt x="53691" y="7579"/>
                  </a:cubicBezTo>
                  <a:cubicBezTo>
                    <a:pt x="54358" y="9389"/>
                    <a:pt x="58835" y="15866"/>
                    <a:pt x="58073" y="18247"/>
                  </a:cubicBezTo>
                  <a:cubicBezTo>
                    <a:pt x="57672" y="19669"/>
                    <a:pt x="57195" y="21068"/>
                    <a:pt x="56644" y="22438"/>
                  </a:cubicBezTo>
                  <a:cubicBezTo>
                    <a:pt x="56073" y="24153"/>
                    <a:pt x="55787" y="24629"/>
                    <a:pt x="55406" y="25867"/>
                  </a:cubicBezTo>
                  <a:cubicBezTo>
                    <a:pt x="54796" y="26973"/>
                    <a:pt x="54500" y="28225"/>
                    <a:pt x="54549" y="29487"/>
                  </a:cubicBezTo>
                  <a:cubicBezTo>
                    <a:pt x="55307" y="30763"/>
                    <a:pt x="56540" y="31688"/>
                    <a:pt x="57977" y="32058"/>
                  </a:cubicBezTo>
                  <a:cubicBezTo>
                    <a:pt x="59406" y="32059"/>
                    <a:pt x="60835" y="31487"/>
                    <a:pt x="61502" y="33202"/>
                  </a:cubicBezTo>
                  <a:cubicBezTo>
                    <a:pt x="62168" y="34916"/>
                    <a:pt x="62454" y="35964"/>
                    <a:pt x="62073" y="36630"/>
                  </a:cubicBezTo>
                  <a:cubicBezTo>
                    <a:pt x="61692" y="37297"/>
                    <a:pt x="58549" y="39202"/>
                    <a:pt x="57025" y="39583"/>
                  </a:cubicBezTo>
                  <a:cubicBezTo>
                    <a:pt x="55501" y="39964"/>
                    <a:pt x="46071" y="42727"/>
                    <a:pt x="44642" y="43393"/>
                  </a:cubicBezTo>
                  <a:cubicBezTo>
                    <a:pt x="43214" y="44060"/>
                    <a:pt x="40642" y="43393"/>
                    <a:pt x="37880" y="44346"/>
                  </a:cubicBezTo>
                  <a:cubicBezTo>
                    <a:pt x="32697" y="45795"/>
                    <a:pt x="27411" y="46846"/>
                    <a:pt x="22068" y="47489"/>
                  </a:cubicBezTo>
                  <a:cubicBezTo>
                    <a:pt x="20258" y="47489"/>
                    <a:pt x="16544" y="49775"/>
                    <a:pt x="15401" y="49775"/>
                  </a:cubicBezTo>
                  <a:cubicBezTo>
                    <a:pt x="14258" y="49775"/>
                    <a:pt x="13496" y="47775"/>
                    <a:pt x="12353" y="47965"/>
                  </a:cubicBezTo>
                  <a:cubicBezTo>
                    <a:pt x="8215" y="49293"/>
                    <a:pt x="4322" y="51288"/>
                    <a:pt x="828" y="53871"/>
                  </a:cubicBezTo>
                  <a:cubicBezTo>
                    <a:pt x="-100" y="54984"/>
                    <a:pt x="-515" y="56436"/>
                    <a:pt x="-315" y="57871"/>
                  </a:cubicBezTo>
                  <a:cubicBezTo>
                    <a:pt x="-218" y="59585"/>
                    <a:pt x="-218" y="61302"/>
                    <a:pt x="-315" y="63015"/>
                  </a:cubicBezTo>
                  <a:cubicBezTo>
                    <a:pt x="-316" y="65396"/>
                    <a:pt x="-792" y="68158"/>
                    <a:pt x="1208" y="69111"/>
                  </a:cubicBezTo>
                  <a:cubicBezTo>
                    <a:pt x="3209" y="70063"/>
                    <a:pt x="5781" y="69111"/>
                    <a:pt x="7019" y="69111"/>
                  </a:cubicBezTo>
                  <a:cubicBezTo>
                    <a:pt x="8257" y="69111"/>
                    <a:pt x="8448" y="71682"/>
                    <a:pt x="10162" y="71397"/>
                  </a:cubicBezTo>
                  <a:cubicBezTo>
                    <a:pt x="11876" y="71111"/>
                    <a:pt x="13782" y="70159"/>
                    <a:pt x="14067" y="69111"/>
                  </a:cubicBezTo>
                  <a:cubicBezTo>
                    <a:pt x="15495" y="68431"/>
                    <a:pt x="16998" y="67919"/>
                    <a:pt x="18544" y="67587"/>
                  </a:cubicBezTo>
                  <a:cubicBezTo>
                    <a:pt x="20735" y="67587"/>
                    <a:pt x="22830" y="67587"/>
                    <a:pt x="23878" y="66158"/>
                  </a:cubicBezTo>
                  <a:cubicBezTo>
                    <a:pt x="24984" y="66000"/>
                    <a:pt x="26106" y="66000"/>
                    <a:pt x="27212" y="66158"/>
                  </a:cubicBezTo>
                  <a:cubicBezTo>
                    <a:pt x="28561" y="66455"/>
                    <a:pt x="29958" y="66455"/>
                    <a:pt x="31308" y="66158"/>
                  </a:cubicBezTo>
                  <a:cubicBezTo>
                    <a:pt x="32858" y="65590"/>
                    <a:pt x="34450" y="65144"/>
                    <a:pt x="36070" y="64824"/>
                  </a:cubicBezTo>
                  <a:cubicBezTo>
                    <a:pt x="37555" y="64980"/>
                    <a:pt x="39056" y="64784"/>
                    <a:pt x="40451" y="64253"/>
                  </a:cubicBezTo>
                  <a:cubicBezTo>
                    <a:pt x="41880" y="63491"/>
                    <a:pt x="43023" y="64253"/>
                    <a:pt x="45595" y="62919"/>
                  </a:cubicBezTo>
                  <a:cubicBezTo>
                    <a:pt x="48167" y="61586"/>
                    <a:pt x="50262" y="62062"/>
                    <a:pt x="51215" y="61491"/>
                  </a:cubicBezTo>
                  <a:cubicBezTo>
                    <a:pt x="52167" y="60919"/>
                    <a:pt x="55501" y="61491"/>
                    <a:pt x="56834" y="59967"/>
                  </a:cubicBezTo>
                  <a:cubicBezTo>
                    <a:pt x="63529" y="57789"/>
                    <a:pt x="70373" y="56102"/>
                    <a:pt x="77313" y="54919"/>
                  </a:cubicBezTo>
                  <a:cubicBezTo>
                    <a:pt x="80837" y="53966"/>
                    <a:pt x="84933" y="51394"/>
                    <a:pt x="86076" y="51204"/>
                  </a:cubicBezTo>
                  <a:cubicBezTo>
                    <a:pt x="87219" y="51013"/>
                    <a:pt x="90934" y="51870"/>
                    <a:pt x="92077" y="51204"/>
                  </a:cubicBezTo>
                  <a:cubicBezTo>
                    <a:pt x="94108" y="50275"/>
                    <a:pt x="96210" y="49510"/>
                    <a:pt x="98364" y="48918"/>
                  </a:cubicBezTo>
                  <a:lnTo>
                    <a:pt x="104555" y="47013"/>
                  </a:lnTo>
                  <a:lnTo>
                    <a:pt x="111413" y="46251"/>
                  </a:lnTo>
                  <a:lnTo>
                    <a:pt x="120081" y="45584"/>
                  </a:lnTo>
                  <a:cubicBezTo>
                    <a:pt x="123224" y="45584"/>
                    <a:pt x="124176" y="47775"/>
                    <a:pt x="125129" y="47203"/>
                  </a:cubicBezTo>
                  <a:cubicBezTo>
                    <a:pt x="127891" y="45394"/>
                    <a:pt x="134654" y="42822"/>
                    <a:pt x="134654" y="39107"/>
                  </a:cubicBezTo>
                  <a:cubicBezTo>
                    <a:pt x="134654" y="36821"/>
                    <a:pt x="134654" y="34916"/>
                    <a:pt x="134654" y="33773"/>
                  </a:cubicBezTo>
                  <a:cubicBezTo>
                    <a:pt x="134411" y="32534"/>
                    <a:pt x="133489" y="31539"/>
                    <a:pt x="132273" y="31201"/>
                  </a:cubicBezTo>
                </a:path>
              </a:pathLst>
            </a:custGeom>
            <a:solidFill>
              <a:schemeClr val="tx1"/>
            </a:solidFill>
            <a:ln w="9525" cap="flat">
              <a:noFill/>
              <a:prstDash val="solid"/>
              <a:miter/>
            </a:ln>
          </p:spPr>
          <p:txBody>
            <a:bodyPr rtlCol="0" anchor="ctr"/>
            <a:lstStyle/>
            <a:p>
              <a:endParaRPr lang="zh-CN" altLang="en-US"/>
            </a:p>
          </p:txBody>
        </p:sp>
        <p:sp>
          <p:nvSpPr>
            <p:cNvPr id="178" name="任意多边形: 形状 177"/>
            <p:cNvSpPr/>
            <p:nvPr/>
          </p:nvSpPr>
          <p:spPr>
            <a:xfrm>
              <a:off x="3621792" y="3865597"/>
              <a:ext cx="338504" cy="468122"/>
            </a:xfrm>
            <a:custGeom>
              <a:avLst/>
              <a:gdLst>
                <a:gd name="connsiteX0" fmla="*/ 127417 w 129661"/>
                <a:gd name="connsiteY0" fmla="*/ 59037 h 179310"/>
                <a:gd name="connsiteX1" fmla="*/ 122750 w 129661"/>
                <a:gd name="connsiteY1" fmla="*/ 57418 h 179310"/>
                <a:gd name="connsiteX2" fmla="*/ 118654 w 129661"/>
                <a:gd name="connsiteY2" fmla="*/ 56179 h 179310"/>
                <a:gd name="connsiteX3" fmla="*/ 115034 w 129661"/>
                <a:gd name="connsiteY3" fmla="*/ 53512 h 179310"/>
                <a:gd name="connsiteX4" fmla="*/ 110558 w 129661"/>
                <a:gd name="connsiteY4" fmla="*/ 53512 h 179310"/>
                <a:gd name="connsiteX5" fmla="*/ 104081 w 129661"/>
                <a:gd name="connsiteY5" fmla="*/ 57132 h 179310"/>
                <a:gd name="connsiteX6" fmla="*/ 100652 w 129661"/>
                <a:gd name="connsiteY6" fmla="*/ 56084 h 179310"/>
                <a:gd name="connsiteX7" fmla="*/ 101890 w 129661"/>
                <a:gd name="connsiteY7" fmla="*/ 48845 h 179310"/>
                <a:gd name="connsiteX8" fmla="*/ 103319 w 129661"/>
                <a:gd name="connsiteY8" fmla="*/ 43226 h 179310"/>
                <a:gd name="connsiteX9" fmla="*/ 105033 w 129661"/>
                <a:gd name="connsiteY9" fmla="*/ 38368 h 179310"/>
                <a:gd name="connsiteX10" fmla="*/ 110843 w 129661"/>
                <a:gd name="connsiteY10" fmla="*/ 24461 h 179310"/>
                <a:gd name="connsiteX11" fmla="*/ 118178 w 129661"/>
                <a:gd name="connsiteY11" fmla="*/ 18365 h 179310"/>
                <a:gd name="connsiteX12" fmla="*/ 118749 w 129661"/>
                <a:gd name="connsiteY12" fmla="*/ 11317 h 179310"/>
                <a:gd name="connsiteX13" fmla="*/ 117416 w 129661"/>
                <a:gd name="connsiteY13" fmla="*/ 7412 h 179310"/>
                <a:gd name="connsiteX14" fmla="*/ 111986 w 129661"/>
                <a:gd name="connsiteY14" fmla="*/ 3983 h 179310"/>
                <a:gd name="connsiteX15" fmla="*/ 107033 w 129661"/>
                <a:gd name="connsiteY15" fmla="*/ 4649 h 179310"/>
                <a:gd name="connsiteX16" fmla="*/ 105509 w 129661"/>
                <a:gd name="connsiteY16" fmla="*/ 6745 h 179310"/>
                <a:gd name="connsiteX17" fmla="*/ 88745 w 129661"/>
                <a:gd name="connsiteY17" fmla="*/ 15603 h 179310"/>
                <a:gd name="connsiteX18" fmla="*/ 92079 w 129661"/>
                <a:gd name="connsiteY18" fmla="*/ 23604 h 179310"/>
                <a:gd name="connsiteX19" fmla="*/ 90841 w 129661"/>
                <a:gd name="connsiteY19" fmla="*/ 27985 h 179310"/>
                <a:gd name="connsiteX20" fmla="*/ 88174 w 129661"/>
                <a:gd name="connsiteY20" fmla="*/ 32081 h 179310"/>
                <a:gd name="connsiteX21" fmla="*/ 83507 w 129661"/>
                <a:gd name="connsiteY21" fmla="*/ 34367 h 179310"/>
                <a:gd name="connsiteX22" fmla="*/ 83507 w 129661"/>
                <a:gd name="connsiteY22" fmla="*/ 39796 h 179310"/>
                <a:gd name="connsiteX23" fmla="*/ 80840 w 129661"/>
                <a:gd name="connsiteY23" fmla="*/ 43035 h 179310"/>
                <a:gd name="connsiteX24" fmla="*/ 77601 w 129661"/>
                <a:gd name="connsiteY24" fmla="*/ 45512 h 179310"/>
                <a:gd name="connsiteX25" fmla="*/ 78744 w 129661"/>
                <a:gd name="connsiteY25" fmla="*/ 51131 h 179310"/>
                <a:gd name="connsiteX26" fmla="*/ 83697 w 129661"/>
                <a:gd name="connsiteY26" fmla="*/ 52751 h 179310"/>
                <a:gd name="connsiteX27" fmla="*/ 78173 w 129661"/>
                <a:gd name="connsiteY27" fmla="*/ 58561 h 179310"/>
                <a:gd name="connsiteX28" fmla="*/ 75125 w 129661"/>
                <a:gd name="connsiteY28" fmla="*/ 53703 h 179310"/>
                <a:gd name="connsiteX29" fmla="*/ 68933 w 129661"/>
                <a:gd name="connsiteY29" fmla="*/ 50369 h 179310"/>
                <a:gd name="connsiteX30" fmla="*/ 74077 w 129661"/>
                <a:gd name="connsiteY30" fmla="*/ 42940 h 179310"/>
                <a:gd name="connsiteX31" fmla="*/ 80935 w 129661"/>
                <a:gd name="connsiteY31" fmla="*/ 29224 h 179310"/>
                <a:gd name="connsiteX32" fmla="*/ 77697 w 129661"/>
                <a:gd name="connsiteY32" fmla="*/ 24557 h 179310"/>
                <a:gd name="connsiteX33" fmla="*/ 77696 w 129661"/>
                <a:gd name="connsiteY33" fmla="*/ 18651 h 179310"/>
                <a:gd name="connsiteX34" fmla="*/ 82649 w 129661"/>
                <a:gd name="connsiteY34" fmla="*/ 12079 h 179310"/>
                <a:gd name="connsiteX35" fmla="*/ 85221 w 129661"/>
                <a:gd name="connsiteY35" fmla="*/ 4554 h 179310"/>
                <a:gd name="connsiteX36" fmla="*/ 79125 w 129661"/>
                <a:gd name="connsiteY36" fmla="*/ -113 h 179310"/>
                <a:gd name="connsiteX37" fmla="*/ 75982 w 129661"/>
                <a:gd name="connsiteY37" fmla="*/ 554 h 179310"/>
                <a:gd name="connsiteX38" fmla="*/ 72743 w 129661"/>
                <a:gd name="connsiteY38" fmla="*/ 554 h 179310"/>
                <a:gd name="connsiteX39" fmla="*/ 68743 w 129661"/>
                <a:gd name="connsiteY39" fmla="*/ 7983 h 179310"/>
                <a:gd name="connsiteX40" fmla="*/ 63314 w 129661"/>
                <a:gd name="connsiteY40" fmla="*/ 15031 h 179310"/>
                <a:gd name="connsiteX41" fmla="*/ 58932 w 129661"/>
                <a:gd name="connsiteY41" fmla="*/ 11412 h 179310"/>
                <a:gd name="connsiteX42" fmla="*/ 54932 w 129661"/>
                <a:gd name="connsiteY42" fmla="*/ 15412 h 179310"/>
                <a:gd name="connsiteX43" fmla="*/ 57313 w 129661"/>
                <a:gd name="connsiteY43" fmla="*/ 21889 h 179310"/>
                <a:gd name="connsiteX44" fmla="*/ 55122 w 129661"/>
                <a:gd name="connsiteY44" fmla="*/ 27890 h 179310"/>
                <a:gd name="connsiteX45" fmla="*/ 55122 w 129661"/>
                <a:gd name="connsiteY45" fmla="*/ 35034 h 179310"/>
                <a:gd name="connsiteX46" fmla="*/ 58646 w 129661"/>
                <a:gd name="connsiteY46" fmla="*/ 33415 h 179310"/>
                <a:gd name="connsiteX47" fmla="*/ 63790 w 129661"/>
                <a:gd name="connsiteY47" fmla="*/ 31414 h 179310"/>
                <a:gd name="connsiteX48" fmla="*/ 66838 w 129661"/>
                <a:gd name="connsiteY48" fmla="*/ 38749 h 179310"/>
                <a:gd name="connsiteX49" fmla="*/ 61314 w 129661"/>
                <a:gd name="connsiteY49" fmla="*/ 44083 h 179310"/>
                <a:gd name="connsiteX50" fmla="*/ 58932 w 129661"/>
                <a:gd name="connsiteY50" fmla="*/ 41130 h 179310"/>
                <a:gd name="connsiteX51" fmla="*/ 52646 w 129661"/>
                <a:gd name="connsiteY51" fmla="*/ 41130 h 179310"/>
                <a:gd name="connsiteX52" fmla="*/ 51026 w 129661"/>
                <a:gd name="connsiteY52" fmla="*/ 38272 h 179310"/>
                <a:gd name="connsiteX53" fmla="*/ 49312 w 129661"/>
                <a:gd name="connsiteY53" fmla="*/ 26080 h 179310"/>
                <a:gd name="connsiteX54" fmla="*/ 48074 w 129661"/>
                <a:gd name="connsiteY54" fmla="*/ 22556 h 179310"/>
                <a:gd name="connsiteX55" fmla="*/ 46359 w 129661"/>
                <a:gd name="connsiteY55" fmla="*/ 16651 h 179310"/>
                <a:gd name="connsiteX56" fmla="*/ 42644 w 129661"/>
                <a:gd name="connsiteY56" fmla="*/ 18651 h 179310"/>
                <a:gd name="connsiteX57" fmla="*/ 40454 w 129661"/>
                <a:gd name="connsiteY57" fmla="*/ 23890 h 179310"/>
                <a:gd name="connsiteX58" fmla="*/ 41215 w 129661"/>
                <a:gd name="connsiteY58" fmla="*/ 27509 h 179310"/>
                <a:gd name="connsiteX59" fmla="*/ 41215 w 129661"/>
                <a:gd name="connsiteY59" fmla="*/ 38368 h 179310"/>
                <a:gd name="connsiteX60" fmla="*/ 42454 w 129661"/>
                <a:gd name="connsiteY60" fmla="*/ 45893 h 179310"/>
                <a:gd name="connsiteX61" fmla="*/ 42454 w 129661"/>
                <a:gd name="connsiteY61" fmla="*/ 57132 h 179310"/>
                <a:gd name="connsiteX62" fmla="*/ 45311 w 129661"/>
                <a:gd name="connsiteY62" fmla="*/ 62561 h 179310"/>
                <a:gd name="connsiteX63" fmla="*/ 48169 w 129661"/>
                <a:gd name="connsiteY63" fmla="*/ 60942 h 179310"/>
                <a:gd name="connsiteX64" fmla="*/ 50169 w 129661"/>
                <a:gd name="connsiteY64" fmla="*/ 58180 h 179310"/>
                <a:gd name="connsiteX65" fmla="*/ 51884 w 129661"/>
                <a:gd name="connsiteY65" fmla="*/ 53417 h 179310"/>
                <a:gd name="connsiteX66" fmla="*/ 54360 w 129661"/>
                <a:gd name="connsiteY66" fmla="*/ 56656 h 179310"/>
                <a:gd name="connsiteX67" fmla="*/ 55599 w 129661"/>
                <a:gd name="connsiteY67" fmla="*/ 60466 h 179310"/>
                <a:gd name="connsiteX68" fmla="*/ 59790 w 129661"/>
                <a:gd name="connsiteY68" fmla="*/ 58751 h 179310"/>
                <a:gd name="connsiteX69" fmla="*/ 64457 w 129661"/>
                <a:gd name="connsiteY69" fmla="*/ 59228 h 179310"/>
                <a:gd name="connsiteX70" fmla="*/ 63981 w 129661"/>
                <a:gd name="connsiteY70" fmla="*/ 61704 h 179310"/>
                <a:gd name="connsiteX71" fmla="*/ 60647 w 129661"/>
                <a:gd name="connsiteY71" fmla="*/ 63895 h 179310"/>
                <a:gd name="connsiteX72" fmla="*/ 56456 w 129661"/>
                <a:gd name="connsiteY72" fmla="*/ 65323 h 179310"/>
                <a:gd name="connsiteX73" fmla="*/ 48741 w 129661"/>
                <a:gd name="connsiteY73" fmla="*/ 66657 h 179310"/>
                <a:gd name="connsiteX74" fmla="*/ 43978 w 129661"/>
                <a:gd name="connsiteY74" fmla="*/ 66657 h 179310"/>
                <a:gd name="connsiteX75" fmla="*/ 38549 w 129661"/>
                <a:gd name="connsiteY75" fmla="*/ 68086 h 179310"/>
                <a:gd name="connsiteX76" fmla="*/ 35786 w 129661"/>
                <a:gd name="connsiteY76" fmla="*/ 65323 h 179310"/>
                <a:gd name="connsiteX77" fmla="*/ 37691 w 129661"/>
                <a:gd name="connsiteY77" fmla="*/ 59513 h 179310"/>
                <a:gd name="connsiteX78" fmla="*/ 37691 w 129661"/>
                <a:gd name="connsiteY78" fmla="*/ 54655 h 179310"/>
                <a:gd name="connsiteX79" fmla="*/ 36453 w 129661"/>
                <a:gd name="connsiteY79" fmla="*/ 48083 h 179310"/>
                <a:gd name="connsiteX80" fmla="*/ 35882 w 129661"/>
                <a:gd name="connsiteY80" fmla="*/ 38558 h 179310"/>
                <a:gd name="connsiteX81" fmla="*/ 35882 w 129661"/>
                <a:gd name="connsiteY81" fmla="*/ 33605 h 179310"/>
                <a:gd name="connsiteX82" fmla="*/ 35882 w 129661"/>
                <a:gd name="connsiteY82" fmla="*/ 29605 h 179310"/>
                <a:gd name="connsiteX83" fmla="*/ 35882 w 129661"/>
                <a:gd name="connsiteY83" fmla="*/ 25985 h 179310"/>
                <a:gd name="connsiteX84" fmla="*/ 35406 w 129661"/>
                <a:gd name="connsiteY84" fmla="*/ 20175 h 179310"/>
                <a:gd name="connsiteX85" fmla="*/ 34643 w 129661"/>
                <a:gd name="connsiteY85" fmla="*/ 15508 h 179310"/>
                <a:gd name="connsiteX86" fmla="*/ 32929 w 129661"/>
                <a:gd name="connsiteY86" fmla="*/ 12841 h 179310"/>
                <a:gd name="connsiteX87" fmla="*/ 30929 w 129661"/>
                <a:gd name="connsiteY87" fmla="*/ 14174 h 179310"/>
                <a:gd name="connsiteX88" fmla="*/ 26928 w 129661"/>
                <a:gd name="connsiteY88" fmla="*/ 14174 h 179310"/>
                <a:gd name="connsiteX89" fmla="*/ 24261 w 129661"/>
                <a:gd name="connsiteY89" fmla="*/ 18937 h 179310"/>
                <a:gd name="connsiteX90" fmla="*/ 25499 w 129661"/>
                <a:gd name="connsiteY90" fmla="*/ 27223 h 179310"/>
                <a:gd name="connsiteX91" fmla="*/ 26547 w 129661"/>
                <a:gd name="connsiteY91" fmla="*/ 41797 h 179310"/>
                <a:gd name="connsiteX92" fmla="*/ 25499 w 129661"/>
                <a:gd name="connsiteY92" fmla="*/ 55418 h 179310"/>
                <a:gd name="connsiteX93" fmla="*/ 26642 w 129661"/>
                <a:gd name="connsiteY93" fmla="*/ 62180 h 179310"/>
                <a:gd name="connsiteX94" fmla="*/ 28357 w 129661"/>
                <a:gd name="connsiteY94" fmla="*/ 66752 h 179310"/>
                <a:gd name="connsiteX95" fmla="*/ 26166 w 129661"/>
                <a:gd name="connsiteY95" fmla="*/ 69038 h 179310"/>
                <a:gd name="connsiteX96" fmla="*/ 19499 w 129661"/>
                <a:gd name="connsiteY96" fmla="*/ 71610 h 179310"/>
                <a:gd name="connsiteX97" fmla="*/ 16310 w 129661"/>
                <a:gd name="connsiteY97" fmla="*/ 70161 h 179310"/>
                <a:gd name="connsiteX98" fmla="*/ 16165 w 129661"/>
                <a:gd name="connsiteY98" fmla="*/ 69038 h 179310"/>
                <a:gd name="connsiteX99" fmla="*/ 14545 w 129661"/>
                <a:gd name="connsiteY99" fmla="*/ 59513 h 179310"/>
                <a:gd name="connsiteX100" fmla="*/ 12355 w 129661"/>
                <a:gd name="connsiteY100" fmla="*/ 59513 h 179310"/>
                <a:gd name="connsiteX101" fmla="*/ 4640 w 129661"/>
                <a:gd name="connsiteY101" fmla="*/ 72277 h 179310"/>
                <a:gd name="connsiteX102" fmla="*/ 1497 w 129661"/>
                <a:gd name="connsiteY102" fmla="*/ 74372 h 179310"/>
                <a:gd name="connsiteX103" fmla="*/ -313 w 129661"/>
                <a:gd name="connsiteY103" fmla="*/ 78849 h 179310"/>
                <a:gd name="connsiteX104" fmla="*/ -313 w 129661"/>
                <a:gd name="connsiteY104" fmla="*/ 89898 h 179310"/>
                <a:gd name="connsiteX105" fmla="*/ 3306 w 129661"/>
                <a:gd name="connsiteY105" fmla="*/ 100947 h 179310"/>
                <a:gd name="connsiteX106" fmla="*/ 7878 w 129661"/>
                <a:gd name="connsiteY106" fmla="*/ 102852 h 179310"/>
                <a:gd name="connsiteX107" fmla="*/ 19975 w 129661"/>
                <a:gd name="connsiteY107" fmla="*/ 93327 h 179310"/>
                <a:gd name="connsiteX108" fmla="*/ 22737 w 129661"/>
                <a:gd name="connsiteY108" fmla="*/ 89993 h 179310"/>
                <a:gd name="connsiteX109" fmla="*/ 28643 w 129661"/>
                <a:gd name="connsiteY109" fmla="*/ 82278 h 179310"/>
                <a:gd name="connsiteX110" fmla="*/ 38168 w 129661"/>
                <a:gd name="connsiteY110" fmla="*/ 78563 h 179310"/>
                <a:gd name="connsiteX111" fmla="*/ 46074 w 129661"/>
                <a:gd name="connsiteY111" fmla="*/ 76944 h 179310"/>
                <a:gd name="connsiteX112" fmla="*/ 56456 w 129661"/>
                <a:gd name="connsiteY112" fmla="*/ 75610 h 179310"/>
                <a:gd name="connsiteX113" fmla="*/ 62838 w 129661"/>
                <a:gd name="connsiteY113" fmla="*/ 74277 h 179310"/>
                <a:gd name="connsiteX114" fmla="*/ 69219 w 129661"/>
                <a:gd name="connsiteY114" fmla="*/ 72753 h 179310"/>
                <a:gd name="connsiteX115" fmla="*/ 81888 w 129661"/>
                <a:gd name="connsiteY115" fmla="*/ 71419 h 179310"/>
                <a:gd name="connsiteX116" fmla="*/ 89984 w 129661"/>
                <a:gd name="connsiteY116" fmla="*/ 70277 h 179310"/>
                <a:gd name="connsiteX117" fmla="*/ 97604 w 129661"/>
                <a:gd name="connsiteY117" fmla="*/ 69419 h 179310"/>
                <a:gd name="connsiteX118" fmla="*/ 94460 w 129661"/>
                <a:gd name="connsiteY118" fmla="*/ 75611 h 179310"/>
                <a:gd name="connsiteX119" fmla="*/ 88555 w 129661"/>
                <a:gd name="connsiteY119" fmla="*/ 78373 h 179310"/>
                <a:gd name="connsiteX120" fmla="*/ 83316 w 129661"/>
                <a:gd name="connsiteY120" fmla="*/ 77134 h 179310"/>
                <a:gd name="connsiteX121" fmla="*/ 78173 w 129661"/>
                <a:gd name="connsiteY121" fmla="*/ 77135 h 179310"/>
                <a:gd name="connsiteX122" fmla="*/ 71886 w 129661"/>
                <a:gd name="connsiteY122" fmla="*/ 77135 h 179310"/>
                <a:gd name="connsiteX123" fmla="*/ 69219 w 129661"/>
                <a:gd name="connsiteY123" fmla="*/ 79039 h 179310"/>
                <a:gd name="connsiteX124" fmla="*/ 64742 w 129661"/>
                <a:gd name="connsiteY124" fmla="*/ 80659 h 179310"/>
                <a:gd name="connsiteX125" fmla="*/ 59408 w 129661"/>
                <a:gd name="connsiteY125" fmla="*/ 81611 h 179310"/>
                <a:gd name="connsiteX126" fmla="*/ 52169 w 129661"/>
                <a:gd name="connsiteY126" fmla="*/ 83326 h 179310"/>
                <a:gd name="connsiteX127" fmla="*/ 45883 w 129661"/>
                <a:gd name="connsiteY127" fmla="*/ 83993 h 179310"/>
                <a:gd name="connsiteX128" fmla="*/ 43406 w 129661"/>
                <a:gd name="connsiteY128" fmla="*/ 85612 h 179310"/>
                <a:gd name="connsiteX129" fmla="*/ 36644 w 129661"/>
                <a:gd name="connsiteY129" fmla="*/ 86088 h 179310"/>
                <a:gd name="connsiteX130" fmla="*/ 31786 w 129661"/>
                <a:gd name="connsiteY130" fmla="*/ 97518 h 179310"/>
                <a:gd name="connsiteX131" fmla="*/ 30452 w 129661"/>
                <a:gd name="connsiteY131" fmla="*/ 103709 h 179310"/>
                <a:gd name="connsiteX132" fmla="*/ 32262 w 129661"/>
                <a:gd name="connsiteY132" fmla="*/ 107900 h 179310"/>
                <a:gd name="connsiteX133" fmla="*/ 36834 w 129661"/>
                <a:gd name="connsiteY133" fmla="*/ 107900 h 179310"/>
                <a:gd name="connsiteX134" fmla="*/ 42359 w 129661"/>
                <a:gd name="connsiteY134" fmla="*/ 105043 h 179310"/>
                <a:gd name="connsiteX135" fmla="*/ 47121 w 129661"/>
                <a:gd name="connsiteY135" fmla="*/ 101900 h 179310"/>
                <a:gd name="connsiteX136" fmla="*/ 51503 w 129661"/>
                <a:gd name="connsiteY136" fmla="*/ 101899 h 179310"/>
                <a:gd name="connsiteX137" fmla="*/ 49407 w 129661"/>
                <a:gd name="connsiteY137" fmla="*/ 107424 h 179310"/>
                <a:gd name="connsiteX138" fmla="*/ 48645 w 129661"/>
                <a:gd name="connsiteY138" fmla="*/ 113044 h 179310"/>
                <a:gd name="connsiteX139" fmla="*/ 47026 w 129661"/>
                <a:gd name="connsiteY139" fmla="*/ 115711 h 179310"/>
                <a:gd name="connsiteX140" fmla="*/ 42454 w 129661"/>
                <a:gd name="connsiteY140" fmla="*/ 117997 h 179310"/>
                <a:gd name="connsiteX141" fmla="*/ 34929 w 129661"/>
                <a:gd name="connsiteY141" fmla="*/ 119997 h 179310"/>
                <a:gd name="connsiteX142" fmla="*/ 28833 w 129661"/>
                <a:gd name="connsiteY142" fmla="*/ 123807 h 179310"/>
                <a:gd name="connsiteX143" fmla="*/ 22451 w 129661"/>
                <a:gd name="connsiteY143" fmla="*/ 122188 h 179310"/>
                <a:gd name="connsiteX144" fmla="*/ 13879 w 129661"/>
                <a:gd name="connsiteY144" fmla="*/ 127522 h 179310"/>
                <a:gd name="connsiteX145" fmla="*/ 12450 w 129661"/>
                <a:gd name="connsiteY145" fmla="*/ 134665 h 179310"/>
                <a:gd name="connsiteX146" fmla="*/ 13212 w 129661"/>
                <a:gd name="connsiteY146" fmla="*/ 139904 h 179310"/>
                <a:gd name="connsiteX147" fmla="*/ 16356 w 129661"/>
                <a:gd name="connsiteY147" fmla="*/ 141333 h 179310"/>
                <a:gd name="connsiteX148" fmla="*/ 23499 w 129661"/>
                <a:gd name="connsiteY148" fmla="*/ 143047 h 179310"/>
                <a:gd name="connsiteX149" fmla="*/ 31405 w 129661"/>
                <a:gd name="connsiteY149" fmla="*/ 140190 h 179310"/>
                <a:gd name="connsiteX150" fmla="*/ 40930 w 129661"/>
                <a:gd name="connsiteY150" fmla="*/ 138571 h 179310"/>
                <a:gd name="connsiteX151" fmla="*/ 50455 w 129661"/>
                <a:gd name="connsiteY151" fmla="*/ 136856 h 179310"/>
                <a:gd name="connsiteX152" fmla="*/ 53217 w 129661"/>
                <a:gd name="connsiteY152" fmla="*/ 140857 h 179310"/>
                <a:gd name="connsiteX153" fmla="*/ 43216 w 129661"/>
                <a:gd name="connsiteY153" fmla="*/ 157906 h 179310"/>
                <a:gd name="connsiteX154" fmla="*/ 30548 w 129661"/>
                <a:gd name="connsiteY154" fmla="*/ 160193 h 179310"/>
                <a:gd name="connsiteX155" fmla="*/ 25309 w 129661"/>
                <a:gd name="connsiteY155" fmla="*/ 162860 h 179310"/>
                <a:gd name="connsiteX156" fmla="*/ 34834 w 129661"/>
                <a:gd name="connsiteY156" fmla="*/ 172385 h 179310"/>
                <a:gd name="connsiteX157" fmla="*/ 35406 w 129661"/>
                <a:gd name="connsiteY157" fmla="*/ 178480 h 179310"/>
                <a:gd name="connsiteX158" fmla="*/ 45597 w 129661"/>
                <a:gd name="connsiteY158" fmla="*/ 178480 h 179310"/>
                <a:gd name="connsiteX159" fmla="*/ 52360 w 129661"/>
                <a:gd name="connsiteY159" fmla="*/ 176575 h 179310"/>
                <a:gd name="connsiteX160" fmla="*/ 60742 w 129661"/>
                <a:gd name="connsiteY160" fmla="*/ 173623 h 179310"/>
                <a:gd name="connsiteX161" fmla="*/ 66457 w 129661"/>
                <a:gd name="connsiteY161" fmla="*/ 162383 h 179310"/>
                <a:gd name="connsiteX162" fmla="*/ 69410 w 129661"/>
                <a:gd name="connsiteY162" fmla="*/ 157240 h 179310"/>
                <a:gd name="connsiteX163" fmla="*/ 71029 w 129661"/>
                <a:gd name="connsiteY163" fmla="*/ 149429 h 179310"/>
                <a:gd name="connsiteX164" fmla="*/ 71886 w 129661"/>
                <a:gd name="connsiteY164" fmla="*/ 142667 h 179310"/>
                <a:gd name="connsiteX165" fmla="*/ 71410 w 129661"/>
                <a:gd name="connsiteY165" fmla="*/ 134666 h 179310"/>
                <a:gd name="connsiteX166" fmla="*/ 82840 w 129661"/>
                <a:gd name="connsiteY166" fmla="*/ 129522 h 179310"/>
                <a:gd name="connsiteX167" fmla="*/ 87793 w 129661"/>
                <a:gd name="connsiteY167" fmla="*/ 127807 h 179310"/>
                <a:gd name="connsiteX168" fmla="*/ 95127 w 129661"/>
                <a:gd name="connsiteY168" fmla="*/ 126474 h 179310"/>
                <a:gd name="connsiteX169" fmla="*/ 99318 w 129661"/>
                <a:gd name="connsiteY169" fmla="*/ 122950 h 179310"/>
                <a:gd name="connsiteX170" fmla="*/ 101128 w 129661"/>
                <a:gd name="connsiteY170" fmla="*/ 115616 h 179310"/>
                <a:gd name="connsiteX171" fmla="*/ 98366 w 129661"/>
                <a:gd name="connsiteY171" fmla="*/ 112853 h 179310"/>
                <a:gd name="connsiteX172" fmla="*/ 91412 w 129661"/>
                <a:gd name="connsiteY172" fmla="*/ 109996 h 179310"/>
                <a:gd name="connsiteX173" fmla="*/ 84269 w 129661"/>
                <a:gd name="connsiteY173" fmla="*/ 106376 h 179310"/>
                <a:gd name="connsiteX174" fmla="*/ 80173 w 129661"/>
                <a:gd name="connsiteY174" fmla="*/ 108567 h 179310"/>
                <a:gd name="connsiteX175" fmla="*/ 73886 w 129661"/>
                <a:gd name="connsiteY175" fmla="*/ 111044 h 179310"/>
                <a:gd name="connsiteX176" fmla="*/ 70457 w 129661"/>
                <a:gd name="connsiteY176" fmla="*/ 110377 h 179310"/>
                <a:gd name="connsiteX177" fmla="*/ 71600 w 129661"/>
                <a:gd name="connsiteY177" fmla="*/ 103519 h 179310"/>
                <a:gd name="connsiteX178" fmla="*/ 77792 w 129661"/>
                <a:gd name="connsiteY178" fmla="*/ 97328 h 179310"/>
                <a:gd name="connsiteX179" fmla="*/ 82364 w 129661"/>
                <a:gd name="connsiteY179" fmla="*/ 92470 h 179310"/>
                <a:gd name="connsiteX180" fmla="*/ 94746 w 129661"/>
                <a:gd name="connsiteY180" fmla="*/ 83707 h 179310"/>
                <a:gd name="connsiteX181" fmla="*/ 101985 w 129661"/>
                <a:gd name="connsiteY181" fmla="*/ 83707 h 179310"/>
                <a:gd name="connsiteX182" fmla="*/ 107605 w 129661"/>
                <a:gd name="connsiteY182" fmla="*/ 84278 h 179310"/>
                <a:gd name="connsiteX183" fmla="*/ 112082 w 129661"/>
                <a:gd name="connsiteY183" fmla="*/ 82373 h 179310"/>
                <a:gd name="connsiteX184" fmla="*/ 126655 w 129661"/>
                <a:gd name="connsiteY184" fmla="*/ 78468 h 179310"/>
                <a:gd name="connsiteX185" fmla="*/ 129227 w 129661"/>
                <a:gd name="connsiteY185" fmla="*/ 68943 h 179310"/>
                <a:gd name="connsiteX186" fmla="*/ 126750 w 129661"/>
                <a:gd name="connsiteY186" fmla="*/ 58275 h 17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29661" h="179310">
                  <a:moveTo>
                    <a:pt x="127417" y="59037"/>
                  </a:moveTo>
                  <a:cubicBezTo>
                    <a:pt x="126083" y="57418"/>
                    <a:pt x="123798" y="58085"/>
                    <a:pt x="122750" y="57418"/>
                  </a:cubicBezTo>
                  <a:cubicBezTo>
                    <a:pt x="121702" y="56751"/>
                    <a:pt x="119987" y="56561"/>
                    <a:pt x="118654" y="56179"/>
                  </a:cubicBezTo>
                  <a:cubicBezTo>
                    <a:pt x="117320" y="55798"/>
                    <a:pt x="116177" y="53894"/>
                    <a:pt x="115034" y="53512"/>
                  </a:cubicBezTo>
                  <a:cubicBezTo>
                    <a:pt x="113548" y="53330"/>
                    <a:pt x="112044" y="53330"/>
                    <a:pt x="110558" y="53512"/>
                  </a:cubicBezTo>
                  <a:cubicBezTo>
                    <a:pt x="108812" y="55343"/>
                    <a:pt x="106555" y="56604"/>
                    <a:pt x="104081" y="57132"/>
                  </a:cubicBezTo>
                  <a:cubicBezTo>
                    <a:pt x="102842" y="57132"/>
                    <a:pt x="100842" y="57608"/>
                    <a:pt x="100652" y="56084"/>
                  </a:cubicBezTo>
                  <a:cubicBezTo>
                    <a:pt x="100661" y="53619"/>
                    <a:pt x="101080" y="51173"/>
                    <a:pt x="101890" y="48845"/>
                  </a:cubicBezTo>
                  <a:lnTo>
                    <a:pt x="103319" y="43226"/>
                  </a:lnTo>
                  <a:cubicBezTo>
                    <a:pt x="103319" y="42273"/>
                    <a:pt x="104938" y="38844"/>
                    <a:pt x="105033" y="38368"/>
                  </a:cubicBezTo>
                  <a:cubicBezTo>
                    <a:pt x="105613" y="33275"/>
                    <a:pt x="107628" y="28453"/>
                    <a:pt x="110843" y="24461"/>
                  </a:cubicBezTo>
                  <a:cubicBezTo>
                    <a:pt x="113320" y="21985"/>
                    <a:pt x="118749" y="19032"/>
                    <a:pt x="118178" y="18365"/>
                  </a:cubicBezTo>
                  <a:cubicBezTo>
                    <a:pt x="117606" y="17698"/>
                    <a:pt x="118178" y="13127"/>
                    <a:pt x="118749" y="11317"/>
                  </a:cubicBezTo>
                  <a:cubicBezTo>
                    <a:pt x="119021" y="9871"/>
                    <a:pt x="118515" y="8389"/>
                    <a:pt x="117416" y="7412"/>
                  </a:cubicBezTo>
                  <a:cubicBezTo>
                    <a:pt x="115708" y="6115"/>
                    <a:pt x="113891" y="4967"/>
                    <a:pt x="111986" y="3983"/>
                  </a:cubicBezTo>
                  <a:cubicBezTo>
                    <a:pt x="110334" y="3315"/>
                    <a:pt x="108451" y="3568"/>
                    <a:pt x="107033" y="4649"/>
                  </a:cubicBezTo>
                  <a:cubicBezTo>
                    <a:pt x="106271" y="5126"/>
                    <a:pt x="105891" y="6459"/>
                    <a:pt x="105509" y="6745"/>
                  </a:cubicBezTo>
                  <a:cubicBezTo>
                    <a:pt x="105128" y="7030"/>
                    <a:pt x="90174" y="9888"/>
                    <a:pt x="88745" y="15603"/>
                  </a:cubicBezTo>
                  <a:cubicBezTo>
                    <a:pt x="87983" y="18365"/>
                    <a:pt x="92079" y="20080"/>
                    <a:pt x="92079" y="23604"/>
                  </a:cubicBezTo>
                  <a:cubicBezTo>
                    <a:pt x="91930" y="25126"/>
                    <a:pt x="91511" y="26610"/>
                    <a:pt x="90841" y="27985"/>
                  </a:cubicBezTo>
                  <a:cubicBezTo>
                    <a:pt x="90269" y="29319"/>
                    <a:pt x="89222" y="31795"/>
                    <a:pt x="88174" y="32081"/>
                  </a:cubicBezTo>
                  <a:cubicBezTo>
                    <a:pt x="87126" y="32367"/>
                    <a:pt x="85126" y="32081"/>
                    <a:pt x="83507" y="34367"/>
                  </a:cubicBezTo>
                  <a:cubicBezTo>
                    <a:pt x="81887" y="36653"/>
                    <a:pt x="83507" y="38844"/>
                    <a:pt x="83507" y="39796"/>
                  </a:cubicBezTo>
                  <a:cubicBezTo>
                    <a:pt x="83507" y="40749"/>
                    <a:pt x="81507" y="42368"/>
                    <a:pt x="80840" y="43035"/>
                  </a:cubicBezTo>
                  <a:cubicBezTo>
                    <a:pt x="80028" y="44161"/>
                    <a:pt x="78901" y="45023"/>
                    <a:pt x="77601" y="45512"/>
                  </a:cubicBezTo>
                  <a:cubicBezTo>
                    <a:pt x="76839" y="45512"/>
                    <a:pt x="76744" y="49607"/>
                    <a:pt x="78744" y="51131"/>
                  </a:cubicBezTo>
                  <a:cubicBezTo>
                    <a:pt x="80744" y="52655"/>
                    <a:pt x="82745" y="51798"/>
                    <a:pt x="83697" y="52751"/>
                  </a:cubicBezTo>
                  <a:cubicBezTo>
                    <a:pt x="84935" y="55703"/>
                    <a:pt x="81125" y="58561"/>
                    <a:pt x="78173" y="58561"/>
                  </a:cubicBezTo>
                  <a:cubicBezTo>
                    <a:pt x="75220" y="58561"/>
                    <a:pt x="77030" y="53131"/>
                    <a:pt x="75125" y="53703"/>
                  </a:cubicBezTo>
                  <a:cubicBezTo>
                    <a:pt x="71696" y="54560"/>
                    <a:pt x="67886" y="51988"/>
                    <a:pt x="68933" y="50369"/>
                  </a:cubicBezTo>
                  <a:cubicBezTo>
                    <a:pt x="70781" y="47988"/>
                    <a:pt x="72498" y="45508"/>
                    <a:pt x="74077" y="42940"/>
                  </a:cubicBezTo>
                  <a:cubicBezTo>
                    <a:pt x="78554" y="33415"/>
                    <a:pt x="81030" y="31795"/>
                    <a:pt x="80935" y="29224"/>
                  </a:cubicBezTo>
                  <a:cubicBezTo>
                    <a:pt x="80471" y="27320"/>
                    <a:pt x="79317" y="25657"/>
                    <a:pt x="77697" y="24557"/>
                  </a:cubicBezTo>
                  <a:cubicBezTo>
                    <a:pt x="76649" y="23699"/>
                    <a:pt x="77696" y="19508"/>
                    <a:pt x="77696" y="18651"/>
                  </a:cubicBezTo>
                  <a:cubicBezTo>
                    <a:pt x="78849" y="16126"/>
                    <a:pt x="80539" y="13882"/>
                    <a:pt x="82649" y="12079"/>
                  </a:cubicBezTo>
                  <a:cubicBezTo>
                    <a:pt x="84745" y="10269"/>
                    <a:pt x="86841" y="6649"/>
                    <a:pt x="85221" y="4554"/>
                  </a:cubicBezTo>
                  <a:cubicBezTo>
                    <a:pt x="83602" y="2459"/>
                    <a:pt x="81792" y="77"/>
                    <a:pt x="79125" y="-113"/>
                  </a:cubicBezTo>
                  <a:cubicBezTo>
                    <a:pt x="78034" y="-213"/>
                    <a:pt x="76938" y="19"/>
                    <a:pt x="75982" y="554"/>
                  </a:cubicBezTo>
                  <a:cubicBezTo>
                    <a:pt x="75220" y="1030"/>
                    <a:pt x="73791" y="554"/>
                    <a:pt x="72743" y="554"/>
                  </a:cubicBezTo>
                  <a:cubicBezTo>
                    <a:pt x="70076" y="1696"/>
                    <a:pt x="69600" y="6364"/>
                    <a:pt x="68743" y="7983"/>
                  </a:cubicBezTo>
                  <a:cubicBezTo>
                    <a:pt x="67886" y="9602"/>
                    <a:pt x="64552" y="15031"/>
                    <a:pt x="63314" y="15031"/>
                  </a:cubicBezTo>
                  <a:cubicBezTo>
                    <a:pt x="62075" y="15031"/>
                    <a:pt x="60170" y="11317"/>
                    <a:pt x="58932" y="11412"/>
                  </a:cubicBezTo>
                  <a:cubicBezTo>
                    <a:pt x="57694" y="11507"/>
                    <a:pt x="54836" y="14555"/>
                    <a:pt x="54932" y="15412"/>
                  </a:cubicBezTo>
                  <a:cubicBezTo>
                    <a:pt x="55027" y="16270"/>
                    <a:pt x="57123" y="19318"/>
                    <a:pt x="57313" y="21889"/>
                  </a:cubicBezTo>
                  <a:cubicBezTo>
                    <a:pt x="57112" y="24045"/>
                    <a:pt x="56357" y="26112"/>
                    <a:pt x="55122" y="27890"/>
                  </a:cubicBezTo>
                  <a:cubicBezTo>
                    <a:pt x="53979" y="29986"/>
                    <a:pt x="53027" y="34462"/>
                    <a:pt x="55122" y="35034"/>
                  </a:cubicBezTo>
                  <a:cubicBezTo>
                    <a:pt x="57218" y="35605"/>
                    <a:pt x="56075" y="33796"/>
                    <a:pt x="58646" y="33415"/>
                  </a:cubicBezTo>
                  <a:cubicBezTo>
                    <a:pt x="61218" y="33034"/>
                    <a:pt x="63123" y="31319"/>
                    <a:pt x="63790" y="31414"/>
                  </a:cubicBezTo>
                  <a:cubicBezTo>
                    <a:pt x="64457" y="31510"/>
                    <a:pt x="69029" y="35701"/>
                    <a:pt x="66838" y="38749"/>
                  </a:cubicBezTo>
                  <a:cubicBezTo>
                    <a:pt x="66076" y="39892"/>
                    <a:pt x="63981" y="44654"/>
                    <a:pt x="61314" y="44083"/>
                  </a:cubicBezTo>
                  <a:cubicBezTo>
                    <a:pt x="60361" y="44083"/>
                    <a:pt x="59885" y="41892"/>
                    <a:pt x="58932" y="41130"/>
                  </a:cubicBezTo>
                  <a:cubicBezTo>
                    <a:pt x="57980" y="40368"/>
                    <a:pt x="53979" y="41892"/>
                    <a:pt x="52646" y="41130"/>
                  </a:cubicBezTo>
                  <a:cubicBezTo>
                    <a:pt x="51312" y="40368"/>
                    <a:pt x="50931" y="40559"/>
                    <a:pt x="51026" y="38272"/>
                  </a:cubicBezTo>
                  <a:cubicBezTo>
                    <a:pt x="51004" y="34150"/>
                    <a:pt x="50427" y="30049"/>
                    <a:pt x="49312" y="26080"/>
                  </a:cubicBezTo>
                  <a:cubicBezTo>
                    <a:pt x="48455" y="25112"/>
                    <a:pt x="48011" y="23847"/>
                    <a:pt x="48074" y="22556"/>
                  </a:cubicBezTo>
                  <a:cubicBezTo>
                    <a:pt x="48074" y="19985"/>
                    <a:pt x="48074" y="16460"/>
                    <a:pt x="46359" y="16651"/>
                  </a:cubicBezTo>
                  <a:cubicBezTo>
                    <a:pt x="44892" y="16756"/>
                    <a:pt x="43540" y="17484"/>
                    <a:pt x="42644" y="18651"/>
                  </a:cubicBezTo>
                  <a:cubicBezTo>
                    <a:pt x="41359" y="20110"/>
                    <a:pt x="40589" y="21950"/>
                    <a:pt x="40454" y="23890"/>
                  </a:cubicBezTo>
                  <a:cubicBezTo>
                    <a:pt x="40781" y="25080"/>
                    <a:pt x="41035" y="26288"/>
                    <a:pt x="41215" y="27509"/>
                  </a:cubicBezTo>
                  <a:cubicBezTo>
                    <a:pt x="41429" y="31125"/>
                    <a:pt x="41429" y="34751"/>
                    <a:pt x="41215" y="38368"/>
                  </a:cubicBezTo>
                  <a:cubicBezTo>
                    <a:pt x="41216" y="40273"/>
                    <a:pt x="42740" y="43511"/>
                    <a:pt x="42454" y="45893"/>
                  </a:cubicBezTo>
                  <a:cubicBezTo>
                    <a:pt x="42168" y="48274"/>
                    <a:pt x="42454" y="55418"/>
                    <a:pt x="42454" y="57132"/>
                  </a:cubicBezTo>
                  <a:cubicBezTo>
                    <a:pt x="42222" y="59353"/>
                    <a:pt x="43349" y="61495"/>
                    <a:pt x="45311" y="62561"/>
                  </a:cubicBezTo>
                  <a:cubicBezTo>
                    <a:pt x="46645" y="62561"/>
                    <a:pt x="47407" y="61609"/>
                    <a:pt x="48169" y="60942"/>
                  </a:cubicBezTo>
                  <a:cubicBezTo>
                    <a:pt x="48931" y="60275"/>
                    <a:pt x="50265" y="59989"/>
                    <a:pt x="50169" y="58180"/>
                  </a:cubicBezTo>
                  <a:cubicBezTo>
                    <a:pt x="50074" y="56370"/>
                    <a:pt x="50169" y="53989"/>
                    <a:pt x="51884" y="53417"/>
                  </a:cubicBezTo>
                  <a:cubicBezTo>
                    <a:pt x="53598" y="52846"/>
                    <a:pt x="54646" y="55418"/>
                    <a:pt x="54360" y="56656"/>
                  </a:cubicBezTo>
                  <a:cubicBezTo>
                    <a:pt x="54074" y="57894"/>
                    <a:pt x="54360" y="59132"/>
                    <a:pt x="55599" y="60466"/>
                  </a:cubicBezTo>
                  <a:cubicBezTo>
                    <a:pt x="56837" y="61799"/>
                    <a:pt x="58646" y="59228"/>
                    <a:pt x="59790" y="58751"/>
                  </a:cubicBezTo>
                  <a:cubicBezTo>
                    <a:pt x="60932" y="58275"/>
                    <a:pt x="63599" y="57227"/>
                    <a:pt x="64457" y="59228"/>
                  </a:cubicBezTo>
                  <a:cubicBezTo>
                    <a:pt x="64809" y="60074"/>
                    <a:pt x="64621" y="61049"/>
                    <a:pt x="63981" y="61704"/>
                  </a:cubicBezTo>
                  <a:cubicBezTo>
                    <a:pt x="63017" y="62638"/>
                    <a:pt x="61886" y="63381"/>
                    <a:pt x="60647" y="63895"/>
                  </a:cubicBezTo>
                  <a:cubicBezTo>
                    <a:pt x="59599" y="63895"/>
                    <a:pt x="57599" y="65228"/>
                    <a:pt x="56456" y="65323"/>
                  </a:cubicBezTo>
                  <a:cubicBezTo>
                    <a:pt x="53849" y="65533"/>
                    <a:pt x="51267" y="65979"/>
                    <a:pt x="48741" y="66657"/>
                  </a:cubicBezTo>
                  <a:cubicBezTo>
                    <a:pt x="47154" y="66744"/>
                    <a:pt x="45564" y="66744"/>
                    <a:pt x="43978" y="66657"/>
                  </a:cubicBezTo>
                  <a:cubicBezTo>
                    <a:pt x="42740" y="66657"/>
                    <a:pt x="40073" y="68467"/>
                    <a:pt x="38549" y="68086"/>
                  </a:cubicBezTo>
                  <a:cubicBezTo>
                    <a:pt x="37301" y="67564"/>
                    <a:pt x="36308" y="66572"/>
                    <a:pt x="35786" y="65323"/>
                  </a:cubicBezTo>
                  <a:cubicBezTo>
                    <a:pt x="35215" y="63895"/>
                    <a:pt x="37406" y="61990"/>
                    <a:pt x="37691" y="59513"/>
                  </a:cubicBezTo>
                  <a:cubicBezTo>
                    <a:pt x="37977" y="57037"/>
                    <a:pt x="37691" y="55894"/>
                    <a:pt x="37691" y="54655"/>
                  </a:cubicBezTo>
                  <a:cubicBezTo>
                    <a:pt x="37564" y="52420"/>
                    <a:pt x="37148" y="50211"/>
                    <a:pt x="36453" y="48083"/>
                  </a:cubicBezTo>
                  <a:cubicBezTo>
                    <a:pt x="36453" y="46654"/>
                    <a:pt x="35977" y="40273"/>
                    <a:pt x="35882" y="38558"/>
                  </a:cubicBezTo>
                  <a:cubicBezTo>
                    <a:pt x="35786" y="36844"/>
                    <a:pt x="35882" y="35129"/>
                    <a:pt x="35882" y="33605"/>
                  </a:cubicBezTo>
                  <a:cubicBezTo>
                    <a:pt x="35634" y="32283"/>
                    <a:pt x="35634" y="30927"/>
                    <a:pt x="35882" y="29605"/>
                  </a:cubicBezTo>
                  <a:cubicBezTo>
                    <a:pt x="36416" y="28457"/>
                    <a:pt x="36416" y="27132"/>
                    <a:pt x="35882" y="25985"/>
                  </a:cubicBezTo>
                  <a:cubicBezTo>
                    <a:pt x="35120" y="24937"/>
                    <a:pt x="35882" y="22175"/>
                    <a:pt x="35406" y="20175"/>
                  </a:cubicBezTo>
                  <a:cubicBezTo>
                    <a:pt x="34929" y="18175"/>
                    <a:pt x="35406" y="17318"/>
                    <a:pt x="34643" y="15508"/>
                  </a:cubicBezTo>
                  <a:cubicBezTo>
                    <a:pt x="33882" y="13698"/>
                    <a:pt x="34643" y="13317"/>
                    <a:pt x="32929" y="12841"/>
                  </a:cubicBezTo>
                  <a:cubicBezTo>
                    <a:pt x="31215" y="12364"/>
                    <a:pt x="31881" y="14174"/>
                    <a:pt x="30929" y="14174"/>
                  </a:cubicBezTo>
                  <a:cubicBezTo>
                    <a:pt x="29597" y="14081"/>
                    <a:pt x="28260" y="14081"/>
                    <a:pt x="26928" y="14174"/>
                  </a:cubicBezTo>
                  <a:cubicBezTo>
                    <a:pt x="24737" y="14174"/>
                    <a:pt x="22832" y="18079"/>
                    <a:pt x="24261" y="18937"/>
                  </a:cubicBezTo>
                  <a:cubicBezTo>
                    <a:pt x="25203" y="21594"/>
                    <a:pt x="25624" y="24407"/>
                    <a:pt x="25499" y="27223"/>
                  </a:cubicBezTo>
                  <a:cubicBezTo>
                    <a:pt x="25499" y="35224"/>
                    <a:pt x="26833" y="38558"/>
                    <a:pt x="26547" y="41797"/>
                  </a:cubicBezTo>
                  <a:cubicBezTo>
                    <a:pt x="25976" y="47036"/>
                    <a:pt x="25499" y="54274"/>
                    <a:pt x="25499" y="55418"/>
                  </a:cubicBezTo>
                  <a:cubicBezTo>
                    <a:pt x="25600" y="57710"/>
                    <a:pt x="25984" y="59982"/>
                    <a:pt x="26642" y="62180"/>
                  </a:cubicBezTo>
                  <a:cubicBezTo>
                    <a:pt x="27394" y="63630"/>
                    <a:pt x="27970" y="65165"/>
                    <a:pt x="28357" y="66752"/>
                  </a:cubicBezTo>
                  <a:cubicBezTo>
                    <a:pt x="28357" y="67895"/>
                    <a:pt x="26547" y="68753"/>
                    <a:pt x="26166" y="69038"/>
                  </a:cubicBezTo>
                  <a:cubicBezTo>
                    <a:pt x="24090" y="70236"/>
                    <a:pt x="21841" y="71103"/>
                    <a:pt x="19499" y="71610"/>
                  </a:cubicBezTo>
                  <a:cubicBezTo>
                    <a:pt x="18218" y="72090"/>
                    <a:pt x="16790" y="71442"/>
                    <a:pt x="16310" y="70161"/>
                  </a:cubicBezTo>
                  <a:cubicBezTo>
                    <a:pt x="16175" y="69803"/>
                    <a:pt x="16126" y="69419"/>
                    <a:pt x="16165" y="69038"/>
                  </a:cubicBezTo>
                  <a:cubicBezTo>
                    <a:pt x="16043" y="65806"/>
                    <a:pt x="15499" y="62604"/>
                    <a:pt x="14545" y="59513"/>
                  </a:cubicBezTo>
                  <a:cubicBezTo>
                    <a:pt x="13593" y="58751"/>
                    <a:pt x="12355" y="59513"/>
                    <a:pt x="12355" y="59513"/>
                  </a:cubicBezTo>
                  <a:cubicBezTo>
                    <a:pt x="10005" y="63898"/>
                    <a:pt x="7430" y="68158"/>
                    <a:pt x="4640" y="72277"/>
                  </a:cubicBezTo>
                  <a:cubicBezTo>
                    <a:pt x="3713" y="73142"/>
                    <a:pt x="2651" y="73850"/>
                    <a:pt x="1497" y="74372"/>
                  </a:cubicBezTo>
                  <a:cubicBezTo>
                    <a:pt x="125" y="75425"/>
                    <a:pt x="-567" y="77139"/>
                    <a:pt x="-313" y="78849"/>
                  </a:cubicBezTo>
                  <a:cubicBezTo>
                    <a:pt x="1782" y="85516"/>
                    <a:pt x="-313" y="86374"/>
                    <a:pt x="-313" y="89898"/>
                  </a:cubicBezTo>
                  <a:cubicBezTo>
                    <a:pt x="41" y="93808"/>
                    <a:pt x="1278" y="97586"/>
                    <a:pt x="3306" y="100947"/>
                  </a:cubicBezTo>
                  <a:cubicBezTo>
                    <a:pt x="4153" y="102621"/>
                    <a:pt x="6093" y="103429"/>
                    <a:pt x="7878" y="102852"/>
                  </a:cubicBezTo>
                  <a:cubicBezTo>
                    <a:pt x="12355" y="101995"/>
                    <a:pt x="15308" y="97328"/>
                    <a:pt x="19975" y="93327"/>
                  </a:cubicBezTo>
                  <a:cubicBezTo>
                    <a:pt x="20956" y="92267"/>
                    <a:pt x="21878" y="91154"/>
                    <a:pt x="22737" y="89993"/>
                  </a:cubicBezTo>
                  <a:cubicBezTo>
                    <a:pt x="24300" y="87135"/>
                    <a:pt x="26292" y="84533"/>
                    <a:pt x="28643" y="82278"/>
                  </a:cubicBezTo>
                  <a:cubicBezTo>
                    <a:pt x="31636" y="80617"/>
                    <a:pt x="34840" y="79368"/>
                    <a:pt x="38168" y="78563"/>
                  </a:cubicBezTo>
                  <a:cubicBezTo>
                    <a:pt x="40454" y="77896"/>
                    <a:pt x="44264" y="77325"/>
                    <a:pt x="46074" y="76944"/>
                  </a:cubicBezTo>
                  <a:cubicBezTo>
                    <a:pt x="49508" y="76313"/>
                    <a:pt x="52974" y="75868"/>
                    <a:pt x="56456" y="75610"/>
                  </a:cubicBezTo>
                  <a:cubicBezTo>
                    <a:pt x="58619" y="75361"/>
                    <a:pt x="60755" y="74915"/>
                    <a:pt x="62838" y="74277"/>
                  </a:cubicBezTo>
                  <a:cubicBezTo>
                    <a:pt x="64853" y="73380"/>
                    <a:pt x="67016" y="72863"/>
                    <a:pt x="69219" y="72753"/>
                  </a:cubicBezTo>
                  <a:cubicBezTo>
                    <a:pt x="73488" y="73357"/>
                    <a:pt x="77839" y="72899"/>
                    <a:pt x="81888" y="71419"/>
                  </a:cubicBezTo>
                  <a:cubicBezTo>
                    <a:pt x="83031" y="70848"/>
                    <a:pt x="88269" y="70943"/>
                    <a:pt x="89984" y="70277"/>
                  </a:cubicBezTo>
                  <a:cubicBezTo>
                    <a:pt x="92467" y="69613"/>
                    <a:pt x="95035" y="69324"/>
                    <a:pt x="97604" y="69419"/>
                  </a:cubicBezTo>
                  <a:cubicBezTo>
                    <a:pt x="98073" y="71956"/>
                    <a:pt x="96785" y="74493"/>
                    <a:pt x="94460" y="75611"/>
                  </a:cubicBezTo>
                  <a:cubicBezTo>
                    <a:pt x="93127" y="75611"/>
                    <a:pt x="89889" y="78373"/>
                    <a:pt x="88555" y="78373"/>
                  </a:cubicBezTo>
                  <a:cubicBezTo>
                    <a:pt x="86747" y="78289"/>
                    <a:pt x="84970" y="77869"/>
                    <a:pt x="83316" y="77134"/>
                  </a:cubicBezTo>
                  <a:cubicBezTo>
                    <a:pt x="82364" y="77135"/>
                    <a:pt x="80078" y="77135"/>
                    <a:pt x="78173" y="77135"/>
                  </a:cubicBezTo>
                  <a:cubicBezTo>
                    <a:pt x="76087" y="76849"/>
                    <a:pt x="73972" y="76849"/>
                    <a:pt x="71886" y="77135"/>
                  </a:cubicBezTo>
                  <a:cubicBezTo>
                    <a:pt x="70839" y="77801"/>
                    <a:pt x="68933" y="78944"/>
                    <a:pt x="69219" y="79039"/>
                  </a:cubicBezTo>
                  <a:cubicBezTo>
                    <a:pt x="65409" y="80182"/>
                    <a:pt x="65790" y="79992"/>
                    <a:pt x="64742" y="80659"/>
                  </a:cubicBezTo>
                  <a:cubicBezTo>
                    <a:pt x="63013" y="81205"/>
                    <a:pt x="61220" y="81525"/>
                    <a:pt x="59408" y="81611"/>
                  </a:cubicBezTo>
                  <a:cubicBezTo>
                    <a:pt x="57033" y="82331"/>
                    <a:pt x="54615" y="82903"/>
                    <a:pt x="52169" y="83326"/>
                  </a:cubicBezTo>
                  <a:cubicBezTo>
                    <a:pt x="50550" y="83326"/>
                    <a:pt x="47312" y="83326"/>
                    <a:pt x="45883" y="83993"/>
                  </a:cubicBezTo>
                  <a:cubicBezTo>
                    <a:pt x="45012" y="84459"/>
                    <a:pt x="44183" y="85001"/>
                    <a:pt x="43406" y="85612"/>
                  </a:cubicBezTo>
                  <a:cubicBezTo>
                    <a:pt x="41882" y="86469"/>
                    <a:pt x="37977" y="84850"/>
                    <a:pt x="36644" y="86088"/>
                  </a:cubicBezTo>
                  <a:cubicBezTo>
                    <a:pt x="32453" y="89898"/>
                    <a:pt x="32834" y="96375"/>
                    <a:pt x="31786" y="97518"/>
                  </a:cubicBezTo>
                  <a:cubicBezTo>
                    <a:pt x="30795" y="99425"/>
                    <a:pt x="30335" y="101563"/>
                    <a:pt x="30452" y="103709"/>
                  </a:cubicBezTo>
                  <a:cubicBezTo>
                    <a:pt x="30452" y="105900"/>
                    <a:pt x="30452" y="107043"/>
                    <a:pt x="32262" y="107900"/>
                  </a:cubicBezTo>
                  <a:cubicBezTo>
                    <a:pt x="33741" y="108423"/>
                    <a:pt x="35355" y="108423"/>
                    <a:pt x="36834" y="107900"/>
                  </a:cubicBezTo>
                  <a:cubicBezTo>
                    <a:pt x="38867" y="107374"/>
                    <a:pt x="40755" y="106397"/>
                    <a:pt x="42359" y="105043"/>
                  </a:cubicBezTo>
                  <a:cubicBezTo>
                    <a:pt x="43588" y="103533"/>
                    <a:pt x="45250" y="102436"/>
                    <a:pt x="47121" y="101900"/>
                  </a:cubicBezTo>
                  <a:cubicBezTo>
                    <a:pt x="48359" y="101899"/>
                    <a:pt x="51789" y="100661"/>
                    <a:pt x="51503" y="101899"/>
                  </a:cubicBezTo>
                  <a:cubicBezTo>
                    <a:pt x="51017" y="103815"/>
                    <a:pt x="50314" y="105668"/>
                    <a:pt x="49407" y="107424"/>
                  </a:cubicBezTo>
                  <a:cubicBezTo>
                    <a:pt x="48836" y="108662"/>
                    <a:pt x="49407" y="111901"/>
                    <a:pt x="48645" y="113044"/>
                  </a:cubicBezTo>
                  <a:cubicBezTo>
                    <a:pt x="47883" y="114187"/>
                    <a:pt x="48645" y="114854"/>
                    <a:pt x="47026" y="115711"/>
                  </a:cubicBezTo>
                  <a:cubicBezTo>
                    <a:pt x="45621" y="116690"/>
                    <a:pt x="44081" y="117460"/>
                    <a:pt x="42454" y="117997"/>
                  </a:cubicBezTo>
                  <a:cubicBezTo>
                    <a:pt x="39886" y="118416"/>
                    <a:pt x="37366" y="119086"/>
                    <a:pt x="34929" y="119997"/>
                  </a:cubicBezTo>
                  <a:cubicBezTo>
                    <a:pt x="32834" y="121140"/>
                    <a:pt x="30071" y="123807"/>
                    <a:pt x="28833" y="123807"/>
                  </a:cubicBezTo>
                  <a:cubicBezTo>
                    <a:pt x="27595" y="123807"/>
                    <a:pt x="23690" y="122188"/>
                    <a:pt x="22451" y="122188"/>
                  </a:cubicBezTo>
                  <a:cubicBezTo>
                    <a:pt x="18990" y="122733"/>
                    <a:pt x="15897" y="124657"/>
                    <a:pt x="13879" y="127522"/>
                  </a:cubicBezTo>
                  <a:cubicBezTo>
                    <a:pt x="13060" y="129821"/>
                    <a:pt x="12578" y="132227"/>
                    <a:pt x="12450" y="134665"/>
                  </a:cubicBezTo>
                  <a:cubicBezTo>
                    <a:pt x="12450" y="135904"/>
                    <a:pt x="11593" y="139047"/>
                    <a:pt x="13212" y="139904"/>
                  </a:cubicBezTo>
                  <a:cubicBezTo>
                    <a:pt x="14832" y="140762"/>
                    <a:pt x="15689" y="140571"/>
                    <a:pt x="16356" y="141333"/>
                  </a:cubicBezTo>
                  <a:cubicBezTo>
                    <a:pt x="19118" y="144000"/>
                    <a:pt x="21118" y="143143"/>
                    <a:pt x="23499" y="143047"/>
                  </a:cubicBezTo>
                  <a:cubicBezTo>
                    <a:pt x="25881" y="142952"/>
                    <a:pt x="29214" y="140380"/>
                    <a:pt x="31405" y="140190"/>
                  </a:cubicBezTo>
                  <a:cubicBezTo>
                    <a:pt x="34613" y="139871"/>
                    <a:pt x="37796" y="139330"/>
                    <a:pt x="40930" y="138571"/>
                  </a:cubicBezTo>
                  <a:cubicBezTo>
                    <a:pt x="44046" y="137711"/>
                    <a:pt x="47234" y="137137"/>
                    <a:pt x="50455" y="136856"/>
                  </a:cubicBezTo>
                  <a:cubicBezTo>
                    <a:pt x="53789" y="136856"/>
                    <a:pt x="53979" y="139333"/>
                    <a:pt x="53217" y="140857"/>
                  </a:cubicBezTo>
                  <a:cubicBezTo>
                    <a:pt x="50550" y="145619"/>
                    <a:pt x="48455" y="156192"/>
                    <a:pt x="43216" y="157906"/>
                  </a:cubicBezTo>
                  <a:cubicBezTo>
                    <a:pt x="40740" y="158669"/>
                    <a:pt x="35786" y="159240"/>
                    <a:pt x="30548" y="160193"/>
                  </a:cubicBezTo>
                  <a:cubicBezTo>
                    <a:pt x="27500" y="160764"/>
                    <a:pt x="24452" y="160669"/>
                    <a:pt x="25309" y="162860"/>
                  </a:cubicBezTo>
                  <a:cubicBezTo>
                    <a:pt x="26166" y="165050"/>
                    <a:pt x="34834" y="168384"/>
                    <a:pt x="34834" y="172385"/>
                  </a:cubicBezTo>
                  <a:cubicBezTo>
                    <a:pt x="34834" y="174289"/>
                    <a:pt x="34262" y="177528"/>
                    <a:pt x="35406" y="178480"/>
                  </a:cubicBezTo>
                  <a:cubicBezTo>
                    <a:pt x="38740" y="179406"/>
                    <a:pt x="42263" y="179406"/>
                    <a:pt x="45597" y="178480"/>
                  </a:cubicBezTo>
                  <a:cubicBezTo>
                    <a:pt x="47734" y="177486"/>
                    <a:pt x="50018" y="176842"/>
                    <a:pt x="52360" y="176575"/>
                  </a:cubicBezTo>
                  <a:cubicBezTo>
                    <a:pt x="55215" y="175772"/>
                    <a:pt x="58014" y="174786"/>
                    <a:pt x="60742" y="173623"/>
                  </a:cubicBezTo>
                  <a:cubicBezTo>
                    <a:pt x="64933" y="172289"/>
                    <a:pt x="64647" y="166384"/>
                    <a:pt x="66457" y="162383"/>
                  </a:cubicBezTo>
                  <a:cubicBezTo>
                    <a:pt x="66457" y="161907"/>
                    <a:pt x="69600" y="159621"/>
                    <a:pt x="69410" y="157240"/>
                  </a:cubicBezTo>
                  <a:cubicBezTo>
                    <a:pt x="69552" y="154570"/>
                    <a:pt x="70098" y="151936"/>
                    <a:pt x="71029" y="149429"/>
                  </a:cubicBezTo>
                  <a:cubicBezTo>
                    <a:pt x="71490" y="147201"/>
                    <a:pt x="71777" y="144940"/>
                    <a:pt x="71886" y="142667"/>
                  </a:cubicBezTo>
                  <a:cubicBezTo>
                    <a:pt x="71893" y="139992"/>
                    <a:pt x="71734" y="137320"/>
                    <a:pt x="71410" y="134666"/>
                  </a:cubicBezTo>
                  <a:cubicBezTo>
                    <a:pt x="71410" y="131618"/>
                    <a:pt x="80935" y="129903"/>
                    <a:pt x="82840" y="129522"/>
                  </a:cubicBezTo>
                  <a:cubicBezTo>
                    <a:pt x="84745" y="129141"/>
                    <a:pt x="86364" y="128188"/>
                    <a:pt x="87793" y="127807"/>
                  </a:cubicBezTo>
                  <a:cubicBezTo>
                    <a:pt x="90841" y="127045"/>
                    <a:pt x="92460" y="127045"/>
                    <a:pt x="95127" y="126474"/>
                  </a:cubicBezTo>
                  <a:cubicBezTo>
                    <a:pt x="97794" y="125903"/>
                    <a:pt x="98080" y="124283"/>
                    <a:pt x="99318" y="122950"/>
                  </a:cubicBezTo>
                  <a:cubicBezTo>
                    <a:pt x="100357" y="120633"/>
                    <a:pt x="100970" y="118149"/>
                    <a:pt x="101128" y="115616"/>
                  </a:cubicBezTo>
                  <a:cubicBezTo>
                    <a:pt x="101604" y="113520"/>
                    <a:pt x="98842" y="112948"/>
                    <a:pt x="98366" y="112853"/>
                  </a:cubicBezTo>
                  <a:cubicBezTo>
                    <a:pt x="94841" y="111805"/>
                    <a:pt x="92746" y="110281"/>
                    <a:pt x="91412" y="109996"/>
                  </a:cubicBezTo>
                  <a:cubicBezTo>
                    <a:pt x="87507" y="109043"/>
                    <a:pt x="85888" y="106471"/>
                    <a:pt x="84269" y="106376"/>
                  </a:cubicBezTo>
                  <a:cubicBezTo>
                    <a:pt x="82649" y="106281"/>
                    <a:pt x="81792" y="108377"/>
                    <a:pt x="80173" y="108567"/>
                  </a:cubicBezTo>
                  <a:cubicBezTo>
                    <a:pt x="78554" y="108757"/>
                    <a:pt x="75601" y="110662"/>
                    <a:pt x="73886" y="111044"/>
                  </a:cubicBezTo>
                  <a:cubicBezTo>
                    <a:pt x="72172" y="111424"/>
                    <a:pt x="70743" y="111044"/>
                    <a:pt x="70457" y="110377"/>
                  </a:cubicBezTo>
                  <a:cubicBezTo>
                    <a:pt x="69961" y="108028"/>
                    <a:pt x="70369" y="105579"/>
                    <a:pt x="71600" y="103519"/>
                  </a:cubicBezTo>
                  <a:cubicBezTo>
                    <a:pt x="73366" y="101177"/>
                    <a:pt x="75450" y="99093"/>
                    <a:pt x="77792" y="97328"/>
                  </a:cubicBezTo>
                  <a:cubicBezTo>
                    <a:pt x="79640" y="96047"/>
                    <a:pt x="81198" y="94392"/>
                    <a:pt x="82364" y="92470"/>
                  </a:cubicBezTo>
                  <a:cubicBezTo>
                    <a:pt x="85322" y="88173"/>
                    <a:pt x="89710" y="85068"/>
                    <a:pt x="94746" y="83707"/>
                  </a:cubicBezTo>
                  <a:cubicBezTo>
                    <a:pt x="97126" y="83140"/>
                    <a:pt x="99605" y="83140"/>
                    <a:pt x="101985" y="83707"/>
                  </a:cubicBezTo>
                  <a:cubicBezTo>
                    <a:pt x="103701" y="84661"/>
                    <a:pt x="105733" y="84868"/>
                    <a:pt x="107605" y="84278"/>
                  </a:cubicBezTo>
                  <a:cubicBezTo>
                    <a:pt x="108775" y="83059"/>
                    <a:pt x="110392" y="82371"/>
                    <a:pt x="112082" y="82373"/>
                  </a:cubicBezTo>
                  <a:cubicBezTo>
                    <a:pt x="117208" y="82449"/>
                    <a:pt x="122254" y="81097"/>
                    <a:pt x="126655" y="78468"/>
                  </a:cubicBezTo>
                  <a:cubicBezTo>
                    <a:pt x="128198" y="75519"/>
                    <a:pt x="129076" y="72267"/>
                    <a:pt x="129227" y="68943"/>
                  </a:cubicBezTo>
                  <a:cubicBezTo>
                    <a:pt x="129562" y="65214"/>
                    <a:pt x="128694" y="61475"/>
                    <a:pt x="126750" y="58275"/>
                  </a:cubicBezTo>
                </a:path>
              </a:pathLst>
            </a:custGeom>
            <a:solidFill>
              <a:schemeClr val="tx1"/>
            </a:solidFill>
            <a:ln w="9525" cap="flat">
              <a:noFill/>
              <a:prstDash val="solid"/>
              <a:miter/>
            </a:ln>
          </p:spPr>
          <p:txBody>
            <a:bodyPr rtlCol="0" anchor="ctr"/>
            <a:lstStyle/>
            <a:p>
              <a:endParaRPr lang="zh-CN" altLang="en-US"/>
            </a:p>
          </p:txBody>
        </p:sp>
        <p:sp>
          <p:nvSpPr>
            <p:cNvPr id="179" name="任意多边形: 形状 178"/>
            <p:cNvSpPr/>
            <p:nvPr/>
          </p:nvSpPr>
          <p:spPr>
            <a:xfrm>
              <a:off x="1104911" y="3957851"/>
              <a:ext cx="215345" cy="336562"/>
            </a:xfrm>
            <a:custGeom>
              <a:avLst/>
              <a:gdLst>
                <a:gd name="connsiteX0" fmla="*/ 82122 w 82486"/>
                <a:gd name="connsiteY0" fmla="*/ 12651 h 128917"/>
                <a:gd name="connsiteX1" fmla="*/ 77835 w 82486"/>
                <a:gd name="connsiteY1" fmla="*/ 5983 h 128917"/>
                <a:gd name="connsiteX2" fmla="*/ 73930 w 82486"/>
                <a:gd name="connsiteY2" fmla="*/ 4078 h 128917"/>
                <a:gd name="connsiteX3" fmla="*/ 69358 w 82486"/>
                <a:gd name="connsiteY3" fmla="*/ 2935 h 128917"/>
                <a:gd name="connsiteX4" fmla="*/ 62500 w 82486"/>
                <a:gd name="connsiteY4" fmla="*/ 2935 h 128917"/>
                <a:gd name="connsiteX5" fmla="*/ 55642 w 82486"/>
                <a:gd name="connsiteY5" fmla="*/ 2269 h 128917"/>
                <a:gd name="connsiteX6" fmla="*/ 51451 w 82486"/>
                <a:gd name="connsiteY6" fmla="*/ -113 h 128917"/>
                <a:gd name="connsiteX7" fmla="*/ 48784 w 82486"/>
                <a:gd name="connsiteY7" fmla="*/ 1030 h 128917"/>
                <a:gd name="connsiteX8" fmla="*/ 44403 w 82486"/>
                <a:gd name="connsiteY8" fmla="*/ 4364 h 128917"/>
                <a:gd name="connsiteX9" fmla="*/ 44403 w 82486"/>
                <a:gd name="connsiteY9" fmla="*/ 7126 h 128917"/>
                <a:gd name="connsiteX10" fmla="*/ 48213 w 82486"/>
                <a:gd name="connsiteY10" fmla="*/ 16651 h 128917"/>
                <a:gd name="connsiteX11" fmla="*/ 45927 w 82486"/>
                <a:gd name="connsiteY11" fmla="*/ 31796 h 128917"/>
                <a:gd name="connsiteX12" fmla="*/ 42117 w 82486"/>
                <a:gd name="connsiteY12" fmla="*/ 38845 h 128917"/>
                <a:gd name="connsiteX13" fmla="*/ 34401 w 82486"/>
                <a:gd name="connsiteY13" fmla="*/ 42369 h 128917"/>
                <a:gd name="connsiteX14" fmla="*/ 28782 w 82486"/>
                <a:gd name="connsiteY14" fmla="*/ 42369 h 128917"/>
                <a:gd name="connsiteX15" fmla="*/ 21067 w 82486"/>
                <a:gd name="connsiteY15" fmla="*/ 44750 h 128917"/>
                <a:gd name="connsiteX16" fmla="*/ 15542 w 82486"/>
                <a:gd name="connsiteY16" fmla="*/ 50275 h 128917"/>
                <a:gd name="connsiteX17" fmla="*/ 14970 w 82486"/>
                <a:gd name="connsiteY17" fmla="*/ 59800 h 128917"/>
                <a:gd name="connsiteX18" fmla="*/ 16113 w 82486"/>
                <a:gd name="connsiteY18" fmla="*/ 64467 h 128917"/>
                <a:gd name="connsiteX19" fmla="*/ 17352 w 82486"/>
                <a:gd name="connsiteY19" fmla="*/ 71229 h 128917"/>
                <a:gd name="connsiteX20" fmla="*/ 20019 w 82486"/>
                <a:gd name="connsiteY20" fmla="*/ 73420 h 128917"/>
                <a:gd name="connsiteX21" fmla="*/ 24114 w 82486"/>
                <a:gd name="connsiteY21" fmla="*/ 72849 h 128917"/>
                <a:gd name="connsiteX22" fmla="*/ 29544 w 82486"/>
                <a:gd name="connsiteY22" fmla="*/ 70944 h 128917"/>
                <a:gd name="connsiteX23" fmla="*/ 35354 w 82486"/>
                <a:gd name="connsiteY23" fmla="*/ 70182 h 128917"/>
                <a:gd name="connsiteX24" fmla="*/ 38402 w 82486"/>
                <a:gd name="connsiteY24" fmla="*/ 72087 h 128917"/>
                <a:gd name="connsiteX25" fmla="*/ 38402 w 82486"/>
                <a:gd name="connsiteY25" fmla="*/ 85041 h 128917"/>
                <a:gd name="connsiteX26" fmla="*/ 32687 w 82486"/>
                <a:gd name="connsiteY26" fmla="*/ 90661 h 128917"/>
                <a:gd name="connsiteX27" fmla="*/ 20400 w 82486"/>
                <a:gd name="connsiteY27" fmla="*/ 97519 h 128917"/>
                <a:gd name="connsiteX28" fmla="*/ 13351 w 82486"/>
                <a:gd name="connsiteY28" fmla="*/ 100186 h 128917"/>
                <a:gd name="connsiteX29" fmla="*/ 6684 w 82486"/>
                <a:gd name="connsiteY29" fmla="*/ 104091 h 128917"/>
                <a:gd name="connsiteX30" fmla="*/ 2397 w 82486"/>
                <a:gd name="connsiteY30" fmla="*/ 104091 h 128917"/>
                <a:gd name="connsiteX31" fmla="*/ -365 w 82486"/>
                <a:gd name="connsiteY31" fmla="*/ 107996 h 128917"/>
                <a:gd name="connsiteX32" fmla="*/ 1254 w 82486"/>
                <a:gd name="connsiteY32" fmla="*/ 112949 h 128917"/>
                <a:gd name="connsiteX33" fmla="*/ 2493 w 82486"/>
                <a:gd name="connsiteY33" fmla="*/ 118759 h 128917"/>
                <a:gd name="connsiteX34" fmla="*/ 7065 w 82486"/>
                <a:gd name="connsiteY34" fmla="*/ 122188 h 128917"/>
                <a:gd name="connsiteX35" fmla="*/ 14113 w 82486"/>
                <a:gd name="connsiteY35" fmla="*/ 128666 h 128917"/>
                <a:gd name="connsiteX36" fmla="*/ 25258 w 82486"/>
                <a:gd name="connsiteY36" fmla="*/ 120665 h 128917"/>
                <a:gd name="connsiteX37" fmla="*/ 32306 w 82486"/>
                <a:gd name="connsiteY37" fmla="*/ 117616 h 128917"/>
                <a:gd name="connsiteX38" fmla="*/ 44022 w 82486"/>
                <a:gd name="connsiteY38" fmla="*/ 110854 h 128917"/>
                <a:gd name="connsiteX39" fmla="*/ 53547 w 82486"/>
                <a:gd name="connsiteY39" fmla="*/ 106663 h 128917"/>
                <a:gd name="connsiteX40" fmla="*/ 62119 w 82486"/>
                <a:gd name="connsiteY40" fmla="*/ 98566 h 128917"/>
                <a:gd name="connsiteX41" fmla="*/ 71644 w 82486"/>
                <a:gd name="connsiteY41" fmla="*/ 92566 h 128917"/>
                <a:gd name="connsiteX42" fmla="*/ 74883 w 82486"/>
                <a:gd name="connsiteY42" fmla="*/ 87517 h 128917"/>
                <a:gd name="connsiteX43" fmla="*/ 77454 w 82486"/>
                <a:gd name="connsiteY43" fmla="*/ 77992 h 128917"/>
                <a:gd name="connsiteX44" fmla="*/ 76597 w 82486"/>
                <a:gd name="connsiteY44" fmla="*/ 73706 h 128917"/>
                <a:gd name="connsiteX45" fmla="*/ 76121 w 82486"/>
                <a:gd name="connsiteY45" fmla="*/ 70944 h 128917"/>
                <a:gd name="connsiteX46" fmla="*/ 74502 w 82486"/>
                <a:gd name="connsiteY46" fmla="*/ 66182 h 128917"/>
                <a:gd name="connsiteX47" fmla="*/ 74978 w 82486"/>
                <a:gd name="connsiteY47" fmla="*/ 59133 h 128917"/>
                <a:gd name="connsiteX48" fmla="*/ 76216 w 82486"/>
                <a:gd name="connsiteY48" fmla="*/ 50846 h 128917"/>
                <a:gd name="connsiteX49" fmla="*/ 76978 w 82486"/>
                <a:gd name="connsiteY49" fmla="*/ 37225 h 128917"/>
                <a:gd name="connsiteX50" fmla="*/ 77931 w 82486"/>
                <a:gd name="connsiteY50" fmla="*/ 29701 h 128917"/>
                <a:gd name="connsiteX51" fmla="*/ 81360 w 82486"/>
                <a:gd name="connsiteY51" fmla="*/ 22462 h 128917"/>
                <a:gd name="connsiteX52" fmla="*/ 81360 w 82486"/>
                <a:gd name="connsiteY52" fmla="*/ 15794 h 128917"/>
                <a:gd name="connsiteX53" fmla="*/ 81360 w 82486"/>
                <a:gd name="connsiteY53" fmla="*/ 11413 h 128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82486" h="128917">
                  <a:moveTo>
                    <a:pt x="82122" y="12651"/>
                  </a:moveTo>
                  <a:cubicBezTo>
                    <a:pt x="81318" y="10083"/>
                    <a:pt x="79838" y="7780"/>
                    <a:pt x="77835" y="5983"/>
                  </a:cubicBezTo>
                  <a:cubicBezTo>
                    <a:pt x="77073" y="5031"/>
                    <a:pt x="74597" y="4555"/>
                    <a:pt x="73930" y="4078"/>
                  </a:cubicBezTo>
                  <a:cubicBezTo>
                    <a:pt x="72479" y="3450"/>
                    <a:pt x="70934" y="3064"/>
                    <a:pt x="69358" y="2935"/>
                  </a:cubicBezTo>
                  <a:cubicBezTo>
                    <a:pt x="68215" y="2935"/>
                    <a:pt x="63453" y="2935"/>
                    <a:pt x="62500" y="2935"/>
                  </a:cubicBezTo>
                  <a:cubicBezTo>
                    <a:pt x="61548" y="2935"/>
                    <a:pt x="57643" y="2935"/>
                    <a:pt x="55642" y="2269"/>
                  </a:cubicBezTo>
                  <a:cubicBezTo>
                    <a:pt x="53642" y="1602"/>
                    <a:pt x="52499" y="-17"/>
                    <a:pt x="51451" y="-113"/>
                  </a:cubicBezTo>
                  <a:cubicBezTo>
                    <a:pt x="50421" y="-245"/>
                    <a:pt x="49399" y="193"/>
                    <a:pt x="48784" y="1030"/>
                  </a:cubicBezTo>
                  <a:cubicBezTo>
                    <a:pt x="47493" y="2348"/>
                    <a:pt x="46017" y="3471"/>
                    <a:pt x="44403" y="4364"/>
                  </a:cubicBezTo>
                  <a:cubicBezTo>
                    <a:pt x="43889" y="5213"/>
                    <a:pt x="43889" y="6277"/>
                    <a:pt x="44403" y="7126"/>
                  </a:cubicBezTo>
                  <a:cubicBezTo>
                    <a:pt x="47046" y="9563"/>
                    <a:pt x="48446" y="13064"/>
                    <a:pt x="48213" y="16651"/>
                  </a:cubicBezTo>
                  <a:cubicBezTo>
                    <a:pt x="48213" y="22271"/>
                    <a:pt x="46212" y="25224"/>
                    <a:pt x="45927" y="31796"/>
                  </a:cubicBezTo>
                  <a:cubicBezTo>
                    <a:pt x="45927" y="35225"/>
                    <a:pt x="43641" y="36654"/>
                    <a:pt x="42117" y="38845"/>
                  </a:cubicBezTo>
                  <a:cubicBezTo>
                    <a:pt x="39715" y="40362"/>
                    <a:pt x="37120" y="41547"/>
                    <a:pt x="34401" y="42369"/>
                  </a:cubicBezTo>
                  <a:cubicBezTo>
                    <a:pt x="32532" y="42524"/>
                    <a:pt x="30652" y="42524"/>
                    <a:pt x="28782" y="42369"/>
                  </a:cubicBezTo>
                  <a:cubicBezTo>
                    <a:pt x="26115" y="42369"/>
                    <a:pt x="23829" y="44369"/>
                    <a:pt x="21067" y="44750"/>
                  </a:cubicBezTo>
                  <a:cubicBezTo>
                    <a:pt x="18304" y="45131"/>
                    <a:pt x="15351" y="46465"/>
                    <a:pt x="15542" y="50275"/>
                  </a:cubicBezTo>
                  <a:cubicBezTo>
                    <a:pt x="15732" y="53461"/>
                    <a:pt x="15540" y="56659"/>
                    <a:pt x="14970" y="59800"/>
                  </a:cubicBezTo>
                  <a:cubicBezTo>
                    <a:pt x="15099" y="61407"/>
                    <a:pt x="15485" y="62982"/>
                    <a:pt x="16113" y="64467"/>
                  </a:cubicBezTo>
                  <a:cubicBezTo>
                    <a:pt x="16218" y="66767"/>
                    <a:pt x="16635" y="69042"/>
                    <a:pt x="17352" y="71229"/>
                  </a:cubicBezTo>
                  <a:cubicBezTo>
                    <a:pt x="18018" y="72658"/>
                    <a:pt x="18876" y="72849"/>
                    <a:pt x="20019" y="73420"/>
                  </a:cubicBezTo>
                  <a:cubicBezTo>
                    <a:pt x="21410" y="73650"/>
                    <a:pt x="22839" y="73450"/>
                    <a:pt x="24114" y="72849"/>
                  </a:cubicBezTo>
                  <a:cubicBezTo>
                    <a:pt x="25829" y="72849"/>
                    <a:pt x="28401" y="70849"/>
                    <a:pt x="29544" y="70944"/>
                  </a:cubicBezTo>
                  <a:cubicBezTo>
                    <a:pt x="31507" y="70979"/>
                    <a:pt x="33466" y="70723"/>
                    <a:pt x="35354" y="70182"/>
                  </a:cubicBezTo>
                  <a:cubicBezTo>
                    <a:pt x="35354" y="70182"/>
                    <a:pt x="37735" y="70658"/>
                    <a:pt x="38402" y="72087"/>
                  </a:cubicBezTo>
                  <a:cubicBezTo>
                    <a:pt x="38672" y="76401"/>
                    <a:pt x="38672" y="80727"/>
                    <a:pt x="38402" y="85041"/>
                  </a:cubicBezTo>
                  <a:cubicBezTo>
                    <a:pt x="38402" y="87899"/>
                    <a:pt x="34592" y="89708"/>
                    <a:pt x="32687" y="90661"/>
                  </a:cubicBezTo>
                  <a:cubicBezTo>
                    <a:pt x="28741" y="93204"/>
                    <a:pt x="24636" y="95495"/>
                    <a:pt x="20400" y="97519"/>
                  </a:cubicBezTo>
                  <a:cubicBezTo>
                    <a:pt x="17914" y="97996"/>
                    <a:pt x="15530" y="98898"/>
                    <a:pt x="13351" y="100186"/>
                  </a:cubicBezTo>
                  <a:cubicBezTo>
                    <a:pt x="11272" y="101717"/>
                    <a:pt x="9037" y="103026"/>
                    <a:pt x="6684" y="104091"/>
                  </a:cubicBezTo>
                  <a:cubicBezTo>
                    <a:pt x="5445" y="104662"/>
                    <a:pt x="3731" y="104091"/>
                    <a:pt x="2397" y="104091"/>
                  </a:cubicBezTo>
                  <a:cubicBezTo>
                    <a:pt x="815" y="104769"/>
                    <a:pt x="-253" y="106278"/>
                    <a:pt x="-365" y="107996"/>
                  </a:cubicBezTo>
                  <a:cubicBezTo>
                    <a:pt x="-365" y="108758"/>
                    <a:pt x="778" y="111140"/>
                    <a:pt x="1254" y="112949"/>
                  </a:cubicBezTo>
                  <a:cubicBezTo>
                    <a:pt x="1731" y="114759"/>
                    <a:pt x="1254" y="117712"/>
                    <a:pt x="2493" y="118759"/>
                  </a:cubicBezTo>
                  <a:cubicBezTo>
                    <a:pt x="4118" y="119761"/>
                    <a:pt x="5648" y="120908"/>
                    <a:pt x="7065" y="122188"/>
                  </a:cubicBezTo>
                  <a:cubicBezTo>
                    <a:pt x="9160" y="124474"/>
                    <a:pt x="11922" y="129618"/>
                    <a:pt x="14113" y="128666"/>
                  </a:cubicBezTo>
                  <a:cubicBezTo>
                    <a:pt x="18043" y="126311"/>
                    <a:pt x="21770" y="123635"/>
                    <a:pt x="25258" y="120665"/>
                  </a:cubicBezTo>
                  <a:cubicBezTo>
                    <a:pt x="27701" y="119881"/>
                    <a:pt x="30062" y="118860"/>
                    <a:pt x="32306" y="117616"/>
                  </a:cubicBezTo>
                  <a:cubicBezTo>
                    <a:pt x="35905" y="114870"/>
                    <a:pt x="39843" y="112597"/>
                    <a:pt x="44022" y="110854"/>
                  </a:cubicBezTo>
                  <a:cubicBezTo>
                    <a:pt x="47292" y="109685"/>
                    <a:pt x="50475" y="108284"/>
                    <a:pt x="53547" y="106663"/>
                  </a:cubicBezTo>
                  <a:cubicBezTo>
                    <a:pt x="55737" y="105329"/>
                    <a:pt x="58214" y="99900"/>
                    <a:pt x="62119" y="98566"/>
                  </a:cubicBezTo>
                  <a:cubicBezTo>
                    <a:pt x="65607" y="97111"/>
                    <a:pt x="68826" y="95083"/>
                    <a:pt x="71644" y="92566"/>
                  </a:cubicBezTo>
                  <a:cubicBezTo>
                    <a:pt x="73330" y="91360"/>
                    <a:pt x="74489" y="89553"/>
                    <a:pt x="74883" y="87517"/>
                  </a:cubicBezTo>
                  <a:cubicBezTo>
                    <a:pt x="75740" y="83041"/>
                    <a:pt x="77169" y="79993"/>
                    <a:pt x="77454" y="77992"/>
                  </a:cubicBezTo>
                  <a:cubicBezTo>
                    <a:pt x="77740" y="75992"/>
                    <a:pt x="76788" y="75421"/>
                    <a:pt x="76597" y="73706"/>
                  </a:cubicBezTo>
                  <a:cubicBezTo>
                    <a:pt x="76407" y="71992"/>
                    <a:pt x="76597" y="71801"/>
                    <a:pt x="76121" y="70944"/>
                  </a:cubicBezTo>
                  <a:cubicBezTo>
                    <a:pt x="75645" y="70087"/>
                    <a:pt x="74502" y="69420"/>
                    <a:pt x="74502" y="66182"/>
                  </a:cubicBezTo>
                  <a:cubicBezTo>
                    <a:pt x="74502" y="62943"/>
                    <a:pt x="74502" y="60276"/>
                    <a:pt x="74978" y="59133"/>
                  </a:cubicBezTo>
                  <a:cubicBezTo>
                    <a:pt x="75454" y="55704"/>
                    <a:pt x="76121" y="53132"/>
                    <a:pt x="76216" y="50846"/>
                  </a:cubicBezTo>
                  <a:cubicBezTo>
                    <a:pt x="76788" y="43322"/>
                    <a:pt x="76883" y="40750"/>
                    <a:pt x="76978" y="37225"/>
                  </a:cubicBezTo>
                  <a:cubicBezTo>
                    <a:pt x="77143" y="34700"/>
                    <a:pt x="77461" y="32187"/>
                    <a:pt x="77931" y="29701"/>
                  </a:cubicBezTo>
                  <a:cubicBezTo>
                    <a:pt x="79360" y="26462"/>
                    <a:pt x="81074" y="23605"/>
                    <a:pt x="81360" y="22462"/>
                  </a:cubicBezTo>
                  <a:cubicBezTo>
                    <a:pt x="81591" y="20245"/>
                    <a:pt x="81591" y="18011"/>
                    <a:pt x="81360" y="15794"/>
                  </a:cubicBezTo>
                  <a:cubicBezTo>
                    <a:pt x="81360" y="14175"/>
                    <a:pt x="81931" y="13508"/>
                    <a:pt x="81360" y="11413"/>
                  </a:cubicBezTo>
                </a:path>
              </a:pathLst>
            </a:custGeom>
            <a:solidFill>
              <a:schemeClr val="tx1"/>
            </a:solidFill>
            <a:ln w="9525" cap="flat">
              <a:noFill/>
              <a:prstDash val="solid"/>
              <a:miter/>
            </a:ln>
          </p:spPr>
          <p:txBody>
            <a:bodyPr rtlCol="0" anchor="ctr"/>
            <a:lstStyle/>
            <a:p>
              <a:endParaRPr lang="zh-CN" altLang="en-US"/>
            </a:p>
          </p:txBody>
        </p:sp>
        <p:sp>
          <p:nvSpPr>
            <p:cNvPr id="180" name="任意多边形: 形状 179"/>
            <p:cNvSpPr/>
            <p:nvPr/>
          </p:nvSpPr>
          <p:spPr>
            <a:xfrm>
              <a:off x="1353064" y="3935532"/>
              <a:ext cx="183019" cy="339183"/>
            </a:xfrm>
            <a:custGeom>
              <a:avLst/>
              <a:gdLst>
                <a:gd name="connsiteX0" fmla="*/ 65460 w 70104"/>
                <a:gd name="connsiteY0" fmla="*/ 102925 h 129921"/>
                <a:gd name="connsiteX1" fmla="*/ 58792 w 70104"/>
                <a:gd name="connsiteY1" fmla="*/ 102258 h 129921"/>
                <a:gd name="connsiteX2" fmla="*/ 54506 w 70104"/>
                <a:gd name="connsiteY2" fmla="*/ 100543 h 129921"/>
                <a:gd name="connsiteX3" fmla="*/ 50125 w 70104"/>
                <a:gd name="connsiteY3" fmla="*/ 99686 h 129921"/>
                <a:gd name="connsiteX4" fmla="*/ 44124 w 70104"/>
                <a:gd name="connsiteY4" fmla="*/ 98829 h 129921"/>
                <a:gd name="connsiteX5" fmla="*/ 35551 w 70104"/>
                <a:gd name="connsiteY5" fmla="*/ 95019 h 129921"/>
                <a:gd name="connsiteX6" fmla="*/ 32408 w 70104"/>
                <a:gd name="connsiteY6" fmla="*/ 84827 h 129921"/>
                <a:gd name="connsiteX7" fmla="*/ 32408 w 70104"/>
                <a:gd name="connsiteY7" fmla="*/ 78922 h 129921"/>
                <a:gd name="connsiteX8" fmla="*/ 36314 w 70104"/>
                <a:gd name="connsiteY8" fmla="*/ 66539 h 129921"/>
                <a:gd name="connsiteX9" fmla="*/ 47458 w 70104"/>
                <a:gd name="connsiteY9" fmla="*/ 61205 h 129921"/>
                <a:gd name="connsiteX10" fmla="*/ 54411 w 70104"/>
                <a:gd name="connsiteY10" fmla="*/ 57300 h 129921"/>
                <a:gd name="connsiteX11" fmla="*/ 59460 w 70104"/>
                <a:gd name="connsiteY11" fmla="*/ 53681 h 129921"/>
                <a:gd name="connsiteX12" fmla="*/ 65365 w 70104"/>
                <a:gd name="connsiteY12" fmla="*/ 52252 h 129921"/>
                <a:gd name="connsiteX13" fmla="*/ 68222 w 70104"/>
                <a:gd name="connsiteY13" fmla="*/ 49013 h 129921"/>
                <a:gd name="connsiteX14" fmla="*/ 67269 w 70104"/>
                <a:gd name="connsiteY14" fmla="*/ 42822 h 129921"/>
                <a:gd name="connsiteX15" fmla="*/ 62507 w 70104"/>
                <a:gd name="connsiteY15" fmla="*/ 34059 h 129921"/>
                <a:gd name="connsiteX16" fmla="*/ 54125 w 70104"/>
                <a:gd name="connsiteY16" fmla="*/ 31106 h 129921"/>
                <a:gd name="connsiteX17" fmla="*/ 48982 w 70104"/>
                <a:gd name="connsiteY17" fmla="*/ 34059 h 129921"/>
                <a:gd name="connsiteX18" fmla="*/ 43838 w 70104"/>
                <a:gd name="connsiteY18" fmla="*/ 32249 h 129921"/>
                <a:gd name="connsiteX19" fmla="*/ 44981 w 70104"/>
                <a:gd name="connsiteY19" fmla="*/ 26344 h 129921"/>
                <a:gd name="connsiteX20" fmla="*/ 51268 w 70104"/>
                <a:gd name="connsiteY20" fmla="*/ 14628 h 129921"/>
                <a:gd name="connsiteX21" fmla="*/ 49172 w 70104"/>
                <a:gd name="connsiteY21" fmla="*/ 6246 h 129921"/>
                <a:gd name="connsiteX22" fmla="*/ 46410 w 70104"/>
                <a:gd name="connsiteY22" fmla="*/ 3102 h 129921"/>
                <a:gd name="connsiteX23" fmla="*/ 42886 w 70104"/>
                <a:gd name="connsiteY23" fmla="*/ 2341 h 129921"/>
                <a:gd name="connsiteX24" fmla="*/ 38695 w 70104"/>
                <a:gd name="connsiteY24" fmla="*/ -136 h 129921"/>
                <a:gd name="connsiteX25" fmla="*/ 32789 w 70104"/>
                <a:gd name="connsiteY25" fmla="*/ 912 h 129921"/>
                <a:gd name="connsiteX26" fmla="*/ 28217 w 70104"/>
                <a:gd name="connsiteY26" fmla="*/ 54 h 129921"/>
                <a:gd name="connsiteX27" fmla="*/ 23074 w 70104"/>
                <a:gd name="connsiteY27" fmla="*/ 1102 h 129921"/>
                <a:gd name="connsiteX28" fmla="*/ 16978 w 70104"/>
                <a:gd name="connsiteY28" fmla="*/ -41 h 129921"/>
                <a:gd name="connsiteX29" fmla="*/ 12406 w 70104"/>
                <a:gd name="connsiteY29" fmla="*/ 3102 h 129921"/>
                <a:gd name="connsiteX30" fmla="*/ 12406 w 70104"/>
                <a:gd name="connsiteY30" fmla="*/ 11008 h 129921"/>
                <a:gd name="connsiteX31" fmla="*/ 9834 w 70104"/>
                <a:gd name="connsiteY31" fmla="*/ 22819 h 129921"/>
                <a:gd name="connsiteX32" fmla="*/ 8120 w 70104"/>
                <a:gd name="connsiteY32" fmla="*/ 30058 h 129921"/>
                <a:gd name="connsiteX33" fmla="*/ 7453 w 70104"/>
                <a:gd name="connsiteY33" fmla="*/ 41965 h 129921"/>
                <a:gd name="connsiteX34" fmla="*/ 5833 w 70104"/>
                <a:gd name="connsiteY34" fmla="*/ 49585 h 129921"/>
                <a:gd name="connsiteX35" fmla="*/ 4119 w 70104"/>
                <a:gd name="connsiteY35" fmla="*/ 57109 h 129921"/>
                <a:gd name="connsiteX36" fmla="*/ 2119 w 70104"/>
                <a:gd name="connsiteY36" fmla="*/ 61681 h 129921"/>
                <a:gd name="connsiteX37" fmla="*/ -358 w 70104"/>
                <a:gd name="connsiteY37" fmla="*/ 76255 h 129921"/>
                <a:gd name="connsiteX38" fmla="*/ 595 w 70104"/>
                <a:gd name="connsiteY38" fmla="*/ 85304 h 129921"/>
                <a:gd name="connsiteX39" fmla="*/ 1357 w 70104"/>
                <a:gd name="connsiteY39" fmla="*/ 91114 h 129921"/>
                <a:gd name="connsiteX40" fmla="*/ 1357 w 70104"/>
                <a:gd name="connsiteY40" fmla="*/ 97210 h 129921"/>
                <a:gd name="connsiteX41" fmla="*/ 3357 w 70104"/>
                <a:gd name="connsiteY41" fmla="*/ 106735 h 129921"/>
                <a:gd name="connsiteX42" fmla="*/ 4024 w 70104"/>
                <a:gd name="connsiteY42" fmla="*/ 114831 h 129921"/>
                <a:gd name="connsiteX43" fmla="*/ 8405 w 70104"/>
                <a:gd name="connsiteY43" fmla="*/ 121879 h 129921"/>
                <a:gd name="connsiteX44" fmla="*/ 13073 w 70104"/>
                <a:gd name="connsiteY44" fmla="*/ 124546 h 129921"/>
                <a:gd name="connsiteX45" fmla="*/ 22598 w 70104"/>
                <a:gd name="connsiteY45" fmla="*/ 125023 h 129921"/>
                <a:gd name="connsiteX46" fmla="*/ 28979 w 70104"/>
                <a:gd name="connsiteY46" fmla="*/ 126832 h 129921"/>
                <a:gd name="connsiteX47" fmla="*/ 36599 w 70104"/>
                <a:gd name="connsiteY47" fmla="*/ 126832 h 129921"/>
                <a:gd name="connsiteX48" fmla="*/ 44219 w 70104"/>
                <a:gd name="connsiteY48" fmla="*/ 127594 h 129921"/>
                <a:gd name="connsiteX49" fmla="*/ 49172 w 70104"/>
                <a:gd name="connsiteY49" fmla="*/ 129785 h 129921"/>
                <a:gd name="connsiteX50" fmla="*/ 56221 w 70104"/>
                <a:gd name="connsiteY50" fmla="*/ 128071 h 129921"/>
                <a:gd name="connsiteX51" fmla="*/ 63460 w 70104"/>
                <a:gd name="connsiteY51" fmla="*/ 127023 h 129921"/>
                <a:gd name="connsiteX52" fmla="*/ 66222 w 70104"/>
                <a:gd name="connsiteY52" fmla="*/ 120736 h 129921"/>
                <a:gd name="connsiteX53" fmla="*/ 69556 w 70104"/>
                <a:gd name="connsiteY53" fmla="*/ 111211 h 129921"/>
                <a:gd name="connsiteX54" fmla="*/ 65841 w 70104"/>
                <a:gd name="connsiteY54" fmla="*/ 102639 h 12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70104" h="129921">
                  <a:moveTo>
                    <a:pt x="65460" y="102925"/>
                  </a:moveTo>
                  <a:cubicBezTo>
                    <a:pt x="63287" y="102349"/>
                    <a:pt x="61036" y="102124"/>
                    <a:pt x="58792" y="102258"/>
                  </a:cubicBezTo>
                  <a:cubicBezTo>
                    <a:pt x="57256" y="102006"/>
                    <a:pt x="55793" y="101421"/>
                    <a:pt x="54506" y="100543"/>
                  </a:cubicBezTo>
                  <a:cubicBezTo>
                    <a:pt x="53015" y="100450"/>
                    <a:pt x="51541" y="100162"/>
                    <a:pt x="50125" y="99686"/>
                  </a:cubicBezTo>
                  <a:cubicBezTo>
                    <a:pt x="48167" y="99153"/>
                    <a:pt x="46152" y="98865"/>
                    <a:pt x="44124" y="98829"/>
                  </a:cubicBezTo>
                  <a:cubicBezTo>
                    <a:pt x="40913" y="98582"/>
                    <a:pt x="37886" y="97237"/>
                    <a:pt x="35551" y="95019"/>
                  </a:cubicBezTo>
                  <a:cubicBezTo>
                    <a:pt x="32504" y="91590"/>
                    <a:pt x="33361" y="88256"/>
                    <a:pt x="32408" y="84827"/>
                  </a:cubicBezTo>
                  <a:cubicBezTo>
                    <a:pt x="32033" y="82877"/>
                    <a:pt x="32033" y="80872"/>
                    <a:pt x="32408" y="78922"/>
                  </a:cubicBezTo>
                  <a:cubicBezTo>
                    <a:pt x="32868" y="74575"/>
                    <a:pt x="34197" y="70364"/>
                    <a:pt x="36314" y="66539"/>
                  </a:cubicBezTo>
                  <a:cubicBezTo>
                    <a:pt x="40343" y="65511"/>
                    <a:pt x="44130" y="63699"/>
                    <a:pt x="47458" y="61205"/>
                  </a:cubicBezTo>
                  <a:cubicBezTo>
                    <a:pt x="49695" y="59764"/>
                    <a:pt x="52017" y="58460"/>
                    <a:pt x="54411" y="57300"/>
                  </a:cubicBezTo>
                  <a:cubicBezTo>
                    <a:pt x="55848" y="55783"/>
                    <a:pt x="57561" y="54554"/>
                    <a:pt x="59460" y="53681"/>
                  </a:cubicBezTo>
                  <a:lnTo>
                    <a:pt x="65365" y="52252"/>
                  </a:lnTo>
                  <a:cubicBezTo>
                    <a:pt x="66945" y="51950"/>
                    <a:pt x="68120" y="50618"/>
                    <a:pt x="68222" y="49013"/>
                  </a:cubicBezTo>
                  <a:cubicBezTo>
                    <a:pt x="68226" y="46913"/>
                    <a:pt x="67904" y="44824"/>
                    <a:pt x="67269" y="42822"/>
                  </a:cubicBezTo>
                  <a:cubicBezTo>
                    <a:pt x="65650" y="40155"/>
                    <a:pt x="64793" y="34535"/>
                    <a:pt x="62507" y="34059"/>
                  </a:cubicBezTo>
                  <a:cubicBezTo>
                    <a:pt x="58507" y="33106"/>
                    <a:pt x="55935" y="30249"/>
                    <a:pt x="54125" y="31106"/>
                  </a:cubicBezTo>
                  <a:cubicBezTo>
                    <a:pt x="52315" y="31963"/>
                    <a:pt x="51554" y="33487"/>
                    <a:pt x="48982" y="34059"/>
                  </a:cubicBezTo>
                  <a:cubicBezTo>
                    <a:pt x="47648" y="36345"/>
                    <a:pt x="44410" y="35488"/>
                    <a:pt x="43838" y="32249"/>
                  </a:cubicBezTo>
                  <a:cubicBezTo>
                    <a:pt x="43949" y="30237"/>
                    <a:pt x="44333" y="28251"/>
                    <a:pt x="44981" y="26344"/>
                  </a:cubicBezTo>
                  <a:cubicBezTo>
                    <a:pt x="46696" y="22438"/>
                    <a:pt x="51077" y="21105"/>
                    <a:pt x="51268" y="14628"/>
                  </a:cubicBezTo>
                  <a:cubicBezTo>
                    <a:pt x="51143" y="11721"/>
                    <a:pt x="50430" y="8870"/>
                    <a:pt x="49172" y="6246"/>
                  </a:cubicBezTo>
                  <a:cubicBezTo>
                    <a:pt x="48506" y="4817"/>
                    <a:pt x="47458" y="3293"/>
                    <a:pt x="46410" y="3102"/>
                  </a:cubicBezTo>
                  <a:cubicBezTo>
                    <a:pt x="45198" y="3075"/>
                    <a:pt x="44001" y="2816"/>
                    <a:pt x="42886" y="2341"/>
                  </a:cubicBezTo>
                  <a:cubicBezTo>
                    <a:pt x="41648" y="1483"/>
                    <a:pt x="41362" y="-41"/>
                    <a:pt x="38695" y="-136"/>
                  </a:cubicBezTo>
                  <a:cubicBezTo>
                    <a:pt x="36707" y="92"/>
                    <a:pt x="34735" y="442"/>
                    <a:pt x="32789" y="912"/>
                  </a:cubicBezTo>
                  <a:cubicBezTo>
                    <a:pt x="31287" y="519"/>
                    <a:pt x="29760" y="232"/>
                    <a:pt x="28217" y="54"/>
                  </a:cubicBezTo>
                  <a:cubicBezTo>
                    <a:pt x="26523" y="496"/>
                    <a:pt x="24806" y="846"/>
                    <a:pt x="23074" y="1102"/>
                  </a:cubicBezTo>
                  <a:cubicBezTo>
                    <a:pt x="21169" y="1102"/>
                    <a:pt x="18311" y="-136"/>
                    <a:pt x="16978" y="-41"/>
                  </a:cubicBezTo>
                  <a:cubicBezTo>
                    <a:pt x="15644" y="55"/>
                    <a:pt x="13263" y="-41"/>
                    <a:pt x="12406" y="3102"/>
                  </a:cubicBezTo>
                  <a:cubicBezTo>
                    <a:pt x="12132" y="5731"/>
                    <a:pt x="12132" y="8380"/>
                    <a:pt x="12406" y="11008"/>
                  </a:cubicBezTo>
                  <a:cubicBezTo>
                    <a:pt x="11803" y="14996"/>
                    <a:pt x="10944" y="18941"/>
                    <a:pt x="9834" y="22819"/>
                  </a:cubicBezTo>
                  <a:cubicBezTo>
                    <a:pt x="8960" y="25150"/>
                    <a:pt x="8384" y="27582"/>
                    <a:pt x="8120" y="30058"/>
                  </a:cubicBezTo>
                  <a:cubicBezTo>
                    <a:pt x="8120" y="31201"/>
                    <a:pt x="8120" y="37297"/>
                    <a:pt x="7453" y="41965"/>
                  </a:cubicBezTo>
                  <a:cubicBezTo>
                    <a:pt x="7453" y="42917"/>
                    <a:pt x="6214" y="46536"/>
                    <a:pt x="5833" y="49585"/>
                  </a:cubicBezTo>
                  <a:cubicBezTo>
                    <a:pt x="5453" y="52633"/>
                    <a:pt x="4500" y="52633"/>
                    <a:pt x="4119" y="57109"/>
                  </a:cubicBezTo>
                  <a:cubicBezTo>
                    <a:pt x="4119" y="57967"/>
                    <a:pt x="2214" y="60729"/>
                    <a:pt x="2119" y="61681"/>
                  </a:cubicBezTo>
                  <a:cubicBezTo>
                    <a:pt x="976" y="71206"/>
                    <a:pt x="-358" y="71206"/>
                    <a:pt x="-358" y="76255"/>
                  </a:cubicBezTo>
                  <a:cubicBezTo>
                    <a:pt x="-418" y="79299"/>
                    <a:pt x="-98" y="82339"/>
                    <a:pt x="595" y="85304"/>
                  </a:cubicBezTo>
                  <a:cubicBezTo>
                    <a:pt x="1054" y="87208"/>
                    <a:pt x="1310" y="89156"/>
                    <a:pt x="1357" y="91114"/>
                  </a:cubicBezTo>
                  <a:lnTo>
                    <a:pt x="1357" y="97210"/>
                  </a:lnTo>
                  <a:cubicBezTo>
                    <a:pt x="1357" y="98352"/>
                    <a:pt x="3166" y="105401"/>
                    <a:pt x="3357" y="106735"/>
                  </a:cubicBezTo>
                  <a:cubicBezTo>
                    <a:pt x="3332" y="109448"/>
                    <a:pt x="3555" y="112158"/>
                    <a:pt x="4024" y="114831"/>
                  </a:cubicBezTo>
                  <a:cubicBezTo>
                    <a:pt x="5110" y="117393"/>
                    <a:pt x="6589" y="119771"/>
                    <a:pt x="8405" y="121879"/>
                  </a:cubicBezTo>
                  <a:cubicBezTo>
                    <a:pt x="9816" y="123000"/>
                    <a:pt x="11390" y="123900"/>
                    <a:pt x="13073" y="124546"/>
                  </a:cubicBezTo>
                  <a:cubicBezTo>
                    <a:pt x="15073" y="125118"/>
                    <a:pt x="19645" y="124546"/>
                    <a:pt x="22598" y="125023"/>
                  </a:cubicBezTo>
                  <a:cubicBezTo>
                    <a:pt x="25550" y="125499"/>
                    <a:pt x="27836" y="126832"/>
                    <a:pt x="28979" y="126832"/>
                  </a:cubicBezTo>
                  <a:cubicBezTo>
                    <a:pt x="30122" y="126832"/>
                    <a:pt x="34504" y="126832"/>
                    <a:pt x="36599" y="126832"/>
                  </a:cubicBezTo>
                  <a:cubicBezTo>
                    <a:pt x="39165" y="126619"/>
                    <a:pt x="41747" y="126877"/>
                    <a:pt x="44219" y="127594"/>
                  </a:cubicBezTo>
                  <a:cubicBezTo>
                    <a:pt x="45267" y="128071"/>
                    <a:pt x="47458" y="129785"/>
                    <a:pt x="49172" y="129785"/>
                  </a:cubicBezTo>
                  <a:cubicBezTo>
                    <a:pt x="51601" y="129609"/>
                    <a:pt x="53983" y="129030"/>
                    <a:pt x="56221" y="128071"/>
                  </a:cubicBezTo>
                  <a:cubicBezTo>
                    <a:pt x="58316" y="127213"/>
                    <a:pt x="62031" y="128071"/>
                    <a:pt x="63460" y="127023"/>
                  </a:cubicBezTo>
                  <a:cubicBezTo>
                    <a:pt x="64889" y="125975"/>
                    <a:pt x="65460" y="123213"/>
                    <a:pt x="66222" y="120736"/>
                  </a:cubicBezTo>
                  <a:cubicBezTo>
                    <a:pt x="67498" y="117621"/>
                    <a:pt x="68611" y="114442"/>
                    <a:pt x="69556" y="111211"/>
                  </a:cubicBezTo>
                  <a:cubicBezTo>
                    <a:pt x="70288" y="107853"/>
                    <a:pt x="68792" y="104402"/>
                    <a:pt x="65841" y="102639"/>
                  </a:cubicBezTo>
                </a:path>
              </a:pathLst>
            </a:custGeom>
            <a:solidFill>
              <a:schemeClr val="tx1"/>
            </a:solidFill>
            <a:ln w="9525" cap="flat">
              <a:noFill/>
              <a:prstDash val="solid"/>
              <a:miter/>
            </a:ln>
          </p:spPr>
          <p:txBody>
            <a:bodyPr rtlCol="0" anchor="ctr"/>
            <a:lstStyle/>
            <a:p>
              <a:endParaRPr lang="zh-CN" altLang="en-US"/>
            </a:p>
          </p:txBody>
        </p:sp>
        <p:sp>
          <p:nvSpPr>
            <p:cNvPr id="181" name="任意多边形: 形状 180"/>
            <p:cNvSpPr/>
            <p:nvPr/>
          </p:nvSpPr>
          <p:spPr>
            <a:xfrm>
              <a:off x="2644166" y="3979546"/>
              <a:ext cx="380860" cy="306359"/>
            </a:xfrm>
            <a:custGeom>
              <a:avLst/>
              <a:gdLst>
                <a:gd name="connsiteX0" fmla="*/ 144510 w 145885"/>
                <a:gd name="connsiteY0" fmla="*/ 90161 h 117348"/>
                <a:gd name="connsiteX1" fmla="*/ 143843 w 145885"/>
                <a:gd name="connsiteY1" fmla="*/ 85399 h 117348"/>
                <a:gd name="connsiteX2" fmla="*/ 136890 w 145885"/>
                <a:gd name="connsiteY2" fmla="*/ 79874 h 117348"/>
                <a:gd name="connsiteX3" fmla="*/ 131652 w 145885"/>
                <a:gd name="connsiteY3" fmla="*/ 76922 h 117348"/>
                <a:gd name="connsiteX4" fmla="*/ 126222 w 145885"/>
                <a:gd name="connsiteY4" fmla="*/ 75493 h 117348"/>
                <a:gd name="connsiteX5" fmla="*/ 121269 w 145885"/>
                <a:gd name="connsiteY5" fmla="*/ 75969 h 117348"/>
                <a:gd name="connsiteX6" fmla="*/ 116126 w 145885"/>
                <a:gd name="connsiteY6" fmla="*/ 78064 h 117348"/>
                <a:gd name="connsiteX7" fmla="*/ 96123 w 145885"/>
                <a:gd name="connsiteY7" fmla="*/ 78064 h 117348"/>
                <a:gd name="connsiteX8" fmla="*/ 95552 w 145885"/>
                <a:gd name="connsiteY8" fmla="*/ 67015 h 117348"/>
                <a:gd name="connsiteX9" fmla="*/ 96314 w 145885"/>
                <a:gd name="connsiteY9" fmla="*/ 62729 h 117348"/>
                <a:gd name="connsiteX10" fmla="*/ 97457 w 145885"/>
                <a:gd name="connsiteY10" fmla="*/ 58728 h 117348"/>
                <a:gd name="connsiteX11" fmla="*/ 98885 w 145885"/>
                <a:gd name="connsiteY11" fmla="*/ 54823 h 117348"/>
                <a:gd name="connsiteX12" fmla="*/ 100600 w 145885"/>
                <a:gd name="connsiteY12" fmla="*/ 50727 h 117348"/>
                <a:gd name="connsiteX13" fmla="*/ 98028 w 145885"/>
                <a:gd name="connsiteY13" fmla="*/ 41774 h 117348"/>
                <a:gd name="connsiteX14" fmla="*/ 108887 w 145885"/>
                <a:gd name="connsiteY14" fmla="*/ 34154 h 117348"/>
                <a:gd name="connsiteX15" fmla="*/ 114221 w 145885"/>
                <a:gd name="connsiteY15" fmla="*/ 30535 h 117348"/>
                <a:gd name="connsiteX16" fmla="*/ 121269 w 145885"/>
                <a:gd name="connsiteY16" fmla="*/ 24534 h 117348"/>
                <a:gd name="connsiteX17" fmla="*/ 130223 w 145885"/>
                <a:gd name="connsiteY17" fmla="*/ 16247 h 117348"/>
                <a:gd name="connsiteX18" fmla="*/ 128032 w 145885"/>
                <a:gd name="connsiteY18" fmla="*/ 12723 h 117348"/>
                <a:gd name="connsiteX19" fmla="*/ 126222 w 145885"/>
                <a:gd name="connsiteY19" fmla="*/ 7484 h 117348"/>
                <a:gd name="connsiteX20" fmla="*/ 120698 w 145885"/>
                <a:gd name="connsiteY20" fmla="*/ 2055 h 117348"/>
                <a:gd name="connsiteX21" fmla="*/ 116888 w 145885"/>
                <a:gd name="connsiteY21" fmla="*/ -136 h 117348"/>
                <a:gd name="connsiteX22" fmla="*/ 112411 w 145885"/>
                <a:gd name="connsiteY22" fmla="*/ 531 h 117348"/>
                <a:gd name="connsiteX23" fmla="*/ 107267 w 145885"/>
                <a:gd name="connsiteY23" fmla="*/ 1102 h 117348"/>
                <a:gd name="connsiteX24" fmla="*/ 89170 w 145885"/>
                <a:gd name="connsiteY24" fmla="*/ 8818 h 117348"/>
                <a:gd name="connsiteX25" fmla="*/ 86122 w 145885"/>
                <a:gd name="connsiteY25" fmla="*/ 9865 h 117348"/>
                <a:gd name="connsiteX26" fmla="*/ 81931 w 145885"/>
                <a:gd name="connsiteY26" fmla="*/ 11104 h 117348"/>
                <a:gd name="connsiteX27" fmla="*/ 57737 w 145885"/>
                <a:gd name="connsiteY27" fmla="*/ 15104 h 117348"/>
                <a:gd name="connsiteX28" fmla="*/ 47546 w 145885"/>
                <a:gd name="connsiteY28" fmla="*/ 12723 h 117348"/>
                <a:gd name="connsiteX29" fmla="*/ 42021 w 145885"/>
                <a:gd name="connsiteY29" fmla="*/ 17485 h 117348"/>
                <a:gd name="connsiteX30" fmla="*/ 42593 w 145885"/>
                <a:gd name="connsiteY30" fmla="*/ 23867 h 117348"/>
                <a:gd name="connsiteX31" fmla="*/ 43736 w 145885"/>
                <a:gd name="connsiteY31" fmla="*/ 30535 h 117348"/>
                <a:gd name="connsiteX32" fmla="*/ 48212 w 145885"/>
                <a:gd name="connsiteY32" fmla="*/ 38726 h 117348"/>
                <a:gd name="connsiteX33" fmla="*/ 50594 w 145885"/>
                <a:gd name="connsiteY33" fmla="*/ 45584 h 117348"/>
                <a:gd name="connsiteX34" fmla="*/ 58023 w 145885"/>
                <a:gd name="connsiteY34" fmla="*/ 45108 h 117348"/>
                <a:gd name="connsiteX35" fmla="*/ 63929 w 145885"/>
                <a:gd name="connsiteY35" fmla="*/ 44156 h 117348"/>
                <a:gd name="connsiteX36" fmla="*/ 65167 w 145885"/>
                <a:gd name="connsiteY36" fmla="*/ 49489 h 117348"/>
                <a:gd name="connsiteX37" fmla="*/ 63929 w 145885"/>
                <a:gd name="connsiteY37" fmla="*/ 56252 h 117348"/>
                <a:gd name="connsiteX38" fmla="*/ 52118 w 145885"/>
                <a:gd name="connsiteY38" fmla="*/ 76636 h 117348"/>
                <a:gd name="connsiteX39" fmla="*/ 36878 w 145885"/>
                <a:gd name="connsiteY39" fmla="*/ 82922 h 117348"/>
                <a:gd name="connsiteX40" fmla="*/ 31448 w 145885"/>
                <a:gd name="connsiteY40" fmla="*/ 84065 h 117348"/>
                <a:gd name="connsiteX41" fmla="*/ 17542 w 145885"/>
                <a:gd name="connsiteY41" fmla="*/ 89304 h 117348"/>
                <a:gd name="connsiteX42" fmla="*/ 10874 w 145885"/>
                <a:gd name="connsiteY42" fmla="*/ 88637 h 117348"/>
                <a:gd name="connsiteX43" fmla="*/ -365 w 145885"/>
                <a:gd name="connsiteY43" fmla="*/ 94924 h 117348"/>
                <a:gd name="connsiteX44" fmla="*/ 302 w 145885"/>
                <a:gd name="connsiteY44" fmla="*/ 101972 h 117348"/>
                <a:gd name="connsiteX45" fmla="*/ 302 w 145885"/>
                <a:gd name="connsiteY45" fmla="*/ 107687 h 117348"/>
                <a:gd name="connsiteX46" fmla="*/ 10684 w 145885"/>
                <a:gd name="connsiteY46" fmla="*/ 117212 h 117348"/>
                <a:gd name="connsiteX47" fmla="*/ 37830 w 145885"/>
                <a:gd name="connsiteY47" fmla="*/ 106925 h 117348"/>
                <a:gd name="connsiteX48" fmla="*/ 60023 w 145885"/>
                <a:gd name="connsiteY48" fmla="*/ 102353 h 117348"/>
                <a:gd name="connsiteX49" fmla="*/ 72597 w 145885"/>
                <a:gd name="connsiteY49" fmla="*/ 102353 h 117348"/>
                <a:gd name="connsiteX50" fmla="*/ 83550 w 145885"/>
                <a:gd name="connsiteY50" fmla="*/ 100734 h 117348"/>
                <a:gd name="connsiteX51" fmla="*/ 95075 w 145885"/>
                <a:gd name="connsiteY51" fmla="*/ 99877 h 117348"/>
                <a:gd name="connsiteX52" fmla="*/ 106315 w 145885"/>
                <a:gd name="connsiteY52" fmla="*/ 99877 h 117348"/>
                <a:gd name="connsiteX53" fmla="*/ 118697 w 145885"/>
                <a:gd name="connsiteY53" fmla="*/ 100924 h 117348"/>
                <a:gd name="connsiteX54" fmla="*/ 126222 w 145885"/>
                <a:gd name="connsiteY54" fmla="*/ 100258 h 117348"/>
                <a:gd name="connsiteX55" fmla="*/ 133556 w 145885"/>
                <a:gd name="connsiteY55" fmla="*/ 101591 h 117348"/>
                <a:gd name="connsiteX56" fmla="*/ 140224 w 145885"/>
                <a:gd name="connsiteY56" fmla="*/ 101115 h 117348"/>
                <a:gd name="connsiteX57" fmla="*/ 143748 w 145885"/>
                <a:gd name="connsiteY57" fmla="*/ 97686 h 117348"/>
                <a:gd name="connsiteX58" fmla="*/ 145463 w 145885"/>
                <a:gd name="connsiteY58" fmla="*/ 93590 h 117348"/>
                <a:gd name="connsiteX59" fmla="*/ 144987 w 145885"/>
                <a:gd name="connsiteY59" fmla="*/ 91019 h 117348"/>
                <a:gd name="connsiteX60" fmla="*/ 144320 w 145885"/>
                <a:gd name="connsiteY60" fmla="*/ 89304 h 11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45885" h="117348">
                  <a:moveTo>
                    <a:pt x="144510" y="90161"/>
                  </a:moveTo>
                  <a:cubicBezTo>
                    <a:pt x="144576" y="88546"/>
                    <a:pt x="144350" y="86933"/>
                    <a:pt x="143843" y="85399"/>
                  </a:cubicBezTo>
                  <a:cubicBezTo>
                    <a:pt x="142415" y="81779"/>
                    <a:pt x="138890" y="81017"/>
                    <a:pt x="136890" y="79874"/>
                  </a:cubicBezTo>
                  <a:cubicBezTo>
                    <a:pt x="135251" y="78712"/>
                    <a:pt x="133495" y="77722"/>
                    <a:pt x="131652" y="76922"/>
                  </a:cubicBezTo>
                  <a:cubicBezTo>
                    <a:pt x="129885" y="76293"/>
                    <a:pt x="128069" y="75815"/>
                    <a:pt x="126222" y="75493"/>
                  </a:cubicBezTo>
                  <a:cubicBezTo>
                    <a:pt x="124561" y="75523"/>
                    <a:pt x="122905" y="75682"/>
                    <a:pt x="121269" y="75969"/>
                  </a:cubicBezTo>
                  <a:cubicBezTo>
                    <a:pt x="119459" y="76445"/>
                    <a:pt x="118507" y="78064"/>
                    <a:pt x="116126" y="78064"/>
                  </a:cubicBezTo>
                  <a:cubicBezTo>
                    <a:pt x="109464" y="77677"/>
                    <a:pt x="102785" y="77677"/>
                    <a:pt x="96123" y="78064"/>
                  </a:cubicBezTo>
                  <a:cubicBezTo>
                    <a:pt x="94599" y="76636"/>
                    <a:pt x="95456" y="72159"/>
                    <a:pt x="95552" y="67015"/>
                  </a:cubicBezTo>
                  <a:cubicBezTo>
                    <a:pt x="95428" y="65545"/>
                    <a:pt x="95691" y="64067"/>
                    <a:pt x="96314" y="62729"/>
                  </a:cubicBezTo>
                  <a:cubicBezTo>
                    <a:pt x="97054" y="61525"/>
                    <a:pt x="97449" y="60141"/>
                    <a:pt x="97457" y="58728"/>
                  </a:cubicBezTo>
                  <a:cubicBezTo>
                    <a:pt x="97529" y="57313"/>
                    <a:pt x="98027" y="55952"/>
                    <a:pt x="98885" y="54823"/>
                  </a:cubicBezTo>
                  <a:cubicBezTo>
                    <a:pt x="99836" y="53650"/>
                    <a:pt x="100431" y="52229"/>
                    <a:pt x="100600" y="50727"/>
                  </a:cubicBezTo>
                  <a:cubicBezTo>
                    <a:pt x="100600" y="45013"/>
                    <a:pt x="97647" y="47204"/>
                    <a:pt x="98028" y="41774"/>
                  </a:cubicBezTo>
                  <a:cubicBezTo>
                    <a:pt x="98409" y="36345"/>
                    <a:pt x="103362" y="36535"/>
                    <a:pt x="108887" y="34154"/>
                  </a:cubicBezTo>
                  <a:cubicBezTo>
                    <a:pt x="110893" y="33324"/>
                    <a:pt x="112708" y="32093"/>
                    <a:pt x="114221" y="30535"/>
                  </a:cubicBezTo>
                  <a:cubicBezTo>
                    <a:pt x="116179" y="28115"/>
                    <a:pt x="118569" y="26081"/>
                    <a:pt x="121269" y="24534"/>
                  </a:cubicBezTo>
                  <a:cubicBezTo>
                    <a:pt x="126127" y="21105"/>
                    <a:pt x="129842" y="21200"/>
                    <a:pt x="130223" y="16247"/>
                  </a:cubicBezTo>
                  <a:cubicBezTo>
                    <a:pt x="130223" y="15581"/>
                    <a:pt x="128318" y="14056"/>
                    <a:pt x="128032" y="12723"/>
                  </a:cubicBezTo>
                  <a:cubicBezTo>
                    <a:pt x="127722" y="10889"/>
                    <a:pt x="127110" y="9118"/>
                    <a:pt x="126222" y="7484"/>
                  </a:cubicBezTo>
                  <a:cubicBezTo>
                    <a:pt x="124476" y="5580"/>
                    <a:pt x="122632" y="3768"/>
                    <a:pt x="120698" y="2055"/>
                  </a:cubicBezTo>
                  <a:cubicBezTo>
                    <a:pt x="119744" y="876"/>
                    <a:pt x="118386" y="95"/>
                    <a:pt x="116888" y="-136"/>
                  </a:cubicBezTo>
                  <a:cubicBezTo>
                    <a:pt x="115649" y="-136"/>
                    <a:pt x="114792" y="531"/>
                    <a:pt x="112411" y="531"/>
                  </a:cubicBezTo>
                  <a:cubicBezTo>
                    <a:pt x="110676" y="296"/>
                    <a:pt x="108909" y="492"/>
                    <a:pt x="107267" y="1102"/>
                  </a:cubicBezTo>
                  <a:cubicBezTo>
                    <a:pt x="101522" y="4301"/>
                    <a:pt x="95456" y="6887"/>
                    <a:pt x="89170" y="8818"/>
                  </a:cubicBezTo>
                  <a:lnTo>
                    <a:pt x="86122" y="9865"/>
                  </a:lnTo>
                  <a:lnTo>
                    <a:pt x="81931" y="11104"/>
                  </a:lnTo>
                  <a:cubicBezTo>
                    <a:pt x="73944" y="12871"/>
                    <a:pt x="65868" y="14206"/>
                    <a:pt x="57737" y="15104"/>
                  </a:cubicBezTo>
                  <a:cubicBezTo>
                    <a:pt x="54594" y="15104"/>
                    <a:pt x="48689" y="12151"/>
                    <a:pt x="47546" y="12723"/>
                  </a:cubicBezTo>
                  <a:cubicBezTo>
                    <a:pt x="44879" y="14056"/>
                    <a:pt x="42021" y="14342"/>
                    <a:pt x="42021" y="17485"/>
                  </a:cubicBezTo>
                  <a:cubicBezTo>
                    <a:pt x="42021" y="18724"/>
                    <a:pt x="42593" y="22629"/>
                    <a:pt x="42593" y="23867"/>
                  </a:cubicBezTo>
                  <a:cubicBezTo>
                    <a:pt x="42452" y="26148"/>
                    <a:pt x="42844" y="28431"/>
                    <a:pt x="43736" y="30535"/>
                  </a:cubicBezTo>
                  <a:cubicBezTo>
                    <a:pt x="45953" y="32802"/>
                    <a:pt x="47502" y="35636"/>
                    <a:pt x="48212" y="38726"/>
                  </a:cubicBezTo>
                  <a:cubicBezTo>
                    <a:pt x="48213" y="41774"/>
                    <a:pt x="48213" y="44727"/>
                    <a:pt x="50594" y="45584"/>
                  </a:cubicBezTo>
                  <a:cubicBezTo>
                    <a:pt x="53068" y="46094"/>
                    <a:pt x="55634" y="45930"/>
                    <a:pt x="58023" y="45108"/>
                  </a:cubicBezTo>
                  <a:cubicBezTo>
                    <a:pt x="59954" y="44591"/>
                    <a:pt x="61933" y="44272"/>
                    <a:pt x="63929" y="44156"/>
                  </a:cubicBezTo>
                  <a:cubicBezTo>
                    <a:pt x="65072" y="44156"/>
                    <a:pt x="65167" y="47204"/>
                    <a:pt x="65167" y="49489"/>
                  </a:cubicBezTo>
                  <a:cubicBezTo>
                    <a:pt x="65168" y="51800"/>
                    <a:pt x="64748" y="54092"/>
                    <a:pt x="63929" y="56252"/>
                  </a:cubicBezTo>
                  <a:cubicBezTo>
                    <a:pt x="62405" y="60824"/>
                    <a:pt x="61929" y="72731"/>
                    <a:pt x="52118" y="76636"/>
                  </a:cubicBezTo>
                  <a:cubicBezTo>
                    <a:pt x="47450" y="78446"/>
                    <a:pt x="41164" y="81589"/>
                    <a:pt x="36878" y="82922"/>
                  </a:cubicBezTo>
                  <a:cubicBezTo>
                    <a:pt x="35544" y="82922"/>
                    <a:pt x="32973" y="83494"/>
                    <a:pt x="31448" y="84065"/>
                  </a:cubicBezTo>
                  <a:cubicBezTo>
                    <a:pt x="26876" y="85684"/>
                    <a:pt x="18780" y="88923"/>
                    <a:pt x="17542" y="89304"/>
                  </a:cubicBezTo>
                  <a:cubicBezTo>
                    <a:pt x="16304" y="89685"/>
                    <a:pt x="12017" y="88447"/>
                    <a:pt x="10874" y="88637"/>
                  </a:cubicBezTo>
                  <a:cubicBezTo>
                    <a:pt x="9731" y="88828"/>
                    <a:pt x="1349" y="92162"/>
                    <a:pt x="-365" y="94924"/>
                  </a:cubicBezTo>
                  <a:cubicBezTo>
                    <a:pt x="422" y="97185"/>
                    <a:pt x="651" y="99603"/>
                    <a:pt x="302" y="101972"/>
                  </a:cubicBezTo>
                  <a:cubicBezTo>
                    <a:pt x="-25" y="103863"/>
                    <a:pt x="-25" y="105796"/>
                    <a:pt x="302" y="107687"/>
                  </a:cubicBezTo>
                  <a:cubicBezTo>
                    <a:pt x="4398" y="111497"/>
                    <a:pt x="8684" y="117212"/>
                    <a:pt x="10684" y="117212"/>
                  </a:cubicBezTo>
                  <a:cubicBezTo>
                    <a:pt x="12684" y="117212"/>
                    <a:pt x="28686" y="110068"/>
                    <a:pt x="37830" y="106925"/>
                  </a:cubicBezTo>
                  <a:cubicBezTo>
                    <a:pt x="45037" y="104589"/>
                    <a:pt x="52480" y="103056"/>
                    <a:pt x="60023" y="102353"/>
                  </a:cubicBezTo>
                  <a:cubicBezTo>
                    <a:pt x="63643" y="102353"/>
                    <a:pt x="68596" y="103210"/>
                    <a:pt x="72597" y="102353"/>
                  </a:cubicBezTo>
                  <a:lnTo>
                    <a:pt x="83550" y="100734"/>
                  </a:lnTo>
                  <a:cubicBezTo>
                    <a:pt x="87316" y="99802"/>
                    <a:pt x="91213" y="99512"/>
                    <a:pt x="95075" y="99877"/>
                  </a:cubicBezTo>
                  <a:cubicBezTo>
                    <a:pt x="97266" y="99877"/>
                    <a:pt x="104600" y="99877"/>
                    <a:pt x="106315" y="99877"/>
                  </a:cubicBezTo>
                  <a:cubicBezTo>
                    <a:pt x="110421" y="100446"/>
                    <a:pt x="114554" y="100796"/>
                    <a:pt x="118697" y="100924"/>
                  </a:cubicBezTo>
                  <a:cubicBezTo>
                    <a:pt x="121555" y="100924"/>
                    <a:pt x="123746" y="100258"/>
                    <a:pt x="126222" y="100258"/>
                  </a:cubicBezTo>
                  <a:cubicBezTo>
                    <a:pt x="128689" y="100571"/>
                    <a:pt x="131137" y="101016"/>
                    <a:pt x="133556" y="101591"/>
                  </a:cubicBezTo>
                  <a:lnTo>
                    <a:pt x="140224" y="101115"/>
                  </a:lnTo>
                  <a:cubicBezTo>
                    <a:pt x="141653" y="101115"/>
                    <a:pt x="142796" y="99019"/>
                    <a:pt x="143748" y="97686"/>
                  </a:cubicBezTo>
                  <a:cubicBezTo>
                    <a:pt x="144598" y="96455"/>
                    <a:pt x="145182" y="95060"/>
                    <a:pt x="145463" y="93590"/>
                  </a:cubicBezTo>
                  <a:cubicBezTo>
                    <a:pt x="145621" y="92704"/>
                    <a:pt x="145452" y="91790"/>
                    <a:pt x="144987" y="91019"/>
                  </a:cubicBezTo>
                  <a:cubicBezTo>
                    <a:pt x="144986" y="91018"/>
                    <a:pt x="144320" y="89875"/>
                    <a:pt x="144320" y="89304"/>
                  </a:cubicBezTo>
                </a:path>
              </a:pathLst>
            </a:custGeom>
            <a:solidFill>
              <a:schemeClr val="tx1"/>
            </a:solidFill>
            <a:ln w="9525" cap="flat">
              <a:noFill/>
              <a:prstDash val="solid"/>
              <a:miter/>
            </a:ln>
          </p:spPr>
          <p:txBody>
            <a:bodyPr rtlCol="0" anchor="ctr"/>
            <a:lstStyle/>
            <a:p>
              <a:endParaRPr lang="zh-CN" altLang="en-US"/>
            </a:p>
          </p:txBody>
        </p:sp>
        <p:sp>
          <p:nvSpPr>
            <p:cNvPr id="182" name="任意多边形: 形状 181"/>
            <p:cNvSpPr/>
            <p:nvPr/>
          </p:nvSpPr>
          <p:spPr>
            <a:xfrm>
              <a:off x="3134633" y="3962276"/>
              <a:ext cx="412225" cy="345485"/>
            </a:xfrm>
            <a:custGeom>
              <a:avLst/>
              <a:gdLst>
                <a:gd name="connsiteX0" fmla="*/ 157523 w 157899"/>
                <a:gd name="connsiteY0" fmla="*/ 116492 h 132335"/>
                <a:gd name="connsiteX1" fmla="*/ 153142 w 157899"/>
                <a:gd name="connsiteY1" fmla="*/ 114492 h 132335"/>
                <a:gd name="connsiteX2" fmla="*/ 140378 w 157899"/>
                <a:gd name="connsiteY2" fmla="*/ 109730 h 132335"/>
                <a:gd name="connsiteX3" fmla="*/ 134854 w 157899"/>
                <a:gd name="connsiteY3" fmla="*/ 106110 h 132335"/>
                <a:gd name="connsiteX4" fmla="*/ 127519 w 157899"/>
                <a:gd name="connsiteY4" fmla="*/ 103157 h 132335"/>
                <a:gd name="connsiteX5" fmla="*/ 114661 w 157899"/>
                <a:gd name="connsiteY5" fmla="*/ 94394 h 132335"/>
                <a:gd name="connsiteX6" fmla="*/ 102088 w 157899"/>
                <a:gd name="connsiteY6" fmla="*/ 80297 h 132335"/>
                <a:gd name="connsiteX7" fmla="*/ 85133 w 157899"/>
                <a:gd name="connsiteY7" fmla="*/ 62962 h 132335"/>
                <a:gd name="connsiteX8" fmla="*/ 83990 w 157899"/>
                <a:gd name="connsiteY8" fmla="*/ 55056 h 132335"/>
                <a:gd name="connsiteX9" fmla="*/ 87324 w 157899"/>
                <a:gd name="connsiteY9" fmla="*/ 50103 h 132335"/>
                <a:gd name="connsiteX10" fmla="*/ 97611 w 157899"/>
                <a:gd name="connsiteY10" fmla="*/ 46198 h 132335"/>
                <a:gd name="connsiteX11" fmla="*/ 104278 w 157899"/>
                <a:gd name="connsiteY11" fmla="*/ 45341 h 132335"/>
                <a:gd name="connsiteX12" fmla="*/ 110184 w 157899"/>
                <a:gd name="connsiteY12" fmla="*/ 42864 h 132335"/>
                <a:gd name="connsiteX13" fmla="*/ 120185 w 157899"/>
                <a:gd name="connsiteY13" fmla="*/ 38578 h 132335"/>
                <a:gd name="connsiteX14" fmla="*/ 124471 w 157899"/>
                <a:gd name="connsiteY14" fmla="*/ 35339 h 132335"/>
                <a:gd name="connsiteX15" fmla="*/ 126567 w 157899"/>
                <a:gd name="connsiteY15" fmla="*/ 32767 h 132335"/>
                <a:gd name="connsiteX16" fmla="*/ 121138 w 157899"/>
                <a:gd name="connsiteY16" fmla="*/ 22385 h 132335"/>
                <a:gd name="connsiteX17" fmla="*/ 113327 w 157899"/>
                <a:gd name="connsiteY17" fmla="*/ 19909 h 132335"/>
                <a:gd name="connsiteX18" fmla="*/ 104278 w 157899"/>
                <a:gd name="connsiteY18" fmla="*/ 19909 h 132335"/>
                <a:gd name="connsiteX19" fmla="*/ 98373 w 157899"/>
                <a:gd name="connsiteY19" fmla="*/ 24005 h 132335"/>
                <a:gd name="connsiteX20" fmla="*/ 93325 w 157899"/>
                <a:gd name="connsiteY20" fmla="*/ 25719 h 132335"/>
                <a:gd name="connsiteX21" fmla="*/ 89134 w 157899"/>
                <a:gd name="connsiteY21" fmla="*/ 27624 h 132335"/>
                <a:gd name="connsiteX22" fmla="*/ 85705 w 157899"/>
                <a:gd name="connsiteY22" fmla="*/ 28481 h 132335"/>
                <a:gd name="connsiteX23" fmla="*/ 85705 w 157899"/>
                <a:gd name="connsiteY23" fmla="*/ 23528 h 132335"/>
                <a:gd name="connsiteX24" fmla="*/ 89229 w 157899"/>
                <a:gd name="connsiteY24" fmla="*/ 15051 h 132335"/>
                <a:gd name="connsiteX25" fmla="*/ 88276 w 157899"/>
                <a:gd name="connsiteY25" fmla="*/ 10574 h 132335"/>
                <a:gd name="connsiteX26" fmla="*/ 86752 w 157899"/>
                <a:gd name="connsiteY26" fmla="*/ 5812 h 132335"/>
                <a:gd name="connsiteX27" fmla="*/ 80085 w 157899"/>
                <a:gd name="connsiteY27" fmla="*/ 287 h 132335"/>
                <a:gd name="connsiteX28" fmla="*/ 71703 w 157899"/>
                <a:gd name="connsiteY28" fmla="*/ 287 h 132335"/>
                <a:gd name="connsiteX29" fmla="*/ 67226 w 157899"/>
                <a:gd name="connsiteY29" fmla="*/ 1716 h 132335"/>
                <a:gd name="connsiteX30" fmla="*/ 61321 w 157899"/>
                <a:gd name="connsiteY30" fmla="*/ 1240 h 132335"/>
                <a:gd name="connsiteX31" fmla="*/ 59035 w 157899"/>
                <a:gd name="connsiteY31" fmla="*/ 3907 h 132335"/>
                <a:gd name="connsiteX32" fmla="*/ 59035 w 157899"/>
                <a:gd name="connsiteY32" fmla="*/ 11336 h 132335"/>
                <a:gd name="connsiteX33" fmla="*/ 58082 w 157899"/>
                <a:gd name="connsiteY33" fmla="*/ 20004 h 132335"/>
                <a:gd name="connsiteX34" fmla="*/ 55225 w 157899"/>
                <a:gd name="connsiteY34" fmla="*/ 33625 h 132335"/>
                <a:gd name="connsiteX35" fmla="*/ 40461 w 157899"/>
                <a:gd name="connsiteY35" fmla="*/ 38863 h 132335"/>
                <a:gd name="connsiteX36" fmla="*/ 31508 w 157899"/>
                <a:gd name="connsiteY36" fmla="*/ 38864 h 132335"/>
                <a:gd name="connsiteX37" fmla="*/ 27793 w 157899"/>
                <a:gd name="connsiteY37" fmla="*/ 41245 h 132335"/>
                <a:gd name="connsiteX38" fmla="*/ 23411 w 157899"/>
                <a:gd name="connsiteY38" fmla="*/ 42959 h 132335"/>
                <a:gd name="connsiteX39" fmla="*/ 19982 w 157899"/>
                <a:gd name="connsiteY39" fmla="*/ 46483 h 132335"/>
                <a:gd name="connsiteX40" fmla="*/ 17982 w 157899"/>
                <a:gd name="connsiteY40" fmla="*/ 52103 h 132335"/>
                <a:gd name="connsiteX41" fmla="*/ 25316 w 157899"/>
                <a:gd name="connsiteY41" fmla="*/ 61628 h 132335"/>
                <a:gd name="connsiteX42" fmla="*/ 31603 w 157899"/>
                <a:gd name="connsiteY42" fmla="*/ 64581 h 132335"/>
                <a:gd name="connsiteX43" fmla="*/ 35698 w 157899"/>
                <a:gd name="connsiteY43" fmla="*/ 64581 h 132335"/>
                <a:gd name="connsiteX44" fmla="*/ 39889 w 157899"/>
                <a:gd name="connsiteY44" fmla="*/ 63438 h 132335"/>
                <a:gd name="connsiteX45" fmla="*/ 43128 w 157899"/>
                <a:gd name="connsiteY45" fmla="*/ 63438 h 132335"/>
                <a:gd name="connsiteX46" fmla="*/ 47224 w 157899"/>
                <a:gd name="connsiteY46" fmla="*/ 63438 h 132335"/>
                <a:gd name="connsiteX47" fmla="*/ 45604 w 157899"/>
                <a:gd name="connsiteY47" fmla="*/ 69248 h 132335"/>
                <a:gd name="connsiteX48" fmla="*/ 37603 w 157899"/>
                <a:gd name="connsiteY48" fmla="*/ 83345 h 132335"/>
                <a:gd name="connsiteX49" fmla="*/ 16839 w 157899"/>
                <a:gd name="connsiteY49" fmla="*/ 103157 h 132335"/>
                <a:gd name="connsiteX50" fmla="*/ 13696 w 157899"/>
                <a:gd name="connsiteY50" fmla="*/ 104586 h 132335"/>
                <a:gd name="connsiteX51" fmla="*/ 9314 w 157899"/>
                <a:gd name="connsiteY51" fmla="*/ 107920 h 132335"/>
                <a:gd name="connsiteX52" fmla="*/ 2837 w 157899"/>
                <a:gd name="connsiteY52" fmla="*/ 111635 h 132335"/>
                <a:gd name="connsiteX53" fmla="*/ -20 w 157899"/>
                <a:gd name="connsiteY53" fmla="*/ 114873 h 132335"/>
                <a:gd name="connsiteX54" fmla="*/ 4361 w 157899"/>
                <a:gd name="connsiteY54" fmla="*/ 116397 h 132335"/>
                <a:gd name="connsiteX55" fmla="*/ 6933 w 157899"/>
                <a:gd name="connsiteY55" fmla="*/ 121636 h 132335"/>
                <a:gd name="connsiteX56" fmla="*/ 10362 w 157899"/>
                <a:gd name="connsiteY56" fmla="*/ 124589 h 132335"/>
                <a:gd name="connsiteX57" fmla="*/ 15410 w 157899"/>
                <a:gd name="connsiteY57" fmla="*/ 123636 h 132335"/>
                <a:gd name="connsiteX58" fmla="*/ 24935 w 157899"/>
                <a:gd name="connsiteY58" fmla="*/ 121255 h 132335"/>
                <a:gd name="connsiteX59" fmla="*/ 34936 w 157899"/>
                <a:gd name="connsiteY59" fmla="*/ 115825 h 132335"/>
                <a:gd name="connsiteX60" fmla="*/ 48271 w 157899"/>
                <a:gd name="connsiteY60" fmla="*/ 107634 h 132335"/>
                <a:gd name="connsiteX61" fmla="*/ 61416 w 157899"/>
                <a:gd name="connsiteY61" fmla="*/ 94871 h 132335"/>
                <a:gd name="connsiteX62" fmla="*/ 70465 w 157899"/>
                <a:gd name="connsiteY62" fmla="*/ 81155 h 132335"/>
                <a:gd name="connsiteX63" fmla="*/ 83514 w 157899"/>
                <a:gd name="connsiteY63" fmla="*/ 92584 h 132335"/>
                <a:gd name="connsiteX64" fmla="*/ 89610 w 157899"/>
                <a:gd name="connsiteY64" fmla="*/ 99157 h 132335"/>
                <a:gd name="connsiteX65" fmla="*/ 99135 w 157899"/>
                <a:gd name="connsiteY65" fmla="*/ 111063 h 132335"/>
                <a:gd name="connsiteX66" fmla="*/ 107326 w 157899"/>
                <a:gd name="connsiteY66" fmla="*/ 125922 h 132335"/>
                <a:gd name="connsiteX67" fmla="*/ 112756 w 157899"/>
                <a:gd name="connsiteY67" fmla="*/ 129637 h 132335"/>
                <a:gd name="connsiteX68" fmla="*/ 122281 w 157899"/>
                <a:gd name="connsiteY68" fmla="*/ 130970 h 132335"/>
                <a:gd name="connsiteX69" fmla="*/ 128377 w 157899"/>
                <a:gd name="connsiteY69" fmla="*/ 132113 h 132335"/>
                <a:gd name="connsiteX70" fmla="*/ 135330 w 157899"/>
                <a:gd name="connsiteY70" fmla="*/ 132113 h 132335"/>
                <a:gd name="connsiteX71" fmla="*/ 142093 w 157899"/>
                <a:gd name="connsiteY71" fmla="*/ 132113 h 132335"/>
                <a:gd name="connsiteX72" fmla="*/ 145141 w 157899"/>
                <a:gd name="connsiteY72" fmla="*/ 131542 h 132335"/>
                <a:gd name="connsiteX73" fmla="*/ 148093 w 157899"/>
                <a:gd name="connsiteY73" fmla="*/ 128970 h 132335"/>
                <a:gd name="connsiteX74" fmla="*/ 155428 w 157899"/>
                <a:gd name="connsiteY74" fmla="*/ 125160 h 132335"/>
                <a:gd name="connsiteX75" fmla="*/ 155999 w 157899"/>
                <a:gd name="connsiteY75" fmla="*/ 120493 h 132335"/>
                <a:gd name="connsiteX76" fmla="*/ 157428 w 157899"/>
                <a:gd name="connsiteY76" fmla="*/ 117159 h 13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157899" h="132335">
                  <a:moveTo>
                    <a:pt x="157523" y="116492"/>
                  </a:moveTo>
                  <a:cubicBezTo>
                    <a:pt x="156856" y="115254"/>
                    <a:pt x="154570" y="115064"/>
                    <a:pt x="153142" y="114492"/>
                  </a:cubicBezTo>
                  <a:cubicBezTo>
                    <a:pt x="147427" y="112111"/>
                    <a:pt x="144093" y="110968"/>
                    <a:pt x="140378" y="109730"/>
                  </a:cubicBezTo>
                  <a:cubicBezTo>
                    <a:pt x="138950" y="109253"/>
                    <a:pt x="136949" y="107063"/>
                    <a:pt x="134854" y="106110"/>
                  </a:cubicBezTo>
                  <a:cubicBezTo>
                    <a:pt x="132293" y="105442"/>
                    <a:pt x="129829" y="104449"/>
                    <a:pt x="127519" y="103157"/>
                  </a:cubicBezTo>
                  <a:cubicBezTo>
                    <a:pt x="123534" y="99818"/>
                    <a:pt x="119227" y="96882"/>
                    <a:pt x="114661" y="94394"/>
                  </a:cubicBezTo>
                  <a:cubicBezTo>
                    <a:pt x="109517" y="91823"/>
                    <a:pt x="105136" y="82774"/>
                    <a:pt x="102088" y="80297"/>
                  </a:cubicBezTo>
                  <a:cubicBezTo>
                    <a:pt x="95667" y="75324"/>
                    <a:pt x="89962" y="69491"/>
                    <a:pt x="85133" y="62962"/>
                  </a:cubicBezTo>
                  <a:cubicBezTo>
                    <a:pt x="83612" y="60621"/>
                    <a:pt x="83194" y="57732"/>
                    <a:pt x="83990" y="55056"/>
                  </a:cubicBezTo>
                  <a:cubicBezTo>
                    <a:pt x="84863" y="53257"/>
                    <a:pt x="85985" y="51589"/>
                    <a:pt x="87324" y="50103"/>
                  </a:cubicBezTo>
                  <a:cubicBezTo>
                    <a:pt x="90580" y="48385"/>
                    <a:pt x="94035" y="47073"/>
                    <a:pt x="97611" y="46198"/>
                  </a:cubicBezTo>
                  <a:cubicBezTo>
                    <a:pt x="99814" y="45782"/>
                    <a:pt x="102041" y="45495"/>
                    <a:pt x="104278" y="45341"/>
                  </a:cubicBezTo>
                  <a:cubicBezTo>
                    <a:pt x="106372" y="44855"/>
                    <a:pt x="108369" y="44017"/>
                    <a:pt x="110184" y="42864"/>
                  </a:cubicBezTo>
                  <a:cubicBezTo>
                    <a:pt x="113668" y="41815"/>
                    <a:pt x="117023" y="40377"/>
                    <a:pt x="120185" y="38578"/>
                  </a:cubicBezTo>
                  <a:cubicBezTo>
                    <a:pt x="122185" y="37244"/>
                    <a:pt x="123424" y="35434"/>
                    <a:pt x="124471" y="35339"/>
                  </a:cubicBezTo>
                  <a:cubicBezTo>
                    <a:pt x="125519" y="35244"/>
                    <a:pt x="126662" y="34577"/>
                    <a:pt x="126567" y="32767"/>
                  </a:cubicBezTo>
                  <a:cubicBezTo>
                    <a:pt x="126567" y="28291"/>
                    <a:pt x="124471" y="23242"/>
                    <a:pt x="121138" y="22385"/>
                  </a:cubicBezTo>
                  <a:cubicBezTo>
                    <a:pt x="117804" y="21528"/>
                    <a:pt x="114661" y="22385"/>
                    <a:pt x="113327" y="19909"/>
                  </a:cubicBezTo>
                  <a:cubicBezTo>
                    <a:pt x="111994" y="17432"/>
                    <a:pt x="104278" y="19909"/>
                    <a:pt x="104278" y="19909"/>
                  </a:cubicBezTo>
                  <a:cubicBezTo>
                    <a:pt x="104278" y="19909"/>
                    <a:pt x="100468" y="22576"/>
                    <a:pt x="98373" y="24005"/>
                  </a:cubicBezTo>
                  <a:cubicBezTo>
                    <a:pt x="96753" y="24746"/>
                    <a:pt x="95061" y="25320"/>
                    <a:pt x="93325" y="25719"/>
                  </a:cubicBezTo>
                  <a:cubicBezTo>
                    <a:pt x="91896" y="25719"/>
                    <a:pt x="89610" y="27433"/>
                    <a:pt x="89134" y="27624"/>
                  </a:cubicBezTo>
                  <a:cubicBezTo>
                    <a:pt x="88118" y="28284"/>
                    <a:pt x="86911" y="28586"/>
                    <a:pt x="85705" y="28481"/>
                  </a:cubicBezTo>
                  <a:cubicBezTo>
                    <a:pt x="84657" y="28481"/>
                    <a:pt x="85705" y="24385"/>
                    <a:pt x="85705" y="23528"/>
                  </a:cubicBezTo>
                  <a:cubicBezTo>
                    <a:pt x="87038" y="19814"/>
                    <a:pt x="88658" y="16766"/>
                    <a:pt x="89229" y="15051"/>
                  </a:cubicBezTo>
                  <a:cubicBezTo>
                    <a:pt x="89800" y="13337"/>
                    <a:pt x="88658" y="12575"/>
                    <a:pt x="88276" y="10574"/>
                  </a:cubicBezTo>
                  <a:cubicBezTo>
                    <a:pt x="87895" y="8574"/>
                    <a:pt x="89038" y="6955"/>
                    <a:pt x="86752" y="5812"/>
                  </a:cubicBezTo>
                  <a:cubicBezTo>
                    <a:pt x="84042" y="4654"/>
                    <a:pt x="81727" y="2735"/>
                    <a:pt x="80085" y="287"/>
                  </a:cubicBezTo>
                  <a:cubicBezTo>
                    <a:pt x="80085" y="-665"/>
                    <a:pt x="73894" y="287"/>
                    <a:pt x="71703" y="287"/>
                  </a:cubicBezTo>
                  <a:cubicBezTo>
                    <a:pt x="69512" y="287"/>
                    <a:pt x="69226" y="1716"/>
                    <a:pt x="67226" y="1716"/>
                  </a:cubicBezTo>
                  <a:cubicBezTo>
                    <a:pt x="65226" y="1716"/>
                    <a:pt x="65226" y="192"/>
                    <a:pt x="61321" y="1240"/>
                  </a:cubicBezTo>
                  <a:cubicBezTo>
                    <a:pt x="60083" y="1240"/>
                    <a:pt x="58939" y="1811"/>
                    <a:pt x="59035" y="3907"/>
                  </a:cubicBezTo>
                  <a:cubicBezTo>
                    <a:pt x="59430" y="6367"/>
                    <a:pt x="59430" y="8876"/>
                    <a:pt x="59035" y="11336"/>
                  </a:cubicBezTo>
                  <a:cubicBezTo>
                    <a:pt x="59090" y="14254"/>
                    <a:pt x="58770" y="17168"/>
                    <a:pt x="58082" y="20004"/>
                  </a:cubicBezTo>
                  <a:cubicBezTo>
                    <a:pt x="56047" y="24248"/>
                    <a:pt x="55067" y="28921"/>
                    <a:pt x="55225" y="33625"/>
                  </a:cubicBezTo>
                  <a:cubicBezTo>
                    <a:pt x="50745" y="36428"/>
                    <a:pt x="45706" y="38216"/>
                    <a:pt x="40461" y="38863"/>
                  </a:cubicBezTo>
                  <a:cubicBezTo>
                    <a:pt x="37413" y="38864"/>
                    <a:pt x="33127" y="38197"/>
                    <a:pt x="31508" y="38864"/>
                  </a:cubicBezTo>
                  <a:cubicBezTo>
                    <a:pt x="30100" y="39356"/>
                    <a:pt x="28827" y="40171"/>
                    <a:pt x="27793" y="41245"/>
                  </a:cubicBezTo>
                  <a:cubicBezTo>
                    <a:pt x="26364" y="42197"/>
                    <a:pt x="24650" y="42007"/>
                    <a:pt x="23411" y="42959"/>
                  </a:cubicBezTo>
                  <a:cubicBezTo>
                    <a:pt x="22173" y="43912"/>
                    <a:pt x="21411" y="45436"/>
                    <a:pt x="19982" y="46483"/>
                  </a:cubicBezTo>
                  <a:cubicBezTo>
                    <a:pt x="18254" y="47790"/>
                    <a:pt x="17468" y="49999"/>
                    <a:pt x="17982" y="52103"/>
                  </a:cubicBezTo>
                  <a:cubicBezTo>
                    <a:pt x="18358" y="56438"/>
                    <a:pt x="21222" y="60157"/>
                    <a:pt x="25316" y="61628"/>
                  </a:cubicBezTo>
                  <a:cubicBezTo>
                    <a:pt x="28174" y="61628"/>
                    <a:pt x="29412" y="63819"/>
                    <a:pt x="31603" y="64581"/>
                  </a:cubicBezTo>
                  <a:cubicBezTo>
                    <a:pt x="32934" y="65011"/>
                    <a:pt x="34367" y="65011"/>
                    <a:pt x="35698" y="64581"/>
                  </a:cubicBezTo>
                  <a:cubicBezTo>
                    <a:pt x="37032" y="64581"/>
                    <a:pt x="38746" y="63438"/>
                    <a:pt x="39889" y="63438"/>
                  </a:cubicBezTo>
                  <a:cubicBezTo>
                    <a:pt x="41033" y="63438"/>
                    <a:pt x="41890" y="63438"/>
                    <a:pt x="43128" y="63438"/>
                  </a:cubicBezTo>
                  <a:cubicBezTo>
                    <a:pt x="44366" y="63438"/>
                    <a:pt x="47128" y="62485"/>
                    <a:pt x="47224" y="63438"/>
                  </a:cubicBezTo>
                  <a:cubicBezTo>
                    <a:pt x="47156" y="65476"/>
                    <a:pt x="46601" y="67469"/>
                    <a:pt x="45604" y="69248"/>
                  </a:cubicBezTo>
                  <a:cubicBezTo>
                    <a:pt x="44069" y="74505"/>
                    <a:pt x="41329" y="79331"/>
                    <a:pt x="37603" y="83345"/>
                  </a:cubicBezTo>
                  <a:cubicBezTo>
                    <a:pt x="31071" y="90345"/>
                    <a:pt x="24138" y="96960"/>
                    <a:pt x="16839" y="103157"/>
                  </a:cubicBezTo>
                  <a:cubicBezTo>
                    <a:pt x="16077" y="103633"/>
                    <a:pt x="14267" y="103919"/>
                    <a:pt x="13696" y="104586"/>
                  </a:cubicBezTo>
                  <a:cubicBezTo>
                    <a:pt x="12311" y="105794"/>
                    <a:pt x="10847" y="106907"/>
                    <a:pt x="9314" y="107920"/>
                  </a:cubicBezTo>
                  <a:cubicBezTo>
                    <a:pt x="7406" y="109552"/>
                    <a:pt x="5209" y="110812"/>
                    <a:pt x="2837" y="111635"/>
                  </a:cubicBezTo>
                  <a:cubicBezTo>
                    <a:pt x="-211" y="112682"/>
                    <a:pt x="-878" y="114016"/>
                    <a:pt x="-20" y="114873"/>
                  </a:cubicBezTo>
                  <a:cubicBezTo>
                    <a:pt x="1381" y="115537"/>
                    <a:pt x="2850" y="116048"/>
                    <a:pt x="4361" y="116397"/>
                  </a:cubicBezTo>
                  <a:cubicBezTo>
                    <a:pt x="5885" y="117159"/>
                    <a:pt x="5980" y="120874"/>
                    <a:pt x="6933" y="121636"/>
                  </a:cubicBezTo>
                  <a:cubicBezTo>
                    <a:pt x="7885" y="122398"/>
                    <a:pt x="9028" y="124303"/>
                    <a:pt x="10362" y="124589"/>
                  </a:cubicBezTo>
                  <a:cubicBezTo>
                    <a:pt x="12088" y="124579"/>
                    <a:pt x="13799" y="124256"/>
                    <a:pt x="15410" y="123636"/>
                  </a:cubicBezTo>
                  <a:cubicBezTo>
                    <a:pt x="17410" y="122683"/>
                    <a:pt x="21983" y="122874"/>
                    <a:pt x="24935" y="121255"/>
                  </a:cubicBezTo>
                  <a:cubicBezTo>
                    <a:pt x="27888" y="119635"/>
                    <a:pt x="32650" y="117350"/>
                    <a:pt x="34936" y="115825"/>
                  </a:cubicBezTo>
                  <a:cubicBezTo>
                    <a:pt x="39875" y="113995"/>
                    <a:pt x="44406" y="111212"/>
                    <a:pt x="48271" y="107634"/>
                  </a:cubicBezTo>
                  <a:cubicBezTo>
                    <a:pt x="53701" y="101729"/>
                    <a:pt x="56939" y="99728"/>
                    <a:pt x="61416" y="94871"/>
                  </a:cubicBezTo>
                  <a:cubicBezTo>
                    <a:pt x="65893" y="90013"/>
                    <a:pt x="69798" y="80774"/>
                    <a:pt x="70465" y="81155"/>
                  </a:cubicBezTo>
                  <a:cubicBezTo>
                    <a:pt x="71131" y="81535"/>
                    <a:pt x="77704" y="88393"/>
                    <a:pt x="83514" y="92584"/>
                  </a:cubicBezTo>
                  <a:cubicBezTo>
                    <a:pt x="85684" y="94643"/>
                    <a:pt x="87720" y="96838"/>
                    <a:pt x="89610" y="99157"/>
                  </a:cubicBezTo>
                  <a:cubicBezTo>
                    <a:pt x="92492" y="103352"/>
                    <a:pt x="95675" y="107331"/>
                    <a:pt x="99135" y="111063"/>
                  </a:cubicBezTo>
                  <a:cubicBezTo>
                    <a:pt x="107993" y="119255"/>
                    <a:pt x="105517" y="120588"/>
                    <a:pt x="107326" y="125922"/>
                  </a:cubicBezTo>
                  <a:cubicBezTo>
                    <a:pt x="107993" y="127827"/>
                    <a:pt x="110851" y="129160"/>
                    <a:pt x="112756" y="129637"/>
                  </a:cubicBezTo>
                  <a:cubicBezTo>
                    <a:pt x="114661" y="130113"/>
                    <a:pt x="118756" y="128780"/>
                    <a:pt x="122281" y="130970"/>
                  </a:cubicBezTo>
                  <a:cubicBezTo>
                    <a:pt x="124223" y="131729"/>
                    <a:pt x="126291" y="132117"/>
                    <a:pt x="128377" y="132113"/>
                  </a:cubicBezTo>
                  <a:cubicBezTo>
                    <a:pt x="131139" y="132113"/>
                    <a:pt x="133711" y="132113"/>
                    <a:pt x="135330" y="132113"/>
                  </a:cubicBezTo>
                  <a:cubicBezTo>
                    <a:pt x="137583" y="132228"/>
                    <a:pt x="139840" y="132228"/>
                    <a:pt x="142093" y="132113"/>
                  </a:cubicBezTo>
                  <a:cubicBezTo>
                    <a:pt x="142950" y="132113"/>
                    <a:pt x="144188" y="132113"/>
                    <a:pt x="145141" y="131542"/>
                  </a:cubicBezTo>
                  <a:cubicBezTo>
                    <a:pt x="146093" y="130970"/>
                    <a:pt x="146855" y="129160"/>
                    <a:pt x="148093" y="128970"/>
                  </a:cubicBezTo>
                  <a:cubicBezTo>
                    <a:pt x="150967" y="128793"/>
                    <a:pt x="153631" y="127409"/>
                    <a:pt x="155428" y="125160"/>
                  </a:cubicBezTo>
                  <a:cubicBezTo>
                    <a:pt x="156475" y="123922"/>
                    <a:pt x="155904" y="121731"/>
                    <a:pt x="155999" y="120493"/>
                  </a:cubicBezTo>
                  <a:cubicBezTo>
                    <a:pt x="156094" y="119255"/>
                    <a:pt x="158000" y="118207"/>
                    <a:pt x="157428" y="117159"/>
                  </a:cubicBezTo>
                </a:path>
              </a:pathLst>
            </a:custGeom>
            <a:solidFill>
              <a:schemeClr val="tx1"/>
            </a:solidFill>
            <a:ln w="9525" cap="flat">
              <a:noFill/>
              <a:prstDash val="solid"/>
              <a:miter/>
            </a:ln>
          </p:spPr>
          <p:txBody>
            <a:bodyPr rtlCol="0" anchor="ctr"/>
            <a:lstStyle/>
            <a:p>
              <a:endParaRPr lang="zh-CN" altLang="en-US"/>
            </a:p>
          </p:txBody>
        </p:sp>
      </p:gr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p:cNvSpPr/>
          <p:nvPr userDrawn="1">
            <p:custDataLst>
              <p:tags r:id="rId2"/>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119" name="任意多边形: 形状 118"/>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53" name="任意多边形: 形状 52"/>
          <p:cNvSpPr/>
          <p:nvPr userDrawn="1"/>
        </p:nvSpPr>
        <p:spPr>
          <a:xfrm rot="2885786">
            <a:off x="1389454" y="-3104147"/>
            <a:ext cx="10240698" cy="11614001"/>
          </a:xfrm>
          <a:custGeom>
            <a:avLst/>
            <a:gdLst>
              <a:gd name="connsiteX0" fmla="*/ 6051751 w 10240698"/>
              <a:gd name="connsiteY0" fmla="*/ 1433305 h 11614001"/>
              <a:gd name="connsiteX1" fmla="*/ 6837805 w 10240698"/>
              <a:gd name="connsiteY1" fmla="*/ 587393 h 11614001"/>
              <a:gd name="connsiteX2" fmla="*/ 7410328 w 10240698"/>
              <a:gd name="connsiteY2" fmla="*/ 0 h 11614001"/>
              <a:gd name="connsiteX3" fmla="*/ 10240698 w 10240698"/>
              <a:gd name="connsiteY3" fmla="*/ 2539861 h 11614001"/>
              <a:gd name="connsiteX4" fmla="*/ 2097918 w 10240698"/>
              <a:gd name="connsiteY4" fmla="*/ 11614001 h 11614001"/>
              <a:gd name="connsiteX5" fmla="*/ 0 w 10240698"/>
              <a:gd name="connsiteY5" fmla="*/ 9731411 h 11614001"/>
              <a:gd name="connsiteX6" fmla="*/ 261077 w 10240698"/>
              <a:gd name="connsiteY6" fmla="*/ 9278934 h 11614001"/>
              <a:gd name="connsiteX7" fmla="*/ 6051751 w 10240698"/>
              <a:gd name="connsiteY7" fmla="*/ 1433305 h 1161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240698" h="11614001">
                <a:moveTo>
                  <a:pt x="6051751" y="1433305"/>
                </a:moveTo>
                <a:cubicBezTo>
                  <a:pt x="6310424" y="1148193"/>
                  <a:pt x="6572461" y="866201"/>
                  <a:pt x="6837805" y="587393"/>
                </a:cubicBezTo>
                <a:lnTo>
                  <a:pt x="7410328" y="0"/>
                </a:lnTo>
                <a:lnTo>
                  <a:pt x="10240698" y="2539861"/>
                </a:lnTo>
                <a:lnTo>
                  <a:pt x="2097918" y="11614001"/>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52" name="任意多边形: 形状 51"/>
          <p:cNvSpPr/>
          <p:nvPr userDrawn="1"/>
        </p:nvSpPr>
        <p:spPr>
          <a:xfrm rot="1846855">
            <a:off x="713178" y="-661517"/>
            <a:ext cx="11127408" cy="8042323"/>
          </a:xfrm>
          <a:custGeom>
            <a:avLst/>
            <a:gdLst>
              <a:gd name="connsiteX0" fmla="*/ 7928069 w 11127408"/>
              <a:gd name="connsiteY0" fmla="*/ 1186500 h 8042323"/>
              <a:gd name="connsiteX1" fmla="*/ 9950212 w 11127408"/>
              <a:gd name="connsiteY1" fmla="*/ 53263 h 8042323"/>
              <a:gd name="connsiteX2" fmla="*/ 10053427 w 11127408"/>
              <a:gd name="connsiteY2" fmla="*/ 0 h 8042323"/>
              <a:gd name="connsiteX3" fmla="*/ 11127408 w 11127408"/>
              <a:gd name="connsiteY3" fmla="*/ 1802985 h 8042323"/>
              <a:gd name="connsiteX4" fmla="*/ 652892 w 11127408"/>
              <a:gd name="connsiteY4" fmla="*/ 8042323 h 8042323"/>
              <a:gd name="connsiteX5" fmla="*/ 0 w 11127408"/>
              <a:gd name="connsiteY5" fmla="*/ 6946257 h 8042323"/>
              <a:gd name="connsiteX6" fmla="*/ 555484 w 11127408"/>
              <a:gd name="connsiteY6" fmla="*/ 6462535 h 8042323"/>
              <a:gd name="connsiteX7" fmla="*/ 4689797 w 11127408"/>
              <a:gd name="connsiteY7" fmla="*/ 3264251 h 8042323"/>
              <a:gd name="connsiteX8" fmla="*/ 7928069 w 11127408"/>
              <a:gd name="connsiteY8" fmla="*/ 1186500 h 804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27408" h="8042323">
                <a:moveTo>
                  <a:pt x="7928069" y="1186500"/>
                </a:moveTo>
                <a:cubicBezTo>
                  <a:pt x="8592467" y="794335"/>
                  <a:pt x="9266662" y="416446"/>
                  <a:pt x="9950212" y="53263"/>
                </a:cubicBezTo>
                <a:lnTo>
                  <a:pt x="10053427" y="0"/>
                </a:lnTo>
                <a:lnTo>
                  <a:pt x="11127408" y="1802985"/>
                </a:lnTo>
                <a:lnTo>
                  <a:pt x="652892" y="8042323"/>
                </a:lnTo>
                <a:lnTo>
                  <a:pt x="0" y="6946257"/>
                </a:lnTo>
                <a:lnTo>
                  <a:pt x="555484" y="6462535"/>
                </a:lnTo>
                <a:cubicBezTo>
                  <a:pt x="1875560" y="5329720"/>
                  <a:pt x="3255407" y="4261921"/>
                  <a:pt x="4689797" y="3264251"/>
                </a:cubicBezTo>
                <a:cubicBezTo>
                  <a:pt x="5740634" y="2533357"/>
                  <a:pt x="6820742" y="1840104"/>
                  <a:pt x="7928069" y="1186500"/>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49" name="任意多边形: 形状 83"/>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endParaRPr>
          </a:p>
        </p:txBody>
      </p:sp>
      <p:sp>
        <p:nvSpPr>
          <p:cNvPr id="50" name="任意多边形: 形状 83"/>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endParaRPr>
          </a:p>
        </p:txBody>
      </p:sp>
      <p:sp>
        <p:nvSpPr>
          <p:cNvPr id="102" name="任意多边形: 形状 101"/>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cs"/>
            </a:endParaRPr>
          </a:p>
        </p:txBody>
      </p:sp>
      <p:sp>
        <p:nvSpPr>
          <p:cNvPr id="84" name="任意多边形: 形状 83"/>
          <p:cNvSpPr/>
          <p:nvPr userDrawn="1"/>
        </p:nvSpPr>
        <p:spPr>
          <a:xfrm>
            <a:off x="1"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charset="-122"/>
              <a:ea typeface="微软雅黑" charset="-122"/>
              <a:cs typeface="+mn-ea"/>
            </a:endParaRPr>
          </a:p>
        </p:txBody>
      </p:sp>
      <p:sp>
        <p:nvSpPr>
          <p:cNvPr id="48" name="标题 47"/>
          <p:cNvSpPr>
            <a:spLocks noGrp="1"/>
          </p:cNvSpPr>
          <p:nvPr userDrawn="1">
            <p:ph type="title" hasCustomPrompt="1"/>
          </p:nvPr>
        </p:nvSpPr>
        <p:spPr>
          <a:xfrm>
            <a:off x="515938"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endParaRPr lang="zh-CN" altLang="en-US" dirty="0"/>
          </a:p>
        </p:txBody>
      </p:sp>
      <p:sp>
        <p:nvSpPr>
          <p:cNvPr id="38" name="文本占位符 53"/>
          <p:cNvSpPr>
            <a:spLocks noGrp="1"/>
          </p:cNvSpPr>
          <p:nvPr userDrawn="1">
            <p:ph type="body" sz="quarter" idx="16" hasCustomPrompt="1"/>
          </p:nvPr>
        </p:nvSpPr>
        <p:spPr>
          <a:xfrm>
            <a:off x="2141362" y="5528219"/>
            <a:ext cx="7909277" cy="3724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cxnSp>
        <p:nvCxnSpPr>
          <p:cNvPr id="18" name="直接连接符 17"/>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userDrawn="1"/>
        </p:nvGrpSpPr>
        <p:grpSpPr>
          <a:xfrm>
            <a:off x="10272478" y="6308389"/>
            <a:ext cx="1629576" cy="198576"/>
            <a:chOff x="10272478" y="6308389"/>
            <a:chExt cx="1629576" cy="198576"/>
          </a:xfrm>
        </p:grpSpPr>
        <p:grpSp>
          <p:nvGrpSpPr>
            <p:cNvPr id="40" name="组合 39"/>
            <p:cNvGrpSpPr/>
            <p:nvPr userDrawn="1"/>
          </p:nvGrpSpPr>
          <p:grpSpPr>
            <a:xfrm>
              <a:off x="11216726" y="6310650"/>
              <a:ext cx="685328" cy="194486"/>
              <a:chOff x="2373567" y="1096524"/>
              <a:chExt cx="2578404" cy="731714"/>
            </a:xfrm>
          </p:grpSpPr>
          <p:sp>
            <p:nvSpPr>
              <p:cNvPr id="7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71" name="Freeform 6"/>
              <p:cNvSpPr/>
              <p:nvPr/>
            </p:nvSpPr>
            <p:spPr bwMode="auto">
              <a:xfrm>
                <a:off x="4620306" y="1237050"/>
                <a:ext cx="331665" cy="499208"/>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nvGrpSpPr>
              <p:cNvPr id="72" name="组合 71"/>
              <p:cNvGrpSpPr/>
              <p:nvPr/>
            </p:nvGrpSpPr>
            <p:grpSpPr>
              <a:xfrm>
                <a:off x="2373567" y="1096524"/>
                <a:ext cx="589817" cy="731714"/>
                <a:chOff x="5548313" y="2084388"/>
                <a:chExt cx="547688" cy="679451"/>
              </a:xfrm>
              <a:solidFill>
                <a:schemeClr val="accent3"/>
              </a:solidFill>
            </p:grpSpPr>
            <p:sp>
              <p:nvSpPr>
                <p:cNvPr id="7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7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73" name="组合 72"/>
              <p:cNvGrpSpPr/>
              <p:nvPr/>
            </p:nvGrpSpPr>
            <p:grpSpPr>
              <a:xfrm>
                <a:off x="3194779" y="1296598"/>
                <a:ext cx="356817" cy="382445"/>
                <a:chOff x="3792874" y="3156423"/>
                <a:chExt cx="331330" cy="355128"/>
              </a:xfrm>
              <a:solidFill>
                <a:schemeClr val="accent3"/>
              </a:solidFill>
            </p:grpSpPr>
            <p:sp>
              <p:nvSpPr>
                <p:cNvPr id="7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7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7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grpSp>
          <p:nvGrpSpPr>
            <p:cNvPr id="41" name="组合 40"/>
            <p:cNvGrpSpPr/>
            <p:nvPr userDrawn="1"/>
          </p:nvGrpSpPr>
          <p:grpSpPr>
            <a:xfrm>
              <a:off x="10272478" y="6308389"/>
              <a:ext cx="721622" cy="198576"/>
              <a:chOff x="2372715" y="161759"/>
              <a:chExt cx="2714952" cy="747103"/>
            </a:xfrm>
          </p:grpSpPr>
          <p:grpSp>
            <p:nvGrpSpPr>
              <p:cNvPr id="42" name="组合 41"/>
              <p:cNvGrpSpPr/>
              <p:nvPr/>
            </p:nvGrpSpPr>
            <p:grpSpPr>
              <a:xfrm>
                <a:off x="3804781" y="283376"/>
                <a:ext cx="521428" cy="548788"/>
                <a:chOff x="6113463" y="3541713"/>
                <a:chExt cx="484188" cy="509588"/>
              </a:xfrm>
              <a:solidFill>
                <a:schemeClr val="accent3"/>
              </a:solidFill>
            </p:grpSpPr>
            <p:sp>
              <p:nvSpPr>
                <p:cNvPr id="6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6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43" name="组合 42"/>
              <p:cNvGrpSpPr/>
              <p:nvPr/>
            </p:nvGrpSpPr>
            <p:grpSpPr>
              <a:xfrm>
                <a:off x="2372715" y="161759"/>
                <a:ext cx="591521" cy="747103"/>
                <a:chOff x="6108700" y="2066926"/>
                <a:chExt cx="549275" cy="693738"/>
              </a:xfrm>
              <a:solidFill>
                <a:schemeClr val="accent3"/>
              </a:solidFill>
            </p:grpSpPr>
            <p:sp>
              <p:nvSpPr>
                <p:cNvPr id="6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6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44" name="组合 43"/>
              <p:cNvGrpSpPr/>
              <p:nvPr/>
            </p:nvGrpSpPr>
            <p:grpSpPr>
              <a:xfrm>
                <a:off x="3173775" y="375308"/>
                <a:ext cx="396626" cy="341923"/>
                <a:chOff x="6186488" y="2930526"/>
                <a:chExt cx="368300" cy="317500"/>
              </a:xfrm>
              <a:solidFill>
                <a:schemeClr val="accent3"/>
              </a:solidFill>
            </p:grpSpPr>
            <p:sp>
              <p:nvSpPr>
                <p:cNvPr id="6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6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6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nvGrpSpPr>
              <p:cNvPr id="45" name="组合 44"/>
              <p:cNvGrpSpPr/>
              <p:nvPr/>
            </p:nvGrpSpPr>
            <p:grpSpPr>
              <a:xfrm>
                <a:off x="4613354" y="313344"/>
                <a:ext cx="474313" cy="479486"/>
                <a:chOff x="11893474" y="1994534"/>
                <a:chExt cx="286683" cy="289808"/>
              </a:xfrm>
              <a:solidFill>
                <a:schemeClr val="accent3"/>
              </a:solidFill>
            </p:grpSpPr>
            <p:sp>
              <p:nvSpPr>
                <p:cNvPr id="46" name="Freeform 11"/>
                <p:cNvSpPr>
                  <a:spLocks noEditPoints="1"/>
                </p:cNvSpPr>
                <p:nvPr/>
              </p:nvSpPr>
              <p:spPr bwMode="auto">
                <a:xfrm>
                  <a:off x="11976099" y="1994534"/>
                  <a:ext cx="204058" cy="285679"/>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sp>
              <p:nvSpPr>
                <p:cNvPr id="47" name="Freeform 12"/>
                <p:cNvSpPr/>
                <p:nvPr/>
              </p:nvSpPr>
              <p:spPr bwMode="auto">
                <a:xfrm>
                  <a:off x="11893474" y="2009126"/>
                  <a:ext cx="109877" cy="275216"/>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itchFamily="34" charset="0"/>
                    <a:ea typeface="微软雅黑" charset="-122"/>
                    <a:cs typeface="+mn-cs"/>
                  </a:endParaRPr>
                </a:p>
              </p:txBody>
            </p:sp>
          </p:grpSp>
        </p:grpSp>
      </p:grpSp>
      <p:sp>
        <p:nvSpPr>
          <p:cNvPr id="54" name="文本框 53"/>
          <p:cNvSpPr txBox="1"/>
          <p:nvPr userDrawn="1"/>
        </p:nvSpPr>
        <p:spPr>
          <a:xfrm>
            <a:off x="346663" y="6328722"/>
            <a:ext cx="1660787" cy="195379"/>
          </a:xfrm>
          <a:custGeom>
            <a:avLst/>
            <a:gdLst/>
            <a:ahLst/>
            <a:cxnLst/>
            <a:rect l="l" t="t" r="r" b="b"/>
            <a:pathLst>
              <a:path w="1660787" h="195379">
                <a:moveTo>
                  <a:pt x="29161" y="90222"/>
                </a:moveTo>
                <a:lnTo>
                  <a:pt x="29161" y="127778"/>
                </a:lnTo>
                <a:lnTo>
                  <a:pt x="46481" y="127778"/>
                </a:lnTo>
                <a:cubicBezTo>
                  <a:pt x="53844" y="127778"/>
                  <a:pt x="59603" y="126070"/>
                  <a:pt x="63756" y="122653"/>
                </a:cubicBezTo>
                <a:cubicBezTo>
                  <a:pt x="67910" y="119236"/>
                  <a:pt x="69986" y="114494"/>
                  <a:pt x="69986" y="108426"/>
                </a:cubicBezTo>
                <a:cubicBezTo>
                  <a:pt x="69986" y="102652"/>
                  <a:pt x="67924" y="98175"/>
                  <a:pt x="63800" y="94994"/>
                </a:cubicBezTo>
                <a:cubicBezTo>
                  <a:pt x="59677" y="91813"/>
                  <a:pt x="53815" y="90222"/>
                  <a:pt x="46216" y="90222"/>
                </a:cubicBezTo>
                <a:close/>
                <a:moveTo>
                  <a:pt x="1496048" y="49397"/>
                </a:moveTo>
                <a:cubicBezTo>
                  <a:pt x="1493220" y="54699"/>
                  <a:pt x="1489170" y="61120"/>
                  <a:pt x="1483898" y="68661"/>
                </a:cubicBezTo>
                <a:cubicBezTo>
                  <a:pt x="1478625" y="76201"/>
                  <a:pt x="1470716" y="86511"/>
                  <a:pt x="1460171" y="99589"/>
                </a:cubicBezTo>
                <a:lnTo>
                  <a:pt x="1496048" y="99589"/>
                </a:lnTo>
                <a:close/>
                <a:moveTo>
                  <a:pt x="29161" y="34374"/>
                </a:moveTo>
                <a:lnTo>
                  <a:pt x="29161" y="68219"/>
                </a:lnTo>
                <a:lnTo>
                  <a:pt x="43034" y="68219"/>
                </a:lnTo>
                <a:cubicBezTo>
                  <a:pt x="49691" y="68219"/>
                  <a:pt x="54934" y="66628"/>
                  <a:pt x="58764" y="63447"/>
                </a:cubicBezTo>
                <a:cubicBezTo>
                  <a:pt x="62593" y="60266"/>
                  <a:pt x="64507" y="55818"/>
                  <a:pt x="64507" y="50104"/>
                </a:cubicBezTo>
                <a:cubicBezTo>
                  <a:pt x="64507" y="39618"/>
                  <a:pt x="56849" y="34374"/>
                  <a:pt x="41532" y="34374"/>
                </a:cubicBezTo>
                <a:close/>
                <a:moveTo>
                  <a:pt x="1612362" y="32254"/>
                </a:moveTo>
                <a:cubicBezTo>
                  <a:pt x="1598518" y="32254"/>
                  <a:pt x="1591596" y="49043"/>
                  <a:pt x="1591596" y="82623"/>
                </a:cubicBezTo>
                <a:cubicBezTo>
                  <a:pt x="1591596" y="114199"/>
                  <a:pt x="1598341" y="129987"/>
                  <a:pt x="1611832" y="129987"/>
                </a:cubicBezTo>
                <a:cubicBezTo>
                  <a:pt x="1625087" y="129987"/>
                  <a:pt x="1631714" y="113728"/>
                  <a:pt x="1631714" y="81209"/>
                </a:cubicBezTo>
                <a:cubicBezTo>
                  <a:pt x="1631714" y="48572"/>
                  <a:pt x="1625263" y="32254"/>
                  <a:pt x="1612362" y="32254"/>
                </a:cubicBezTo>
                <a:close/>
                <a:moveTo>
                  <a:pt x="1362679" y="32254"/>
                </a:moveTo>
                <a:cubicBezTo>
                  <a:pt x="1356965" y="32254"/>
                  <a:pt x="1352385" y="34522"/>
                  <a:pt x="1348938" y="39058"/>
                </a:cubicBezTo>
                <a:cubicBezTo>
                  <a:pt x="1345492" y="43594"/>
                  <a:pt x="1343769" y="49191"/>
                  <a:pt x="1343769" y="55848"/>
                </a:cubicBezTo>
                <a:cubicBezTo>
                  <a:pt x="1343769" y="63094"/>
                  <a:pt x="1345521" y="68779"/>
                  <a:pt x="1349027" y="72902"/>
                </a:cubicBezTo>
                <a:cubicBezTo>
                  <a:pt x="1352532" y="77026"/>
                  <a:pt x="1357318" y="79088"/>
                  <a:pt x="1363386" y="79088"/>
                </a:cubicBezTo>
                <a:cubicBezTo>
                  <a:pt x="1368806" y="79088"/>
                  <a:pt x="1373269" y="77114"/>
                  <a:pt x="1376774" y="73167"/>
                </a:cubicBezTo>
                <a:cubicBezTo>
                  <a:pt x="1380279" y="69220"/>
                  <a:pt x="1382032" y="64331"/>
                  <a:pt x="1382032" y="58499"/>
                </a:cubicBezTo>
                <a:cubicBezTo>
                  <a:pt x="1382032" y="51488"/>
                  <a:pt x="1380279" y="45361"/>
                  <a:pt x="1376774" y="40118"/>
                </a:cubicBezTo>
                <a:cubicBezTo>
                  <a:pt x="1373269" y="34875"/>
                  <a:pt x="1368570" y="32254"/>
                  <a:pt x="1362679" y="32254"/>
                </a:cubicBezTo>
                <a:close/>
                <a:moveTo>
                  <a:pt x="1495606" y="12636"/>
                </a:moveTo>
                <a:lnTo>
                  <a:pt x="1522028" y="12636"/>
                </a:lnTo>
                <a:lnTo>
                  <a:pt x="1522028" y="99589"/>
                </a:lnTo>
                <a:lnTo>
                  <a:pt x="1541380" y="99589"/>
                </a:lnTo>
                <a:lnTo>
                  <a:pt x="1541380" y="120355"/>
                </a:lnTo>
                <a:lnTo>
                  <a:pt x="1522028" y="120355"/>
                </a:lnTo>
                <a:lnTo>
                  <a:pt x="1522028" y="149516"/>
                </a:lnTo>
                <a:lnTo>
                  <a:pt x="1496048" y="149516"/>
                </a:lnTo>
                <a:lnTo>
                  <a:pt x="1496048" y="120355"/>
                </a:lnTo>
                <a:lnTo>
                  <a:pt x="1434898" y="120355"/>
                </a:lnTo>
                <a:lnTo>
                  <a:pt x="1434898" y="99412"/>
                </a:lnTo>
                <a:cubicBezTo>
                  <a:pt x="1447564" y="85274"/>
                  <a:pt x="1459435" y="70310"/>
                  <a:pt x="1470510" y="54522"/>
                </a:cubicBezTo>
                <a:cubicBezTo>
                  <a:pt x="1481585" y="38734"/>
                  <a:pt x="1489951" y="24772"/>
                  <a:pt x="1495606" y="12636"/>
                </a:cubicBezTo>
                <a:close/>
                <a:moveTo>
                  <a:pt x="1009650" y="12636"/>
                </a:moveTo>
                <a:lnTo>
                  <a:pt x="1087501" y="12636"/>
                </a:lnTo>
                <a:lnTo>
                  <a:pt x="1087501" y="36495"/>
                </a:lnTo>
                <a:lnTo>
                  <a:pt x="1038811" y="36495"/>
                </a:lnTo>
                <a:lnTo>
                  <a:pt x="1038811" y="68749"/>
                </a:lnTo>
                <a:lnTo>
                  <a:pt x="1084055" y="68749"/>
                </a:lnTo>
                <a:lnTo>
                  <a:pt x="1084055" y="92520"/>
                </a:lnTo>
                <a:lnTo>
                  <a:pt x="1038811" y="92520"/>
                </a:lnTo>
                <a:lnTo>
                  <a:pt x="1038811" y="125657"/>
                </a:lnTo>
                <a:lnTo>
                  <a:pt x="1090682" y="125657"/>
                </a:lnTo>
                <a:lnTo>
                  <a:pt x="1090682" y="149516"/>
                </a:lnTo>
                <a:lnTo>
                  <a:pt x="1009650" y="149516"/>
                </a:lnTo>
                <a:close/>
                <a:moveTo>
                  <a:pt x="714375" y="12636"/>
                </a:moveTo>
                <a:lnTo>
                  <a:pt x="746187" y="12636"/>
                </a:lnTo>
                <a:lnTo>
                  <a:pt x="802034" y="98705"/>
                </a:lnTo>
                <a:cubicBezTo>
                  <a:pt x="805746" y="104420"/>
                  <a:pt x="808014" y="108043"/>
                  <a:pt x="808839" y="109574"/>
                </a:cubicBezTo>
                <a:lnTo>
                  <a:pt x="809281" y="109574"/>
                </a:lnTo>
                <a:cubicBezTo>
                  <a:pt x="808691" y="106275"/>
                  <a:pt x="808397" y="99972"/>
                  <a:pt x="808397" y="90664"/>
                </a:cubicBezTo>
                <a:lnTo>
                  <a:pt x="808397" y="12636"/>
                </a:lnTo>
                <a:lnTo>
                  <a:pt x="836056" y="12636"/>
                </a:lnTo>
                <a:lnTo>
                  <a:pt x="836056" y="149516"/>
                </a:lnTo>
                <a:lnTo>
                  <a:pt x="806188" y="149516"/>
                </a:lnTo>
                <a:lnTo>
                  <a:pt x="748219" y="60973"/>
                </a:lnTo>
                <a:cubicBezTo>
                  <a:pt x="745215" y="56378"/>
                  <a:pt x="743035" y="52666"/>
                  <a:pt x="741680" y="49839"/>
                </a:cubicBezTo>
                <a:lnTo>
                  <a:pt x="741238" y="49839"/>
                </a:lnTo>
                <a:cubicBezTo>
                  <a:pt x="741768" y="54551"/>
                  <a:pt x="742033" y="61827"/>
                  <a:pt x="742033" y="71665"/>
                </a:cubicBezTo>
                <a:lnTo>
                  <a:pt x="742033" y="149516"/>
                </a:lnTo>
                <a:lnTo>
                  <a:pt x="714375" y="149516"/>
                </a:lnTo>
                <a:close/>
                <a:moveTo>
                  <a:pt x="647611" y="12636"/>
                </a:moveTo>
                <a:lnTo>
                  <a:pt x="676772" y="12636"/>
                </a:lnTo>
                <a:lnTo>
                  <a:pt x="676772" y="149516"/>
                </a:lnTo>
                <a:lnTo>
                  <a:pt x="647611" y="149516"/>
                </a:lnTo>
                <a:close/>
                <a:moveTo>
                  <a:pt x="187212" y="12636"/>
                </a:moveTo>
                <a:lnTo>
                  <a:pt x="294489" y="12636"/>
                </a:lnTo>
                <a:lnTo>
                  <a:pt x="294489" y="36495"/>
                </a:lnTo>
                <a:lnTo>
                  <a:pt x="255431" y="36495"/>
                </a:lnTo>
                <a:lnTo>
                  <a:pt x="255431" y="149516"/>
                </a:lnTo>
                <a:lnTo>
                  <a:pt x="226181" y="149516"/>
                </a:lnTo>
                <a:lnTo>
                  <a:pt x="226181" y="36495"/>
                </a:lnTo>
                <a:lnTo>
                  <a:pt x="187212" y="36495"/>
                </a:lnTo>
                <a:close/>
                <a:moveTo>
                  <a:pt x="133261" y="12636"/>
                </a:moveTo>
                <a:lnTo>
                  <a:pt x="162422" y="12636"/>
                </a:lnTo>
                <a:lnTo>
                  <a:pt x="162422" y="149516"/>
                </a:lnTo>
                <a:lnTo>
                  <a:pt x="133261" y="149516"/>
                </a:lnTo>
                <a:close/>
                <a:moveTo>
                  <a:pt x="0" y="12636"/>
                </a:moveTo>
                <a:lnTo>
                  <a:pt x="48601" y="12636"/>
                </a:lnTo>
                <a:cubicBezTo>
                  <a:pt x="63506" y="12636"/>
                  <a:pt x="74994" y="15464"/>
                  <a:pt x="83064" y="21119"/>
                </a:cubicBezTo>
                <a:cubicBezTo>
                  <a:pt x="91135" y="26775"/>
                  <a:pt x="95171" y="34610"/>
                  <a:pt x="95171" y="44625"/>
                </a:cubicBezTo>
                <a:cubicBezTo>
                  <a:pt x="95171" y="52048"/>
                  <a:pt x="92667" y="58557"/>
                  <a:pt x="87659" y="64154"/>
                </a:cubicBezTo>
                <a:cubicBezTo>
                  <a:pt x="82652" y="69751"/>
                  <a:pt x="76349" y="73609"/>
                  <a:pt x="68749" y="75730"/>
                </a:cubicBezTo>
                <a:lnTo>
                  <a:pt x="68749" y="76083"/>
                </a:lnTo>
                <a:cubicBezTo>
                  <a:pt x="78293" y="77262"/>
                  <a:pt x="85995" y="80796"/>
                  <a:pt x="91857" y="86687"/>
                </a:cubicBezTo>
                <a:cubicBezTo>
                  <a:pt x="97719" y="92579"/>
                  <a:pt x="100649" y="99972"/>
                  <a:pt x="100649" y="108868"/>
                </a:cubicBezTo>
                <a:cubicBezTo>
                  <a:pt x="100649" y="121298"/>
                  <a:pt x="96231" y="131180"/>
                  <a:pt x="87394" y="138515"/>
                </a:cubicBezTo>
                <a:cubicBezTo>
                  <a:pt x="78558" y="145849"/>
                  <a:pt x="66481" y="149516"/>
                  <a:pt x="51164" y="149516"/>
                </a:cubicBezTo>
                <a:lnTo>
                  <a:pt x="0" y="149516"/>
                </a:lnTo>
                <a:close/>
                <a:moveTo>
                  <a:pt x="1613599" y="10339"/>
                </a:moveTo>
                <a:cubicBezTo>
                  <a:pt x="1645057" y="10339"/>
                  <a:pt x="1660787" y="33609"/>
                  <a:pt x="1660787" y="80148"/>
                </a:cubicBezTo>
                <a:cubicBezTo>
                  <a:pt x="1660787" y="103065"/>
                  <a:pt x="1656516" y="120753"/>
                  <a:pt x="1647974" y="133213"/>
                </a:cubicBezTo>
                <a:cubicBezTo>
                  <a:pt x="1639431" y="145672"/>
                  <a:pt x="1627090" y="151902"/>
                  <a:pt x="1610948" y="151902"/>
                </a:cubicBezTo>
                <a:cubicBezTo>
                  <a:pt x="1578782" y="151902"/>
                  <a:pt x="1562700" y="129045"/>
                  <a:pt x="1562700" y="83330"/>
                </a:cubicBezTo>
                <a:cubicBezTo>
                  <a:pt x="1562700" y="59647"/>
                  <a:pt x="1567059" y="41562"/>
                  <a:pt x="1575778" y="29072"/>
                </a:cubicBezTo>
                <a:cubicBezTo>
                  <a:pt x="1584497" y="16583"/>
                  <a:pt x="1597104" y="10339"/>
                  <a:pt x="1613599" y="10339"/>
                </a:cubicBezTo>
                <a:close/>
                <a:moveTo>
                  <a:pt x="1363563" y="10339"/>
                </a:moveTo>
                <a:cubicBezTo>
                  <a:pt x="1378350" y="10339"/>
                  <a:pt x="1389955" y="15965"/>
                  <a:pt x="1398380" y="27217"/>
                </a:cubicBezTo>
                <a:cubicBezTo>
                  <a:pt x="1406804" y="38469"/>
                  <a:pt x="1411016" y="54169"/>
                  <a:pt x="1411016" y="74316"/>
                </a:cubicBezTo>
                <a:cubicBezTo>
                  <a:pt x="1411016" y="98234"/>
                  <a:pt x="1405935" y="117145"/>
                  <a:pt x="1395773" y="131048"/>
                </a:cubicBezTo>
                <a:cubicBezTo>
                  <a:pt x="1385611" y="144951"/>
                  <a:pt x="1370986" y="151902"/>
                  <a:pt x="1351899" y="151902"/>
                </a:cubicBezTo>
                <a:cubicBezTo>
                  <a:pt x="1341118" y="151902"/>
                  <a:pt x="1331663" y="150164"/>
                  <a:pt x="1323533" y="146688"/>
                </a:cubicBezTo>
                <a:lnTo>
                  <a:pt x="1323533" y="122918"/>
                </a:lnTo>
                <a:cubicBezTo>
                  <a:pt x="1330838" y="127631"/>
                  <a:pt x="1339439" y="129987"/>
                  <a:pt x="1349336" y="129987"/>
                </a:cubicBezTo>
                <a:cubicBezTo>
                  <a:pt x="1371428" y="129987"/>
                  <a:pt x="1382709" y="115613"/>
                  <a:pt x="1383180" y="86864"/>
                </a:cubicBezTo>
                <a:lnTo>
                  <a:pt x="1382650" y="86687"/>
                </a:lnTo>
                <a:cubicBezTo>
                  <a:pt x="1376641" y="95937"/>
                  <a:pt x="1367363" y="100561"/>
                  <a:pt x="1354815" y="100561"/>
                </a:cubicBezTo>
                <a:cubicBezTo>
                  <a:pt x="1343445" y="100561"/>
                  <a:pt x="1334093" y="96570"/>
                  <a:pt x="1326758" y="88587"/>
                </a:cubicBezTo>
                <a:cubicBezTo>
                  <a:pt x="1319424" y="80605"/>
                  <a:pt x="1315757" y="70546"/>
                  <a:pt x="1315757" y="58410"/>
                </a:cubicBezTo>
                <a:cubicBezTo>
                  <a:pt x="1315757" y="44154"/>
                  <a:pt x="1320175" y="32578"/>
                  <a:pt x="1329012" y="23682"/>
                </a:cubicBezTo>
                <a:cubicBezTo>
                  <a:pt x="1337848" y="14786"/>
                  <a:pt x="1349365" y="10339"/>
                  <a:pt x="1363563" y="10339"/>
                </a:cubicBezTo>
                <a:close/>
                <a:moveTo>
                  <a:pt x="940366" y="10339"/>
                </a:moveTo>
                <a:cubicBezTo>
                  <a:pt x="953738" y="10339"/>
                  <a:pt x="964932" y="12077"/>
                  <a:pt x="973945" y="15552"/>
                </a:cubicBezTo>
                <a:lnTo>
                  <a:pt x="973945" y="43741"/>
                </a:lnTo>
                <a:cubicBezTo>
                  <a:pt x="964696" y="38321"/>
                  <a:pt x="954210" y="35612"/>
                  <a:pt x="942486" y="35612"/>
                </a:cubicBezTo>
                <a:cubicBezTo>
                  <a:pt x="929114" y="35612"/>
                  <a:pt x="918421" y="39883"/>
                  <a:pt x="910409" y="48425"/>
                </a:cubicBezTo>
                <a:cubicBezTo>
                  <a:pt x="902397" y="56967"/>
                  <a:pt x="898391" y="68130"/>
                  <a:pt x="898391" y="81916"/>
                </a:cubicBezTo>
                <a:cubicBezTo>
                  <a:pt x="898391" y="95347"/>
                  <a:pt x="902191" y="106158"/>
                  <a:pt x="909791" y="114346"/>
                </a:cubicBezTo>
                <a:cubicBezTo>
                  <a:pt x="917390" y="122535"/>
                  <a:pt x="927670" y="126629"/>
                  <a:pt x="940631" y="126629"/>
                </a:cubicBezTo>
                <a:cubicBezTo>
                  <a:pt x="952825" y="126629"/>
                  <a:pt x="963930" y="123684"/>
                  <a:pt x="973945" y="117793"/>
                </a:cubicBezTo>
                <a:lnTo>
                  <a:pt x="973945" y="144568"/>
                </a:lnTo>
                <a:cubicBezTo>
                  <a:pt x="963989" y="149457"/>
                  <a:pt x="950999" y="151902"/>
                  <a:pt x="934975" y="151902"/>
                </a:cubicBezTo>
                <a:cubicBezTo>
                  <a:pt x="914356" y="151902"/>
                  <a:pt x="897994" y="145731"/>
                  <a:pt x="885887" y="133389"/>
                </a:cubicBezTo>
                <a:cubicBezTo>
                  <a:pt x="873781" y="121047"/>
                  <a:pt x="867728" y="104597"/>
                  <a:pt x="867728" y="84036"/>
                </a:cubicBezTo>
                <a:cubicBezTo>
                  <a:pt x="867728" y="62416"/>
                  <a:pt x="874488" y="44728"/>
                  <a:pt x="888008" y="30972"/>
                </a:cubicBezTo>
                <a:cubicBezTo>
                  <a:pt x="901528" y="17217"/>
                  <a:pt x="918981" y="10339"/>
                  <a:pt x="940366" y="10339"/>
                </a:cubicBezTo>
                <a:close/>
                <a:moveTo>
                  <a:pt x="579616" y="10339"/>
                </a:moveTo>
                <a:cubicBezTo>
                  <a:pt x="592988" y="10339"/>
                  <a:pt x="604211" y="12077"/>
                  <a:pt x="613283" y="15552"/>
                </a:cubicBezTo>
                <a:lnTo>
                  <a:pt x="613283" y="42946"/>
                </a:lnTo>
                <a:cubicBezTo>
                  <a:pt x="604093" y="36701"/>
                  <a:pt x="593342" y="33579"/>
                  <a:pt x="581029" y="33579"/>
                </a:cubicBezTo>
                <a:cubicBezTo>
                  <a:pt x="573842" y="33579"/>
                  <a:pt x="568098" y="34890"/>
                  <a:pt x="563798" y="37511"/>
                </a:cubicBezTo>
                <a:cubicBezTo>
                  <a:pt x="559497" y="40133"/>
                  <a:pt x="557347" y="43653"/>
                  <a:pt x="557347" y="48071"/>
                </a:cubicBezTo>
                <a:cubicBezTo>
                  <a:pt x="557347" y="51606"/>
                  <a:pt x="558820" y="54861"/>
                  <a:pt x="561765" y="57836"/>
                </a:cubicBezTo>
                <a:cubicBezTo>
                  <a:pt x="564711" y="60811"/>
                  <a:pt x="571986" y="64831"/>
                  <a:pt x="583592" y="69898"/>
                </a:cubicBezTo>
                <a:cubicBezTo>
                  <a:pt x="597200" y="75730"/>
                  <a:pt x="606553" y="81886"/>
                  <a:pt x="611648" y="88366"/>
                </a:cubicBezTo>
                <a:cubicBezTo>
                  <a:pt x="616744" y="94847"/>
                  <a:pt x="619292" y="102564"/>
                  <a:pt x="619292" y="111519"/>
                </a:cubicBezTo>
                <a:cubicBezTo>
                  <a:pt x="619292" y="124656"/>
                  <a:pt x="614638" y="134671"/>
                  <a:pt x="605330" y="141563"/>
                </a:cubicBezTo>
                <a:cubicBezTo>
                  <a:pt x="596022" y="148456"/>
                  <a:pt x="582797" y="151902"/>
                  <a:pt x="565654" y="151902"/>
                </a:cubicBezTo>
                <a:cubicBezTo>
                  <a:pt x="549983" y="151902"/>
                  <a:pt x="537141" y="149369"/>
                  <a:pt x="527126" y="144303"/>
                </a:cubicBezTo>
                <a:lnTo>
                  <a:pt x="527126" y="115053"/>
                </a:lnTo>
                <a:cubicBezTo>
                  <a:pt x="538142" y="124184"/>
                  <a:pt x="550661" y="128750"/>
                  <a:pt x="564682" y="128750"/>
                </a:cubicBezTo>
                <a:cubicBezTo>
                  <a:pt x="572634" y="128750"/>
                  <a:pt x="578614" y="127380"/>
                  <a:pt x="582620" y="124641"/>
                </a:cubicBezTo>
                <a:cubicBezTo>
                  <a:pt x="586626" y="121902"/>
                  <a:pt x="588629" y="118382"/>
                  <a:pt x="588629" y="114081"/>
                </a:cubicBezTo>
                <a:cubicBezTo>
                  <a:pt x="588629" y="110370"/>
                  <a:pt x="587038" y="106865"/>
                  <a:pt x="583857" y="103566"/>
                </a:cubicBezTo>
                <a:cubicBezTo>
                  <a:pt x="580676" y="100267"/>
                  <a:pt x="572281" y="95789"/>
                  <a:pt x="558673" y="90134"/>
                </a:cubicBezTo>
                <a:cubicBezTo>
                  <a:pt x="537288" y="81061"/>
                  <a:pt x="526595" y="67865"/>
                  <a:pt x="526595" y="50546"/>
                </a:cubicBezTo>
                <a:cubicBezTo>
                  <a:pt x="526595" y="37821"/>
                  <a:pt x="531441" y="27938"/>
                  <a:pt x="541132" y="20899"/>
                </a:cubicBezTo>
                <a:cubicBezTo>
                  <a:pt x="550823" y="13859"/>
                  <a:pt x="563651" y="10339"/>
                  <a:pt x="579616" y="10339"/>
                </a:cubicBezTo>
                <a:close/>
                <a:moveTo>
                  <a:pt x="1242919" y="9632"/>
                </a:moveTo>
                <a:lnTo>
                  <a:pt x="1261123" y="9632"/>
                </a:lnTo>
                <a:lnTo>
                  <a:pt x="1261123" y="149516"/>
                </a:lnTo>
                <a:lnTo>
                  <a:pt x="1232404" y="149516"/>
                </a:lnTo>
                <a:lnTo>
                  <a:pt x="1232404" y="41797"/>
                </a:lnTo>
                <a:cubicBezTo>
                  <a:pt x="1228869" y="44861"/>
                  <a:pt x="1224038" y="47615"/>
                  <a:pt x="1217911" y="50060"/>
                </a:cubicBezTo>
                <a:cubicBezTo>
                  <a:pt x="1211785" y="52504"/>
                  <a:pt x="1206159" y="54021"/>
                  <a:pt x="1201033" y="54610"/>
                </a:cubicBezTo>
                <a:lnTo>
                  <a:pt x="1201033" y="30133"/>
                </a:lnTo>
                <a:cubicBezTo>
                  <a:pt x="1217175" y="25420"/>
                  <a:pt x="1231137" y="18586"/>
                  <a:pt x="1242919" y="9632"/>
                </a:cubicBezTo>
                <a:close/>
                <a:moveTo>
                  <a:pt x="403761" y="0"/>
                </a:moveTo>
                <a:lnTo>
                  <a:pt x="426648" y="0"/>
                </a:lnTo>
                <a:lnTo>
                  <a:pt x="426648" y="195379"/>
                </a:lnTo>
                <a:lnTo>
                  <a:pt x="403761" y="195379"/>
                </a:lnTo>
                <a:close/>
              </a:path>
            </a:pathLst>
          </a:custGeom>
          <a:solidFill>
            <a:srgbClr val="A2A2A2"/>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pPr marL="0" marR="0" lvl="0" indent="0" algn="l" defTabSz="914400" rtl="0" eaLnBrk="0" fontAlgn="base" latinLnBrk="0" hangingPunct="0">
              <a:lnSpc>
                <a:spcPct val="130000"/>
              </a:lnSpc>
              <a:spcBef>
                <a:spcPct val="0"/>
              </a:spcBef>
              <a:spcAft>
                <a:spcPct val="0"/>
              </a:spcAft>
              <a:buClrTx/>
              <a:buSzTx/>
              <a:buFontTx/>
              <a:buNone/>
              <a:defRPr/>
            </a:pPr>
            <a:endParaRPr kumimoji="0" lang="zh-CN" altLang="en-US" sz="1400" b="1" i="0" u="none" strike="noStrike" kern="1200" cap="none" spc="100" normalizeH="0" baseline="0" noProof="0" dirty="0">
              <a:ln>
                <a:noFill/>
              </a:ln>
              <a:solidFill>
                <a:srgbClr val="A2A2A2"/>
              </a:solidFill>
              <a:effectLst/>
              <a:uLnTx/>
              <a:uFillTx/>
              <a:latin typeface="微软雅黑 Light" panose="020B0502040204020203" pitchFamily="34" charset="-122"/>
              <a:ea typeface="微软雅黑 Light" panose="020B0502040204020203" pitchFamily="34" charset="-122"/>
              <a:cs typeface="+mn-cs"/>
            </a:endParaRPr>
          </a:p>
        </p:txBody>
      </p:sp>
      <p:grpSp>
        <p:nvGrpSpPr>
          <p:cNvPr id="199" name="Group 12_1"/>
          <p:cNvGrpSpPr/>
          <p:nvPr userDrawn="1"/>
        </p:nvGrpSpPr>
        <p:grpSpPr>
          <a:xfrm>
            <a:off x="4192957" y="1172778"/>
            <a:ext cx="3806087" cy="856430"/>
            <a:chOff x="2738949" y="3863116"/>
            <a:chExt cx="8824587" cy="1985674"/>
          </a:xfrm>
          <a:solidFill>
            <a:schemeClr val="bg1"/>
          </a:solidFill>
        </p:grpSpPr>
        <p:sp>
          <p:nvSpPr>
            <p:cNvPr id="200" name="任意多边形: 形状 199"/>
            <p:cNvSpPr/>
            <p:nvPr/>
          </p:nvSpPr>
          <p:spPr>
            <a:xfrm>
              <a:off x="5141114" y="5368371"/>
              <a:ext cx="195586" cy="255802"/>
            </a:xfrm>
            <a:custGeom>
              <a:avLst/>
              <a:gdLst>
                <a:gd name="connsiteX0" fmla="*/ -365 w 54629"/>
                <a:gd name="connsiteY0" fmla="*/ -98 h 71448"/>
                <a:gd name="connsiteX1" fmla="*/ 31734 w 54629"/>
                <a:gd name="connsiteY1" fmla="*/ -98 h 71448"/>
                <a:gd name="connsiteX2" fmla="*/ 46593 w 54629"/>
                <a:gd name="connsiteY2" fmla="*/ 4664 h 71448"/>
                <a:gd name="connsiteX3" fmla="*/ 52023 w 54629"/>
                <a:gd name="connsiteY3" fmla="*/ 17999 h 71448"/>
                <a:gd name="connsiteX4" fmla="*/ 45926 w 54629"/>
                <a:gd name="connsiteY4" fmla="*/ 31429 h 71448"/>
                <a:gd name="connsiteX5" fmla="*/ 43736 w 54629"/>
                <a:gd name="connsiteY5" fmla="*/ 32858 h 71448"/>
                <a:gd name="connsiteX6" fmla="*/ 47927 w 54629"/>
                <a:gd name="connsiteY6" fmla="*/ 35239 h 71448"/>
                <a:gd name="connsiteX7" fmla="*/ 54213 w 54629"/>
                <a:gd name="connsiteY7" fmla="*/ 48955 h 71448"/>
                <a:gd name="connsiteX8" fmla="*/ 47927 w 54629"/>
                <a:gd name="connsiteY8" fmla="*/ 65529 h 71448"/>
                <a:gd name="connsiteX9" fmla="*/ 29734 w 54629"/>
                <a:gd name="connsiteY9" fmla="*/ 71244 h 71448"/>
                <a:gd name="connsiteX10" fmla="*/ -79 w 54629"/>
                <a:gd name="connsiteY10" fmla="*/ 71244 h 71448"/>
                <a:gd name="connsiteX11" fmla="*/ 12780 w 54629"/>
                <a:gd name="connsiteY11" fmla="*/ 27905 h 71448"/>
                <a:gd name="connsiteX12" fmla="*/ 28496 w 54629"/>
                <a:gd name="connsiteY12" fmla="*/ 27905 h 71448"/>
                <a:gd name="connsiteX13" fmla="*/ 36211 w 54629"/>
                <a:gd name="connsiteY13" fmla="*/ 25810 h 71448"/>
                <a:gd name="connsiteX14" fmla="*/ 38688 w 54629"/>
                <a:gd name="connsiteY14" fmla="*/ 19428 h 71448"/>
                <a:gd name="connsiteX15" fmla="*/ 36021 w 54629"/>
                <a:gd name="connsiteY15" fmla="*/ 13999 h 71448"/>
                <a:gd name="connsiteX16" fmla="*/ 27924 w 54629"/>
                <a:gd name="connsiteY16" fmla="*/ 12189 h 71448"/>
                <a:gd name="connsiteX17" fmla="*/ 12684 w 54629"/>
                <a:gd name="connsiteY17" fmla="*/ 12189 h 71448"/>
                <a:gd name="connsiteX18" fmla="*/ 12780 w 54629"/>
                <a:gd name="connsiteY18" fmla="*/ 58861 h 71448"/>
                <a:gd name="connsiteX19" fmla="*/ 29448 w 54629"/>
                <a:gd name="connsiteY19" fmla="*/ 58861 h 71448"/>
                <a:gd name="connsiteX20" fmla="*/ 37545 w 54629"/>
                <a:gd name="connsiteY20" fmla="*/ 56385 h 71448"/>
                <a:gd name="connsiteX21" fmla="*/ 40212 w 54629"/>
                <a:gd name="connsiteY21" fmla="*/ 48765 h 71448"/>
                <a:gd name="connsiteX22" fmla="*/ 37449 w 54629"/>
                <a:gd name="connsiteY22" fmla="*/ 42097 h 71448"/>
                <a:gd name="connsiteX23" fmla="*/ 29163 w 54629"/>
                <a:gd name="connsiteY23" fmla="*/ 39907 h 71448"/>
                <a:gd name="connsiteX24" fmla="*/ 12684 w 54629"/>
                <a:gd name="connsiteY24" fmla="*/ 39907 h 7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29" h="71448">
                  <a:moveTo>
                    <a:pt x="-365" y="-98"/>
                  </a:moveTo>
                  <a:lnTo>
                    <a:pt x="31734" y="-98"/>
                  </a:lnTo>
                  <a:cubicBezTo>
                    <a:pt x="37107" y="-416"/>
                    <a:pt x="42406" y="1283"/>
                    <a:pt x="46593" y="4664"/>
                  </a:cubicBezTo>
                  <a:cubicBezTo>
                    <a:pt x="50305" y="8074"/>
                    <a:pt x="52297" y="12966"/>
                    <a:pt x="52023" y="17999"/>
                  </a:cubicBezTo>
                  <a:cubicBezTo>
                    <a:pt x="52365" y="23214"/>
                    <a:pt x="50077" y="28254"/>
                    <a:pt x="45926" y="31429"/>
                  </a:cubicBezTo>
                  <a:cubicBezTo>
                    <a:pt x="45289" y="32035"/>
                    <a:pt x="44547" y="32519"/>
                    <a:pt x="43736" y="32858"/>
                  </a:cubicBezTo>
                  <a:cubicBezTo>
                    <a:pt x="45234" y="33458"/>
                    <a:pt x="46644" y="34259"/>
                    <a:pt x="47927" y="35239"/>
                  </a:cubicBezTo>
                  <a:cubicBezTo>
                    <a:pt x="52168" y="38485"/>
                    <a:pt x="54523" y="43624"/>
                    <a:pt x="54213" y="48955"/>
                  </a:cubicBezTo>
                  <a:cubicBezTo>
                    <a:pt x="54646" y="55134"/>
                    <a:pt x="52348" y="61192"/>
                    <a:pt x="47927" y="65529"/>
                  </a:cubicBezTo>
                  <a:cubicBezTo>
                    <a:pt x="42809" y="69677"/>
                    <a:pt x="36304" y="71721"/>
                    <a:pt x="29734" y="71244"/>
                  </a:cubicBezTo>
                  <a:lnTo>
                    <a:pt x="-79" y="71244"/>
                  </a:lnTo>
                  <a:close/>
                  <a:moveTo>
                    <a:pt x="12780" y="27905"/>
                  </a:moveTo>
                  <a:lnTo>
                    <a:pt x="28496" y="27905"/>
                  </a:lnTo>
                  <a:cubicBezTo>
                    <a:pt x="31228" y="28079"/>
                    <a:pt x="33942" y="27342"/>
                    <a:pt x="36211" y="25810"/>
                  </a:cubicBezTo>
                  <a:cubicBezTo>
                    <a:pt x="37951" y="24161"/>
                    <a:pt x="38860" y="21819"/>
                    <a:pt x="38688" y="19428"/>
                  </a:cubicBezTo>
                  <a:cubicBezTo>
                    <a:pt x="38822" y="17274"/>
                    <a:pt x="37808" y="15209"/>
                    <a:pt x="36021" y="13999"/>
                  </a:cubicBezTo>
                  <a:cubicBezTo>
                    <a:pt x="33558" y="12613"/>
                    <a:pt x="30742" y="11984"/>
                    <a:pt x="27924" y="12189"/>
                  </a:cubicBezTo>
                  <a:lnTo>
                    <a:pt x="12684" y="12189"/>
                  </a:lnTo>
                  <a:close/>
                  <a:moveTo>
                    <a:pt x="12780" y="58861"/>
                  </a:moveTo>
                  <a:lnTo>
                    <a:pt x="29448" y="58861"/>
                  </a:lnTo>
                  <a:cubicBezTo>
                    <a:pt x="32366" y="59113"/>
                    <a:pt x="35267" y="58225"/>
                    <a:pt x="37545" y="56385"/>
                  </a:cubicBezTo>
                  <a:cubicBezTo>
                    <a:pt x="39435" y="54314"/>
                    <a:pt x="40398" y="51562"/>
                    <a:pt x="40212" y="48765"/>
                  </a:cubicBezTo>
                  <a:cubicBezTo>
                    <a:pt x="40387" y="46232"/>
                    <a:pt x="39365" y="43764"/>
                    <a:pt x="37449" y="42097"/>
                  </a:cubicBezTo>
                  <a:cubicBezTo>
                    <a:pt x="35026" y="40427"/>
                    <a:pt x="32096" y="39652"/>
                    <a:pt x="29163" y="39907"/>
                  </a:cubicBezTo>
                  <a:lnTo>
                    <a:pt x="12684" y="39907"/>
                  </a:lnTo>
                  <a:close/>
                </a:path>
              </a:pathLst>
            </a:custGeom>
            <a:grpFill/>
            <a:ln w="9525" cap="flat">
              <a:noFill/>
              <a:prstDash val="solid"/>
              <a:miter/>
            </a:ln>
          </p:spPr>
          <p:txBody>
            <a:bodyPr rtlCol="0" anchor="ctr"/>
            <a:lstStyle/>
            <a:p>
              <a:endParaRPr lang="zh-CN" altLang="en-US"/>
            </a:p>
          </p:txBody>
        </p:sp>
        <p:sp>
          <p:nvSpPr>
            <p:cNvPr id="201" name="任意多边形: 形状 200"/>
            <p:cNvSpPr/>
            <p:nvPr/>
          </p:nvSpPr>
          <p:spPr>
            <a:xfrm>
              <a:off x="5390737" y="5368507"/>
              <a:ext cx="178350" cy="255422"/>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grpFill/>
            <a:ln w="9525" cap="flat">
              <a:noFill/>
              <a:prstDash val="solid"/>
              <a:miter/>
            </a:ln>
          </p:spPr>
          <p:txBody>
            <a:bodyPr rtlCol="0" anchor="ctr"/>
            <a:lstStyle/>
            <a:p>
              <a:endParaRPr lang="zh-CN" altLang="en-US"/>
            </a:p>
          </p:txBody>
        </p:sp>
        <p:sp>
          <p:nvSpPr>
            <p:cNvPr id="202" name="任意多边形: 形状 201"/>
            <p:cNvSpPr/>
            <p:nvPr/>
          </p:nvSpPr>
          <p:spPr>
            <a:xfrm>
              <a:off x="5618197" y="5368507"/>
              <a:ext cx="49107" cy="255422"/>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03" name="任意多边形: 形状 202"/>
            <p:cNvSpPr/>
            <p:nvPr/>
          </p:nvSpPr>
          <p:spPr>
            <a:xfrm>
              <a:off x="5707925" y="5368507"/>
              <a:ext cx="152304" cy="262844"/>
            </a:xfrm>
            <a:custGeom>
              <a:avLst/>
              <a:gdLst>
                <a:gd name="connsiteX0" fmla="*/ 28485 w 42540"/>
                <a:gd name="connsiteY0" fmla="*/ -136 h 73415"/>
                <a:gd name="connsiteX1" fmla="*/ 42106 w 42540"/>
                <a:gd name="connsiteY1" fmla="*/ -136 h 73415"/>
                <a:gd name="connsiteX2" fmla="*/ 42106 w 42540"/>
                <a:gd name="connsiteY2" fmla="*/ 51204 h 73415"/>
                <a:gd name="connsiteX3" fmla="*/ 36772 w 42540"/>
                <a:gd name="connsiteY3" fmla="*/ 67587 h 73415"/>
                <a:gd name="connsiteX4" fmla="*/ 20960 w 42540"/>
                <a:gd name="connsiteY4" fmla="*/ 73207 h 73415"/>
                <a:gd name="connsiteX5" fmla="*/ 4673 w 42540"/>
                <a:gd name="connsiteY5" fmla="*/ 67015 h 73415"/>
                <a:gd name="connsiteX6" fmla="*/ -185 w 42540"/>
                <a:gd name="connsiteY6" fmla="*/ 47965 h 73415"/>
                <a:gd name="connsiteX7" fmla="*/ -185 w 42540"/>
                <a:gd name="connsiteY7" fmla="*/ 44251 h 73415"/>
                <a:gd name="connsiteX8" fmla="*/ 12864 w 42540"/>
                <a:gd name="connsiteY8" fmla="*/ 44251 h 73415"/>
                <a:gd name="connsiteX9" fmla="*/ 12864 w 42540"/>
                <a:gd name="connsiteY9" fmla="*/ 48537 h 73415"/>
                <a:gd name="connsiteX10" fmla="*/ 14674 w 42540"/>
                <a:gd name="connsiteY10" fmla="*/ 58062 h 73415"/>
                <a:gd name="connsiteX11" fmla="*/ 20865 w 42540"/>
                <a:gd name="connsiteY11" fmla="*/ 61205 h 73415"/>
                <a:gd name="connsiteX12" fmla="*/ 26675 w 42540"/>
                <a:gd name="connsiteY12" fmla="*/ 58919 h 73415"/>
                <a:gd name="connsiteX13" fmla="*/ 28485 w 42540"/>
                <a:gd name="connsiteY13" fmla="*/ 51490 h 7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0" h="73415">
                  <a:moveTo>
                    <a:pt x="28485" y="-136"/>
                  </a:moveTo>
                  <a:lnTo>
                    <a:pt x="42106" y="-136"/>
                  </a:lnTo>
                  <a:lnTo>
                    <a:pt x="42106" y="51204"/>
                  </a:lnTo>
                  <a:cubicBezTo>
                    <a:pt x="42574" y="57156"/>
                    <a:pt x="40655" y="63051"/>
                    <a:pt x="36772" y="67587"/>
                  </a:cubicBezTo>
                  <a:cubicBezTo>
                    <a:pt x="32514" y="71581"/>
                    <a:pt x="26784" y="73618"/>
                    <a:pt x="20960" y="73207"/>
                  </a:cubicBezTo>
                  <a:cubicBezTo>
                    <a:pt x="14872" y="73726"/>
                    <a:pt x="8879" y="71448"/>
                    <a:pt x="4673" y="67015"/>
                  </a:cubicBezTo>
                  <a:cubicBezTo>
                    <a:pt x="772" y="61476"/>
                    <a:pt x="-957" y="54696"/>
                    <a:pt x="-185" y="47965"/>
                  </a:cubicBezTo>
                  <a:lnTo>
                    <a:pt x="-185" y="44251"/>
                  </a:lnTo>
                  <a:lnTo>
                    <a:pt x="12864" y="44251"/>
                  </a:lnTo>
                  <a:lnTo>
                    <a:pt x="12864" y="48537"/>
                  </a:lnTo>
                  <a:cubicBezTo>
                    <a:pt x="12555" y="51819"/>
                    <a:pt x="13182" y="55122"/>
                    <a:pt x="14674" y="58062"/>
                  </a:cubicBezTo>
                  <a:cubicBezTo>
                    <a:pt x="15987" y="60186"/>
                    <a:pt x="18376" y="61399"/>
                    <a:pt x="20865" y="61205"/>
                  </a:cubicBezTo>
                  <a:cubicBezTo>
                    <a:pt x="23057" y="61420"/>
                    <a:pt x="25218" y="60570"/>
                    <a:pt x="26675" y="58919"/>
                  </a:cubicBezTo>
                  <a:cubicBezTo>
                    <a:pt x="28041" y="56693"/>
                    <a:pt x="28674" y="54094"/>
                    <a:pt x="28485" y="51490"/>
                  </a:cubicBezTo>
                  <a:close/>
                </a:path>
              </a:pathLst>
            </a:custGeom>
            <a:grpFill/>
            <a:ln w="9525" cap="flat">
              <a:noFill/>
              <a:prstDash val="solid"/>
              <a:miter/>
            </a:ln>
          </p:spPr>
          <p:txBody>
            <a:bodyPr rtlCol="0" anchor="ctr"/>
            <a:lstStyle/>
            <a:p>
              <a:endParaRPr lang="zh-CN" altLang="en-US"/>
            </a:p>
          </p:txBody>
        </p:sp>
        <p:sp>
          <p:nvSpPr>
            <p:cNvPr id="204" name="任意多边形: 形状 203"/>
            <p:cNvSpPr/>
            <p:nvPr/>
          </p:nvSpPr>
          <p:spPr>
            <a:xfrm>
              <a:off x="5917613" y="5368507"/>
              <a:ext cx="49103" cy="255422"/>
            </a:xfrm>
            <a:custGeom>
              <a:avLst/>
              <a:gdLst>
                <a:gd name="connsiteX0" fmla="*/ 0 w 13715"/>
                <a:gd name="connsiteY0" fmla="*/ 0 h 71342"/>
                <a:gd name="connsiteX1" fmla="*/ 6858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858" y="0"/>
                  </a:lnTo>
                  <a:lnTo>
                    <a:pt x="13716" y="0"/>
                  </a:lnTo>
                  <a:lnTo>
                    <a:pt x="13716"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05" name="任意多边形: 形状 204"/>
            <p:cNvSpPr/>
            <p:nvPr/>
          </p:nvSpPr>
          <p:spPr>
            <a:xfrm>
              <a:off x="6023327" y="5368507"/>
              <a:ext cx="191651" cy="255422"/>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383 w 53530"/>
                <a:gd name="connsiteY5" fmla="*/ 0 h 71342"/>
                <a:gd name="connsiteX6" fmla="*/ 40672 w 53530"/>
                <a:gd name="connsiteY6" fmla="*/ 50102 h 71342"/>
                <a:gd name="connsiteX7" fmla="*/ 40672 w 53530"/>
                <a:gd name="connsiteY7" fmla="*/ 0 h 71342"/>
                <a:gd name="connsiteX8" fmla="*/ 47053 w 53530"/>
                <a:gd name="connsiteY8" fmla="*/ 0 h 71342"/>
                <a:gd name="connsiteX9" fmla="*/ 53530 w 53530"/>
                <a:gd name="connsiteY9" fmla="*/ 0 h 71342"/>
                <a:gd name="connsiteX10" fmla="*/ 53530 w 53530"/>
                <a:gd name="connsiteY10" fmla="*/ 71342 h 71342"/>
                <a:gd name="connsiteX11" fmla="*/ 46673 w 53530"/>
                <a:gd name="connsiteY11" fmla="*/ 71342 h 71342"/>
                <a:gd name="connsiteX12" fmla="*/ 39815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383" y="0"/>
                  </a:lnTo>
                  <a:lnTo>
                    <a:pt x="40672" y="50102"/>
                  </a:lnTo>
                  <a:lnTo>
                    <a:pt x="40672" y="0"/>
                  </a:lnTo>
                  <a:lnTo>
                    <a:pt x="47053" y="0"/>
                  </a:lnTo>
                  <a:lnTo>
                    <a:pt x="53530" y="0"/>
                  </a:lnTo>
                  <a:lnTo>
                    <a:pt x="53530" y="71342"/>
                  </a:lnTo>
                  <a:lnTo>
                    <a:pt x="46673" y="71342"/>
                  </a:lnTo>
                  <a:lnTo>
                    <a:pt x="39815" y="71342"/>
                  </a:lnTo>
                  <a:lnTo>
                    <a:pt x="12763" y="19907"/>
                  </a:lnTo>
                  <a:lnTo>
                    <a:pt x="12763" y="71342"/>
                  </a:lnTo>
                  <a:close/>
                </a:path>
              </a:pathLst>
            </a:custGeom>
            <a:grpFill/>
            <a:ln w="9525" cap="flat">
              <a:noFill/>
              <a:prstDash val="solid"/>
              <a:miter/>
            </a:ln>
          </p:spPr>
          <p:txBody>
            <a:bodyPr rtlCol="0" anchor="ctr"/>
            <a:lstStyle/>
            <a:p>
              <a:endParaRPr lang="zh-CN" altLang="en-US"/>
            </a:p>
          </p:txBody>
        </p:sp>
        <p:sp>
          <p:nvSpPr>
            <p:cNvPr id="206" name="任意多边形: 形状 205"/>
            <p:cNvSpPr/>
            <p:nvPr/>
          </p:nvSpPr>
          <p:spPr>
            <a:xfrm>
              <a:off x="6264103" y="5360298"/>
              <a:ext cx="219602" cy="269485"/>
            </a:xfrm>
            <a:custGeom>
              <a:avLst/>
              <a:gdLst>
                <a:gd name="connsiteX0" fmla="*/ 30968 w 61337"/>
                <a:gd name="connsiteY0" fmla="*/ 75118 h 75270"/>
                <a:gd name="connsiteX1" fmla="*/ 8203 w 61337"/>
                <a:gd name="connsiteY1" fmla="*/ 65022 h 75270"/>
                <a:gd name="connsiteX2" fmla="*/ 8203 w 61337"/>
                <a:gd name="connsiteY2" fmla="*/ 10158 h 75270"/>
                <a:gd name="connsiteX3" fmla="*/ 51542 w 61337"/>
                <a:gd name="connsiteY3" fmla="*/ 6348 h 75270"/>
                <a:gd name="connsiteX4" fmla="*/ 60591 w 61337"/>
                <a:gd name="connsiteY4" fmla="*/ 23874 h 75270"/>
                <a:gd name="connsiteX5" fmla="*/ 46875 w 61337"/>
                <a:gd name="connsiteY5" fmla="*/ 23874 h 75270"/>
                <a:gd name="connsiteX6" fmla="*/ 42112 w 61337"/>
                <a:gd name="connsiteY6" fmla="*/ 15778 h 75270"/>
                <a:gd name="connsiteX7" fmla="*/ 32587 w 61337"/>
                <a:gd name="connsiteY7" fmla="*/ 12253 h 75270"/>
                <a:gd name="connsiteX8" fmla="*/ 18586 w 61337"/>
                <a:gd name="connsiteY8" fmla="*/ 18921 h 75270"/>
                <a:gd name="connsiteX9" fmla="*/ 13537 w 61337"/>
                <a:gd name="connsiteY9" fmla="*/ 37971 h 75270"/>
                <a:gd name="connsiteX10" fmla="*/ 18395 w 61337"/>
                <a:gd name="connsiteY10" fmla="*/ 56449 h 75270"/>
                <a:gd name="connsiteX11" fmla="*/ 32587 w 61337"/>
                <a:gd name="connsiteY11" fmla="*/ 62831 h 75270"/>
                <a:gd name="connsiteX12" fmla="*/ 32587 w 61337"/>
                <a:gd name="connsiteY12" fmla="*/ 62831 h 75270"/>
                <a:gd name="connsiteX13" fmla="*/ 44970 w 61337"/>
                <a:gd name="connsiteY13" fmla="*/ 56164 h 75270"/>
                <a:gd name="connsiteX14" fmla="*/ 48589 w 61337"/>
                <a:gd name="connsiteY14" fmla="*/ 47401 h 75270"/>
                <a:gd name="connsiteX15" fmla="*/ 33159 w 61337"/>
                <a:gd name="connsiteY15" fmla="*/ 47401 h 75270"/>
                <a:gd name="connsiteX16" fmla="*/ 33159 w 61337"/>
                <a:gd name="connsiteY16" fmla="*/ 35113 h 75270"/>
                <a:gd name="connsiteX17" fmla="*/ 60972 w 61337"/>
                <a:gd name="connsiteY17" fmla="*/ 35113 h 75270"/>
                <a:gd name="connsiteX18" fmla="*/ 60972 w 61337"/>
                <a:gd name="connsiteY18" fmla="*/ 73213 h 75270"/>
                <a:gd name="connsiteX19" fmla="*/ 51447 w 61337"/>
                <a:gd name="connsiteY19" fmla="*/ 73213 h 75270"/>
                <a:gd name="connsiteX20" fmla="*/ 50113 w 61337"/>
                <a:gd name="connsiteY20" fmla="*/ 63688 h 75270"/>
                <a:gd name="connsiteX21" fmla="*/ 49352 w 61337"/>
                <a:gd name="connsiteY21" fmla="*/ 64831 h 75270"/>
                <a:gd name="connsiteX22" fmla="*/ 30302 w 61337"/>
                <a:gd name="connsiteY22" fmla="*/ 74928 h 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337" h="75270">
                  <a:moveTo>
                    <a:pt x="30968" y="75118"/>
                  </a:moveTo>
                  <a:cubicBezTo>
                    <a:pt x="22235" y="75410"/>
                    <a:pt x="13849" y="71691"/>
                    <a:pt x="8203" y="65022"/>
                  </a:cubicBezTo>
                  <a:cubicBezTo>
                    <a:pt x="-3221" y="48518"/>
                    <a:pt x="-3221" y="26662"/>
                    <a:pt x="8203" y="10158"/>
                  </a:cubicBezTo>
                  <a:cubicBezTo>
                    <a:pt x="19581" y="-1945"/>
                    <a:pt x="38228" y="-3584"/>
                    <a:pt x="51542" y="6348"/>
                  </a:cubicBezTo>
                  <a:cubicBezTo>
                    <a:pt x="56785" y="10742"/>
                    <a:pt x="60044" y="17056"/>
                    <a:pt x="60591" y="23874"/>
                  </a:cubicBezTo>
                  <a:lnTo>
                    <a:pt x="46875" y="23874"/>
                  </a:lnTo>
                  <a:cubicBezTo>
                    <a:pt x="46486" y="20629"/>
                    <a:pt x="44760" y="17694"/>
                    <a:pt x="42112" y="15778"/>
                  </a:cubicBezTo>
                  <a:cubicBezTo>
                    <a:pt x="39472" y="13484"/>
                    <a:pt x="36085" y="12231"/>
                    <a:pt x="32587" y="12253"/>
                  </a:cubicBezTo>
                  <a:cubicBezTo>
                    <a:pt x="27108" y="12037"/>
                    <a:pt x="21872" y="14530"/>
                    <a:pt x="18586" y="18921"/>
                  </a:cubicBezTo>
                  <a:cubicBezTo>
                    <a:pt x="14866" y="24548"/>
                    <a:pt x="13093" y="31240"/>
                    <a:pt x="13537" y="37971"/>
                  </a:cubicBezTo>
                  <a:cubicBezTo>
                    <a:pt x="13093" y="44496"/>
                    <a:pt x="14799" y="50987"/>
                    <a:pt x="18395" y="56449"/>
                  </a:cubicBezTo>
                  <a:cubicBezTo>
                    <a:pt x="21813" y="60750"/>
                    <a:pt x="27102" y="63129"/>
                    <a:pt x="32587" y="62831"/>
                  </a:cubicBezTo>
                  <a:lnTo>
                    <a:pt x="32587" y="62831"/>
                  </a:lnTo>
                  <a:cubicBezTo>
                    <a:pt x="37608" y="62973"/>
                    <a:pt x="42325" y="60433"/>
                    <a:pt x="44970" y="56164"/>
                  </a:cubicBezTo>
                  <a:cubicBezTo>
                    <a:pt x="46685" y="53480"/>
                    <a:pt x="47910" y="50513"/>
                    <a:pt x="48589" y="47401"/>
                  </a:cubicBezTo>
                  <a:lnTo>
                    <a:pt x="33159" y="47401"/>
                  </a:lnTo>
                  <a:lnTo>
                    <a:pt x="33159" y="35113"/>
                  </a:lnTo>
                  <a:lnTo>
                    <a:pt x="60972" y="35113"/>
                  </a:lnTo>
                  <a:lnTo>
                    <a:pt x="60972" y="73213"/>
                  </a:lnTo>
                  <a:lnTo>
                    <a:pt x="51447" y="73213"/>
                  </a:lnTo>
                  <a:lnTo>
                    <a:pt x="50113" y="63688"/>
                  </a:lnTo>
                  <a:lnTo>
                    <a:pt x="49352" y="64831"/>
                  </a:lnTo>
                  <a:cubicBezTo>
                    <a:pt x="45225" y="71319"/>
                    <a:pt x="37987" y="75155"/>
                    <a:pt x="30302" y="74928"/>
                  </a:cubicBezTo>
                  <a:close/>
                </a:path>
              </a:pathLst>
            </a:custGeom>
            <a:grpFill/>
            <a:ln w="9525" cap="flat">
              <a:noFill/>
              <a:prstDash val="solid"/>
              <a:miter/>
            </a:ln>
          </p:spPr>
          <p:txBody>
            <a:bodyPr rtlCol="0" anchor="ctr"/>
            <a:lstStyle/>
            <a:p>
              <a:endParaRPr lang="zh-CN" altLang="en-US"/>
            </a:p>
          </p:txBody>
        </p:sp>
        <p:sp>
          <p:nvSpPr>
            <p:cNvPr id="207" name="任意多边形: 形状 206"/>
            <p:cNvSpPr/>
            <p:nvPr/>
          </p:nvSpPr>
          <p:spPr>
            <a:xfrm>
              <a:off x="6643302" y="5368507"/>
              <a:ext cx="49103" cy="255422"/>
            </a:xfrm>
            <a:custGeom>
              <a:avLst/>
              <a:gdLst>
                <a:gd name="connsiteX0" fmla="*/ 0 w 13715"/>
                <a:gd name="connsiteY0" fmla="*/ 0 h 71342"/>
                <a:gd name="connsiteX1" fmla="*/ 6763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763" y="0"/>
                  </a:lnTo>
                  <a:lnTo>
                    <a:pt x="13716" y="0"/>
                  </a:lnTo>
                  <a:lnTo>
                    <a:pt x="13716"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08" name="任意多边形: 形状 207"/>
            <p:cNvSpPr/>
            <p:nvPr/>
          </p:nvSpPr>
          <p:spPr>
            <a:xfrm>
              <a:off x="6748675" y="5368507"/>
              <a:ext cx="191991" cy="255422"/>
            </a:xfrm>
            <a:custGeom>
              <a:avLst/>
              <a:gdLst>
                <a:gd name="connsiteX0" fmla="*/ 12859 w 53625"/>
                <a:gd name="connsiteY0" fmla="*/ 71342 h 71342"/>
                <a:gd name="connsiteX1" fmla="*/ 6477 w 53625"/>
                <a:gd name="connsiteY1" fmla="*/ 71342 h 71342"/>
                <a:gd name="connsiteX2" fmla="*/ 0 w 53625"/>
                <a:gd name="connsiteY2" fmla="*/ 71342 h 71342"/>
                <a:gd name="connsiteX3" fmla="*/ 0 w 53625"/>
                <a:gd name="connsiteY3" fmla="*/ 0 h 71342"/>
                <a:gd name="connsiteX4" fmla="*/ 7239 w 53625"/>
                <a:gd name="connsiteY4" fmla="*/ 0 h 71342"/>
                <a:gd name="connsiteX5" fmla="*/ 14383 w 53625"/>
                <a:gd name="connsiteY5" fmla="*/ 0 h 71342"/>
                <a:gd name="connsiteX6" fmla="*/ 40767 w 53625"/>
                <a:gd name="connsiteY6" fmla="*/ 50102 h 71342"/>
                <a:gd name="connsiteX7" fmla="*/ 40767 w 53625"/>
                <a:gd name="connsiteY7" fmla="*/ 0 h 71342"/>
                <a:gd name="connsiteX8" fmla="*/ 47149 w 53625"/>
                <a:gd name="connsiteY8" fmla="*/ 0 h 71342"/>
                <a:gd name="connsiteX9" fmla="*/ 53626 w 53625"/>
                <a:gd name="connsiteY9" fmla="*/ 0 h 71342"/>
                <a:gd name="connsiteX10" fmla="*/ 53626 w 53625"/>
                <a:gd name="connsiteY10" fmla="*/ 71342 h 71342"/>
                <a:gd name="connsiteX11" fmla="*/ 46768 w 53625"/>
                <a:gd name="connsiteY11" fmla="*/ 71342 h 71342"/>
                <a:gd name="connsiteX12" fmla="*/ 39910 w 53625"/>
                <a:gd name="connsiteY12" fmla="*/ 71342 h 71342"/>
                <a:gd name="connsiteX13" fmla="*/ 12859 w 53625"/>
                <a:gd name="connsiteY13" fmla="*/ 19907 h 71342"/>
                <a:gd name="connsiteX14" fmla="*/ 12859 w 53625"/>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625" h="71342">
                  <a:moveTo>
                    <a:pt x="12859" y="71342"/>
                  </a:moveTo>
                  <a:lnTo>
                    <a:pt x="6477" y="71342"/>
                  </a:lnTo>
                  <a:lnTo>
                    <a:pt x="0" y="71342"/>
                  </a:lnTo>
                  <a:lnTo>
                    <a:pt x="0" y="0"/>
                  </a:lnTo>
                  <a:lnTo>
                    <a:pt x="7239" y="0"/>
                  </a:lnTo>
                  <a:lnTo>
                    <a:pt x="14383" y="0"/>
                  </a:lnTo>
                  <a:lnTo>
                    <a:pt x="40767" y="50102"/>
                  </a:lnTo>
                  <a:lnTo>
                    <a:pt x="40767" y="0"/>
                  </a:lnTo>
                  <a:lnTo>
                    <a:pt x="47149" y="0"/>
                  </a:lnTo>
                  <a:lnTo>
                    <a:pt x="53626" y="0"/>
                  </a:lnTo>
                  <a:lnTo>
                    <a:pt x="53626" y="71342"/>
                  </a:lnTo>
                  <a:lnTo>
                    <a:pt x="46768" y="71342"/>
                  </a:lnTo>
                  <a:lnTo>
                    <a:pt x="39910" y="71342"/>
                  </a:lnTo>
                  <a:lnTo>
                    <a:pt x="12859" y="19907"/>
                  </a:lnTo>
                  <a:lnTo>
                    <a:pt x="12859" y="71342"/>
                  </a:lnTo>
                  <a:close/>
                </a:path>
              </a:pathLst>
            </a:custGeom>
            <a:grpFill/>
            <a:ln w="9525" cap="flat">
              <a:noFill/>
              <a:prstDash val="solid"/>
              <a:miter/>
            </a:ln>
          </p:spPr>
          <p:txBody>
            <a:bodyPr rtlCol="0" anchor="ctr"/>
            <a:lstStyle/>
            <a:p>
              <a:endParaRPr lang="zh-CN" altLang="en-US"/>
            </a:p>
          </p:txBody>
        </p:sp>
        <p:sp>
          <p:nvSpPr>
            <p:cNvPr id="209" name="任意多边形: 形状 208"/>
            <p:cNvSpPr/>
            <p:nvPr/>
          </p:nvSpPr>
          <p:spPr>
            <a:xfrm>
              <a:off x="6990793" y="5361454"/>
              <a:ext cx="191955" cy="269783"/>
            </a:xfrm>
            <a:custGeom>
              <a:avLst/>
              <a:gdLst>
                <a:gd name="connsiteX0" fmla="*/ 38022 w 53615"/>
                <a:gd name="connsiteY0" fmla="*/ 23265 h 75353"/>
                <a:gd name="connsiteX1" fmla="*/ 33926 w 53615"/>
                <a:gd name="connsiteY1" fmla="*/ 15168 h 75353"/>
                <a:gd name="connsiteX2" fmla="*/ 24401 w 53615"/>
                <a:gd name="connsiteY2" fmla="*/ 12216 h 75353"/>
                <a:gd name="connsiteX3" fmla="*/ 16305 w 53615"/>
                <a:gd name="connsiteY3" fmla="*/ 14692 h 75353"/>
                <a:gd name="connsiteX4" fmla="*/ 13352 w 53615"/>
                <a:gd name="connsiteY4" fmla="*/ 21645 h 75353"/>
                <a:gd name="connsiteX5" fmla="*/ 16400 w 53615"/>
                <a:gd name="connsiteY5" fmla="*/ 26598 h 75353"/>
                <a:gd name="connsiteX6" fmla="*/ 29354 w 53615"/>
                <a:gd name="connsiteY6" fmla="*/ 30694 h 75353"/>
                <a:gd name="connsiteX7" fmla="*/ 48404 w 53615"/>
                <a:gd name="connsiteY7" fmla="*/ 38790 h 75353"/>
                <a:gd name="connsiteX8" fmla="*/ 53167 w 53615"/>
                <a:gd name="connsiteY8" fmla="*/ 53268 h 75353"/>
                <a:gd name="connsiteX9" fmla="*/ 45927 w 53615"/>
                <a:gd name="connsiteY9" fmla="*/ 69270 h 75353"/>
                <a:gd name="connsiteX10" fmla="*/ 26211 w 53615"/>
                <a:gd name="connsiteY10" fmla="*/ 75176 h 75353"/>
                <a:gd name="connsiteX11" fmla="*/ 7161 w 53615"/>
                <a:gd name="connsiteY11" fmla="*/ 68889 h 75353"/>
                <a:gd name="connsiteX12" fmla="*/ -364 w 53615"/>
                <a:gd name="connsiteY12" fmla="*/ 51077 h 75353"/>
                <a:gd name="connsiteX13" fmla="*/ 12876 w 53615"/>
                <a:gd name="connsiteY13" fmla="*/ 51078 h 75353"/>
                <a:gd name="connsiteX14" fmla="*/ 16686 w 53615"/>
                <a:gd name="connsiteY14" fmla="*/ 59841 h 75353"/>
                <a:gd name="connsiteX15" fmla="*/ 26211 w 53615"/>
                <a:gd name="connsiteY15" fmla="*/ 62889 h 75353"/>
                <a:gd name="connsiteX16" fmla="*/ 36498 w 53615"/>
                <a:gd name="connsiteY16" fmla="*/ 60603 h 75353"/>
                <a:gd name="connsiteX17" fmla="*/ 40213 w 53615"/>
                <a:gd name="connsiteY17" fmla="*/ 54221 h 75353"/>
                <a:gd name="connsiteX18" fmla="*/ 37546 w 53615"/>
                <a:gd name="connsiteY18" fmla="*/ 48220 h 75353"/>
                <a:gd name="connsiteX19" fmla="*/ 26401 w 53615"/>
                <a:gd name="connsiteY19" fmla="*/ 44315 h 75353"/>
                <a:gd name="connsiteX20" fmla="*/ 5542 w 53615"/>
                <a:gd name="connsiteY20" fmla="*/ 36123 h 75353"/>
                <a:gd name="connsiteX21" fmla="*/ 303 w 53615"/>
                <a:gd name="connsiteY21" fmla="*/ 22503 h 75353"/>
                <a:gd name="connsiteX22" fmla="*/ 7256 w 53615"/>
                <a:gd name="connsiteY22" fmla="*/ 6024 h 75353"/>
                <a:gd name="connsiteX23" fmla="*/ 26306 w 53615"/>
                <a:gd name="connsiteY23" fmla="*/ -72 h 75353"/>
                <a:gd name="connsiteX24" fmla="*/ 44309 w 53615"/>
                <a:gd name="connsiteY24" fmla="*/ 6215 h 75353"/>
                <a:gd name="connsiteX25" fmla="*/ 51929 w 53615"/>
                <a:gd name="connsiteY25" fmla="*/ 23265 h 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615" h="75353">
                  <a:moveTo>
                    <a:pt x="38022" y="23265"/>
                  </a:moveTo>
                  <a:cubicBezTo>
                    <a:pt x="37916" y="20094"/>
                    <a:pt x="36418" y="17132"/>
                    <a:pt x="33926" y="15168"/>
                  </a:cubicBezTo>
                  <a:cubicBezTo>
                    <a:pt x="31179" y="13130"/>
                    <a:pt x="27820" y="12089"/>
                    <a:pt x="24401" y="12216"/>
                  </a:cubicBezTo>
                  <a:cubicBezTo>
                    <a:pt x="21489" y="12012"/>
                    <a:pt x="18605" y="12894"/>
                    <a:pt x="16305" y="14692"/>
                  </a:cubicBezTo>
                  <a:cubicBezTo>
                    <a:pt x="14285" y="16419"/>
                    <a:pt x="13192" y="18993"/>
                    <a:pt x="13352" y="21645"/>
                  </a:cubicBezTo>
                  <a:cubicBezTo>
                    <a:pt x="13347" y="23741"/>
                    <a:pt x="14527" y="25659"/>
                    <a:pt x="16400" y="26598"/>
                  </a:cubicBezTo>
                  <a:cubicBezTo>
                    <a:pt x="20534" y="28489"/>
                    <a:pt x="24885" y="29865"/>
                    <a:pt x="29354" y="30694"/>
                  </a:cubicBezTo>
                  <a:cubicBezTo>
                    <a:pt x="36238" y="31904"/>
                    <a:pt x="42755" y="34674"/>
                    <a:pt x="48404" y="38790"/>
                  </a:cubicBezTo>
                  <a:cubicBezTo>
                    <a:pt x="51937" y="42743"/>
                    <a:pt x="53663" y="47990"/>
                    <a:pt x="53167" y="53268"/>
                  </a:cubicBezTo>
                  <a:cubicBezTo>
                    <a:pt x="53503" y="59463"/>
                    <a:pt x="50802" y="65433"/>
                    <a:pt x="45927" y="69270"/>
                  </a:cubicBezTo>
                  <a:cubicBezTo>
                    <a:pt x="40235" y="73458"/>
                    <a:pt x="33268" y="75545"/>
                    <a:pt x="26211" y="75176"/>
                  </a:cubicBezTo>
                  <a:cubicBezTo>
                    <a:pt x="19302" y="75505"/>
                    <a:pt x="12516" y="73265"/>
                    <a:pt x="7161" y="68889"/>
                  </a:cubicBezTo>
                  <a:cubicBezTo>
                    <a:pt x="2305" y="64243"/>
                    <a:pt x="-418" y="57798"/>
                    <a:pt x="-364" y="51077"/>
                  </a:cubicBezTo>
                  <a:lnTo>
                    <a:pt x="12876" y="51078"/>
                  </a:lnTo>
                  <a:cubicBezTo>
                    <a:pt x="12806" y="54415"/>
                    <a:pt x="14197" y="57616"/>
                    <a:pt x="16686" y="59841"/>
                  </a:cubicBezTo>
                  <a:cubicBezTo>
                    <a:pt x="19421" y="61913"/>
                    <a:pt x="22781" y="62988"/>
                    <a:pt x="26211" y="62889"/>
                  </a:cubicBezTo>
                  <a:cubicBezTo>
                    <a:pt x="29784" y="63079"/>
                    <a:pt x="33342" y="62288"/>
                    <a:pt x="36498" y="60603"/>
                  </a:cubicBezTo>
                  <a:cubicBezTo>
                    <a:pt x="38795" y="59299"/>
                    <a:pt x="40214" y="56862"/>
                    <a:pt x="40213" y="54221"/>
                  </a:cubicBezTo>
                  <a:cubicBezTo>
                    <a:pt x="40367" y="51903"/>
                    <a:pt x="39369" y="49659"/>
                    <a:pt x="37546" y="48220"/>
                  </a:cubicBezTo>
                  <a:cubicBezTo>
                    <a:pt x="34073" y="46309"/>
                    <a:pt x="30307" y="44989"/>
                    <a:pt x="26401" y="44315"/>
                  </a:cubicBezTo>
                  <a:cubicBezTo>
                    <a:pt x="18958" y="43049"/>
                    <a:pt x="11857" y="40260"/>
                    <a:pt x="5542" y="36123"/>
                  </a:cubicBezTo>
                  <a:cubicBezTo>
                    <a:pt x="1831" y="32605"/>
                    <a:pt x="-94" y="27600"/>
                    <a:pt x="303" y="22503"/>
                  </a:cubicBezTo>
                  <a:cubicBezTo>
                    <a:pt x="-13" y="16237"/>
                    <a:pt x="2547" y="10170"/>
                    <a:pt x="7256" y="6024"/>
                  </a:cubicBezTo>
                  <a:cubicBezTo>
                    <a:pt x="12594" y="1633"/>
                    <a:pt x="19411" y="-548"/>
                    <a:pt x="26306" y="-72"/>
                  </a:cubicBezTo>
                  <a:cubicBezTo>
                    <a:pt x="32891" y="-360"/>
                    <a:pt x="39335" y="1890"/>
                    <a:pt x="44309" y="6215"/>
                  </a:cubicBezTo>
                  <a:cubicBezTo>
                    <a:pt x="49011" y="10662"/>
                    <a:pt x="51752" y="16795"/>
                    <a:pt x="51929" y="23265"/>
                  </a:cubicBezTo>
                  <a:close/>
                </a:path>
              </a:pathLst>
            </a:custGeom>
            <a:grpFill/>
            <a:ln w="9525" cap="flat">
              <a:noFill/>
              <a:prstDash val="solid"/>
              <a:miter/>
            </a:ln>
          </p:spPr>
          <p:txBody>
            <a:bodyPr rtlCol="0" anchor="ctr"/>
            <a:lstStyle/>
            <a:p>
              <a:endParaRPr lang="zh-CN" altLang="en-US"/>
            </a:p>
          </p:txBody>
        </p:sp>
        <p:sp>
          <p:nvSpPr>
            <p:cNvPr id="210" name="任意多边形: 形状 209"/>
            <p:cNvSpPr/>
            <p:nvPr/>
          </p:nvSpPr>
          <p:spPr>
            <a:xfrm>
              <a:off x="7212121" y="5368507"/>
              <a:ext cx="190971" cy="255422"/>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211" name="任意多边形: 形状 210"/>
            <p:cNvSpPr/>
            <p:nvPr/>
          </p:nvSpPr>
          <p:spPr>
            <a:xfrm>
              <a:off x="7441286" y="5368507"/>
              <a:ext cx="49107" cy="255422"/>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12" name="任意多边形: 形状 211"/>
            <p:cNvSpPr/>
            <p:nvPr/>
          </p:nvSpPr>
          <p:spPr>
            <a:xfrm>
              <a:off x="7529267" y="5368507"/>
              <a:ext cx="190971" cy="255422"/>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213" name="任意多边形: 形状 212"/>
            <p:cNvSpPr/>
            <p:nvPr/>
          </p:nvSpPr>
          <p:spPr>
            <a:xfrm>
              <a:off x="7759864" y="5368167"/>
              <a:ext cx="190709" cy="262977"/>
            </a:xfrm>
            <a:custGeom>
              <a:avLst/>
              <a:gdLst>
                <a:gd name="connsiteX0" fmla="*/ 52766 w 53267"/>
                <a:gd name="connsiteY0" fmla="*/ 44346 h 73452"/>
                <a:gd name="connsiteX1" fmla="*/ 46574 w 53267"/>
                <a:gd name="connsiteY1" fmla="*/ 66444 h 73452"/>
                <a:gd name="connsiteX2" fmla="*/ 26286 w 53267"/>
                <a:gd name="connsiteY2" fmla="*/ 73207 h 73452"/>
                <a:gd name="connsiteX3" fmla="*/ 6284 w 53267"/>
                <a:gd name="connsiteY3" fmla="*/ 66158 h 73452"/>
                <a:gd name="connsiteX4" fmla="*/ -288 w 53267"/>
                <a:gd name="connsiteY4" fmla="*/ 44346 h 73452"/>
                <a:gd name="connsiteX5" fmla="*/ -288 w 53267"/>
                <a:gd name="connsiteY5" fmla="*/ -136 h 73452"/>
                <a:gd name="connsiteX6" fmla="*/ 13428 w 53267"/>
                <a:gd name="connsiteY6" fmla="*/ -136 h 73452"/>
                <a:gd name="connsiteX7" fmla="*/ 13428 w 53267"/>
                <a:gd name="connsiteY7" fmla="*/ 44822 h 73452"/>
                <a:gd name="connsiteX8" fmla="*/ 16666 w 53267"/>
                <a:gd name="connsiteY8" fmla="*/ 56347 h 73452"/>
                <a:gd name="connsiteX9" fmla="*/ 26191 w 53267"/>
                <a:gd name="connsiteY9" fmla="*/ 60157 h 73452"/>
                <a:gd name="connsiteX10" fmla="*/ 35716 w 53267"/>
                <a:gd name="connsiteY10" fmla="*/ 56633 h 73452"/>
                <a:gd name="connsiteX11" fmla="*/ 38669 w 53267"/>
                <a:gd name="connsiteY11" fmla="*/ 44822 h 73452"/>
                <a:gd name="connsiteX12" fmla="*/ 38669 w 53267"/>
                <a:gd name="connsiteY12" fmla="*/ -136 h 73452"/>
                <a:gd name="connsiteX13" fmla="*/ 52766 w 53267"/>
                <a:gd name="connsiteY13" fmla="*/ -136 h 7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67" h="73452">
                  <a:moveTo>
                    <a:pt x="52766" y="44346"/>
                  </a:moveTo>
                  <a:cubicBezTo>
                    <a:pt x="53495" y="52223"/>
                    <a:pt x="51291" y="60092"/>
                    <a:pt x="46574" y="66444"/>
                  </a:cubicBezTo>
                  <a:cubicBezTo>
                    <a:pt x="41051" y="71429"/>
                    <a:pt x="33696" y="73881"/>
                    <a:pt x="26286" y="73207"/>
                  </a:cubicBezTo>
                  <a:cubicBezTo>
                    <a:pt x="18923" y="73782"/>
                    <a:pt x="11659" y="71222"/>
                    <a:pt x="6284" y="66158"/>
                  </a:cubicBezTo>
                  <a:cubicBezTo>
                    <a:pt x="1508" y="59931"/>
                    <a:pt x="-829" y="52175"/>
                    <a:pt x="-288" y="44346"/>
                  </a:cubicBezTo>
                  <a:lnTo>
                    <a:pt x="-288" y="-136"/>
                  </a:lnTo>
                  <a:lnTo>
                    <a:pt x="13428" y="-136"/>
                  </a:lnTo>
                  <a:lnTo>
                    <a:pt x="13428" y="44822"/>
                  </a:lnTo>
                  <a:cubicBezTo>
                    <a:pt x="13153" y="48922"/>
                    <a:pt x="14296" y="52991"/>
                    <a:pt x="16666" y="56347"/>
                  </a:cubicBezTo>
                  <a:cubicBezTo>
                    <a:pt x="19087" y="59014"/>
                    <a:pt x="22600" y="60419"/>
                    <a:pt x="26191" y="60157"/>
                  </a:cubicBezTo>
                  <a:cubicBezTo>
                    <a:pt x="29731" y="60450"/>
                    <a:pt x="33219" y="59160"/>
                    <a:pt x="35716" y="56633"/>
                  </a:cubicBezTo>
                  <a:cubicBezTo>
                    <a:pt x="38028" y="53152"/>
                    <a:pt x="39070" y="48981"/>
                    <a:pt x="38669" y="44822"/>
                  </a:cubicBezTo>
                  <a:lnTo>
                    <a:pt x="38669" y="-136"/>
                  </a:lnTo>
                  <a:lnTo>
                    <a:pt x="52766" y="-136"/>
                  </a:lnTo>
                  <a:close/>
                </a:path>
              </a:pathLst>
            </a:custGeom>
            <a:grpFill/>
            <a:ln w="9525" cap="flat">
              <a:noFill/>
              <a:prstDash val="solid"/>
              <a:miter/>
            </a:ln>
          </p:spPr>
          <p:txBody>
            <a:bodyPr rtlCol="0" anchor="ctr"/>
            <a:lstStyle/>
            <a:p>
              <a:endParaRPr lang="zh-CN" altLang="en-US"/>
            </a:p>
          </p:txBody>
        </p:sp>
        <p:sp>
          <p:nvSpPr>
            <p:cNvPr id="214" name="任意多边形: 形状 213"/>
            <p:cNvSpPr/>
            <p:nvPr/>
          </p:nvSpPr>
          <p:spPr>
            <a:xfrm>
              <a:off x="7992032" y="5368507"/>
              <a:ext cx="190967" cy="255422"/>
            </a:xfrm>
            <a:custGeom>
              <a:avLst/>
              <a:gdLst>
                <a:gd name="connsiteX0" fmla="*/ 19812 w 53339"/>
                <a:gd name="connsiteY0" fmla="*/ 12668 h 71342"/>
                <a:gd name="connsiteX1" fmla="*/ 0 w 53339"/>
                <a:gd name="connsiteY1" fmla="*/ 12668 h 71342"/>
                <a:gd name="connsiteX2" fmla="*/ 0 w 53339"/>
                <a:gd name="connsiteY2" fmla="*/ 6382 h 71342"/>
                <a:gd name="connsiteX3" fmla="*/ 0 w 53339"/>
                <a:gd name="connsiteY3" fmla="*/ 0 h 71342"/>
                <a:gd name="connsiteX4" fmla="*/ 53340 w 53339"/>
                <a:gd name="connsiteY4" fmla="*/ 0 h 71342"/>
                <a:gd name="connsiteX5" fmla="*/ 53340 w 53339"/>
                <a:gd name="connsiteY5" fmla="*/ 6286 h 71342"/>
                <a:gd name="connsiteX6" fmla="*/ 53340 w 53339"/>
                <a:gd name="connsiteY6" fmla="*/ 12668 h 71342"/>
                <a:gd name="connsiteX7" fmla="*/ 33528 w 53339"/>
                <a:gd name="connsiteY7" fmla="*/ 12668 h 71342"/>
                <a:gd name="connsiteX8" fmla="*/ 33528 w 53339"/>
                <a:gd name="connsiteY8" fmla="*/ 71342 h 71342"/>
                <a:gd name="connsiteX9" fmla="*/ 26670 w 53339"/>
                <a:gd name="connsiteY9" fmla="*/ 71342 h 71342"/>
                <a:gd name="connsiteX10" fmla="*/ 19812 w 53339"/>
                <a:gd name="connsiteY10" fmla="*/ 71342 h 71342"/>
                <a:gd name="connsiteX11" fmla="*/ 19812 w 53339"/>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39"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215" name="任意多边形: 形状 214"/>
            <p:cNvSpPr/>
            <p:nvPr/>
          </p:nvSpPr>
          <p:spPr>
            <a:xfrm>
              <a:off x="8225289" y="5368507"/>
              <a:ext cx="178694" cy="255422"/>
            </a:xfrm>
            <a:custGeom>
              <a:avLst/>
              <a:gdLst>
                <a:gd name="connsiteX0" fmla="*/ 0 w 49911"/>
                <a:gd name="connsiteY0" fmla="*/ 71342 h 71342"/>
                <a:gd name="connsiteX1" fmla="*/ 0 w 49911"/>
                <a:gd name="connsiteY1" fmla="*/ 0 h 71342"/>
                <a:gd name="connsiteX2" fmla="*/ 48387 w 49911"/>
                <a:gd name="connsiteY2" fmla="*/ 0 h 71342"/>
                <a:gd name="connsiteX3" fmla="*/ 48387 w 49911"/>
                <a:gd name="connsiteY3" fmla="*/ 6286 h 71342"/>
                <a:gd name="connsiteX4" fmla="*/ 48387 w 49911"/>
                <a:gd name="connsiteY4" fmla="*/ 12668 h 71342"/>
                <a:gd name="connsiteX5" fmla="*/ 13716 w 49911"/>
                <a:gd name="connsiteY5" fmla="*/ 12668 h 71342"/>
                <a:gd name="connsiteX6" fmla="*/ 13716 w 49911"/>
                <a:gd name="connsiteY6" fmla="*/ 27813 h 71342"/>
                <a:gd name="connsiteX7" fmla="*/ 45815 w 49911"/>
                <a:gd name="connsiteY7" fmla="*/ 27813 h 71342"/>
                <a:gd name="connsiteX8" fmla="*/ 45815 w 49911"/>
                <a:gd name="connsiteY8" fmla="*/ 33909 h 71342"/>
                <a:gd name="connsiteX9" fmla="*/ 45815 w 49911"/>
                <a:gd name="connsiteY9" fmla="*/ 40100 h 71342"/>
                <a:gd name="connsiteX10" fmla="*/ 13716 w 49911"/>
                <a:gd name="connsiteY10" fmla="*/ 40100 h 71342"/>
                <a:gd name="connsiteX11" fmla="*/ 13716 w 49911"/>
                <a:gd name="connsiteY11" fmla="*/ 58674 h 71342"/>
                <a:gd name="connsiteX12" fmla="*/ 49911 w 49911"/>
                <a:gd name="connsiteY12" fmla="*/ 58674 h 71342"/>
                <a:gd name="connsiteX13" fmla="*/ 49911 w 49911"/>
                <a:gd name="connsiteY13" fmla="*/ 65056 h 71342"/>
                <a:gd name="connsiteX14" fmla="*/ 49911 w 49911"/>
                <a:gd name="connsiteY14" fmla="*/ 71342 h 71342"/>
                <a:gd name="connsiteX15" fmla="*/ 0 w 49911"/>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911" h="71342">
                  <a:moveTo>
                    <a:pt x="0" y="71342"/>
                  </a:moveTo>
                  <a:lnTo>
                    <a:pt x="0" y="0"/>
                  </a:lnTo>
                  <a:lnTo>
                    <a:pt x="48387" y="0"/>
                  </a:lnTo>
                  <a:lnTo>
                    <a:pt x="48387" y="6286"/>
                  </a:lnTo>
                  <a:lnTo>
                    <a:pt x="48387" y="12668"/>
                  </a:lnTo>
                  <a:lnTo>
                    <a:pt x="13716" y="12668"/>
                  </a:lnTo>
                  <a:lnTo>
                    <a:pt x="13716" y="27813"/>
                  </a:lnTo>
                  <a:lnTo>
                    <a:pt x="45815" y="27813"/>
                  </a:lnTo>
                  <a:lnTo>
                    <a:pt x="45815" y="33909"/>
                  </a:lnTo>
                  <a:lnTo>
                    <a:pt x="45815" y="40100"/>
                  </a:lnTo>
                  <a:lnTo>
                    <a:pt x="13716" y="40100"/>
                  </a:lnTo>
                  <a:lnTo>
                    <a:pt x="13716" y="58674"/>
                  </a:lnTo>
                  <a:lnTo>
                    <a:pt x="49911" y="58674"/>
                  </a:lnTo>
                  <a:lnTo>
                    <a:pt x="49911" y="65056"/>
                  </a:lnTo>
                  <a:lnTo>
                    <a:pt x="49911" y="71342"/>
                  </a:lnTo>
                  <a:lnTo>
                    <a:pt x="0" y="71342"/>
                  </a:lnTo>
                  <a:close/>
                </a:path>
              </a:pathLst>
            </a:custGeom>
            <a:grpFill/>
            <a:ln w="9525" cap="flat">
              <a:noFill/>
              <a:prstDash val="solid"/>
              <a:miter/>
            </a:ln>
          </p:spPr>
          <p:txBody>
            <a:bodyPr rtlCol="0" anchor="ctr"/>
            <a:lstStyle/>
            <a:p>
              <a:endParaRPr lang="zh-CN" altLang="en-US"/>
            </a:p>
          </p:txBody>
        </p:sp>
        <p:sp>
          <p:nvSpPr>
            <p:cNvPr id="216" name="任意多边形: 形状 215"/>
            <p:cNvSpPr/>
            <p:nvPr/>
          </p:nvSpPr>
          <p:spPr>
            <a:xfrm>
              <a:off x="8550394" y="5362346"/>
              <a:ext cx="226243" cy="269468"/>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grpFill/>
            <a:ln w="9525" cap="flat">
              <a:noFill/>
              <a:prstDash val="solid"/>
              <a:miter/>
            </a:ln>
          </p:spPr>
          <p:txBody>
            <a:bodyPr rtlCol="0" anchor="ctr"/>
            <a:lstStyle/>
            <a:p>
              <a:endParaRPr lang="zh-CN" altLang="en-US"/>
            </a:p>
          </p:txBody>
        </p:sp>
        <p:sp>
          <p:nvSpPr>
            <p:cNvPr id="217" name="任意多边形: 形状 216"/>
            <p:cNvSpPr/>
            <p:nvPr/>
          </p:nvSpPr>
          <p:spPr>
            <a:xfrm>
              <a:off x="8828891" y="5368507"/>
              <a:ext cx="167097" cy="255422"/>
            </a:xfrm>
            <a:custGeom>
              <a:avLst/>
              <a:gdLst>
                <a:gd name="connsiteX0" fmla="*/ 0 w 46672"/>
                <a:gd name="connsiteY0" fmla="*/ 71342 h 71342"/>
                <a:gd name="connsiteX1" fmla="*/ 0 w 46672"/>
                <a:gd name="connsiteY1" fmla="*/ 0 h 71342"/>
                <a:gd name="connsiteX2" fmla="*/ 46672 w 46672"/>
                <a:gd name="connsiteY2" fmla="*/ 0 h 71342"/>
                <a:gd name="connsiteX3" fmla="*/ 46672 w 46672"/>
                <a:gd name="connsiteY3" fmla="*/ 6286 h 71342"/>
                <a:gd name="connsiteX4" fmla="*/ 46672 w 46672"/>
                <a:gd name="connsiteY4" fmla="*/ 12668 h 71342"/>
                <a:gd name="connsiteX5" fmla="*/ 13716 w 46672"/>
                <a:gd name="connsiteY5" fmla="*/ 12668 h 71342"/>
                <a:gd name="connsiteX6" fmla="*/ 13716 w 46672"/>
                <a:gd name="connsiteY6" fmla="*/ 28861 h 71342"/>
                <a:gd name="connsiteX7" fmla="*/ 42482 w 46672"/>
                <a:gd name="connsiteY7" fmla="*/ 28861 h 71342"/>
                <a:gd name="connsiteX8" fmla="*/ 42482 w 46672"/>
                <a:gd name="connsiteY8" fmla="*/ 35052 h 71342"/>
                <a:gd name="connsiteX9" fmla="*/ 42482 w 46672"/>
                <a:gd name="connsiteY9" fmla="*/ 41148 h 71342"/>
                <a:gd name="connsiteX10" fmla="*/ 13716 w 46672"/>
                <a:gd name="connsiteY10" fmla="*/ 41148 h 71342"/>
                <a:gd name="connsiteX11" fmla="*/ 13716 w 46672"/>
                <a:gd name="connsiteY11" fmla="*/ 71342 h 71342"/>
                <a:gd name="connsiteX12" fmla="*/ 6858 w 46672"/>
                <a:gd name="connsiteY12" fmla="*/ 71342 h 71342"/>
                <a:gd name="connsiteX13" fmla="*/ 0 w 46672"/>
                <a:gd name="connsiteY13"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672" h="71342">
                  <a:moveTo>
                    <a:pt x="0" y="71342"/>
                  </a:moveTo>
                  <a:lnTo>
                    <a:pt x="0" y="0"/>
                  </a:lnTo>
                  <a:lnTo>
                    <a:pt x="46672" y="0"/>
                  </a:lnTo>
                  <a:lnTo>
                    <a:pt x="46672" y="6286"/>
                  </a:lnTo>
                  <a:lnTo>
                    <a:pt x="46672" y="12668"/>
                  </a:lnTo>
                  <a:lnTo>
                    <a:pt x="13716" y="12668"/>
                  </a:lnTo>
                  <a:lnTo>
                    <a:pt x="13716" y="28861"/>
                  </a:lnTo>
                  <a:lnTo>
                    <a:pt x="42482" y="28861"/>
                  </a:lnTo>
                  <a:lnTo>
                    <a:pt x="42482" y="35052"/>
                  </a:lnTo>
                  <a:lnTo>
                    <a:pt x="42482" y="41148"/>
                  </a:lnTo>
                  <a:lnTo>
                    <a:pt x="13716" y="41148"/>
                  </a:lnTo>
                  <a:lnTo>
                    <a:pt x="13716" y="71342"/>
                  </a:lnTo>
                  <a:lnTo>
                    <a:pt x="6858" y="71342"/>
                  </a:lnTo>
                  <a:lnTo>
                    <a:pt x="0" y="71342"/>
                  </a:lnTo>
                  <a:close/>
                </a:path>
              </a:pathLst>
            </a:custGeom>
            <a:grpFill/>
            <a:ln w="9525" cap="flat">
              <a:noFill/>
              <a:prstDash val="solid"/>
              <a:miter/>
            </a:ln>
          </p:spPr>
          <p:txBody>
            <a:bodyPr rtlCol="0" anchor="ctr"/>
            <a:lstStyle/>
            <a:p>
              <a:endParaRPr lang="zh-CN" altLang="en-US"/>
            </a:p>
          </p:txBody>
        </p:sp>
        <p:sp>
          <p:nvSpPr>
            <p:cNvPr id="218" name="任意多边形: 形状 217"/>
            <p:cNvSpPr/>
            <p:nvPr/>
          </p:nvSpPr>
          <p:spPr>
            <a:xfrm>
              <a:off x="9125575" y="5368507"/>
              <a:ext cx="191311" cy="255422"/>
            </a:xfrm>
            <a:custGeom>
              <a:avLst/>
              <a:gdLst>
                <a:gd name="connsiteX0" fmla="*/ 19907 w 53435"/>
                <a:gd name="connsiteY0" fmla="*/ 12668 h 71342"/>
                <a:gd name="connsiteX1" fmla="*/ 0 w 53435"/>
                <a:gd name="connsiteY1" fmla="*/ 12668 h 71342"/>
                <a:gd name="connsiteX2" fmla="*/ 0 w 53435"/>
                <a:gd name="connsiteY2" fmla="*/ 6382 h 71342"/>
                <a:gd name="connsiteX3" fmla="*/ 0 w 53435"/>
                <a:gd name="connsiteY3" fmla="*/ 0 h 71342"/>
                <a:gd name="connsiteX4" fmla="*/ 53435 w 53435"/>
                <a:gd name="connsiteY4" fmla="*/ 0 h 71342"/>
                <a:gd name="connsiteX5" fmla="*/ 53435 w 53435"/>
                <a:gd name="connsiteY5" fmla="*/ 6286 h 71342"/>
                <a:gd name="connsiteX6" fmla="*/ 53435 w 53435"/>
                <a:gd name="connsiteY6" fmla="*/ 12668 h 71342"/>
                <a:gd name="connsiteX7" fmla="*/ 33528 w 53435"/>
                <a:gd name="connsiteY7" fmla="*/ 12668 h 71342"/>
                <a:gd name="connsiteX8" fmla="*/ 33528 w 53435"/>
                <a:gd name="connsiteY8" fmla="*/ 71342 h 71342"/>
                <a:gd name="connsiteX9" fmla="*/ 26765 w 53435"/>
                <a:gd name="connsiteY9" fmla="*/ 71342 h 71342"/>
                <a:gd name="connsiteX10" fmla="*/ 19907 w 53435"/>
                <a:gd name="connsiteY10" fmla="*/ 71342 h 71342"/>
                <a:gd name="connsiteX11" fmla="*/ 19907 w 53435"/>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35" h="71342">
                  <a:moveTo>
                    <a:pt x="19907" y="12668"/>
                  </a:moveTo>
                  <a:lnTo>
                    <a:pt x="0" y="12668"/>
                  </a:lnTo>
                  <a:lnTo>
                    <a:pt x="0" y="6382"/>
                  </a:lnTo>
                  <a:lnTo>
                    <a:pt x="0" y="0"/>
                  </a:lnTo>
                  <a:lnTo>
                    <a:pt x="53435" y="0"/>
                  </a:lnTo>
                  <a:lnTo>
                    <a:pt x="53435" y="6286"/>
                  </a:lnTo>
                  <a:lnTo>
                    <a:pt x="53435" y="12668"/>
                  </a:lnTo>
                  <a:lnTo>
                    <a:pt x="33528" y="12668"/>
                  </a:lnTo>
                  <a:lnTo>
                    <a:pt x="33528" y="71342"/>
                  </a:lnTo>
                  <a:lnTo>
                    <a:pt x="26765" y="71342"/>
                  </a:lnTo>
                  <a:lnTo>
                    <a:pt x="19907" y="71342"/>
                  </a:lnTo>
                  <a:lnTo>
                    <a:pt x="19907" y="12668"/>
                  </a:lnTo>
                  <a:close/>
                </a:path>
              </a:pathLst>
            </a:custGeom>
            <a:grpFill/>
            <a:ln w="9525" cap="flat">
              <a:noFill/>
              <a:prstDash val="solid"/>
              <a:miter/>
            </a:ln>
          </p:spPr>
          <p:txBody>
            <a:bodyPr rtlCol="0" anchor="ctr"/>
            <a:lstStyle/>
            <a:p>
              <a:endParaRPr lang="zh-CN" altLang="en-US"/>
            </a:p>
          </p:txBody>
        </p:sp>
        <p:sp>
          <p:nvSpPr>
            <p:cNvPr id="219" name="任意多边形: 形状 218"/>
            <p:cNvSpPr/>
            <p:nvPr/>
          </p:nvSpPr>
          <p:spPr>
            <a:xfrm>
              <a:off x="9359176" y="5368507"/>
              <a:ext cx="178350" cy="255422"/>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grpFill/>
            <a:ln w="9525" cap="flat">
              <a:noFill/>
              <a:prstDash val="solid"/>
              <a:miter/>
            </a:ln>
          </p:spPr>
          <p:txBody>
            <a:bodyPr rtlCol="0" anchor="ctr"/>
            <a:lstStyle/>
            <a:p>
              <a:endParaRPr lang="zh-CN" altLang="en-US"/>
            </a:p>
          </p:txBody>
        </p:sp>
        <p:sp>
          <p:nvSpPr>
            <p:cNvPr id="220" name="任意多边形: 形状 219"/>
            <p:cNvSpPr/>
            <p:nvPr/>
          </p:nvSpPr>
          <p:spPr>
            <a:xfrm>
              <a:off x="9582992" y="5361619"/>
              <a:ext cx="210640" cy="269550"/>
            </a:xfrm>
            <a:custGeom>
              <a:avLst/>
              <a:gdLst>
                <a:gd name="connsiteX0" fmla="*/ 57898 w 58834"/>
                <a:gd name="connsiteY0" fmla="*/ 48174 h 75288"/>
                <a:gd name="connsiteX1" fmla="*/ 48944 w 58834"/>
                <a:gd name="connsiteY1" fmla="*/ 67796 h 75288"/>
                <a:gd name="connsiteX2" fmla="*/ 29894 w 58834"/>
                <a:gd name="connsiteY2" fmla="*/ 75130 h 75288"/>
                <a:gd name="connsiteX3" fmla="*/ 7891 w 58834"/>
                <a:gd name="connsiteY3" fmla="*/ 65034 h 75288"/>
                <a:gd name="connsiteX4" fmla="*/ -300 w 58834"/>
                <a:gd name="connsiteY4" fmla="*/ 37887 h 75288"/>
                <a:gd name="connsiteX5" fmla="*/ 7891 w 58834"/>
                <a:gd name="connsiteY5" fmla="*/ 10170 h 75288"/>
                <a:gd name="connsiteX6" fmla="*/ 29894 w 58834"/>
                <a:gd name="connsiteY6" fmla="*/ -117 h 75288"/>
                <a:gd name="connsiteX7" fmla="*/ 48944 w 58834"/>
                <a:gd name="connsiteY7" fmla="*/ 6741 h 75288"/>
                <a:gd name="connsiteX8" fmla="*/ 58469 w 58834"/>
                <a:gd name="connsiteY8" fmla="*/ 25314 h 75288"/>
                <a:gd name="connsiteX9" fmla="*/ 44753 w 58834"/>
                <a:gd name="connsiteY9" fmla="*/ 25314 h 75288"/>
                <a:gd name="connsiteX10" fmla="*/ 40181 w 58834"/>
                <a:gd name="connsiteY10" fmla="*/ 15789 h 75288"/>
                <a:gd name="connsiteX11" fmla="*/ 30656 w 58834"/>
                <a:gd name="connsiteY11" fmla="*/ 12360 h 75288"/>
                <a:gd name="connsiteX12" fmla="*/ 18655 w 58834"/>
                <a:gd name="connsiteY12" fmla="*/ 19028 h 75288"/>
                <a:gd name="connsiteX13" fmla="*/ 14368 w 58834"/>
                <a:gd name="connsiteY13" fmla="*/ 37411 h 75288"/>
                <a:gd name="connsiteX14" fmla="*/ 18655 w 58834"/>
                <a:gd name="connsiteY14" fmla="*/ 55318 h 75288"/>
                <a:gd name="connsiteX15" fmla="*/ 39019 w 58834"/>
                <a:gd name="connsiteY15" fmla="*/ 59269 h 75288"/>
                <a:gd name="connsiteX16" fmla="*/ 40657 w 58834"/>
                <a:gd name="connsiteY16" fmla="*/ 57985 h 75288"/>
                <a:gd name="connsiteX17" fmla="*/ 45229 w 58834"/>
                <a:gd name="connsiteY17" fmla="*/ 47793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834" h="75288">
                  <a:moveTo>
                    <a:pt x="57898" y="48174"/>
                  </a:moveTo>
                  <a:cubicBezTo>
                    <a:pt x="57422" y="55592"/>
                    <a:pt x="54235" y="62576"/>
                    <a:pt x="48944" y="67796"/>
                  </a:cubicBezTo>
                  <a:cubicBezTo>
                    <a:pt x="43796" y="72635"/>
                    <a:pt x="36958" y="75267"/>
                    <a:pt x="29894" y="75130"/>
                  </a:cubicBezTo>
                  <a:cubicBezTo>
                    <a:pt x="21367" y="75479"/>
                    <a:pt x="13188" y="71726"/>
                    <a:pt x="7891" y="65034"/>
                  </a:cubicBezTo>
                  <a:cubicBezTo>
                    <a:pt x="2076" y="57219"/>
                    <a:pt x="-823" y="47615"/>
                    <a:pt x="-300" y="37887"/>
                  </a:cubicBezTo>
                  <a:cubicBezTo>
                    <a:pt x="-845" y="27980"/>
                    <a:pt x="2049" y="18189"/>
                    <a:pt x="7891" y="10170"/>
                  </a:cubicBezTo>
                  <a:cubicBezTo>
                    <a:pt x="13138" y="3393"/>
                    <a:pt x="21330" y="-437"/>
                    <a:pt x="29894" y="-117"/>
                  </a:cubicBezTo>
                  <a:cubicBezTo>
                    <a:pt x="36879" y="-297"/>
                    <a:pt x="43676" y="2151"/>
                    <a:pt x="48944" y="6741"/>
                  </a:cubicBezTo>
                  <a:cubicBezTo>
                    <a:pt x="54348" y="11509"/>
                    <a:pt x="57750" y="18143"/>
                    <a:pt x="58469" y="25314"/>
                  </a:cubicBezTo>
                  <a:lnTo>
                    <a:pt x="44753" y="25314"/>
                  </a:lnTo>
                  <a:cubicBezTo>
                    <a:pt x="44522" y="21667"/>
                    <a:pt x="42882" y="18251"/>
                    <a:pt x="40181" y="15789"/>
                  </a:cubicBezTo>
                  <a:cubicBezTo>
                    <a:pt x="37514" y="13552"/>
                    <a:pt x="34138" y="12337"/>
                    <a:pt x="30656" y="12360"/>
                  </a:cubicBezTo>
                  <a:cubicBezTo>
                    <a:pt x="25746" y="12257"/>
                    <a:pt x="21161" y="14804"/>
                    <a:pt x="18655" y="19028"/>
                  </a:cubicBezTo>
                  <a:cubicBezTo>
                    <a:pt x="15500" y="24621"/>
                    <a:pt x="14013" y="31000"/>
                    <a:pt x="14368" y="37411"/>
                  </a:cubicBezTo>
                  <a:cubicBezTo>
                    <a:pt x="14018" y="43670"/>
                    <a:pt x="15508" y="49896"/>
                    <a:pt x="18655" y="55318"/>
                  </a:cubicBezTo>
                  <a:cubicBezTo>
                    <a:pt x="23187" y="62033"/>
                    <a:pt x="32305" y="63801"/>
                    <a:pt x="39019" y="59269"/>
                  </a:cubicBezTo>
                  <a:cubicBezTo>
                    <a:pt x="39595" y="58880"/>
                    <a:pt x="40142" y="58451"/>
                    <a:pt x="40657" y="57985"/>
                  </a:cubicBezTo>
                  <a:cubicBezTo>
                    <a:pt x="43349" y="55242"/>
                    <a:pt x="44971" y="51627"/>
                    <a:pt x="45229" y="47793"/>
                  </a:cubicBezTo>
                  <a:close/>
                </a:path>
              </a:pathLst>
            </a:custGeom>
            <a:grpFill/>
            <a:ln w="9525" cap="flat">
              <a:noFill/>
              <a:prstDash val="solid"/>
              <a:miter/>
            </a:ln>
          </p:spPr>
          <p:txBody>
            <a:bodyPr rtlCol="0" anchor="ctr"/>
            <a:lstStyle/>
            <a:p>
              <a:endParaRPr lang="zh-CN" altLang="en-US"/>
            </a:p>
          </p:txBody>
        </p:sp>
        <p:sp>
          <p:nvSpPr>
            <p:cNvPr id="221" name="任意多边形: 形状 220"/>
            <p:cNvSpPr/>
            <p:nvPr/>
          </p:nvSpPr>
          <p:spPr>
            <a:xfrm>
              <a:off x="9838646" y="5368507"/>
              <a:ext cx="189947" cy="255422"/>
            </a:xfrm>
            <a:custGeom>
              <a:avLst/>
              <a:gdLst>
                <a:gd name="connsiteX0" fmla="*/ 0 w 53054"/>
                <a:gd name="connsiteY0" fmla="*/ 0 h 71342"/>
                <a:gd name="connsiteX1" fmla="*/ 6763 w 53054"/>
                <a:gd name="connsiteY1" fmla="*/ 0 h 71342"/>
                <a:gd name="connsiteX2" fmla="*/ 13621 w 53054"/>
                <a:gd name="connsiteY2" fmla="*/ 0 h 71342"/>
                <a:gd name="connsiteX3" fmla="*/ 13621 w 53054"/>
                <a:gd name="connsiteY3" fmla="*/ 26765 h 71342"/>
                <a:gd name="connsiteX4" fmla="*/ 39338 w 53054"/>
                <a:gd name="connsiteY4" fmla="*/ 26765 h 71342"/>
                <a:gd name="connsiteX5" fmla="*/ 39338 w 53054"/>
                <a:gd name="connsiteY5" fmla="*/ 0 h 71342"/>
                <a:gd name="connsiteX6" fmla="*/ 46196 w 53054"/>
                <a:gd name="connsiteY6" fmla="*/ 0 h 71342"/>
                <a:gd name="connsiteX7" fmla="*/ 53054 w 53054"/>
                <a:gd name="connsiteY7" fmla="*/ 0 h 71342"/>
                <a:gd name="connsiteX8" fmla="*/ 53054 w 53054"/>
                <a:gd name="connsiteY8" fmla="*/ 71342 h 71342"/>
                <a:gd name="connsiteX9" fmla="*/ 46196 w 53054"/>
                <a:gd name="connsiteY9" fmla="*/ 71342 h 71342"/>
                <a:gd name="connsiteX10" fmla="*/ 39338 w 53054"/>
                <a:gd name="connsiteY10" fmla="*/ 71342 h 71342"/>
                <a:gd name="connsiteX11" fmla="*/ 39338 w 53054"/>
                <a:gd name="connsiteY11" fmla="*/ 39053 h 71342"/>
                <a:gd name="connsiteX12" fmla="*/ 13621 w 53054"/>
                <a:gd name="connsiteY12" fmla="*/ 39053 h 71342"/>
                <a:gd name="connsiteX13" fmla="*/ 13621 w 53054"/>
                <a:gd name="connsiteY13" fmla="*/ 71342 h 71342"/>
                <a:gd name="connsiteX14" fmla="*/ 6858 w 53054"/>
                <a:gd name="connsiteY14" fmla="*/ 71342 h 71342"/>
                <a:gd name="connsiteX15" fmla="*/ 0 w 53054"/>
                <a:gd name="connsiteY15" fmla="*/ 71342 h 71342"/>
                <a:gd name="connsiteX16" fmla="*/ 0 w 53054"/>
                <a:gd name="connsiteY1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54" h="71342">
                  <a:moveTo>
                    <a:pt x="0" y="0"/>
                  </a:moveTo>
                  <a:lnTo>
                    <a:pt x="6763" y="0"/>
                  </a:lnTo>
                  <a:lnTo>
                    <a:pt x="13621" y="0"/>
                  </a:lnTo>
                  <a:lnTo>
                    <a:pt x="13621" y="26765"/>
                  </a:lnTo>
                  <a:lnTo>
                    <a:pt x="39338" y="26765"/>
                  </a:lnTo>
                  <a:lnTo>
                    <a:pt x="39338" y="0"/>
                  </a:lnTo>
                  <a:lnTo>
                    <a:pt x="46196" y="0"/>
                  </a:lnTo>
                  <a:lnTo>
                    <a:pt x="53054" y="0"/>
                  </a:lnTo>
                  <a:lnTo>
                    <a:pt x="53054" y="71342"/>
                  </a:lnTo>
                  <a:lnTo>
                    <a:pt x="46196" y="71342"/>
                  </a:lnTo>
                  <a:lnTo>
                    <a:pt x="39338" y="71342"/>
                  </a:lnTo>
                  <a:lnTo>
                    <a:pt x="39338" y="39053"/>
                  </a:lnTo>
                  <a:lnTo>
                    <a:pt x="13621" y="39053"/>
                  </a:lnTo>
                  <a:lnTo>
                    <a:pt x="13621"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222" name="任意多边形: 形状 221"/>
            <p:cNvSpPr/>
            <p:nvPr/>
          </p:nvSpPr>
          <p:spPr>
            <a:xfrm>
              <a:off x="10087592" y="5368507"/>
              <a:ext cx="191651" cy="255422"/>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288 w 53530"/>
                <a:gd name="connsiteY5" fmla="*/ 0 h 71342"/>
                <a:gd name="connsiteX6" fmla="*/ 40672 w 53530"/>
                <a:gd name="connsiteY6" fmla="*/ 50102 h 71342"/>
                <a:gd name="connsiteX7" fmla="*/ 40672 w 53530"/>
                <a:gd name="connsiteY7" fmla="*/ 0 h 71342"/>
                <a:gd name="connsiteX8" fmla="*/ 47054 w 53530"/>
                <a:gd name="connsiteY8" fmla="*/ 0 h 71342"/>
                <a:gd name="connsiteX9" fmla="*/ 53530 w 53530"/>
                <a:gd name="connsiteY9" fmla="*/ 0 h 71342"/>
                <a:gd name="connsiteX10" fmla="*/ 53530 w 53530"/>
                <a:gd name="connsiteY10" fmla="*/ 71342 h 71342"/>
                <a:gd name="connsiteX11" fmla="*/ 46672 w 53530"/>
                <a:gd name="connsiteY11" fmla="*/ 71342 h 71342"/>
                <a:gd name="connsiteX12" fmla="*/ 39814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288" y="0"/>
                  </a:lnTo>
                  <a:lnTo>
                    <a:pt x="40672" y="50102"/>
                  </a:lnTo>
                  <a:lnTo>
                    <a:pt x="40672" y="0"/>
                  </a:lnTo>
                  <a:lnTo>
                    <a:pt x="47054" y="0"/>
                  </a:lnTo>
                  <a:lnTo>
                    <a:pt x="53530" y="0"/>
                  </a:lnTo>
                  <a:lnTo>
                    <a:pt x="53530" y="71342"/>
                  </a:lnTo>
                  <a:lnTo>
                    <a:pt x="46672" y="71342"/>
                  </a:lnTo>
                  <a:lnTo>
                    <a:pt x="39814" y="71342"/>
                  </a:lnTo>
                  <a:lnTo>
                    <a:pt x="12763" y="19907"/>
                  </a:lnTo>
                  <a:lnTo>
                    <a:pt x="12763" y="71342"/>
                  </a:lnTo>
                  <a:close/>
                </a:path>
              </a:pathLst>
            </a:custGeom>
            <a:grpFill/>
            <a:ln w="9525" cap="flat">
              <a:noFill/>
              <a:prstDash val="solid"/>
              <a:miter/>
            </a:ln>
          </p:spPr>
          <p:txBody>
            <a:bodyPr rtlCol="0" anchor="ctr"/>
            <a:lstStyle/>
            <a:p>
              <a:endParaRPr lang="zh-CN" altLang="en-US"/>
            </a:p>
          </p:txBody>
        </p:sp>
        <p:sp>
          <p:nvSpPr>
            <p:cNvPr id="223" name="任意多边形: 形状 222"/>
            <p:cNvSpPr/>
            <p:nvPr/>
          </p:nvSpPr>
          <p:spPr>
            <a:xfrm>
              <a:off x="10328808" y="5362346"/>
              <a:ext cx="226243" cy="269468"/>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grpFill/>
            <a:ln w="9525" cap="flat">
              <a:noFill/>
              <a:prstDash val="solid"/>
              <a:miter/>
            </a:ln>
          </p:spPr>
          <p:txBody>
            <a:bodyPr rtlCol="0" anchor="ctr"/>
            <a:lstStyle/>
            <a:p>
              <a:endParaRPr lang="zh-CN" altLang="en-US"/>
            </a:p>
          </p:txBody>
        </p:sp>
        <p:sp>
          <p:nvSpPr>
            <p:cNvPr id="224" name="任意多边形: 形状 223"/>
            <p:cNvSpPr/>
            <p:nvPr/>
          </p:nvSpPr>
          <p:spPr>
            <a:xfrm>
              <a:off x="10607305" y="5368507"/>
              <a:ext cx="165733" cy="255422"/>
            </a:xfrm>
            <a:custGeom>
              <a:avLst/>
              <a:gdLst>
                <a:gd name="connsiteX0" fmla="*/ 0 w 46291"/>
                <a:gd name="connsiteY0" fmla="*/ 71342 h 71342"/>
                <a:gd name="connsiteX1" fmla="*/ 0 w 46291"/>
                <a:gd name="connsiteY1" fmla="*/ 0 h 71342"/>
                <a:gd name="connsiteX2" fmla="*/ 6858 w 46291"/>
                <a:gd name="connsiteY2" fmla="*/ 0 h 71342"/>
                <a:gd name="connsiteX3" fmla="*/ 13716 w 46291"/>
                <a:gd name="connsiteY3" fmla="*/ 0 h 71342"/>
                <a:gd name="connsiteX4" fmla="*/ 13716 w 46291"/>
                <a:gd name="connsiteY4" fmla="*/ 58674 h 71342"/>
                <a:gd name="connsiteX5" fmla="*/ 46292 w 46291"/>
                <a:gd name="connsiteY5" fmla="*/ 58674 h 71342"/>
                <a:gd name="connsiteX6" fmla="*/ 46292 w 46291"/>
                <a:gd name="connsiteY6" fmla="*/ 65056 h 71342"/>
                <a:gd name="connsiteX7" fmla="*/ 46292 w 46291"/>
                <a:gd name="connsiteY7" fmla="*/ 71342 h 71342"/>
                <a:gd name="connsiteX8" fmla="*/ 0 w 46291"/>
                <a:gd name="connsiteY8"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91" h="71342">
                  <a:moveTo>
                    <a:pt x="0" y="71342"/>
                  </a:moveTo>
                  <a:lnTo>
                    <a:pt x="0" y="0"/>
                  </a:lnTo>
                  <a:lnTo>
                    <a:pt x="6858" y="0"/>
                  </a:lnTo>
                  <a:lnTo>
                    <a:pt x="13716" y="0"/>
                  </a:lnTo>
                  <a:lnTo>
                    <a:pt x="13716" y="58674"/>
                  </a:lnTo>
                  <a:lnTo>
                    <a:pt x="46292" y="58674"/>
                  </a:lnTo>
                  <a:lnTo>
                    <a:pt x="46292" y="65056"/>
                  </a:lnTo>
                  <a:lnTo>
                    <a:pt x="46292" y="71342"/>
                  </a:lnTo>
                  <a:lnTo>
                    <a:pt x="0" y="71342"/>
                  </a:lnTo>
                  <a:close/>
                </a:path>
              </a:pathLst>
            </a:custGeom>
            <a:grpFill/>
            <a:ln w="9525" cap="flat">
              <a:noFill/>
              <a:prstDash val="solid"/>
              <a:miter/>
            </a:ln>
          </p:spPr>
          <p:txBody>
            <a:bodyPr rtlCol="0" anchor="ctr"/>
            <a:lstStyle/>
            <a:p>
              <a:endParaRPr lang="zh-CN" altLang="en-US"/>
            </a:p>
          </p:txBody>
        </p:sp>
        <p:sp>
          <p:nvSpPr>
            <p:cNvPr id="225" name="任意多边形: 形状 224"/>
            <p:cNvSpPr/>
            <p:nvPr/>
          </p:nvSpPr>
          <p:spPr>
            <a:xfrm>
              <a:off x="10809635" y="5362364"/>
              <a:ext cx="226565" cy="269425"/>
            </a:xfrm>
            <a:custGeom>
              <a:avLst/>
              <a:gdLst>
                <a:gd name="connsiteX0" fmla="*/ 8273 w 63282"/>
                <a:gd name="connsiteY0" fmla="*/ 65016 h 75253"/>
                <a:gd name="connsiteX1" fmla="*/ -300 w 63282"/>
                <a:gd name="connsiteY1" fmla="*/ 37870 h 75253"/>
                <a:gd name="connsiteX2" fmla="*/ 8273 w 63282"/>
                <a:gd name="connsiteY2" fmla="*/ 10152 h 75253"/>
                <a:gd name="connsiteX3" fmla="*/ 51850 w 63282"/>
                <a:gd name="connsiteY3" fmla="*/ 7722 h 75253"/>
                <a:gd name="connsiteX4" fmla="*/ 54279 w 63282"/>
                <a:gd name="connsiteY4" fmla="*/ 10152 h 75253"/>
                <a:gd name="connsiteX5" fmla="*/ 62852 w 63282"/>
                <a:gd name="connsiteY5" fmla="*/ 37870 h 75253"/>
                <a:gd name="connsiteX6" fmla="*/ 54279 w 63282"/>
                <a:gd name="connsiteY6" fmla="*/ 65016 h 75253"/>
                <a:gd name="connsiteX7" fmla="*/ 10135 w 63282"/>
                <a:gd name="connsiteY7" fmla="*/ 66878 h 75253"/>
                <a:gd name="connsiteX8" fmla="*/ 8273 w 63282"/>
                <a:gd name="connsiteY8" fmla="*/ 65016 h 75253"/>
                <a:gd name="connsiteX9" fmla="*/ 44373 w 63282"/>
                <a:gd name="connsiteY9" fmla="*/ 55491 h 75253"/>
                <a:gd name="connsiteX10" fmla="*/ 49135 w 63282"/>
                <a:gd name="connsiteY10" fmla="*/ 37393 h 75253"/>
                <a:gd name="connsiteX11" fmla="*/ 44373 w 63282"/>
                <a:gd name="connsiteY11" fmla="*/ 18343 h 75253"/>
                <a:gd name="connsiteX12" fmla="*/ 21754 w 63282"/>
                <a:gd name="connsiteY12" fmla="*/ 14769 h 75253"/>
                <a:gd name="connsiteX13" fmla="*/ 18179 w 63282"/>
                <a:gd name="connsiteY13" fmla="*/ 18343 h 75253"/>
                <a:gd name="connsiteX14" fmla="*/ 13416 w 63282"/>
                <a:gd name="connsiteY14" fmla="*/ 37393 h 75253"/>
                <a:gd name="connsiteX15" fmla="*/ 18084 w 63282"/>
                <a:gd name="connsiteY15" fmla="*/ 55491 h 75253"/>
                <a:gd name="connsiteX16" fmla="*/ 41007 w 63282"/>
                <a:gd name="connsiteY16" fmla="*/ 58857 h 75253"/>
                <a:gd name="connsiteX17" fmla="*/ 44372 w 63282"/>
                <a:gd name="connsiteY17" fmla="*/ 55491 h 7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282" h="75253">
                  <a:moveTo>
                    <a:pt x="8273" y="65016"/>
                  </a:moveTo>
                  <a:cubicBezTo>
                    <a:pt x="2208" y="57312"/>
                    <a:pt x="-840" y="47660"/>
                    <a:pt x="-300" y="37870"/>
                  </a:cubicBezTo>
                  <a:cubicBezTo>
                    <a:pt x="-859" y="27901"/>
                    <a:pt x="2183" y="18064"/>
                    <a:pt x="8273" y="10152"/>
                  </a:cubicBezTo>
                  <a:cubicBezTo>
                    <a:pt x="19636" y="-2552"/>
                    <a:pt x="39145" y="-3640"/>
                    <a:pt x="51850" y="7722"/>
                  </a:cubicBezTo>
                  <a:cubicBezTo>
                    <a:pt x="52704" y="8487"/>
                    <a:pt x="53515" y="9298"/>
                    <a:pt x="54279" y="10152"/>
                  </a:cubicBezTo>
                  <a:cubicBezTo>
                    <a:pt x="60368" y="18064"/>
                    <a:pt x="63410" y="27901"/>
                    <a:pt x="62852" y="37870"/>
                  </a:cubicBezTo>
                  <a:cubicBezTo>
                    <a:pt x="63392" y="47660"/>
                    <a:pt x="60345" y="57312"/>
                    <a:pt x="54279" y="65016"/>
                  </a:cubicBezTo>
                  <a:cubicBezTo>
                    <a:pt x="42604" y="77720"/>
                    <a:pt x="22840" y="78554"/>
                    <a:pt x="10135" y="66878"/>
                  </a:cubicBezTo>
                  <a:cubicBezTo>
                    <a:pt x="9489" y="66284"/>
                    <a:pt x="8867" y="65663"/>
                    <a:pt x="8273" y="65016"/>
                  </a:cubicBezTo>
                  <a:moveTo>
                    <a:pt x="44373" y="55491"/>
                  </a:moveTo>
                  <a:cubicBezTo>
                    <a:pt x="47818" y="50107"/>
                    <a:pt x="49485" y="43776"/>
                    <a:pt x="49135" y="37393"/>
                  </a:cubicBezTo>
                  <a:cubicBezTo>
                    <a:pt x="49590" y="30701"/>
                    <a:pt x="47923" y="24035"/>
                    <a:pt x="44373" y="18343"/>
                  </a:cubicBezTo>
                  <a:cubicBezTo>
                    <a:pt x="39114" y="11110"/>
                    <a:pt x="28987" y="9510"/>
                    <a:pt x="21754" y="14769"/>
                  </a:cubicBezTo>
                  <a:cubicBezTo>
                    <a:pt x="20382" y="15766"/>
                    <a:pt x="19176" y="16972"/>
                    <a:pt x="18179" y="18343"/>
                  </a:cubicBezTo>
                  <a:cubicBezTo>
                    <a:pt x="14629" y="24035"/>
                    <a:pt x="12962" y="30701"/>
                    <a:pt x="13416" y="37393"/>
                  </a:cubicBezTo>
                  <a:cubicBezTo>
                    <a:pt x="13083" y="43762"/>
                    <a:pt x="14712" y="50078"/>
                    <a:pt x="18084" y="55491"/>
                  </a:cubicBezTo>
                  <a:cubicBezTo>
                    <a:pt x="23484" y="62750"/>
                    <a:pt x="33747" y="64257"/>
                    <a:pt x="41007" y="58857"/>
                  </a:cubicBezTo>
                  <a:cubicBezTo>
                    <a:pt x="42286" y="57904"/>
                    <a:pt x="43420" y="56771"/>
                    <a:pt x="44372" y="55491"/>
                  </a:cubicBezTo>
                </a:path>
              </a:pathLst>
            </a:custGeom>
            <a:grpFill/>
            <a:ln w="9525" cap="flat">
              <a:noFill/>
              <a:prstDash val="solid"/>
              <a:miter/>
            </a:ln>
          </p:spPr>
          <p:txBody>
            <a:bodyPr rtlCol="0" anchor="ctr"/>
            <a:lstStyle/>
            <a:p>
              <a:endParaRPr lang="zh-CN" altLang="en-US"/>
            </a:p>
          </p:txBody>
        </p:sp>
        <p:sp>
          <p:nvSpPr>
            <p:cNvPr id="226" name="任意多边形: 形状 225"/>
            <p:cNvSpPr/>
            <p:nvPr/>
          </p:nvSpPr>
          <p:spPr>
            <a:xfrm>
              <a:off x="11076794" y="5362260"/>
              <a:ext cx="220730" cy="269550"/>
            </a:xfrm>
            <a:custGeom>
              <a:avLst/>
              <a:gdLst>
                <a:gd name="connsiteX0" fmla="*/ 31189 w 61652"/>
                <a:gd name="connsiteY0" fmla="*/ 74570 h 75288"/>
                <a:gd name="connsiteX1" fmla="*/ 8329 w 61652"/>
                <a:gd name="connsiteY1" fmla="*/ 65045 h 75288"/>
                <a:gd name="connsiteX2" fmla="*/ 8329 w 61652"/>
                <a:gd name="connsiteY2" fmla="*/ 10181 h 75288"/>
                <a:gd name="connsiteX3" fmla="*/ 32046 w 61652"/>
                <a:gd name="connsiteY3" fmla="*/ -106 h 75288"/>
                <a:gd name="connsiteX4" fmla="*/ 51763 w 61652"/>
                <a:gd name="connsiteY4" fmla="*/ 6371 h 75288"/>
                <a:gd name="connsiteX5" fmla="*/ 60812 w 61652"/>
                <a:gd name="connsiteY5" fmla="*/ 23897 h 75288"/>
                <a:gd name="connsiteX6" fmla="*/ 47382 w 61652"/>
                <a:gd name="connsiteY6" fmla="*/ 23897 h 75288"/>
                <a:gd name="connsiteX7" fmla="*/ 42524 w 61652"/>
                <a:gd name="connsiteY7" fmla="*/ 15801 h 75288"/>
                <a:gd name="connsiteX8" fmla="*/ 32999 w 61652"/>
                <a:gd name="connsiteY8" fmla="*/ 12277 h 75288"/>
                <a:gd name="connsiteX9" fmla="*/ 18997 w 61652"/>
                <a:gd name="connsiteY9" fmla="*/ 18944 h 75288"/>
                <a:gd name="connsiteX10" fmla="*/ 18997 w 61652"/>
                <a:gd name="connsiteY10" fmla="*/ 56091 h 75288"/>
                <a:gd name="connsiteX11" fmla="*/ 33190 w 61652"/>
                <a:gd name="connsiteY11" fmla="*/ 62473 h 75288"/>
                <a:gd name="connsiteX12" fmla="*/ 33190 w 61652"/>
                <a:gd name="connsiteY12" fmla="*/ 62473 h 75288"/>
                <a:gd name="connsiteX13" fmla="*/ 45572 w 61652"/>
                <a:gd name="connsiteY13" fmla="*/ 55806 h 75288"/>
                <a:gd name="connsiteX14" fmla="*/ 49191 w 61652"/>
                <a:gd name="connsiteY14" fmla="*/ 47043 h 75288"/>
                <a:gd name="connsiteX15" fmla="*/ 33761 w 61652"/>
                <a:gd name="connsiteY15" fmla="*/ 47043 h 75288"/>
                <a:gd name="connsiteX16" fmla="*/ 33761 w 61652"/>
                <a:gd name="connsiteY16" fmla="*/ 34756 h 75288"/>
                <a:gd name="connsiteX17" fmla="*/ 61288 w 61652"/>
                <a:gd name="connsiteY17" fmla="*/ 34756 h 75288"/>
                <a:gd name="connsiteX18" fmla="*/ 61288 w 61652"/>
                <a:gd name="connsiteY18" fmla="*/ 72856 h 75288"/>
                <a:gd name="connsiteX19" fmla="*/ 51763 w 61652"/>
                <a:gd name="connsiteY19" fmla="*/ 72856 h 75288"/>
                <a:gd name="connsiteX20" fmla="*/ 50430 w 61652"/>
                <a:gd name="connsiteY20" fmla="*/ 63331 h 75288"/>
                <a:gd name="connsiteX21" fmla="*/ 50239 w 61652"/>
                <a:gd name="connsiteY21" fmla="*/ 65045 h 75288"/>
                <a:gd name="connsiteX22" fmla="*/ 31189 w 61652"/>
                <a:gd name="connsiteY22" fmla="*/ 75142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652" h="75288">
                  <a:moveTo>
                    <a:pt x="31189" y="74570"/>
                  </a:moveTo>
                  <a:cubicBezTo>
                    <a:pt x="22517" y="75034"/>
                    <a:pt x="14106" y="71529"/>
                    <a:pt x="8329" y="65045"/>
                  </a:cubicBezTo>
                  <a:cubicBezTo>
                    <a:pt x="-3263" y="48594"/>
                    <a:pt x="-3263" y="26632"/>
                    <a:pt x="8329" y="10181"/>
                  </a:cubicBezTo>
                  <a:cubicBezTo>
                    <a:pt x="14242" y="3301"/>
                    <a:pt x="22982" y="-489"/>
                    <a:pt x="32046" y="-106"/>
                  </a:cubicBezTo>
                  <a:cubicBezTo>
                    <a:pt x="39189" y="-430"/>
                    <a:pt x="46203" y="1874"/>
                    <a:pt x="51763" y="6371"/>
                  </a:cubicBezTo>
                  <a:cubicBezTo>
                    <a:pt x="56972" y="10791"/>
                    <a:pt x="60224" y="17090"/>
                    <a:pt x="60812" y="23897"/>
                  </a:cubicBezTo>
                  <a:lnTo>
                    <a:pt x="47382" y="23897"/>
                  </a:lnTo>
                  <a:cubicBezTo>
                    <a:pt x="46906" y="20659"/>
                    <a:pt x="45157" y="17745"/>
                    <a:pt x="42524" y="15801"/>
                  </a:cubicBezTo>
                  <a:cubicBezTo>
                    <a:pt x="39883" y="13507"/>
                    <a:pt x="36497" y="12254"/>
                    <a:pt x="32999" y="12277"/>
                  </a:cubicBezTo>
                  <a:cubicBezTo>
                    <a:pt x="27508" y="12009"/>
                    <a:pt x="22250" y="14513"/>
                    <a:pt x="18997" y="18944"/>
                  </a:cubicBezTo>
                  <a:cubicBezTo>
                    <a:pt x="12401" y="30448"/>
                    <a:pt x="12401" y="44588"/>
                    <a:pt x="18997" y="56091"/>
                  </a:cubicBezTo>
                  <a:cubicBezTo>
                    <a:pt x="22405" y="60405"/>
                    <a:pt x="27701" y="62787"/>
                    <a:pt x="33190" y="62473"/>
                  </a:cubicBezTo>
                  <a:lnTo>
                    <a:pt x="33190" y="62473"/>
                  </a:lnTo>
                  <a:cubicBezTo>
                    <a:pt x="38219" y="62655"/>
                    <a:pt x="42955" y="60105"/>
                    <a:pt x="45572" y="55806"/>
                  </a:cubicBezTo>
                  <a:cubicBezTo>
                    <a:pt x="47325" y="53142"/>
                    <a:pt x="48554" y="50168"/>
                    <a:pt x="49191" y="47043"/>
                  </a:cubicBezTo>
                  <a:lnTo>
                    <a:pt x="33761" y="47043"/>
                  </a:lnTo>
                  <a:lnTo>
                    <a:pt x="33761" y="34756"/>
                  </a:lnTo>
                  <a:lnTo>
                    <a:pt x="61288" y="34756"/>
                  </a:lnTo>
                  <a:lnTo>
                    <a:pt x="61288" y="72856"/>
                  </a:lnTo>
                  <a:lnTo>
                    <a:pt x="51763" y="72856"/>
                  </a:lnTo>
                  <a:lnTo>
                    <a:pt x="50430" y="63331"/>
                  </a:lnTo>
                  <a:lnTo>
                    <a:pt x="50239" y="65045"/>
                  </a:lnTo>
                  <a:cubicBezTo>
                    <a:pt x="46126" y="71548"/>
                    <a:pt x="38879" y="75388"/>
                    <a:pt x="31189" y="75142"/>
                  </a:cubicBezTo>
                  <a:close/>
                </a:path>
              </a:pathLst>
            </a:custGeom>
            <a:grpFill/>
            <a:ln w="9525" cap="flat">
              <a:noFill/>
              <a:prstDash val="solid"/>
              <a:miter/>
            </a:ln>
          </p:spPr>
          <p:txBody>
            <a:bodyPr rtlCol="0" anchor="ctr"/>
            <a:lstStyle/>
            <a:p>
              <a:endParaRPr lang="zh-CN" altLang="en-US"/>
            </a:p>
          </p:txBody>
        </p:sp>
        <p:sp>
          <p:nvSpPr>
            <p:cNvPr id="227" name="任意多边形: 形状 226"/>
            <p:cNvSpPr/>
            <p:nvPr/>
          </p:nvSpPr>
          <p:spPr>
            <a:xfrm>
              <a:off x="11336061" y="5368507"/>
              <a:ext cx="208704" cy="255762"/>
            </a:xfrm>
            <a:custGeom>
              <a:avLst/>
              <a:gdLst>
                <a:gd name="connsiteX0" fmla="*/ 22860 w 58293"/>
                <a:gd name="connsiteY0" fmla="*/ 44577 h 71437"/>
                <a:gd name="connsiteX1" fmla="*/ 0 w 58293"/>
                <a:gd name="connsiteY1" fmla="*/ 0 h 71437"/>
                <a:gd name="connsiteX2" fmla="*/ 8096 w 58293"/>
                <a:gd name="connsiteY2" fmla="*/ 0 h 71437"/>
                <a:gd name="connsiteX3" fmla="*/ 16288 w 58293"/>
                <a:gd name="connsiteY3" fmla="*/ 0 h 71437"/>
                <a:gd name="connsiteX4" fmla="*/ 30004 w 58293"/>
                <a:gd name="connsiteY4" fmla="*/ 30956 h 71437"/>
                <a:gd name="connsiteX5" fmla="*/ 29909 w 58293"/>
                <a:gd name="connsiteY5" fmla="*/ 30956 h 71437"/>
                <a:gd name="connsiteX6" fmla="*/ 42767 w 58293"/>
                <a:gd name="connsiteY6" fmla="*/ 0 h 71437"/>
                <a:gd name="connsiteX7" fmla="*/ 50578 w 58293"/>
                <a:gd name="connsiteY7" fmla="*/ 0 h 71437"/>
                <a:gd name="connsiteX8" fmla="*/ 58293 w 58293"/>
                <a:gd name="connsiteY8" fmla="*/ 0 h 71437"/>
                <a:gd name="connsiteX9" fmla="*/ 36576 w 58293"/>
                <a:gd name="connsiteY9" fmla="*/ 44291 h 71437"/>
                <a:gd name="connsiteX10" fmla="*/ 36576 w 58293"/>
                <a:gd name="connsiteY10" fmla="*/ 71438 h 71437"/>
                <a:gd name="connsiteX11" fmla="*/ 29813 w 58293"/>
                <a:gd name="connsiteY11" fmla="*/ 71438 h 71437"/>
                <a:gd name="connsiteX12" fmla="*/ 22860 w 58293"/>
                <a:gd name="connsiteY12" fmla="*/ 71438 h 71437"/>
                <a:gd name="connsiteX13" fmla="*/ 22860 w 58293"/>
                <a:gd name="connsiteY13" fmla="*/ 44577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293" h="71437">
                  <a:moveTo>
                    <a:pt x="22860" y="44577"/>
                  </a:moveTo>
                  <a:lnTo>
                    <a:pt x="0" y="0"/>
                  </a:lnTo>
                  <a:lnTo>
                    <a:pt x="8096" y="0"/>
                  </a:lnTo>
                  <a:lnTo>
                    <a:pt x="16288" y="0"/>
                  </a:lnTo>
                  <a:lnTo>
                    <a:pt x="30004" y="30956"/>
                  </a:lnTo>
                  <a:lnTo>
                    <a:pt x="29909" y="30956"/>
                  </a:lnTo>
                  <a:lnTo>
                    <a:pt x="42767" y="0"/>
                  </a:lnTo>
                  <a:lnTo>
                    <a:pt x="50578" y="0"/>
                  </a:lnTo>
                  <a:lnTo>
                    <a:pt x="58293" y="0"/>
                  </a:lnTo>
                  <a:lnTo>
                    <a:pt x="36576" y="44291"/>
                  </a:lnTo>
                  <a:lnTo>
                    <a:pt x="36576" y="71438"/>
                  </a:lnTo>
                  <a:lnTo>
                    <a:pt x="29813" y="71438"/>
                  </a:lnTo>
                  <a:lnTo>
                    <a:pt x="22860" y="71438"/>
                  </a:lnTo>
                  <a:lnTo>
                    <a:pt x="22860" y="44577"/>
                  </a:lnTo>
                  <a:close/>
                </a:path>
              </a:pathLst>
            </a:custGeom>
            <a:grpFill/>
            <a:ln w="9525" cap="flat">
              <a:noFill/>
              <a:prstDash val="solid"/>
              <a:miter/>
            </a:ln>
          </p:spPr>
          <p:txBody>
            <a:bodyPr rtlCol="0" anchor="ctr"/>
            <a:lstStyle/>
            <a:p>
              <a:endParaRPr lang="zh-CN" altLang="en-US"/>
            </a:p>
          </p:txBody>
        </p:sp>
        <p:sp>
          <p:nvSpPr>
            <p:cNvPr id="228" name="任意多边形: 形状 227"/>
            <p:cNvSpPr/>
            <p:nvPr/>
          </p:nvSpPr>
          <p:spPr>
            <a:xfrm>
              <a:off x="7739657" y="4315441"/>
              <a:ext cx="601915" cy="803025"/>
            </a:xfrm>
            <a:custGeom>
              <a:avLst/>
              <a:gdLst>
                <a:gd name="connsiteX0" fmla="*/ 157088 w 168121"/>
                <a:gd name="connsiteY0" fmla="*/ 5007 h 224293"/>
                <a:gd name="connsiteX1" fmla="*/ 138038 w 168121"/>
                <a:gd name="connsiteY1" fmla="*/ 3579 h 224293"/>
                <a:gd name="connsiteX2" fmla="*/ 128513 w 168121"/>
                <a:gd name="connsiteY2" fmla="*/ -136 h 224293"/>
                <a:gd name="connsiteX3" fmla="*/ 86032 w 168121"/>
                <a:gd name="connsiteY3" fmla="*/ 13675 h 224293"/>
                <a:gd name="connsiteX4" fmla="*/ 71839 w 168121"/>
                <a:gd name="connsiteY4" fmla="*/ 15104 h 224293"/>
                <a:gd name="connsiteX5" fmla="*/ 53933 w 168121"/>
                <a:gd name="connsiteY5" fmla="*/ 22438 h 224293"/>
                <a:gd name="connsiteX6" fmla="*/ 43455 w 168121"/>
                <a:gd name="connsiteY6" fmla="*/ 25772 h 224293"/>
                <a:gd name="connsiteX7" fmla="*/ 35454 w 168121"/>
                <a:gd name="connsiteY7" fmla="*/ 26629 h 224293"/>
                <a:gd name="connsiteX8" fmla="*/ 26977 w 168121"/>
                <a:gd name="connsiteY8" fmla="*/ 21486 h 224293"/>
                <a:gd name="connsiteX9" fmla="*/ 20405 w 168121"/>
                <a:gd name="connsiteY9" fmla="*/ 35011 h 224293"/>
                <a:gd name="connsiteX10" fmla="*/ 17737 w 168121"/>
                <a:gd name="connsiteY10" fmla="*/ 48346 h 224293"/>
                <a:gd name="connsiteX11" fmla="*/ 16499 w 168121"/>
                <a:gd name="connsiteY11" fmla="*/ 56157 h 224293"/>
                <a:gd name="connsiteX12" fmla="*/ 19547 w 168121"/>
                <a:gd name="connsiteY12" fmla="*/ 66444 h 224293"/>
                <a:gd name="connsiteX13" fmla="*/ 22024 w 168121"/>
                <a:gd name="connsiteY13" fmla="*/ 90542 h 224293"/>
                <a:gd name="connsiteX14" fmla="*/ 16880 w 168121"/>
                <a:gd name="connsiteY14" fmla="*/ 105496 h 224293"/>
                <a:gd name="connsiteX15" fmla="*/ 19548 w 168121"/>
                <a:gd name="connsiteY15" fmla="*/ 115021 h 224293"/>
                <a:gd name="connsiteX16" fmla="*/ 24310 w 168121"/>
                <a:gd name="connsiteY16" fmla="*/ 123879 h 224293"/>
                <a:gd name="connsiteX17" fmla="*/ 26405 w 168121"/>
                <a:gd name="connsiteY17" fmla="*/ 129975 h 224293"/>
                <a:gd name="connsiteX18" fmla="*/ 29072 w 168121"/>
                <a:gd name="connsiteY18" fmla="*/ 134166 h 224293"/>
                <a:gd name="connsiteX19" fmla="*/ 34406 w 168121"/>
                <a:gd name="connsiteY19" fmla="*/ 134928 h 224293"/>
                <a:gd name="connsiteX20" fmla="*/ 40978 w 168121"/>
                <a:gd name="connsiteY20" fmla="*/ 133500 h 224293"/>
                <a:gd name="connsiteX21" fmla="*/ 48122 w 168121"/>
                <a:gd name="connsiteY21" fmla="*/ 131499 h 224293"/>
                <a:gd name="connsiteX22" fmla="*/ 53742 w 168121"/>
                <a:gd name="connsiteY22" fmla="*/ 132261 h 224293"/>
                <a:gd name="connsiteX23" fmla="*/ 52695 w 168121"/>
                <a:gd name="connsiteY23" fmla="*/ 141786 h 224293"/>
                <a:gd name="connsiteX24" fmla="*/ 48599 w 168121"/>
                <a:gd name="connsiteY24" fmla="*/ 145501 h 224293"/>
                <a:gd name="connsiteX25" fmla="*/ 44027 w 168121"/>
                <a:gd name="connsiteY25" fmla="*/ 145501 h 224293"/>
                <a:gd name="connsiteX26" fmla="*/ 39359 w 168121"/>
                <a:gd name="connsiteY26" fmla="*/ 146358 h 224293"/>
                <a:gd name="connsiteX27" fmla="*/ 34978 w 168121"/>
                <a:gd name="connsiteY27" fmla="*/ 144930 h 224293"/>
                <a:gd name="connsiteX28" fmla="*/ 30692 w 168121"/>
                <a:gd name="connsiteY28" fmla="*/ 150645 h 224293"/>
                <a:gd name="connsiteX29" fmla="*/ 29834 w 168121"/>
                <a:gd name="connsiteY29" fmla="*/ 158455 h 224293"/>
                <a:gd name="connsiteX30" fmla="*/ 29834 w 168121"/>
                <a:gd name="connsiteY30" fmla="*/ 164837 h 224293"/>
                <a:gd name="connsiteX31" fmla="*/ 36407 w 168121"/>
                <a:gd name="connsiteY31" fmla="*/ 168171 h 224293"/>
                <a:gd name="connsiteX32" fmla="*/ 44217 w 168121"/>
                <a:gd name="connsiteY32" fmla="*/ 169219 h 224293"/>
                <a:gd name="connsiteX33" fmla="*/ 47361 w 168121"/>
                <a:gd name="connsiteY33" fmla="*/ 174553 h 224293"/>
                <a:gd name="connsiteX34" fmla="*/ 28311 w 168121"/>
                <a:gd name="connsiteY34" fmla="*/ 182935 h 224293"/>
                <a:gd name="connsiteX35" fmla="*/ 13261 w 168121"/>
                <a:gd name="connsiteY35" fmla="*/ 188078 h 224293"/>
                <a:gd name="connsiteX36" fmla="*/ 8117 w 168121"/>
                <a:gd name="connsiteY36" fmla="*/ 185602 h 224293"/>
                <a:gd name="connsiteX37" fmla="*/ 4021 w 168121"/>
                <a:gd name="connsiteY37" fmla="*/ 188935 h 224293"/>
                <a:gd name="connsiteX38" fmla="*/ 306 w 168121"/>
                <a:gd name="connsiteY38" fmla="*/ 196746 h 224293"/>
                <a:gd name="connsiteX39" fmla="*/ -264 w 168121"/>
                <a:gd name="connsiteY39" fmla="*/ 203508 h 224293"/>
                <a:gd name="connsiteX40" fmla="*/ 2212 w 168121"/>
                <a:gd name="connsiteY40" fmla="*/ 218272 h 224293"/>
                <a:gd name="connsiteX41" fmla="*/ 13261 w 168121"/>
                <a:gd name="connsiteY41" fmla="*/ 224082 h 224293"/>
                <a:gd name="connsiteX42" fmla="*/ 30787 w 168121"/>
                <a:gd name="connsiteY42" fmla="*/ 218748 h 224293"/>
                <a:gd name="connsiteX43" fmla="*/ 47837 w 168121"/>
                <a:gd name="connsiteY43" fmla="*/ 217034 h 224293"/>
                <a:gd name="connsiteX44" fmla="*/ 64315 w 168121"/>
                <a:gd name="connsiteY44" fmla="*/ 213796 h 224293"/>
                <a:gd name="connsiteX45" fmla="*/ 77840 w 168121"/>
                <a:gd name="connsiteY45" fmla="*/ 211510 h 224293"/>
                <a:gd name="connsiteX46" fmla="*/ 89937 w 168121"/>
                <a:gd name="connsiteY46" fmla="*/ 210271 h 224293"/>
                <a:gd name="connsiteX47" fmla="*/ 103748 w 168121"/>
                <a:gd name="connsiteY47" fmla="*/ 211128 h 224293"/>
                <a:gd name="connsiteX48" fmla="*/ 129085 w 168121"/>
                <a:gd name="connsiteY48" fmla="*/ 210081 h 224293"/>
                <a:gd name="connsiteX49" fmla="*/ 144420 w 168121"/>
                <a:gd name="connsiteY49" fmla="*/ 212748 h 224293"/>
                <a:gd name="connsiteX50" fmla="*/ 161279 w 168121"/>
                <a:gd name="connsiteY50" fmla="*/ 188459 h 224293"/>
                <a:gd name="connsiteX51" fmla="*/ 151754 w 168121"/>
                <a:gd name="connsiteY51" fmla="*/ 173505 h 224293"/>
                <a:gd name="connsiteX52" fmla="*/ 140229 w 168121"/>
                <a:gd name="connsiteY52" fmla="*/ 173505 h 224293"/>
                <a:gd name="connsiteX53" fmla="*/ 127085 w 168121"/>
                <a:gd name="connsiteY53" fmla="*/ 176172 h 224293"/>
                <a:gd name="connsiteX54" fmla="*/ 116417 w 168121"/>
                <a:gd name="connsiteY54" fmla="*/ 176172 h 224293"/>
                <a:gd name="connsiteX55" fmla="*/ 102224 w 168121"/>
                <a:gd name="connsiteY55" fmla="*/ 178839 h 224293"/>
                <a:gd name="connsiteX56" fmla="*/ 97081 w 168121"/>
                <a:gd name="connsiteY56" fmla="*/ 174743 h 224293"/>
                <a:gd name="connsiteX57" fmla="*/ 100414 w 168121"/>
                <a:gd name="connsiteY57" fmla="*/ 168552 h 224293"/>
                <a:gd name="connsiteX58" fmla="*/ 111083 w 168121"/>
                <a:gd name="connsiteY58" fmla="*/ 164646 h 224293"/>
                <a:gd name="connsiteX59" fmla="*/ 120608 w 168121"/>
                <a:gd name="connsiteY59" fmla="*/ 158074 h 224293"/>
                <a:gd name="connsiteX60" fmla="*/ 122227 w 168121"/>
                <a:gd name="connsiteY60" fmla="*/ 152740 h 224293"/>
                <a:gd name="connsiteX61" fmla="*/ 119560 w 168121"/>
                <a:gd name="connsiteY61" fmla="*/ 139786 h 224293"/>
                <a:gd name="connsiteX62" fmla="*/ 115464 w 168121"/>
                <a:gd name="connsiteY62" fmla="*/ 135024 h 224293"/>
                <a:gd name="connsiteX63" fmla="*/ 105177 w 168121"/>
                <a:gd name="connsiteY63" fmla="*/ 131785 h 224293"/>
                <a:gd name="connsiteX64" fmla="*/ 97747 w 168121"/>
                <a:gd name="connsiteY64" fmla="*/ 135214 h 224293"/>
                <a:gd name="connsiteX65" fmla="*/ 88223 w 168121"/>
                <a:gd name="connsiteY65" fmla="*/ 136929 h 224293"/>
                <a:gd name="connsiteX66" fmla="*/ 88223 w 168121"/>
                <a:gd name="connsiteY66" fmla="*/ 127404 h 224293"/>
                <a:gd name="connsiteX67" fmla="*/ 100414 w 168121"/>
                <a:gd name="connsiteY67" fmla="*/ 123689 h 224293"/>
                <a:gd name="connsiteX68" fmla="*/ 108606 w 168121"/>
                <a:gd name="connsiteY68" fmla="*/ 121022 h 224293"/>
                <a:gd name="connsiteX69" fmla="*/ 116417 w 168121"/>
                <a:gd name="connsiteY69" fmla="*/ 121022 h 224293"/>
                <a:gd name="connsiteX70" fmla="*/ 122798 w 168121"/>
                <a:gd name="connsiteY70" fmla="*/ 114640 h 224293"/>
                <a:gd name="connsiteX71" fmla="*/ 141848 w 168121"/>
                <a:gd name="connsiteY71" fmla="*/ 74826 h 224293"/>
                <a:gd name="connsiteX72" fmla="*/ 150421 w 168121"/>
                <a:gd name="connsiteY72" fmla="*/ 65301 h 224293"/>
                <a:gd name="connsiteX73" fmla="*/ 159946 w 168121"/>
                <a:gd name="connsiteY73" fmla="*/ 48441 h 224293"/>
                <a:gd name="connsiteX74" fmla="*/ 162422 w 168121"/>
                <a:gd name="connsiteY74" fmla="*/ 37964 h 224293"/>
                <a:gd name="connsiteX75" fmla="*/ 167756 w 168121"/>
                <a:gd name="connsiteY75" fmla="*/ 26629 h 224293"/>
                <a:gd name="connsiteX76" fmla="*/ 161184 w 168121"/>
                <a:gd name="connsiteY76" fmla="*/ 13294 h 224293"/>
                <a:gd name="connsiteX77" fmla="*/ 157946 w 168121"/>
                <a:gd name="connsiteY77" fmla="*/ 5484 h 224293"/>
                <a:gd name="connsiteX78" fmla="*/ 62696 w 168121"/>
                <a:gd name="connsiteY78" fmla="*/ 96733 h 224293"/>
                <a:gd name="connsiteX79" fmla="*/ 53171 w 168121"/>
                <a:gd name="connsiteY79" fmla="*/ 95686 h 224293"/>
                <a:gd name="connsiteX80" fmla="*/ 52313 w 168121"/>
                <a:gd name="connsiteY80" fmla="*/ 90161 h 224293"/>
                <a:gd name="connsiteX81" fmla="*/ 54980 w 168121"/>
                <a:gd name="connsiteY81" fmla="*/ 84256 h 224293"/>
                <a:gd name="connsiteX82" fmla="*/ 66125 w 168121"/>
                <a:gd name="connsiteY82" fmla="*/ 82351 h 224293"/>
                <a:gd name="connsiteX83" fmla="*/ 69195 w 168121"/>
                <a:gd name="connsiteY83" fmla="*/ 85181 h 224293"/>
                <a:gd name="connsiteX84" fmla="*/ 69173 w 168121"/>
                <a:gd name="connsiteY84" fmla="*/ 85684 h 224293"/>
                <a:gd name="connsiteX85" fmla="*/ 62791 w 168121"/>
                <a:gd name="connsiteY85" fmla="*/ 96733 h 224293"/>
                <a:gd name="connsiteX86" fmla="*/ 69744 w 168121"/>
                <a:gd name="connsiteY86" fmla="*/ 54157 h 224293"/>
                <a:gd name="connsiteX87" fmla="*/ 58885 w 168121"/>
                <a:gd name="connsiteY87" fmla="*/ 64444 h 224293"/>
                <a:gd name="connsiteX88" fmla="*/ 54790 w 168121"/>
                <a:gd name="connsiteY88" fmla="*/ 61967 h 224293"/>
                <a:gd name="connsiteX89" fmla="*/ 53742 w 168121"/>
                <a:gd name="connsiteY89" fmla="*/ 52442 h 224293"/>
                <a:gd name="connsiteX90" fmla="*/ 63267 w 168121"/>
                <a:gd name="connsiteY90" fmla="*/ 45870 h 224293"/>
                <a:gd name="connsiteX91" fmla="*/ 70220 w 168121"/>
                <a:gd name="connsiteY91" fmla="*/ 53871 h 224293"/>
                <a:gd name="connsiteX92" fmla="*/ 104605 w 168121"/>
                <a:gd name="connsiteY92" fmla="*/ 81684 h 224293"/>
                <a:gd name="connsiteX93" fmla="*/ 95080 w 168121"/>
                <a:gd name="connsiteY93" fmla="*/ 88827 h 224293"/>
                <a:gd name="connsiteX94" fmla="*/ 89746 w 168121"/>
                <a:gd name="connsiteY94" fmla="*/ 83970 h 224293"/>
                <a:gd name="connsiteX95" fmla="*/ 90795 w 168121"/>
                <a:gd name="connsiteY95" fmla="*/ 75302 h 224293"/>
                <a:gd name="connsiteX96" fmla="*/ 99462 w 168121"/>
                <a:gd name="connsiteY96" fmla="*/ 72444 h 224293"/>
                <a:gd name="connsiteX97" fmla="*/ 104987 w 168121"/>
                <a:gd name="connsiteY97" fmla="*/ 74445 h 224293"/>
                <a:gd name="connsiteX98" fmla="*/ 104987 w 168121"/>
                <a:gd name="connsiteY98" fmla="*/ 81684 h 224293"/>
                <a:gd name="connsiteX99" fmla="*/ 115559 w 168121"/>
                <a:gd name="connsiteY99" fmla="*/ 40250 h 224293"/>
                <a:gd name="connsiteX100" fmla="*/ 107749 w 168121"/>
                <a:gd name="connsiteY100" fmla="*/ 51394 h 224293"/>
                <a:gd name="connsiteX101" fmla="*/ 96033 w 168121"/>
                <a:gd name="connsiteY101" fmla="*/ 50727 h 224293"/>
                <a:gd name="connsiteX102" fmla="*/ 92890 w 168121"/>
                <a:gd name="connsiteY102" fmla="*/ 40440 h 224293"/>
                <a:gd name="connsiteX103" fmla="*/ 114702 w 168121"/>
                <a:gd name="connsiteY103" fmla="*/ 31868 h 224293"/>
                <a:gd name="connsiteX104" fmla="*/ 115559 w 168121"/>
                <a:gd name="connsiteY104" fmla="*/ 40250 h 22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68121" h="224293">
                  <a:moveTo>
                    <a:pt x="157088" y="5007"/>
                  </a:moveTo>
                  <a:cubicBezTo>
                    <a:pt x="150843" y="3595"/>
                    <a:pt x="144424" y="3114"/>
                    <a:pt x="138038" y="3579"/>
                  </a:cubicBezTo>
                  <a:cubicBezTo>
                    <a:pt x="134895" y="3579"/>
                    <a:pt x="132037" y="-136"/>
                    <a:pt x="128513" y="-136"/>
                  </a:cubicBezTo>
                  <a:cubicBezTo>
                    <a:pt x="124989" y="-136"/>
                    <a:pt x="96319" y="10151"/>
                    <a:pt x="86032" y="13675"/>
                  </a:cubicBezTo>
                  <a:cubicBezTo>
                    <a:pt x="82317" y="14913"/>
                    <a:pt x="76507" y="13675"/>
                    <a:pt x="71839" y="15104"/>
                  </a:cubicBezTo>
                  <a:cubicBezTo>
                    <a:pt x="64886" y="17295"/>
                    <a:pt x="60314" y="20152"/>
                    <a:pt x="53933" y="22438"/>
                  </a:cubicBezTo>
                  <a:cubicBezTo>
                    <a:pt x="51742" y="23295"/>
                    <a:pt x="44408" y="25105"/>
                    <a:pt x="43455" y="25772"/>
                  </a:cubicBezTo>
                  <a:cubicBezTo>
                    <a:pt x="40850" y="26479"/>
                    <a:pt x="38149" y="26768"/>
                    <a:pt x="35454" y="26629"/>
                  </a:cubicBezTo>
                  <a:cubicBezTo>
                    <a:pt x="30977" y="26629"/>
                    <a:pt x="31073" y="21486"/>
                    <a:pt x="26977" y="21486"/>
                  </a:cubicBezTo>
                  <a:cubicBezTo>
                    <a:pt x="22881" y="21486"/>
                    <a:pt x="19833" y="29011"/>
                    <a:pt x="20405" y="35011"/>
                  </a:cubicBezTo>
                  <a:cubicBezTo>
                    <a:pt x="19998" y="39539"/>
                    <a:pt x="19104" y="44010"/>
                    <a:pt x="17737" y="48346"/>
                  </a:cubicBezTo>
                  <a:cubicBezTo>
                    <a:pt x="17055" y="50900"/>
                    <a:pt x="16640" y="53517"/>
                    <a:pt x="16499" y="56157"/>
                  </a:cubicBezTo>
                  <a:cubicBezTo>
                    <a:pt x="16499" y="60538"/>
                    <a:pt x="19833" y="64253"/>
                    <a:pt x="19547" y="66444"/>
                  </a:cubicBezTo>
                  <a:cubicBezTo>
                    <a:pt x="19463" y="74544"/>
                    <a:pt x="20294" y="82628"/>
                    <a:pt x="22024" y="90542"/>
                  </a:cubicBezTo>
                  <a:cubicBezTo>
                    <a:pt x="22691" y="94447"/>
                    <a:pt x="16880" y="99305"/>
                    <a:pt x="16880" y="105496"/>
                  </a:cubicBezTo>
                  <a:cubicBezTo>
                    <a:pt x="17209" y="108802"/>
                    <a:pt x="18112" y="112025"/>
                    <a:pt x="19548" y="115021"/>
                  </a:cubicBezTo>
                  <a:cubicBezTo>
                    <a:pt x="20309" y="116450"/>
                    <a:pt x="24691" y="118450"/>
                    <a:pt x="24310" y="123879"/>
                  </a:cubicBezTo>
                  <a:cubicBezTo>
                    <a:pt x="24617" y="126026"/>
                    <a:pt x="25328" y="128094"/>
                    <a:pt x="26405" y="129975"/>
                  </a:cubicBezTo>
                  <a:cubicBezTo>
                    <a:pt x="27072" y="131881"/>
                    <a:pt x="26405" y="133500"/>
                    <a:pt x="29072" y="134166"/>
                  </a:cubicBezTo>
                  <a:cubicBezTo>
                    <a:pt x="30803" y="134680"/>
                    <a:pt x="32600" y="134936"/>
                    <a:pt x="34406" y="134928"/>
                  </a:cubicBezTo>
                  <a:cubicBezTo>
                    <a:pt x="36621" y="134568"/>
                    <a:pt x="38814" y="134091"/>
                    <a:pt x="40978" y="133500"/>
                  </a:cubicBezTo>
                  <a:cubicBezTo>
                    <a:pt x="43407" y="133016"/>
                    <a:pt x="45796" y="132347"/>
                    <a:pt x="48122" y="131499"/>
                  </a:cubicBezTo>
                  <a:cubicBezTo>
                    <a:pt x="51075" y="130071"/>
                    <a:pt x="53361" y="129690"/>
                    <a:pt x="53742" y="132261"/>
                  </a:cubicBezTo>
                  <a:cubicBezTo>
                    <a:pt x="53906" y="135472"/>
                    <a:pt x="53551" y="138688"/>
                    <a:pt x="52695" y="141786"/>
                  </a:cubicBezTo>
                  <a:cubicBezTo>
                    <a:pt x="51706" y="143385"/>
                    <a:pt x="50286" y="144672"/>
                    <a:pt x="48599" y="145501"/>
                  </a:cubicBezTo>
                  <a:cubicBezTo>
                    <a:pt x="47086" y="145753"/>
                    <a:pt x="45540" y="145753"/>
                    <a:pt x="44027" y="145501"/>
                  </a:cubicBezTo>
                  <a:cubicBezTo>
                    <a:pt x="42121" y="145501"/>
                    <a:pt x="41264" y="146358"/>
                    <a:pt x="39359" y="146358"/>
                  </a:cubicBezTo>
                  <a:cubicBezTo>
                    <a:pt x="37454" y="146358"/>
                    <a:pt x="36978" y="144930"/>
                    <a:pt x="34978" y="144930"/>
                  </a:cubicBezTo>
                  <a:cubicBezTo>
                    <a:pt x="31358" y="144930"/>
                    <a:pt x="31073" y="148359"/>
                    <a:pt x="30692" y="150645"/>
                  </a:cubicBezTo>
                  <a:cubicBezTo>
                    <a:pt x="30310" y="152931"/>
                    <a:pt x="30120" y="155788"/>
                    <a:pt x="29834" y="158455"/>
                  </a:cubicBezTo>
                  <a:cubicBezTo>
                    <a:pt x="29548" y="161122"/>
                    <a:pt x="28787" y="163123"/>
                    <a:pt x="29834" y="164837"/>
                  </a:cubicBezTo>
                  <a:cubicBezTo>
                    <a:pt x="30882" y="166552"/>
                    <a:pt x="32502" y="167504"/>
                    <a:pt x="36407" y="168171"/>
                  </a:cubicBezTo>
                  <a:cubicBezTo>
                    <a:pt x="38764" y="169553"/>
                    <a:pt x="41578" y="169931"/>
                    <a:pt x="44217" y="169219"/>
                  </a:cubicBezTo>
                  <a:cubicBezTo>
                    <a:pt x="45741" y="169219"/>
                    <a:pt x="49837" y="171028"/>
                    <a:pt x="47361" y="174553"/>
                  </a:cubicBezTo>
                  <a:cubicBezTo>
                    <a:pt x="40855" y="176978"/>
                    <a:pt x="34494" y="179776"/>
                    <a:pt x="28311" y="182935"/>
                  </a:cubicBezTo>
                  <a:cubicBezTo>
                    <a:pt x="23510" y="185227"/>
                    <a:pt x="18460" y="186953"/>
                    <a:pt x="13261" y="188078"/>
                  </a:cubicBezTo>
                  <a:cubicBezTo>
                    <a:pt x="10404" y="188078"/>
                    <a:pt x="10022" y="185792"/>
                    <a:pt x="8117" y="185602"/>
                  </a:cubicBezTo>
                  <a:cubicBezTo>
                    <a:pt x="6212" y="185411"/>
                    <a:pt x="4688" y="188745"/>
                    <a:pt x="4021" y="188935"/>
                  </a:cubicBezTo>
                  <a:cubicBezTo>
                    <a:pt x="1685" y="190858"/>
                    <a:pt x="324" y="193720"/>
                    <a:pt x="306" y="196746"/>
                  </a:cubicBezTo>
                  <a:cubicBezTo>
                    <a:pt x="307" y="198270"/>
                    <a:pt x="307" y="201508"/>
                    <a:pt x="-264" y="203508"/>
                  </a:cubicBezTo>
                  <a:cubicBezTo>
                    <a:pt x="-931" y="210271"/>
                    <a:pt x="1926" y="213033"/>
                    <a:pt x="2212" y="218272"/>
                  </a:cubicBezTo>
                  <a:cubicBezTo>
                    <a:pt x="2498" y="223511"/>
                    <a:pt x="10022" y="224463"/>
                    <a:pt x="13261" y="224082"/>
                  </a:cubicBezTo>
                  <a:cubicBezTo>
                    <a:pt x="19277" y="222936"/>
                    <a:pt x="25152" y="221147"/>
                    <a:pt x="30787" y="218748"/>
                  </a:cubicBezTo>
                  <a:cubicBezTo>
                    <a:pt x="36514" y="218755"/>
                    <a:pt x="42226" y="218181"/>
                    <a:pt x="47837" y="217034"/>
                  </a:cubicBezTo>
                  <a:cubicBezTo>
                    <a:pt x="53043" y="214817"/>
                    <a:pt x="58656" y="213714"/>
                    <a:pt x="64315" y="213796"/>
                  </a:cubicBezTo>
                  <a:cubicBezTo>
                    <a:pt x="68880" y="213416"/>
                    <a:pt x="73404" y="212651"/>
                    <a:pt x="77840" y="211510"/>
                  </a:cubicBezTo>
                  <a:cubicBezTo>
                    <a:pt x="81832" y="210771"/>
                    <a:pt x="85878" y="210357"/>
                    <a:pt x="89937" y="210271"/>
                  </a:cubicBezTo>
                  <a:cubicBezTo>
                    <a:pt x="94513" y="210899"/>
                    <a:pt x="99129" y="211186"/>
                    <a:pt x="103748" y="211128"/>
                  </a:cubicBezTo>
                  <a:cubicBezTo>
                    <a:pt x="105748" y="211128"/>
                    <a:pt x="116512" y="210271"/>
                    <a:pt x="129085" y="210081"/>
                  </a:cubicBezTo>
                  <a:cubicBezTo>
                    <a:pt x="143182" y="210081"/>
                    <a:pt x="140419" y="213129"/>
                    <a:pt x="144420" y="212748"/>
                  </a:cubicBezTo>
                  <a:cubicBezTo>
                    <a:pt x="153945" y="211986"/>
                    <a:pt x="161279" y="199508"/>
                    <a:pt x="161279" y="188459"/>
                  </a:cubicBezTo>
                  <a:cubicBezTo>
                    <a:pt x="161279" y="180744"/>
                    <a:pt x="151754" y="178458"/>
                    <a:pt x="151754" y="173505"/>
                  </a:cubicBezTo>
                  <a:cubicBezTo>
                    <a:pt x="149087" y="170647"/>
                    <a:pt x="144420" y="174553"/>
                    <a:pt x="140229" y="173505"/>
                  </a:cubicBezTo>
                  <a:cubicBezTo>
                    <a:pt x="135753" y="173839"/>
                    <a:pt x="131337" y="174735"/>
                    <a:pt x="127085" y="176172"/>
                  </a:cubicBezTo>
                  <a:cubicBezTo>
                    <a:pt x="123531" y="176351"/>
                    <a:pt x="119971" y="176351"/>
                    <a:pt x="116417" y="176172"/>
                  </a:cubicBezTo>
                  <a:cubicBezTo>
                    <a:pt x="112511" y="176172"/>
                    <a:pt x="104225" y="178839"/>
                    <a:pt x="102224" y="178839"/>
                  </a:cubicBezTo>
                  <a:cubicBezTo>
                    <a:pt x="100224" y="178839"/>
                    <a:pt x="97081" y="178839"/>
                    <a:pt x="97081" y="174743"/>
                  </a:cubicBezTo>
                  <a:cubicBezTo>
                    <a:pt x="97231" y="172290"/>
                    <a:pt x="98449" y="170027"/>
                    <a:pt x="100414" y="168552"/>
                  </a:cubicBezTo>
                  <a:cubicBezTo>
                    <a:pt x="103653" y="166456"/>
                    <a:pt x="108796" y="166075"/>
                    <a:pt x="111083" y="164646"/>
                  </a:cubicBezTo>
                  <a:cubicBezTo>
                    <a:pt x="114523" y="162867"/>
                    <a:pt x="117723" y="160659"/>
                    <a:pt x="120608" y="158074"/>
                  </a:cubicBezTo>
                  <a:cubicBezTo>
                    <a:pt x="121733" y="156529"/>
                    <a:pt x="122304" y="154650"/>
                    <a:pt x="122227" y="152740"/>
                  </a:cubicBezTo>
                  <a:cubicBezTo>
                    <a:pt x="120524" y="148631"/>
                    <a:pt x="119619" y="144234"/>
                    <a:pt x="119560" y="139786"/>
                  </a:cubicBezTo>
                  <a:cubicBezTo>
                    <a:pt x="119542" y="137411"/>
                    <a:pt x="117810" y="135396"/>
                    <a:pt x="115464" y="135024"/>
                  </a:cubicBezTo>
                  <a:cubicBezTo>
                    <a:pt x="111929" y="134314"/>
                    <a:pt x="108481" y="133228"/>
                    <a:pt x="105177" y="131785"/>
                  </a:cubicBezTo>
                  <a:cubicBezTo>
                    <a:pt x="102311" y="131752"/>
                    <a:pt x="99582" y="133011"/>
                    <a:pt x="97747" y="135214"/>
                  </a:cubicBezTo>
                  <a:cubicBezTo>
                    <a:pt x="96605" y="136929"/>
                    <a:pt x="90985" y="140167"/>
                    <a:pt x="88223" y="136929"/>
                  </a:cubicBezTo>
                  <a:cubicBezTo>
                    <a:pt x="86984" y="133875"/>
                    <a:pt x="86984" y="130458"/>
                    <a:pt x="88223" y="127404"/>
                  </a:cubicBezTo>
                  <a:cubicBezTo>
                    <a:pt x="89937" y="124070"/>
                    <a:pt x="98700" y="125403"/>
                    <a:pt x="100414" y="123689"/>
                  </a:cubicBezTo>
                  <a:cubicBezTo>
                    <a:pt x="102129" y="121974"/>
                    <a:pt x="107368" y="122070"/>
                    <a:pt x="108606" y="121022"/>
                  </a:cubicBezTo>
                  <a:cubicBezTo>
                    <a:pt x="111090" y="119905"/>
                    <a:pt x="113933" y="119905"/>
                    <a:pt x="116417" y="121022"/>
                  </a:cubicBezTo>
                  <a:cubicBezTo>
                    <a:pt x="118227" y="121879"/>
                    <a:pt x="121941" y="117021"/>
                    <a:pt x="122798" y="114640"/>
                  </a:cubicBezTo>
                  <a:cubicBezTo>
                    <a:pt x="128132" y="99877"/>
                    <a:pt x="135371" y="89590"/>
                    <a:pt x="141848" y="74826"/>
                  </a:cubicBezTo>
                  <a:cubicBezTo>
                    <a:pt x="142896" y="72444"/>
                    <a:pt x="149373" y="67301"/>
                    <a:pt x="150421" y="65301"/>
                  </a:cubicBezTo>
                  <a:cubicBezTo>
                    <a:pt x="152918" y="59324"/>
                    <a:pt x="156115" y="53665"/>
                    <a:pt x="159946" y="48441"/>
                  </a:cubicBezTo>
                  <a:cubicBezTo>
                    <a:pt x="161838" y="45290"/>
                    <a:pt x="162704" y="41629"/>
                    <a:pt x="162422" y="37964"/>
                  </a:cubicBezTo>
                  <a:cubicBezTo>
                    <a:pt x="162422" y="36535"/>
                    <a:pt x="167471" y="30439"/>
                    <a:pt x="167756" y="26629"/>
                  </a:cubicBezTo>
                  <a:cubicBezTo>
                    <a:pt x="167243" y="21538"/>
                    <a:pt x="164909" y="16802"/>
                    <a:pt x="161184" y="13294"/>
                  </a:cubicBezTo>
                  <a:cubicBezTo>
                    <a:pt x="159851" y="12056"/>
                    <a:pt x="159089" y="6436"/>
                    <a:pt x="157946" y="5484"/>
                  </a:cubicBezTo>
                  <a:moveTo>
                    <a:pt x="62696" y="96733"/>
                  </a:moveTo>
                  <a:cubicBezTo>
                    <a:pt x="60791" y="97781"/>
                    <a:pt x="56314" y="96733"/>
                    <a:pt x="53171" y="95686"/>
                  </a:cubicBezTo>
                  <a:cubicBezTo>
                    <a:pt x="52339" y="93971"/>
                    <a:pt x="52040" y="92047"/>
                    <a:pt x="52313" y="90161"/>
                  </a:cubicBezTo>
                  <a:cubicBezTo>
                    <a:pt x="52485" y="87941"/>
                    <a:pt x="53428" y="85852"/>
                    <a:pt x="54980" y="84256"/>
                  </a:cubicBezTo>
                  <a:cubicBezTo>
                    <a:pt x="58640" y="83332"/>
                    <a:pt x="62366" y="82695"/>
                    <a:pt x="66125" y="82351"/>
                  </a:cubicBezTo>
                  <a:cubicBezTo>
                    <a:pt x="67754" y="82284"/>
                    <a:pt x="69128" y="83551"/>
                    <a:pt x="69195" y="85181"/>
                  </a:cubicBezTo>
                  <a:cubicBezTo>
                    <a:pt x="69202" y="85349"/>
                    <a:pt x="69195" y="85517"/>
                    <a:pt x="69173" y="85684"/>
                  </a:cubicBezTo>
                  <a:cubicBezTo>
                    <a:pt x="68816" y="90140"/>
                    <a:pt x="66472" y="94198"/>
                    <a:pt x="62791" y="96733"/>
                  </a:cubicBezTo>
                  <a:moveTo>
                    <a:pt x="69744" y="54157"/>
                  </a:moveTo>
                  <a:cubicBezTo>
                    <a:pt x="69173" y="59586"/>
                    <a:pt x="63458" y="61015"/>
                    <a:pt x="58885" y="64444"/>
                  </a:cubicBezTo>
                  <a:cubicBezTo>
                    <a:pt x="56600" y="66253"/>
                    <a:pt x="54790" y="61967"/>
                    <a:pt x="54790" y="61967"/>
                  </a:cubicBezTo>
                  <a:cubicBezTo>
                    <a:pt x="52504" y="59967"/>
                    <a:pt x="53837" y="55681"/>
                    <a:pt x="53742" y="52442"/>
                  </a:cubicBezTo>
                  <a:cubicBezTo>
                    <a:pt x="53742" y="45870"/>
                    <a:pt x="60981" y="48156"/>
                    <a:pt x="63267" y="45870"/>
                  </a:cubicBezTo>
                  <a:cubicBezTo>
                    <a:pt x="69268" y="44441"/>
                    <a:pt x="71078" y="46536"/>
                    <a:pt x="70220" y="53871"/>
                  </a:cubicBezTo>
                  <a:moveTo>
                    <a:pt x="104605" y="81684"/>
                  </a:moveTo>
                  <a:cubicBezTo>
                    <a:pt x="102753" y="85449"/>
                    <a:pt x="99214" y="88103"/>
                    <a:pt x="95080" y="88827"/>
                  </a:cubicBezTo>
                  <a:cubicBezTo>
                    <a:pt x="93842" y="88827"/>
                    <a:pt x="89842" y="85970"/>
                    <a:pt x="89746" y="83970"/>
                  </a:cubicBezTo>
                  <a:cubicBezTo>
                    <a:pt x="89652" y="81969"/>
                    <a:pt x="88794" y="77588"/>
                    <a:pt x="90795" y="75302"/>
                  </a:cubicBezTo>
                  <a:cubicBezTo>
                    <a:pt x="94890" y="75302"/>
                    <a:pt x="96795" y="73207"/>
                    <a:pt x="99462" y="72444"/>
                  </a:cubicBezTo>
                  <a:cubicBezTo>
                    <a:pt x="102129" y="71682"/>
                    <a:pt x="104605" y="71968"/>
                    <a:pt x="104987" y="74445"/>
                  </a:cubicBezTo>
                  <a:cubicBezTo>
                    <a:pt x="105230" y="76851"/>
                    <a:pt x="105230" y="79277"/>
                    <a:pt x="104987" y="81684"/>
                  </a:cubicBezTo>
                  <a:moveTo>
                    <a:pt x="115559" y="40250"/>
                  </a:moveTo>
                  <a:cubicBezTo>
                    <a:pt x="114181" y="44688"/>
                    <a:pt x="111450" y="48584"/>
                    <a:pt x="107749" y="51394"/>
                  </a:cubicBezTo>
                  <a:cubicBezTo>
                    <a:pt x="103837" y="51916"/>
                    <a:pt x="99861" y="51690"/>
                    <a:pt x="96033" y="50727"/>
                  </a:cubicBezTo>
                  <a:cubicBezTo>
                    <a:pt x="92604" y="49489"/>
                    <a:pt x="92604" y="43774"/>
                    <a:pt x="92890" y="40440"/>
                  </a:cubicBezTo>
                  <a:cubicBezTo>
                    <a:pt x="93557" y="34059"/>
                    <a:pt x="106606" y="34440"/>
                    <a:pt x="114702" y="31868"/>
                  </a:cubicBezTo>
                  <a:cubicBezTo>
                    <a:pt x="115655" y="32725"/>
                    <a:pt x="115559" y="38250"/>
                    <a:pt x="115559" y="40250"/>
                  </a:cubicBezTo>
                </a:path>
              </a:pathLst>
            </a:custGeom>
            <a:grpFill/>
            <a:ln w="9525" cap="flat">
              <a:noFill/>
              <a:prstDash val="solid"/>
              <a:miter/>
            </a:ln>
          </p:spPr>
          <p:txBody>
            <a:bodyPr rtlCol="0" anchor="ctr"/>
            <a:lstStyle/>
            <a:p>
              <a:endParaRPr lang="zh-CN" altLang="en-US" dirty="0"/>
            </a:p>
          </p:txBody>
        </p:sp>
        <p:sp>
          <p:nvSpPr>
            <p:cNvPr id="229" name="任意多边形: 形状 228"/>
            <p:cNvSpPr/>
            <p:nvPr/>
          </p:nvSpPr>
          <p:spPr>
            <a:xfrm>
              <a:off x="7368181" y="4380956"/>
              <a:ext cx="420543" cy="743077"/>
            </a:xfrm>
            <a:custGeom>
              <a:avLst/>
              <a:gdLst>
                <a:gd name="connsiteX0" fmla="*/ 92444 w 117462"/>
                <a:gd name="connsiteY0" fmla="*/ 134632 h 207549"/>
                <a:gd name="connsiteX1" fmla="*/ 84062 w 117462"/>
                <a:gd name="connsiteY1" fmla="*/ 134632 h 207549"/>
                <a:gd name="connsiteX2" fmla="*/ 83014 w 117462"/>
                <a:gd name="connsiteY2" fmla="*/ 125964 h 207549"/>
                <a:gd name="connsiteX3" fmla="*/ 105017 w 117462"/>
                <a:gd name="connsiteY3" fmla="*/ 104818 h 207549"/>
                <a:gd name="connsiteX4" fmla="*/ 106636 w 117462"/>
                <a:gd name="connsiteY4" fmla="*/ 100342 h 207549"/>
                <a:gd name="connsiteX5" fmla="*/ 101969 w 117462"/>
                <a:gd name="connsiteY5" fmla="*/ 89197 h 207549"/>
                <a:gd name="connsiteX6" fmla="*/ 99492 w 117462"/>
                <a:gd name="connsiteY6" fmla="*/ 82244 h 207549"/>
                <a:gd name="connsiteX7" fmla="*/ 91872 w 117462"/>
                <a:gd name="connsiteY7" fmla="*/ 82244 h 207549"/>
                <a:gd name="connsiteX8" fmla="*/ 91015 w 117462"/>
                <a:gd name="connsiteY8" fmla="*/ 72719 h 207549"/>
                <a:gd name="connsiteX9" fmla="*/ 92254 w 117462"/>
                <a:gd name="connsiteY9" fmla="*/ 58336 h 207549"/>
                <a:gd name="connsiteX10" fmla="*/ 103969 w 117462"/>
                <a:gd name="connsiteY10" fmla="*/ 45382 h 207549"/>
                <a:gd name="connsiteX11" fmla="*/ 111017 w 117462"/>
                <a:gd name="connsiteY11" fmla="*/ 35857 h 207549"/>
                <a:gd name="connsiteX12" fmla="*/ 114922 w 117462"/>
                <a:gd name="connsiteY12" fmla="*/ 22903 h 207549"/>
                <a:gd name="connsiteX13" fmla="*/ 116923 w 117462"/>
                <a:gd name="connsiteY13" fmla="*/ 11569 h 207549"/>
                <a:gd name="connsiteX14" fmla="*/ 108350 w 117462"/>
                <a:gd name="connsiteY14" fmla="*/ 329 h 207549"/>
                <a:gd name="connsiteX15" fmla="*/ 94920 w 117462"/>
                <a:gd name="connsiteY15" fmla="*/ 1282 h 207549"/>
                <a:gd name="connsiteX16" fmla="*/ 47867 w 117462"/>
                <a:gd name="connsiteY16" fmla="*/ 23761 h 207549"/>
                <a:gd name="connsiteX17" fmla="*/ 37008 w 117462"/>
                <a:gd name="connsiteY17" fmla="*/ 24999 h 207549"/>
                <a:gd name="connsiteX18" fmla="*/ 28721 w 117462"/>
                <a:gd name="connsiteY18" fmla="*/ 29857 h 207549"/>
                <a:gd name="connsiteX19" fmla="*/ 24816 w 117462"/>
                <a:gd name="connsiteY19" fmla="*/ 35857 h 207549"/>
                <a:gd name="connsiteX20" fmla="*/ 19672 w 117462"/>
                <a:gd name="connsiteY20" fmla="*/ 39096 h 207549"/>
                <a:gd name="connsiteX21" fmla="*/ 22340 w 117462"/>
                <a:gd name="connsiteY21" fmla="*/ 50240 h 207549"/>
                <a:gd name="connsiteX22" fmla="*/ 27293 w 117462"/>
                <a:gd name="connsiteY22" fmla="*/ 53574 h 207549"/>
                <a:gd name="connsiteX23" fmla="*/ 33293 w 117462"/>
                <a:gd name="connsiteY23" fmla="*/ 60146 h 207549"/>
                <a:gd name="connsiteX24" fmla="*/ 42818 w 117462"/>
                <a:gd name="connsiteY24" fmla="*/ 63575 h 207549"/>
                <a:gd name="connsiteX25" fmla="*/ 50819 w 117462"/>
                <a:gd name="connsiteY25" fmla="*/ 71005 h 207549"/>
                <a:gd name="connsiteX26" fmla="*/ 48534 w 117462"/>
                <a:gd name="connsiteY26" fmla="*/ 86626 h 207549"/>
                <a:gd name="connsiteX27" fmla="*/ 38246 w 117462"/>
                <a:gd name="connsiteY27" fmla="*/ 95103 h 207549"/>
                <a:gd name="connsiteX28" fmla="*/ 30912 w 117462"/>
                <a:gd name="connsiteY28" fmla="*/ 95103 h 207549"/>
                <a:gd name="connsiteX29" fmla="*/ 19958 w 117462"/>
                <a:gd name="connsiteY29" fmla="*/ 106438 h 207549"/>
                <a:gd name="connsiteX30" fmla="*/ 26816 w 117462"/>
                <a:gd name="connsiteY30" fmla="*/ 118344 h 207549"/>
                <a:gd name="connsiteX31" fmla="*/ 30245 w 117462"/>
                <a:gd name="connsiteY31" fmla="*/ 123869 h 207549"/>
                <a:gd name="connsiteX32" fmla="*/ 33102 w 117462"/>
                <a:gd name="connsiteY32" fmla="*/ 130250 h 207549"/>
                <a:gd name="connsiteX33" fmla="*/ 31293 w 117462"/>
                <a:gd name="connsiteY33" fmla="*/ 138251 h 207549"/>
                <a:gd name="connsiteX34" fmla="*/ 29674 w 117462"/>
                <a:gd name="connsiteY34" fmla="*/ 144442 h 207549"/>
                <a:gd name="connsiteX35" fmla="*/ 23483 w 117462"/>
                <a:gd name="connsiteY35" fmla="*/ 150824 h 207549"/>
                <a:gd name="connsiteX36" fmla="*/ 14815 w 117462"/>
                <a:gd name="connsiteY36" fmla="*/ 157206 h 207549"/>
                <a:gd name="connsiteX37" fmla="*/ -330 w 117462"/>
                <a:gd name="connsiteY37" fmla="*/ 171779 h 207549"/>
                <a:gd name="connsiteX38" fmla="*/ 2337 w 117462"/>
                <a:gd name="connsiteY38" fmla="*/ 187210 h 207549"/>
                <a:gd name="connsiteX39" fmla="*/ 8243 w 117462"/>
                <a:gd name="connsiteY39" fmla="*/ 195687 h 207549"/>
                <a:gd name="connsiteX40" fmla="*/ 12339 w 117462"/>
                <a:gd name="connsiteY40" fmla="*/ 204069 h 207549"/>
                <a:gd name="connsiteX41" fmla="*/ 21864 w 117462"/>
                <a:gd name="connsiteY41" fmla="*/ 206736 h 207549"/>
                <a:gd name="connsiteX42" fmla="*/ 28626 w 117462"/>
                <a:gd name="connsiteY42" fmla="*/ 206736 h 207549"/>
                <a:gd name="connsiteX43" fmla="*/ 45676 w 117462"/>
                <a:gd name="connsiteY43" fmla="*/ 191496 h 207549"/>
                <a:gd name="connsiteX44" fmla="*/ 80633 w 117462"/>
                <a:gd name="connsiteY44" fmla="*/ 174065 h 207549"/>
                <a:gd name="connsiteX45" fmla="*/ 102064 w 117462"/>
                <a:gd name="connsiteY45" fmla="*/ 148348 h 207549"/>
                <a:gd name="connsiteX46" fmla="*/ 99778 w 117462"/>
                <a:gd name="connsiteY46" fmla="*/ 140156 h 207549"/>
                <a:gd name="connsiteX47" fmla="*/ 92158 w 117462"/>
                <a:gd name="connsiteY47" fmla="*/ 135203 h 20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7462" h="207549">
                  <a:moveTo>
                    <a:pt x="92444" y="134632"/>
                  </a:moveTo>
                  <a:cubicBezTo>
                    <a:pt x="90443" y="134632"/>
                    <a:pt x="85871" y="134632"/>
                    <a:pt x="84062" y="134632"/>
                  </a:cubicBezTo>
                  <a:cubicBezTo>
                    <a:pt x="82757" y="131940"/>
                    <a:pt x="82388" y="128889"/>
                    <a:pt x="83014" y="125964"/>
                  </a:cubicBezTo>
                  <a:cubicBezTo>
                    <a:pt x="88677" y="117361"/>
                    <a:pt x="96195" y="110135"/>
                    <a:pt x="105017" y="104818"/>
                  </a:cubicBezTo>
                  <a:cubicBezTo>
                    <a:pt x="106540" y="103866"/>
                    <a:pt x="106540" y="102247"/>
                    <a:pt x="106636" y="100342"/>
                  </a:cubicBezTo>
                  <a:cubicBezTo>
                    <a:pt x="106636" y="97008"/>
                    <a:pt x="105493" y="95960"/>
                    <a:pt x="101969" y="89197"/>
                  </a:cubicBezTo>
                  <a:cubicBezTo>
                    <a:pt x="100064" y="85673"/>
                    <a:pt x="101112" y="82435"/>
                    <a:pt x="99492" y="82244"/>
                  </a:cubicBezTo>
                  <a:cubicBezTo>
                    <a:pt x="97873" y="82054"/>
                    <a:pt x="94730" y="85007"/>
                    <a:pt x="91872" y="82244"/>
                  </a:cubicBezTo>
                  <a:cubicBezTo>
                    <a:pt x="89015" y="79482"/>
                    <a:pt x="91015" y="74338"/>
                    <a:pt x="91015" y="72719"/>
                  </a:cubicBezTo>
                  <a:cubicBezTo>
                    <a:pt x="89911" y="67914"/>
                    <a:pt x="90344" y="62882"/>
                    <a:pt x="92254" y="58336"/>
                  </a:cubicBezTo>
                  <a:cubicBezTo>
                    <a:pt x="95866" y="53762"/>
                    <a:pt x="99779" y="49434"/>
                    <a:pt x="103969" y="45382"/>
                  </a:cubicBezTo>
                  <a:cubicBezTo>
                    <a:pt x="108065" y="41668"/>
                    <a:pt x="111113" y="39191"/>
                    <a:pt x="111017" y="35857"/>
                  </a:cubicBezTo>
                  <a:cubicBezTo>
                    <a:pt x="111017" y="28428"/>
                    <a:pt x="114637" y="25380"/>
                    <a:pt x="114922" y="22903"/>
                  </a:cubicBezTo>
                  <a:cubicBezTo>
                    <a:pt x="115209" y="20427"/>
                    <a:pt x="117780" y="13378"/>
                    <a:pt x="116923" y="11569"/>
                  </a:cubicBezTo>
                  <a:cubicBezTo>
                    <a:pt x="115399" y="7854"/>
                    <a:pt x="113018" y="-2433"/>
                    <a:pt x="108350" y="329"/>
                  </a:cubicBezTo>
                  <a:cubicBezTo>
                    <a:pt x="105397" y="1949"/>
                    <a:pt x="102349" y="1758"/>
                    <a:pt x="94920" y="1282"/>
                  </a:cubicBezTo>
                  <a:cubicBezTo>
                    <a:pt x="80347" y="520"/>
                    <a:pt x="63106" y="17570"/>
                    <a:pt x="47867" y="23761"/>
                  </a:cubicBezTo>
                  <a:cubicBezTo>
                    <a:pt x="44273" y="24371"/>
                    <a:pt x="40647" y="24785"/>
                    <a:pt x="37008" y="24999"/>
                  </a:cubicBezTo>
                  <a:cubicBezTo>
                    <a:pt x="33770" y="25856"/>
                    <a:pt x="30246" y="26618"/>
                    <a:pt x="28721" y="29857"/>
                  </a:cubicBezTo>
                  <a:cubicBezTo>
                    <a:pt x="27198" y="33095"/>
                    <a:pt x="27198" y="34810"/>
                    <a:pt x="24816" y="35857"/>
                  </a:cubicBezTo>
                  <a:cubicBezTo>
                    <a:pt x="22435" y="36905"/>
                    <a:pt x="19672" y="38048"/>
                    <a:pt x="19672" y="39096"/>
                  </a:cubicBezTo>
                  <a:cubicBezTo>
                    <a:pt x="19672" y="40144"/>
                    <a:pt x="19672" y="49192"/>
                    <a:pt x="22340" y="50240"/>
                  </a:cubicBezTo>
                  <a:cubicBezTo>
                    <a:pt x="25006" y="51288"/>
                    <a:pt x="26055" y="50240"/>
                    <a:pt x="27293" y="53574"/>
                  </a:cubicBezTo>
                  <a:cubicBezTo>
                    <a:pt x="28531" y="56908"/>
                    <a:pt x="30722" y="59956"/>
                    <a:pt x="33293" y="60146"/>
                  </a:cubicBezTo>
                  <a:cubicBezTo>
                    <a:pt x="36596" y="60898"/>
                    <a:pt x="39795" y="62049"/>
                    <a:pt x="42818" y="63575"/>
                  </a:cubicBezTo>
                  <a:cubicBezTo>
                    <a:pt x="45962" y="64813"/>
                    <a:pt x="52343" y="65671"/>
                    <a:pt x="50819" y="71005"/>
                  </a:cubicBezTo>
                  <a:cubicBezTo>
                    <a:pt x="50623" y="76279"/>
                    <a:pt x="49857" y="81516"/>
                    <a:pt x="48534" y="86626"/>
                  </a:cubicBezTo>
                  <a:cubicBezTo>
                    <a:pt x="46057" y="90340"/>
                    <a:pt x="42818" y="94722"/>
                    <a:pt x="38246" y="95103"/>
                  </a:cubicBezTo>
                  <a:cubicBezTo>
                    <a:pt x="36341" y="95103"/>
                    <a:pt x="32817" y="94341"/>
                    <a:pt x="30912" y="95103"/>
                  </a:cubicBezTo>
                  <a:cubicBezTo>
                    <a:pt x="24905" y="95536"/>
                    <a:pt x="20185" y="100419"/>
                    <a:pt x="19958" y="106438"/>
                  </a:cubicBezTo>
                  <a:cubicBezTo>
                    <a:pt x="19959" y="110343"/>
                    <a:pt x="26816" y="118249"/>
                    <a:pt x="26816" y="118344"/>
                  </a:cubicBezTo>
                  <a:cubicBezTo>
                    <a:pt x="27534" y="120417"/>
                    <a:pt x="28706" y="122305"/>
                    <a:pt x="30245" y="123869"/>
                  </a:cubicBezTo>
                  <a:cubicBezTo>
                    <a:pt x="31841" y="125645"/>
                    <a:pt x="32840" y="127877"/>
                    <a:pt x="33102" y="130250"/>
                  </a:cubicBezTo>
                  <a:cubicBezTo>
                    <a:pt x="33103" y="132632"/>
                    <a:pt x="31484" y="135013"/>
                    <a:pt x="31293" y="138251"/>
                  </a:cubicBezTo>
                  <a:cubicBezTo>
                    <a:pt x="31047" y="140381"/>
                    <a:pt x="30501" y="142465"/>
                    <a:pt x="29674" y="144442"/>
                  </a:cubicBezTo>
                  <a:cubicBezTo>
                    <a:pt x="28286" y="147134"/>
                    <a:pt x="26131" y="149355"/>
                    <a:pt x="23483" y="150824"/>
                  </a:cubicBezTo>
                  <a:cubicBezTo>
                    <a:pt x="20716" y="153113"/>
                    <a:pt x="17822" y="155244"/>
                    <a:pt x="14815" y="157206"/>
                  </a:cubicBezTo>
                  <a:cubicBezTo>
                    <a:pt x="7985" y="159786"/>
                    <a:pt x="2511" y="165053"/>
                    <a:pt x="-330" y="171779"/>
                  </a:cubicBezTo>
                  <a:cubicBezTo>
                    <a:pt x="-562" y="177055"/>
                    <a:pt x="348" y="182318"/>
                    <a:pt x="2337" y="187210"/>
                  </a:cubicBezTo>
                  <a:cubicBezTo>
                    <a:pt x="3749" y="190385"/>
                    <a:pt x="5754" y="193262"/>
                    <a:pt x="8243" y="195687"/>
                  </a:cubicBezTo>
                  <a:cubicBezTo>
                    <a:pt x="10624" y="198449"/>
                    <a:pt x="9100" y="203021"/>
                    <a:pt x="12339" y="204069"/>
                  </a:cubicBezTo>
                  <a:cubicBezTo>
                    <a:pt x="15574" y="204723"/>
                    <a:pt x="18759" y="205615"/>
                    <a:pt x="21864" y="206736"/>
                  </a:cubicBezTo>
                  <a:cubicBezTo>
                    <a:pt x="23959" y="208260"/>
                    <a:pt x="28626" y="206736"/>
                    <a:pt x="28626" y="206736"/>
                  </a:cubicBezTo>
                  <a:cubicBezTo>
                    <a:pt x="32532" y="205117"/>
                    <a:pt x="38913" y="195401"/>
                    <a:pt x="45676" y="191496"/>
                  </a:cubicBezTo>
                  <a:cubicBezTo>
                    <a:pt x="53867" y="186829"/>
                    <a:pt x="71108" y="180161"/>
                    <a:pt x="80633" y="174065"/>
                  </a:cubicBezTo>
                  <a:cubicBezTo>
                    <a:pt x="90158" y="167969"/>
                    <a:pt x="100635" y="160445"/>
                    <a:pt x="102064" y="148348"/>
                  </a:cubicBezTo>
                  <a:cubicBezTo>
                    <a:pt x="101929" y="145480"/>
                    <a:pt x="101148" y="142680"/>
                    <a:pt x="99778" y="140156"/>
                  </a:cubicBezTo>
                  <a:cubicBezTo>
                    <a:pt x="97809" y="137759"/>
                    <a:pt x="95148" y="136029"/>
                    <a:pt x="92158" y="135203"/>
                  </a:cubicBezTo>
                </a:path>
              </a:pathLst>
            </a:custGeom>
            <a:grpFill/>
            <a:ln w="9525" cap="flat">
              <a:noFill/>
              <a:prstDash val="solid"/>
              <a:miter/>
            </a:ln>
          </p:spPr>
          <p:txBody>
            <a:bodyPr rtlCol="0" anchor="ctr"/>
            <a:lstStyle/>
            <a:p>
              <a:endParaRPr lang="zh-CN" altLang="en-US"/>
            </a:p>
          </p:txBody>
        </p:sp>
        <p:sp>
          <p:nvSpPr>
            <p:cNvPr id="230" name="任意多边形: 形状 229"/>
            <p:cNvSpPr/>
            <p:nvPr/>
          </p:nvSpPr>
          <p:spPr>
            <a:xfrm>
              <a:off x="6496321" y="4535935"/>
              <a:ext cx="481060" cy="686953"/>
            </a:xfrm>
            <a:custGeom>
              <a:avLst/>
              <a:gdLst>
                <a:gd name="connsiteX0" fmla="*/ 121936 w 134365"/>
                <a:gd name="connsiteY0" fmla="*/ 43148 h 191873"/>
                <a:gd name="connsiteX1" fmla="*/ 133271 w 134365"/>
                <a:gd name="connsiteY1" fmla="*/ 31623 h 191873"/>
                <a:gd name="connsiteX2" fmla="*/ 133271 w 134365"/>
                <a:gd name="connsiteY2" fmla="*/ 22955 h 191873"/>
                <a:gd name="connsiteX3" fmla="*/ 129556 w 134365"/>
                <a:gd name="connsiteY3" fmla="*/ 11811 h 191873"/>
                <a:gd name="connsiteX4" fmla="*/ 116126 w 134365"/>
                <a:gd name="connsiteY4" fmla="*/ 3048 h 191873"/>
                <a:gd name="connsiteX5" fmla="*/ 106601 w 134365"/>
                <a:gd name="connsiteY5" fmla="*/ 3048 h 191873"/>
                <a:gd name="connsiteX6" fmla="*/ 98410 w 134365"/>
                <a:gd name="connsiteY6" fmla="*/ -96 h 191873"/>
                <a:gd name="connsiteX7" fmla="*/ 92980 w 134365"/>
                <a:gd name="connsiteY7" fmla="*/ 1714 h 191873"/>
                <a:gd name="connsiteX8" fmla="*/ 88218 w 134365"/>
                <a:gd name="connsiteY8" fmla="*/ 4191 h 191873"/>
                <a:gd name="connsiteX9" fmla="*/ 82788 w 134365"/>
                <a:gd name="connsiteY9" fmla="*/ 7715 h 191873"/>
                <a:gd name="connsiteX10" fmla="*/ 73263 w 134365"/>
                <a:gd name="connsiteY10" fmla="*/ 11430 h 191873"/>
                <a:gd name="connsiteX11" fmla="*/ 66405 w 134365"/>
                <a:gd name="connsiteY11" fmla="*/ 13430 h 191873"/>
                <a:gd name="connsiteX12" fmla="*/ 57642 w 134365"/>
                <a:gd name="connsiteY12" fmla="*/ 16573 h 191873"/>
                <a:gd name="connsiteX13" fmla="*/ 45641 w 134365"/>
                <a:gd name="connsiteY13" fmla="*/ 19812 h 191873"/>
                <a:gd name="connsiteX14" fmla="*/ 29448 w 134365"/>
                <a:gd name="connsiteY14" fmla="*/ 24574 h 191873"/>
                <a:gd name="connsiteX15" fmla="*/ 25733 w 134365"/>
                <a:gd name="connsiteY15" fmla="*/ 19621 h 191873"/>
                <a:gd name="connsiteX16" fmla="*/ 17923 w 134365"/>
                <a:gd name="connsiteY16" fmla="*/ 15526 h 191873"/>
                <a:gd name="connsiteX17" fmla="*/ 9160 w 134365"/>
                <a:gd name="connsiteY17" fmla="*/ 19431 h 191873"/>
                <a:gd name="connsiteX18" fmla="*/ -365 w 134365"/>
                <a:gd name="connsiteY18" fmla="*/ 36671 h 191873"/>
                <a:gd name="connsiteX19" fmla="*/ 397 w 134365"/>
                <a:gd name="connsiteY19" fmla="*/ 51911 h 191873"/>
                <a:gd name="connsiteX20" fmla="*/ 2873 w 134365"/>
                <a:gd name="connsiteY20" fmla="*/ 66961 h 191873"/>
                <a:gd name="connsiteX21" fmla="*/ 5445 w 134365"/>
                <a:gd name="connsiteY21" fmla="*/ 78676 h 191873"/>
                <a:gd name="connsiteX22" fmla="*/ 6398 w 134365"/>
                <a:gd name="connsiteY22" fmla="*/ 86677 h 191873"/>
                <a:gd name="connsiteX23" fmla="*/ 8207 w 134365"/>
                <a:gd name="connsiteY23" fmla="*/ 90773 h 191873"/>
                <a:gd name="connsiteX24" fmla="*/ 10303 w 134365"/>
                <a:gd name="connsiteY24" fmla="*/ 98393 h 191873"/>
                <a:gd name="connsiteX25" fmla="*/ 14018 w 134365"/>
                <a:gd name="connsiteY25" fmla="*/ 101727 h 191873"/>
                <a:gd name="connsiteX26" fmla="*/ 24400 w 134365"/>
                <a:gd name="connsiteY26" fmla="*/ 102679 h 191873"/>
                <a:gd name="connsiteX27" fmla="*/ 30877 w 134365"/>
                <a:gd name="connsiteY27" fmla="*/ 101536 h 191873"/>
                <a:gd name="connsiteX28" fmla="*/ 39069 w 134365"/>
                <a:gd name="connsiteY28" fmla="*/ 103822 h 191873"/>
                <a:gd name="connsiteX29" fmla="*/ 41831 w 134365"/>
                <a:gd name="connsiteY29" fmla="*/ 108966 h 191873"/>
                <a:gd name="connsiteX30" fmla="*/ 40021 w 134365"/>
                <a:gd name="connsiteY30" fmla="*/ 124111 h 191873"/>
                <a:gd name="connsiteX31" fmla="*/ 40021 w 134365"/>
                <a:gd name="connsiteY31" fmla="*/ 135445 h 191873"/>
                <a:gd name="connsiteX32" fmla="*/ 40021 w 134365"/>
                <a:gd name="connsiteY32" fmla="*/ 143732 h 191873"/>
                <a:gd name="connsiteX33" fmla="*/ 29829 w 134365"/>
                <a:gd name="connsiteY33" fmla="*/ 155638 h 191873"/>
                <a:gd name="connsiteX34" fmla="*/ 17161 w 134365"/>
                <a:gd name="connsiteY34" fmla="*/ 151257 h 191873"/>
                <a:gd name="connsiteX35" fmla="*/ 8589 w 134365"/>
                <a:gd name="connsiteY35" fmla="*/ 154781 h 191873"/>
                <a:gd name="connsiteX36" fmla="*/ 22019 w 134365"/>
                <a:gd name="connsiteY36" fmla="*/ 168497 h 191873"/>
                <a:gd name="connsiteX37" fmla="*/ 26781 w 134365"/>
                <a:gd name="connsiteY37" fmla="*/ 177451 h 191873"/>
                <a:gd name="connsiteX38" fmla="*/ 35544 w 134365"/>
                <a:gd name="connsiteY38" fmla="*/ 181737 h 191873"/>
                <a:gd name="connsiteX39" fmla="*/ 40783 w 134365"/>
                <a:gd name="connsiteY39" fmla="*/ 185833 h 191873"/>
                <a:gd name="connsiteX40" fmla="*/ 47451 w 134365"/>
                <a:gd name="connsiteY40" fmla="*/ 188785 h 191873"/>
                <a:gd name="connsiteX41" fmla="*/ 51737 w 134365"/>
                <a:gd name="connsiteY41" fmla="*/ 191738 h 191873"/>
                <a:gd name="connsiteX42" fmla="*/ 61262 w 134365"/>
                <a:gd name="connsiteY42" fmla="*/ 186880 h 191873"/>
                <a:gd name="connsiteX43" fmla="*/ 71454 w 134365"/>
                <a:gd name="connsiteY43" fmla="*/ 176689 h 191873"/>
                <a:gd name="connsiteX44" fmla="*/ 80979 w 134365"/>
                <a:gd name="connsiteY44" fmla="*/ 162401 h 191873"/>
                <a:gd name="connsiteX45" fmla="*/ 80979 w 134365"/>
                <a:gd name="connsiteY45" fmla="*/ 112014 h 191873"/>
                <a:gd name="connsiteX46" fmla="*/ 79169 w 134365"/>
                <a:gd name="connsiteY46" fmla="*/ 100679 h 191873"/>
                <a:gd name="connsiteX47" fmla="*/ 84693 w 134365"/>
                <a:gd name="connsiteY47" fmla="*/ 94488 h 191873"/>
                <a:gd name="connsiteX48" fmla="*/ 90503 w 134365"/>
                <a:gd name="connsiteY48" fmla="*/ 93726 h 191873"/>
                <a:gd name="connsiteX49" fmla="*/ 98314 w 134365"/>
                <a:gd name="connsiteY49" fmla="*/ 83725 h 191873"/>
                <a:gd name="connsiteX50" fmla="*/ 116126 w 134365"/>
                <a:gd name="connsiteY50" fmla="*/ 52673 h 191873"/>
                <a:gd name="connsiteX51" fmla="*/ 121555 w 134365"/>
                <a:gd name="connsiteY51" fmla="*/ 43148 h 191873"/>
                <a:gd name="connsiteX52" fmla="*/ 76026 w 134365"/>
                <a:gd name="connsiteY52" fmla="*/ 43720 h 191873"/>
                <a:gd name="connsiteX53" fmla="*/ 67644 w 134365"/>
                <a:gd name="connsiteY53" fmla="*/ 51149 h 191873"/>
                <a:gd name="connsiteX54" fmla="*/ 57547 w 134365"/>
                <a:gd name="connsiteY54" fmla="*/ 58960 h 191873"/>
                <a:gd name="connsiteX55" fmla="*/ 46784 w 134365"/>
                <a:gd name="connsiteY55" fmla="*/ 62293 h 191873"/>
                <a:gd name="connsiteX56" fmla="*/ 40688 w 134365"/>
                <a:gd name="connsiteY56" fmla="*/ 56197 h 191873"/>
                <a:gd name="connsiteX57" fmla="*/ 44974 w 134365"/>
                <a:gd name="connsiteY57" fmla="*/ 48958 h 191873"/>
                <a:gd name="connsiteX58" fmla="*/ 59071 w 134365"/>
                <a:gd name="connsiteY58" fmla="*/ 42862 h 191873"/>
                <a:gd name="connsiteX59" fmla="*/ 64501 w 134365"/>
                <a:gd name="connsiteY59" fmla="*/ 39433 h 191873"/>
                <a:gd name="connsiteX60" fmla="*/ 71739 w 134365"/>
                <a:gd name="connsiteY60" fmla="*/ 37052 h 191873"/>
                <a:gd name="connsiteX61" fmla="*/ 78788 w 134365"/>
                <a:gd name="connsiteY61" fmla="*/ 36100 h 191873"/>
                <a:gd name="connsiteX62" fmla="*/ 76026 w 134365"/>
                <a:gd name="connsiteY62" fmla="*/ 43720 h 19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4365" h="191873">
                  <a:moveTo>
                    <a:pt x="121936" y="43148"/>
                  </a:moveTo>
                  <a:cubicBezTo>
                    <a:pt x="125500" y="39101"/>
                    <a:pt x="129284" y="35254"/>
                    <a:pt x="133271" y="31623"/>
                  </a:cubicBezTo>
                  <a:cubicBezTo>
                    <a:pt x="134243" y="28815"/>
                    <a:pt x="134243" y="25762"/>
                    <a:pt x="133271" y="22955"/>
                  </a:cubicBezTo>
                  <a:cubicBezTo>
                    <a:pt x="132352" y="19141"/>
                    <a:pt x="131110" y="15413"/>
                    <a:pt x="129556" y="11811"/>
                  </a:cubicBezTo>
                  <a:cubicBezTo>
                    <a:pt x="125384" y="8447"/>
                    <a:pt x="120885" y="5512"/>
                    <a:pt x="116126" y="3048"/>
                  </a:cubicBezTo>
                  <a:cubicBezTo>
                    <a:pt x="114221" y="1810"/>
                    <a:pt x="108506" y="3048"/>
                    <a:pt x="106601" y="3048"/>
                  </a:cubicBezTo>
                  <a:cubicBezTo>
                    <a:pt x="104011" y="1666"/>
                    <a:pt x="101259" y="610"/>
                    <a:pt x="98410" y="-96"/>
                  </a:cubicBezTo>
                  <a:cubicBezTo>
                    <a:pt x="96422" y="-312"/>
                    <a:pt x="94440" y="349"/>
                    <a:pt x="92980" y="1714"/>
                  </a:cubicBezTo>
                  <a:cubicBezTo>
                    <a:pt x="91336" y="2427"/>
                    <a:pt x="89745" y="3254"/>
                    <a:pt x="88218" y="4191"/>
                  </a:cubicBezTo>
                  <a:cubicBezTo>
                    <a:pt x="86598" y="5143"/>
                    <a:pt x="84789" y="6286"/>
                    <a:pt x="82788" y="7715"/>
                  </a:cubicBezTo>
                  <a:cubicBezTo>
                    <a:pt x="79928" y="9645"/>
                    <a:pt x="76675" y="10914"/>
                    <a:pt x="73263" y="11430"/>
                  </a:cubicBezTo>
                  <a:cubicBezTo>
                    <a:pt x="68882" y="12668"/>
                    <a:pt x="68310" y="13430"/>
                    <a:pt x="66405" y="13430"/>
                  </a:cubicBezTo>
                  <a:cubicBezTo>
                    <a:pt x="63346" y="14041"/>
                    <a:pt x="60393" y="15100"/>
                    <a:pt x="57642" y="16573"/>
                  </a:cubicBezTo>
                  <a:cubicBezTo>
                    <a:pt x="53451" y="18478"/>
                    <a:pt x="48117" y="18478"/>
                    <a:pt x="45641" y="19812"/>
                  </a:cubicBezTo>
                  <a:cubicBezTo>
                    <a:pt x="40645" y="22536"/>
                    <a:pt x="35124" y="24159"/>
                    <a:pt x="29448" y="24574"/>
                  </a:cubicBezTo>
                  <a:cubicBezTo>
                    <a:pt x="28303" y="22855"/>
                    <a:pt x="27063" y="21202"/>
                    <a:pt x="25733" y="19621"/>
                  </a:cubicBezTo>
                  <a:cubicBezTo>
                    <a:pt x="22209" y="17145"/>
                    <a:pt x="21257" y="15907"/>
                    <a:pt x="17923" y="15526"/>
                  </a:cubicBezTo>
                  <a:cubicBezTo>
                    <a:pt x="14589" y="15145"/>
                    <a:pt x="11922" y="17907"/>
                    <a:pt x="9160" y="19431"/>
                  </a:cubicBezTo>
                  <a:cubicBezTo>
                    <a:pt x="6588" y="23527"/>
                    <a:pt x="206" y="25908"/>
                    <a:pt x="-365" y="36671"/>
                  </a:cubicBezTo>
                  <a:cubicBezTo>
                    <a:pt x="-365" y="38481"/>
                    <a:pt x="-365" y="42862"/>
                    <a:pt x="397" y="51911"/>
                  </a:cubicBezTo>
                  <a:cubicBezTo>
                    <a:pt x="397" y="57912"/>
                    <a:pt x="2207" y="61436"/>
                    <a:pt x="2873" y="66961"/>
                  </a:cubicBezTo>
                  <a:cubicBezTo>
                    <a:pt x="3540" y="72485"/>
                    <a:pt x="5445" y="76486"/>
                    <a:pt x="5445" y="78676"/>
                  </a:cubicBezTo>
                  <a:cubicBezTo>
                    <a:pt x="5445" y="80867"/>
                    <a:pt x="6207" y="84487"/>
                    <a:pt x="6398" y="86677"/>
                  </a:cubicBezTo>
                  <a:cubicBezTo>
                    <a:pt x="7160" y="86677"/>
                    <a:pt x="7731" y="90106"/>
                    <a:pt x="8207" y="90773"/>
                  </a:cubicBezTo>
                  <a:cubicBezTo>
                    <a:pt x="8601" y="93387"/>
                    <a:pt x="9305" y="95945"/>
                    <a:pt x="10303" y="98393"/>
                  </a:cubicBezTo>
                  <a:cubicBezTo>
                    <a:pt x="11308" y="99740"/>
                    <a:pt x="12571" y="100873"/>
                    <a:pt x="14018" y="101727"/>
                  </a:cubicBezTo>
                  <a:cubicBezTo>
                    <a:pt x="17432" y="102434"/>
                    <a:pt x="20915" y="102753"/>
                    <a:pt x="24400" y="102679"/>
                  </a:cubicBezTo>
                  <a:cubicBezTo>
                    <a:pt x="26305" y="102679"/>
                    <a:pt x="28972" y="101536"/>
                    <a:pt x="30877" y="101536"/>
                  </a:cubicBezTo>
                  <a:cubicBezTo>
                    <a:pt x="32782" y="101536"/>
                    <a:pt x="35925" y="104584"/>
                    <a:pt x="39069" y="103822"/>
                  </a:cubicBezTo>
                  <a:cubicBezTo>
                    <a:pt x="40402" y="103822"/>
                    <a:pt x="41831" y="107442"/>
                    <a:pt x="41831" y="108966"/>
                  </a:cubicBezTo>
                  <a:cubicBezTo>
                    <a:pt x="40808" y="113955"/>
                    <a:pt x="40203" y="119021"/>
                    <a:pt x="40021" y="124111"/>
                  </a:cubicBezTo>
                  <a:cubicBezTo>
                    <a:pt x="39634" y="127879"/>
                    <a:pt x="39634" y="131677"/>
                    <a:pt x="40021" y="135445"/>
                  </a:cubicBezTo>
                  <a:cubicBezTo>
                    <a:pt x="40021" y="137350"/>
                    <a:pt x="40021" y="141827"/>
                    <a:pt x="40021" y="143732"/>
                  </a:cubicBezTo>
                  <a:cubicBezTo>
                    <a:pt x="39449" y="153257"/>
                    <a:pt x="36306" y="155638"/>
                    <a:pt x="29829" y="155638"/>
                  </a:cubicBezTo>
                  <a:cubicBezTo>
                    <a:pt x="28020" y="155638"/>
                    <a:pt x="23638" y="151066"/>
                    <a:pt x="17161" y="151257"/>
                  </a:cubicBezTo>
                  <a:cubicBezTo>
                    <a:pt x="16208" y="151257"/>
                    <a:pt x="8398" y="151733"/>
                    <a:pt x="8589" y="154781"/>
                  </a:cubicBezTo>
                  <a:cubicBezTo>
                    <a:pt x="8779" y="157829"/>
                    <a:pt x="18971" y="163068"/>
                    <a:pt x="22019" y="168497"/>
                  </a:cubicBezTo>
                  <a:cubicBezTo>
                    <a:pt x="24210" y="172307"/>
                    <a:pt x="24590" y="175355"/>
                    <a:pt x="26781" y="177451"/>
                  </a:cubicBezTo>
                  <a:cubicBezTo>
                    <a:pt x="29390" y="179444"/>
                    <a:pt x="32369" y="180901"/>
                    <a:pt x="35544" y="181737"/>
                  </a:cubicBezTo>
                  <a:cubicBezTo>
                    <a:pt x="37735" y="182880"/>
                    <a:pt x="38688" y="184594"/>
                    <a:pt x="40783" y="185833"/>
                  </a:cubicBezTo>
                  <a:cubicBezTo>
                    <a:pt x="42879" y="187071"/>
                    <a:pt x="46593" y="187642"/>
                    <a:pt x="47451" y="188785"/>
                  </a:cubicBezTo>
                  <a:cubicBezTo>
                    <a:pt x="48284" y="190435"/>
                    <a:pt x="49899" y="191547"/>
                    <a:pt x="51737" y="191738"/>
                  </a:cubicBezTo>
                  <a:cubicBezTo>
                    <a:pt x="53642" y="191738"/>
                    <a:pt x="57738" y="188500"/>
                    <a:pt x="61262" y="186880"/>
                  </a:cubicBezTo>
                  <a:cubicBezTo>
                    <a:pt x="64786" y="185261"/>
                    <a:pt x="68691" y="178022"/>
                    <a:pt x="71454" y="176689"/>
                  </a:cubicBezTo>
                  <a:cubicBezTo>
                    <a:pt x="76645" y="173631"/>
                    <a:pt x="80153" y="168369"/>
                    <a:pt x="80979" y="162401"/>
                  </a:cubicBezTo>
                  <a:cubicBezTo>
                    <a:pt x="82123" y="145625"/>
                    <a:pt x="82123" y="128790"/>
                    <a:pt x="80979" y="112014"/>
                  </a:cubicBezTo>
                  <a:cubicBezTo>
                    <a:pt x="79615" y="108397"/>
                    <a:pt x="78999" y="104541"/>
                    <a:pt x="79169" y="100679"/>
                  </a:cubicBezTo>
                  <a:cubicBezTo>
                    <a:pt x="79169" y="96774"/>
                    <a:pt x="83265" y="93916"/>
                    <a:pt x="84693" y="94488"/>
                  </a:cubicBezTo>
                  <a:cubicBezTo>
                    <a:pt x="86623" y="95322"/>
                    <a:pt x="88854" y="95029"/>
                    <a:pt x="90503" y="93726"/>
                  </a:cubicBezTo>
                  <a:cubicBezTo>
                    <a:pt x="93308" y="90554"/>
                    <a:pt x="95917" y="87214"/>
                    <a:pt x="98314" y="83725"/>
                  </a:cubicBezTo>
                  <a:cubicBezTo>
                    <a:pt x="103662" y="73047"/>
                    <a:pt x="109609" y="62680"/>
                    <a:pt x="116126" y="52673"/>
                  </a:cubicBezTo>
                  <a:cubicBezTo>
                    <a:pt x="118137" y="49617"/>
                    <a:pt x="119950" y="46436"/>
                    <a:pt x="121555" y="43148"/>
                  </a:cubicBezTo>
                  <a:moveTo>
                    <a:pt x="76026" y="43720"/>
                  </a:moveTo>
                  <a:cubicBezTo>
                    <a:pt x="73613" y="46595"/>
                    <a:pt x="70789" y="49099"/>
                    <a:pt x="67644" y="51149"/>
                  </a:cubicBezTo>
                  <a:cubicBezTo>
                    <a:pt x="62976" y="54007"/>
                    <a:pt x="61166" y="56769"/>
                    <a:pt x="57547" y="58960"/>
                  </a:cubicBezTo>
                  <a:cubicBezTo>
                    <a:pt x="54163" y="60646"/>
                    <a:pt x="50528" y="61772"/>
                    <a:pt x="46784" y="62293"/>
                  </a:cubicBezTo>
                  <a:cubicBezTo>
                    <a:pt x="43459" y="62194"/>
                    <a:pt x="40787" y="59522"/>
                    <a:pt x="40688" y="56197"/>
                  </a:cubicBezTo>
                  <a:cubicBezTo>
                    <a:pt x="40584" y="53155"/>
                    <a:pt x="42257" y="50330"/>
                    <a:pt x="44974" y="48958"/>
                  </a:cubicBezTo>
                  <a:cubicBezTo>
                    <a:pt x="49527" y="46605"/>
                    <a:pt x="54237" y="44568"/>
                    <a:pt x="59071" y="42862"/>
                  </a:cubicBezTo>
                  <a:cubicBezTo>
                    <a:pt x="61022" y="41960"/>
                    <a:pt x="62847" y="40807"/>
                    <a:pt x="64501" y="39433"/>
                  </a:cubicBezTo>
                  <a:cubicBezTo>
                    <a:pt x="66310" y="37814"/>
                    <a:pt x="68977" y="38767"/>
                    <a:pt x="71739" y="37052"/>
                  </a:cubicBezTo>
                  <a:cubicBezTo>
                    <a:pt x="73998" y="36253"/>
                    <a:pt x="76398" y="35929"/>
                    <a:pt x="78788" y="36100"/>
                  </a:cubicBezTo>
                  <a:cubicBezTo>
                    <a:pt x="80216" y="36100"/>
                    <a:pt x="77835" y="40576"/>
                    <a:pt x="76026" y="43720"/>
                  </a:cubicBezTo>
                </a:path>
              </a:pathLst>
            </a:custGeom>
            <a:grpFill/>
            <a:ln w="9525" cap="flat">
              <a:noFill/>
              <a:prstDash val="solid"/>
              <a:miter/>
            </a:ln>
          </p:spPr>
          <p:txBody>
            <a:bodyPr rtlCol="0" anchor="ctr"/>
            <a:lstStyle/>
            <a:p>
              <a:endParaRPr lang="zh-CN" altLang="en-US" dirty="0"/>
            </a:p>
          </p:txBody>
        </p:sp>
        <p:sp>
          <p:nvSpPr>
            <p:cNvPr id="231" name="任意多边形: 形状 230"/>
            <p:cNvSpPr/>
            <p:nvPr/>
          </p:nvSpPr>
          <p:spPr>
            <a:xfrm>
              <a:off x="6864937" y="4863327"/>
              <a:ext cx="214998" cy="231682"/>
            </a:xfrm>
            <a:custGeom>
              <a:avLst/>
              <a:gdLst>
                <a:gd name="connsiteX0" fmla="*/ 56030 w 60051"/>
                <a:gd name="connsiteY0" fmla="*/ 21427 h 64711"/>
                <a:gd name="connsiteX1" fmla="*/ 40409 w 60051"/>
                <a:gd name="connsiteY1" fmla="*/ 7616 h 64711"/>
                <a:gd name="connsiteX2" fmla="*/ 33837 w 60051"/>
                <a:gd name="connsiteY2" fmla="*/ 8663 h 64711"/>
                <a:gd name="connsiteX3" fmla="*/ 26217 w 60051"/>
                <a:gd name="connsiteY3" fmla="*/ 6282 h 64711"/>
                <a:gd name="connsiteX4" fmla="*/ 18502 w 60051"/>
                <a:gd name="connsiteY4" fmla="*/ 5615 h 64711"/>
                <a:gd name="connsiteX5" fmla="*/ 10787 w 60051"/>
                <a:gd name="connsiteY5" fmla="*/ 1615 h 64711"/>
                <a:gd name="connsiteX6" fmla="*/ 3166 w 60051"/>
                <a:gd name="connsiteY6" fmla="*/ -100 h 64711"/>
                <a:gd name="connsiteX7" fmla="*/ 595 w 60051"/>
                <a:gd name="connsiteY7" fmla="*/ 9997 h 64711"/>
                <a:gd name="connsiteX8" fmla="*/ 23 w 60051"/>
                <a:gd name="connsiteY8" fmla="*/ 16855 h 64711"/>
                <a:gd name="connsiteX9" fmla="*/ 2976 w 60051"/>
                <a:gd name="connsiteY9" fmla="*/ 27999 h 64711"/>
                <a:gd name="connsiteX10" fmla="*/ 8024 w 60051"/>
                <a:gd name="connsiteY10" fmla="*/ 38000 h 64711"/>
                <a:gd name="connsiteX11" fmla="*/ 14311 w 60051"/>
                <a:gd name="connsiteY11" fmla="*/ 49526 h 64711"/>
                <a:gd name="connsiteX12" fmla="*/ 14311 w 60051"/>
                <a:gd name="connsiteY12" fmla="*/ 58098 h 64711"/>
                <a:gd name="connsiteX13" fmla="*/ 20407 w 60051"/>
                <a:gd name="connsiteY13" fmla="*/ 64575 h 64711"/>
                <a:gd name="connsiteX14" fmla="*/ 28217 w 60051"/>
                <a:gd name="connsiteY14" fmla="*/ 60860 h 64711"/>
                <a:gd name="connsiteX15" fmla="*/ 35647 w 60051"/>
                <a:gd name="connsiteY15" fmla="*/ 60860 h 64711"/>
                <a:gd name="connsiteX16" fmla="*/ 44410 w 60051"/>
                <a:gd name="connsiteY16" fmla="*/ 57336 h 64711"/>
                <a:gd name="connsiteX17" fmla="*/ 49458 w 60051"/>
                <a:gd name="connsiteY17" fmla="*/ 51431 h 64711"/>
                <a:gd name="connsiteX18" fmla="*/ 53744 w 60051"/>
                <a:gd name="connsiteY18" fmla="*/ 42668 h 64711"/>
                <a:gd name="connsiteX19" fmla="*/ 59269 w 60051"/>
                <a:gd name="connsiteY19" fmla="*/ 35428 h 64711"/>
                <a:gd name="connsiteX20" fmla="*/ 59269 w 60051"/>
                <a:gd name="connsiteY20" fmla="*/ 27618 h 64711"/>
                <a:gd name="connsiteX21" fmla="*/ 55173 w 60051"/>
                <a:gd name="connsiteY21" fmla="*/ 21617 h 6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051" h="64711">
                  <a:moveTo>
                    <a:pt x="56030" y="21427"/>
                  </a:moveTo>
                  <a:cubicBezTo>
                    <a:pt x="53078" y="17426"/>
                    <a:pt x="44314" y="6853"/>
                    <a:pt x="40409" y="7616"/>
                  </a:cubicBezTo>
                  <a:cubicBezTo>
                    <a:pt x="38252" y="8150"/>
                    <a:pt x="36053" y="8500"/>
                    <a:pt x="33837" y="8663"/>
                  </a:cubicBezTo>
                  <a:cubicBezTo>
                    <a:pt x="32027" y="8663"/>
                    <a:pt x="28503" y="5996"/>
                    <a:pt x="26217" y="6282"/>
                  </a:cubicBezTo>
                  <a:cubicBezTo>
                    <a:pt x="23626" y="6562"/>
                    <a:pt x="21006" y="6335"/>
                    <a:pt x="18502" y="5615"/>
                  </a:cubicBezTo>
                  <a:cubicBezTo>
                    <a:pt x="16692" y="5615"/>
                    <a:pt x="12025" y="1520"/>
                    <a:pt x="10787" y="1615"/>
                  </a:cubicBezTo>
                  <a:cubicBezTo>
                    <a:pt x="6881" y="2282"/>
                    <a:pt x="5643" y="-481"/>
                    <a:pt x="3166" y="-100"/>
                  </a:cubicBezTo>
                  <a:cubicBezTo>
                    <a:pt x="23" y="2282"/>
                    <a:pt x="2119" y="7901"/>
                    <a:pt x="595" y="9997"/>
                  </a:cubicBezTo>
                  <a:cubicBezTo>
                    <a:pt x="-444" y="12132"/>
                    <a:pt x="-648" y="14577"/>
                    <a:pt x="23" y="16855"/>
                  </a:cubicBezTo>
                  <a:cubicBezTo>
                    <a:pt x="1972" y="20245"/>
                    <a:pt x="2990" y="24089"/>
                    <a:pt x="2976" y="27999"/>
                  </a:cubicBezTo>
                  <a:cubicBezTo>
                    <a:pt x="2976" y="31047"/>
                    <a:pt x="7834" y="33333"/>
                    <a:pt x="8024" y="38000"/>
                  </a:cubicBezTo>
                  <a:cubicBezTo>
                    <a:pt x="9902" y="41957"/>
                    <a:pt x="12001" y="45805"/>
                    <a:pt x="14311" y="49526"/>
                  </a:cubicBezTo>
                  <a:cubicBezTo>
                    <a:pt x="15358" y="52097"/>
                    <a:pt x="14311" y="56003"/>
                    <a:pt x="14311" y="58098"/>
                  </a:cubicBezTo>
                  <a:cubicBezTo>
                    <a:pt x="15263" y="62194"/>
                    <a:pt x="17835" y="64575"/>
                    <a:pt x="20407" y="64575"/>
                  </a:cubicBezTo>
                  <a:cubicBezTo>
                    <a:pt x="22979" y="64575"/>
                    <a:pt x="24598" y="61813"/>
                    <a:pt x="28217" y="60860"/>
                  </a:cubicBezTo>
                  <a:cubicBezTo>
                    <a:pt x="30313" y="60289"/>
                    <a:pt x="33551" y="60860"/>
                    <a:pt x="35647" y="60860"/>
                  </a:cubicBezTo>
                  <a:cubicBezTo>
                    <a:pt x="38791" y="60343"/>
                    <a:pt x="41783" y="59139"/>
                    <a:pt x="44410" y="57336"/>
                  </a:cubicBezTo>
                  <a:cubicBezTo>
                    <a:pt x="46298" y="55553"/>
                    <a:pt x="47990" y="53573"/>
                    <a:pt x="49458" y="51431"/>
                  </a:cubicBezTo>
                  <a:cubicBezTo>
                    <a:pt x="51363" y="49145"/>
                    <a:pt x="52030" y="44573"/>
                    <a:pt x="53744" y="42668"/>
                  </a:cubicBezTo>
                  <a:cubicBezTo>
                    <a:pt x="55459" y="40763"/>
                    <a:pt x="57935" y="39620"/>
                    <a:pt x="59269" y="35428"/>
                  </a:cubicBezTo>
                  <a:cubicBezTo>
                    <a:pt x="59825" y="32855"/>
                    <a:pt x="59825" y="30192"/>
                    <a:pt x="59269" y="27618"/>
                  </a:cubicBezTo>
                  <a:cubicBezTo>
                    <a:pt x="58124" y="25476"/>
                    <a:pt x="56751" y="23464"/>
                    <a:pt x="55173" y="21617"/>
                  </a:cubicBezTo>
                </a:path>
              </a:pathLst>
            </a:custGeom>
            <a:grpFill/>
            <a:ln w="9525" cap="flat">
              <a:noFill/>
              <a:prstDash val="solid"/>
              <a:miter/>
            </a:ln>
          </p:spPr>
          <p:txBody>
            <a:bodyPr rtlCol="0" anchor="ctr"/>
            <a:lstStyle/>
            <a:p>
              <a:endParaRPr lang="zh-CN" altLang="en-US"/>
            </a:p>
          </p:txBody>
        </p:sp>
        <p:sp>
          <p:nvSpPr>
            <p:cNvPr id="232" name="任意多边形: 形状 231"/>
            <p:cNvSpPr/>
            <p:nvPr/>
          </p:nvSpPr>
          <p:spPr>
            <a:xfrm>
              <a:off x="6343545" y="4947348"/>
              <a:ext cx="206527" cy="200175"/>
            </a:xfrm>
            <a:custGeom>
              <a:avLst/>
              <a:gdLst>
                <a:gd name="connsiteX0" fmla="*/ 55070 w 57685"/>
                <a:gd name="connsiteY0" fmla="*/ 25296 h 55911"/>
                <a:gd name="connsiteX1" fmla="*/ 56213 w 57685"/>
                <a:gd name="connsiteY1" fmla="*/ 17866 h 55911"/>
                <a:gd name="connsiteX2" fmla="*/ 57166 w 57685"/>
                <a:gd name="connsiteY2" fmla="*/ 11199 h 55911"/>
                <a:gd name="connsiteX3" fmla="*/ 53070 w 57685"/>
                <a:gd name="connsiteY3" fmla="*/ 9294 h 55911"/>
                <a:gd name="connsiteX4" fmla="*/ 41354 w 57685"/>
                <a:gd name="connsiteY4" fmla="*/ 9294 h 55911"/>
                <a:gd name="connsiteX5" fmla="*/ 31258 w 57685"/>
                <a:gd name="connsiteY5" fmla="*/ 11770 h 55911"/>
                <a:gd name="connsiteX6" fmla="*/ 21733 w 57685"/>
                <a:gd name="connsiteY6" fmla="*/ -136 h 55911"/>
                <a:gd name="connsiteX7" fmla="*/ 14113 w 57685"/>
                <a:gd name="connsiteY7" fmla="*/ 3960 h 55911"/>
                <a:gd name="connsiteX8" fmla="*/ 3731 w 57685"/>
                <a:gd name="connsiteY8" fmla="*/ 21771 h 55911"/>
                <a:gd name="connsiteX9" fmla="*/ -365 w 57685"/>
                <a:gd name="connsiteY9" fmla="*/ 29582 h 55911"/>
                <a:gd name="connsiteX10" fmla="*/ 1635 w 57685"/>
                <a:gd name="connsiteY10" fmla="*/ 36249 h 55911"/>
                <a:gd name="connsiteX11" fmla="*/ 206 w 57685"/>
                <a:gd name="connsiteY11" fmla="*/ 44632 h 55911"/>
                <a:gd name="connsiteX12" fmla="*/ 13732 w 57685"/>
                <a:gd name="connsiteY12" fmla="*/ 55776 h 55911"/>
                <a:gd name="connsiteX13" fmla="*/ 25067 w 57685"/>
                <a:gd name="connsiteY13" fmla="*/ 51013 h 55911"/>
                <a:gd name="connsiteX14" fmla="*/ 33639 w 57685"/>
                <a:gd name="connsiteY14" fmla="*/ 50251 h 55911"/>
                <a:gd name="connsiteX15" fmla="*/ 41069 w 57685"/>
                <a:gd name="connsiteY15" fmla="*/ 45203 h 55911"/>
                <a:gd name="connsiteX16" fmla="*/ 44783 w 57685"/>
                <a:gd name="connsiteY16" fmla="*/ 34630 h 55911"/>
                <a:gd name="connsiteX17" fmla="*/ 50022 w 57685"/>
                <a:gd name="connsiteY17" fmla="*/ 30725 h 55911"/>
                <a:gd name="connsiteX18" fmla="*/ 55166 w 57685"/>
                <a:gd name="connsiteY18" fmla="*/ 25105 h 5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85" h="55911">
                  <a:moveTo>
                    <a:pt x="55070" y="25296"/>
                  </a:moveTo>
                  <a:cubicBezTo>
                    <a:pt x="55973" y="22928"/>
                    <a:pt x="56362" y="20396"/>
                    <a:pt x="56213" y="17866"/>
                  </a:cubicBezTo>
                  <a:cubicBezTo>
                    <a:pt x="57217" y="15797"/>
                    <a:pt x="57550" y="13466"/>
                    <a:pt x="57166" y="11199"/>
                  </a:cubicBezTo>
                  <a:cubicBezTo>
                    <a:pt x="57166" y="9675"/>
                    <a:pt x="54975" y="9294"/>
                    <a:pt x="53070" y="9294"/>
                  </a:cubicBezTo>
                  <a:cubicBezTo>
                    <a:pt x="49168" y="9063"/>
                    <a:pt x="45256" y="9063"/>
                    <a:pt x="41354" y="9294"/>
                  </a:cubicBezTo>
                  <a:cubicBezTo>
                    <a:pt x="38143" y="10653"/>
                    <a:pt x="34734" y="11489"/>
                    <a:pt x="31258" y="11770"/>
                  </a:cubicBezTo>
                  <a:cubicBezTo>
                    <a:pt x="28877" y="11770"/>
                    <a:pt x="28496" y="-136"/>
                    <a:pt x="21733" y="-136"/>
                  </a:cubicBezTo>
                  <a:cubicBezTo>
                    <a:pt x="19828" y="-136"/>
                    <a:pt x="16685" y="2626"/>
                    <a:pt x="14113" y="3960"/>
                  </a:cubicBezTo>
                  <a:cubicBezTo>
                    <a:pt x="8556" y="8398"/>
                    <a:pt x="4854" y="14749"/>
                    <a:pt x="3731" y="21771"/>
                  </a:cubicBezTo>
                  <a:cubicBezTo>
                    <a:pt x="3159" y="24057"/>
                    <a:pt x="-365" y="27677"/>
                    <a:pt x="-365" y="29582"/>
                  </a:cubicBezTo>
                  <a:cubicBezTo>
                    <a:pt x="-365" y="31487"/>
                    <a:pt x="1635" y="34344"/>
                    <a:pt x="1635" y="36249"/>
                  </a:cubicBezTo>
                  <a:cubicBezTo>
                    <a:pt x="1635" y="38154"/>
                    <a:pt x="206" y="42727"/>
                    <a:pt x="206" y="44632"/>
                  </a:cubicBezTo>
                  <a:cubicBezTo>
                    <a:pt x="206" y="52632"/>
                    <a:pt x="6779" y="55776"/>
                    <a:pt x="13732" y="55776"/>
                  </a:cubicBezTo>
                  <a:cubicBezTo>
                    <a:pt x="17710" y="54714"/>
                    <a:pt x="21524" y="53111"/>
                    <a:pt x="25067" y="51013"/>
                  </a:cubicBezTo>
                  <a:cubicBezTo>
                    <a:pt x="27162" y="50442"/>
                    <a:pt x="30496" y="52252"/>
                    <a:pt x="33639" y="50251"/>
                  </a:cubicBezTo>
                  <a:cubicBezTo>
                    <a:pt x="36782" y="48251"/>
                    <a:pt x="39068" y="47584"/>
                    <a:pt x="41069" y="45203"/>
                  </a:cubicBezTo>
                  <a:cubicBezTo>
                    <a:pt x="43069" y="42822"/>
                    <a:pt x="43069" y="38916"/>
                    <a:pt x="44783" y="34630"/>
                  </a:cubicBezTo>
                  <a:cubicBezTo>
                    <a:pt x="45545" y="32820"/>
                    <a:pt x="49260" y="31963"/>
                    <a:pt x="50022" y="30725"/>
                  </a:cubicBezTo>
                  <a:cubicBezTo>
                    <a:pt x="51626" y="28754"/>
                    <a:pt x="53344" y="26877"/>
                    <a:pt x="55166" y="25105"/>
                  </a:cubicBezTo>
                </a:path>
              </a:pathLst>
            </a:custGeom>
            <a:grpFill/>
            <a:ln w="9525" cap="flat">
              <a:noFill/>
              <a:prstDash val="solid"/>
              <a:miter/>
            </a:ln>
          </p:spPr>
          <p:txBody>
            <a:bodyPr rtlCol="0" anchor="ctr"/>
            <a:lstStyle/>
            <a:p>
              <a:endParaRPr lang="zh-CN" altLang="en-US"/>
            </a:p>
          </p:txBody>
        </p:sp>
        <p:sp>
          <p:nvSpPr>
            <p:cNvPr id="233" name="任意多边形: 形状 232"/>
            <p:cNvSpPr/>
            <p:nvPr/>
          </p:nvSpPr>
          <p:spPr>
            <a:xfrm>
              <a:off x="6330162" y="4169825"/>
              <a:ext cx="802159" cy="426841"/>
            </a:xfrm>
            <a:custGeom>
              <a:avLst/>
              <a:gdLst>
                <a:gd name="connsiteX0" fmla="*/ 219971 w 224051"/>
                <a:gd name="connsiteY0" fmla="*/ 52823 h 119221"/>
                <a:gd name="connsiteX1" fmla="*/ 211304 w 224051"/>
                <a:gd name="connsiteY1" fmla="*/ 45203 h 119221"/>
                <a:gd name="connsiteX2" fmla="*/ 204065 w 224051"/>
                <a:gd name="connsiteY2" fmla="*/ 42822 h 119221"/>
                <a:gd name="connsiteX3" fmla="*/ 197112 w 224051"/>
                <a:gd name="connsiteY3" fmla="*/ 39869 h 119221"/>
                <a:gd name="connsiteX4" fmla="*/ 180824 w 224051"/>
                <a:gd name="connsiteY4" fmla="*/ 43584 h 119221"/>
                <a:gd name="connsiteX5" fmla="*/ 152249 w 224051"/>
                <a:gd name="connsiteY5" fmla="*/ 50251 h 119221"/>
                <a:gd name="connsiteX6" fmla="*/ 150725 w 224051"/>
                <a:gd name="connsiteY6" fmla="*/ 45394 h 119221"/>
                <a:gd name="connsiteX7" fmla="*/ 158726 w 224051"/>
                <a:gd name="connsiteY7" fmla="*/ 30725 h 119221"/>
                <a:gd name="connsiteX8" fmla="*/ 152249 w 224051"/>
                <a:gd name="connsiteY8" fmla="*/ 16437 h 119221"/>
                <a:gd name="connsiteX9" fmla="*/ 149487 w 224051"/>
                <a:gd name="connsiteY9" fmla="*/ 6912 h 119221"/>
                <a:gd name="connsiteX10" fmla="*/ 141104 w 224051"/>
                <a:gd name="connsiteY10" fmla="*/ 4341 h 119221"/>
                <a:gd name="connsiteX11" fmla="*/ 136437 w 224051"/>
                <a:gd name="connsiteY11" fmla="*/ 626 h 119221"/>
                <a:gd name="connsiteX12" fmla="*/ 127484 w 224051"/>
                <a:gd name="connsiteY12" fmla="*/ 626 h 119221"/>
                <a:gd name="connsiteX13" fmla="*/ 120244 w 224051"/>
                <a:gd name="connsiteY13" fmla="*/ -136 h 119221"/>
                <a:gd name="connsiteX14" fmla="*/ 114149 w 224051"/>
                <a:gd name="connsiteY14" fmla="*/ 2150 h 119221"/>
                <a:gd name="connsiteX15" fmla="*/ 108148 w 224051"/>
                <a:gd name="connsiteY15" fmla="*/ 2817 h 119221"/>
                <a:gd name="connsiteX16" fmla="*/ 101862 w 224051"/>
                <a:gd name="connsiteY16" fmla="*/ 5293 h 119221"/>
                <a:gd name="connsiteX17" fmla="*/ 91098 w 224051"/>
                <a:gd name="connsiteY17" fmla="*/ 7103 h 119221"/>
                <a:gd name="connsiteX18" fmla="*/ 89003 w 224051"/>
                <a:gd name="connsiteY18" fmla="*/ 13104 h 119221"/>
                <a:gd name="connsiteX19" fmla="*/ 96146 w 224051"/>
                <a:gd name="connsiteY19" fmla="*/ 30725 h 119221"/>
                <a:gd name="connsiteX20" fmla="*/ 93861 w 224051"/>
                <a:gd name="connsiteY20" fmla="*/ 37773 h 119221"/>
                <a:gd name="connsiteX21" fmla="*/ 91670 w 224051"/>
                <a:gd name="connsiteY21" fmla="*/ 43393 h 119221"/>
                <a:gd name="connsiteX22" fmla="*/ 90336 w 224051"/>
                <a:gd name="connsiteY22" fmla="*/ 49299 h 119221"/>
                <a:gd name="connsiteX23" fmla="*/ 95956 w 224051"/>
                <a:gd name="connsiteY23" fmla="*/ 53585 h 119221"/>
                <a:gd name="connsiteX24" fmla="*/ 101862 w 224051"/>
                <a:gd name="connsiteY24" fmla="*/ 55490 h 119221"/>
                <a:gd name="connsiteX25" fmla="*/ 102814 w 224051"/>
                <a:gd name="connsiteY25" fmla="*/ 61205 h 119221"/>
                <a:gd name="connsiteX26" fmla="*/ 94432 w 224051"/>
                <a:gd name="connsiteY26" fmla="*/ 66063 h 119221"/>
                <a:gd name="connsiteX27" fmla="*/ 73953 w 224051"/>
                <a:gd name="connsiteY27" fmla="*/ 72349 h 119221"/>
                <a:gd name="connsiteX28" fmla="*/ 62809 w 224051"/>
                <a:gd name="connsiteY28" fmla="*/ 73873 h 119221"/>
                <a:gd name="connsiteX29" fmla="*/ 36615 w 224051"/>
                <a:gd name="connsiteY29" fmla="*/ 79112 h 119221"/>
                <a:gd name="connsiteX30" fmla="*/ 25662 w 224051"/>
                <a:gd name="connsiteY30" fmla="*/ 82827 h 119221"/>
                <a:gd name="connsiteX31" fmla="*/ 20613 w 224051"/>
                <a:gd name="connsiteY31" fmla="*/ 79969 h 119221"/>
                <a:gd name="connsiteX32" fmla="*/ 1563 w 224051"/>
                <a:gd name="connsiteY32" fmla="*/ 89494 h 119221"/>
                <a:gd name="connsiteX33" fmla="*/ -246 w 224051"/>
                <a:gd name="connsiteY33" fmla="*/ 96162 h 119221"/>
                <a:gd name="connsiteX34" fmla="*/ 230 w 224051"/>
                <a:gd name="connsiteY34" fmla="*/ 104544 h 119221"/>
                <a:gd name="connsiteX35" fmla="*/ 2706 w 224051"/>
                <a:gd name="connsiteY35" fmla="*/ 114736 h 119221"/>
                <a:gd name="connsiteX36" fmla="*/ 12231 w 224051"/>
                <a:gd name="connsiteY36" fmla="*/ 115307 h 119221"/>
                <a:gd name="connsiteX37" fmla="*/ 17470 w 224051"/>
                <a:gd name="connsiteY37" fmla="*/ 119022 h 119221"/>
                <a:gd name="connsiteX38" fmla="*/ 23947 w 224051"/>
                <a:gd name="connsiteY38" fmla="*/ 115307 h 119221"/>
                <a:gd name="connsiteX39" fmla="*/ 31376 w 224051"/>
                <a:gd name="connsiteY39" fmla="*/ 112735 h 119221"/>
                <a:gd name="connsiteX40" fmla="*/ 40139 w 224051"/>
                <a:gd name="connsiteY40" fmla="*/ 110354 h 119221"/>
                <a:gd name="connsiteX41" fmla="*/ 45569 w 224051"/>
                <a:gd name="connsiteY41" fmla="*/ 110354 h 119221"/>
                <a:gd name="connsiteX42" fmla="*/ 52427 w 224051"/>
                <a:gd name="connsiteY42" fmla="*/ 110354 h 119221"/>
                <a:gd name="connsiteX43" fmla="*/ 60237 w 224051"/>
                <a:gd name="connsiteY43" fmla="*/ 108258 h 119221"/>
                <a:gd name="connsiteX44" fmla="*/ 67476 w 224051"/>
                <a:gd name="connsiteY44" fmla="*/ 107306 h 119221"/>
                <a:gd name="connsiteX45" fmla="*/ 76049 w 224051"/>
                <a:gd name="connsiteY45" fmla="*/ 105115 h 119221"/>
                <a:gd name="connsiteX46" fmla="*/ 85574 w 224051"/>
                <a:gd name="connsiteY46" fmla="*/ 102734 h 119221"/>
                <a:gd name="connsiteX47" fmla="*/ 95099 w 224051"/>
                <a:gd name="connsiteY47" fmla="*/ 100257 h 119221"/>
                <a:gd name="connsiteX48" fmla="*/ 128912 w 224051"/>
                <a:gd name="connsiteY48" fmla="*/ 91875 h 119221"/>
                <a:gd name="connsiteX49" fmla="*/ 143390 w 224051"/>
                <a:gd name="connsiteY49" fmla="*/ 85780 h 119221"/>
                <a:gd name="connsiteX50" fmla="*/ 152915 w 224051"/>
                <a:gd name="connsiteY50" fmla="*/ 85780 h 119221"/>
                <a:gd name="connsiteX51" fmla="*/ 163298 w 224051"/>
                <a:gd name="connsiteY51" fmla="*/ 82065 h 119221"/>
                <a:gd name="connsiteX52" fmla="*/ 173680 w 224051"/>
                <a:gd name="connsiteY52" fmla="*/ 78922 h 119221"/>
                <a:gd name="connsiteX53" fmla="*/ 185015 w 224051"/>
                <a:gd name="connsiteY53" fmla="*/ 77588 h 119221"/>
                <a:gd name="connsiteX54" fmla="*/ 199207 w 224051"/>
                <a:gd name="connsiteY54" fmla="*/ 76636 h 119221"/>
                <a:gd name="connsiteX55" fmla="*/ 207589 w 224051"/>
                <a:gd name="connsiteY55" fmla="*/ 79112 h 119221"/>
                <a:gd name="connsiteX56" fmla="*/ 223210 w 224051"/>
                <a:gd name="connsiteY56" fmla="*/ 65872 h 119221"/>
                <a:gd name="connsiteX57" fmla="*/ 223686 w 224051"/>
                <a:gd name="connsiteY57" fmla="*/ 57109 h 119221"/>
                <a:gd name="connsiteX58" fmla="*/ 219781 w 224051"/>
                <a:gd name="connsiteY58" fmla="*/ 52823 h 119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24051" h="119221">
                  <a:moveTo>
                    <a:pt x="219971" y="52823"/>
                  </a:moveTo>
                  <a:cubicBezTo>
                    <a:pt x="216018" y="51837"/>
                    <a:pt x="212788" y="48997"/>
                    <a:pt x="211304" y="45203"/>
                  </a:cubicBezTo>
                  <a:cubicBezTo>
                    <a:pt x="210542" y="43203"/>
                    <a:pt x="206255" y="43393"/>
                    <a:pt x="204065" y="42822"/>
                  </a:cubicBezTo>
                  <a:cubicBezTo>
                    <a:pt x="201874" y="42250"/>
                    <a:pt x="198921" y="39678"/>
                    <a:pt x="197112" y="39869"/>
                  </a:cubicBezTo>
                  <a:cubicBezTo>
                    <a:pt x="191592" y="40674"/>
                    <a:pt x="186146" y="41916"/>
                    <a:pt x="180824" y="43584"/>
                  </a:cubicBezTo>
                  <a:cubicBezTo>
                    <a:pt x="176347" y="45012"/>
                    <a:pt x="157488" y="49203"/>
                    <a:pt x="152249" y="50251"/>
                  </a:cubicBezTo>
                  <a:cubicBezTo>
                    <a:pt x="149296" y="50823"/>
                    <a:pt x="149105" y="47489"/>
                    <a:pt x="150725" y="45394"/>
                  </a:cubicBezTo>
                  <a:cubicBezTo>
                    <a:pt x="156535" y="40440"/>
                    <a:pt x="159107" y="40250"/>
                    <a:pt x="158726" y="30725"/>
                  </a:cubicBezTo>
                  <a:cubicBezTo>
                    <a:pt x="158345" y="21200"/>
                    <a:pt x="153773" y="19581"/>
                    <a:pt x="152249" y="16437"/>
                  </a:cubicBezTo>
                  <a:cubicBezTo>
                    <a:pt x="150725" y="13294"/>
                    <a:pt x="150915" y="8436"/>
                    <a:pt x="149487" y="6912"/>
                  </a:cubicBezTo>
                  <a:cubicBezTo>
                    <a:pt x="148058" y="5389"/>
                    <a:pt x="142057" y="5103"/>
                    <a:pt x="141104" y="4341"/>
                  </a:cubicBezTo>
                  <a:cubicBezTo>
                    <a:pt x="140152" y="3579"/>
                    <a:pt x="138723" y="626"/>
                    <a:pt x="136437" y="626"/>
                  </a:cubicBezTo>
                  <a:cubicBezTo>
                    <a:pt x="133456" y="818"/>
                    <a:pt x="130465" y="818"/>
                    <a:pt x="127484" y="626"/>
                  </a:cubicBezTo>
                  <a:cubicBezTo>
                    <a:pt x="125091" y="208"/>
                    <a:pt x="122672" y="-46"/>
                    <a:pt x="120244" y="-136"/>
                  </a:cubicBezTo>
                  <a:cubicBezTo>
                    <a:pt x="116911" y="-136"/>
                    <a:pt x="116911" y="1198"/>
                    <a:pt x="114149" y="2150"/>
                  </a:cubicBezTo>
                  <a:cubicBezTo>
                    <a:pt x="111387" y="3102"/>
                    <a:pt x="109386" y="2150"/>
                    <a:pt x="108148" y="2817"/>
                  </a:cubicBezTo>
                  <a:cubicBezTo>
                    <a:pt x="106242" y="4060"/>
                    <a:pt x="104104" y="4903"/>
                    <a:pt x="101862" y="5293"/>
                  </a:cubicBezTo>
                  <a:cubicBezTo>
                    <a:pt x="98051" y="5293"/>
                    <a:pt x="94337" y="3769"/>
                    <a:pt x="91098" y="7103"/>
                  </a:cubicBezTo>
                  <a:cubicBezTo>
                    <a:pt x="89348" y="8565"/>
                    <a:pt x="88543" y="10870"/>
                    <a:pt x="89003" y="13104"/>
                  </a:cubicBezTo>
                  <a:cubicBezTo>
                    <a:pt x="89955" y="16057"/>
                    <a:pt x="97385" y="26820"/>
                    <a:pt x="96146" y="30725"/>
                  </a:cubicBezTo>
                  <a:cubicBezTo>
                    <a:pt x="95511" y="33114"/>
                    <a:pt x="94748" y="35467"/>
                    <a:pt x="93861" y="37773"/>
                  </a:cubicBezTo>
                  <a:cubicBezTo>
                    <a:pt x="92908" y="40440"/>
                    <a:pt x="92432" y="41298"/>
                    <a:pt x="91670" y="43393"/>
                  </a:cubicBezTo>
                  <a:cubicBezTo>
                    <a:pt x="90679" y="45197"/>
                    <a:pt x="90217" y="47244"/>
                    <a:pt x="90336" y="49299"/>
                  </a:cubicBezTo>
                  <a:cubicBezTo>
                    <a:pt x="91590" y="51395"/>
                    <a:pt x="93602" y="52930"/>
                    <a:pt x="95956" y="53585"/>
                  </a:cubicBezTo>
                  <a:cubicBezTo>
                    <a:pt x="98432" y="53585"/>
                    <a:pt x="100718" y="52537"/>
                    <a:pt x="101862" y="55490"/>
                  </a:cubicBezTo>
                  <a:cubicBezTo>
                    <a:pt x="102630" y="57292"/>
                    <a:pt x="102957" y="59251"/>
                    <a:pt x="102814" y="61205"/>
                  </a:cubicBezTo>
                  <a:cubicBezTo>
                    <a:pt x="101480" y="64253"/>
                    <a:pt x="96908" y="65491"/>
                    <a:pt x="94432" y="66063"/>
                  </a:cubicBezTo>
                  <a:cubicBezTo>
                    <a:pt x="87493" y="67771"/>
                    <a:pt x="80656" y="69870"/>
                    <a:pt x="73953" y="72349"/>
                  </a:cubicBezTo>
                  <a:cubicBezTo>
                    <a:pt x="71381" y="74445"/>
                    <a:pt x="67286" y="72349"/>
                    <a:pt x="62809" y="73873"/>
                  </a:cubicBezTo>
                  <a:cubicBezTo>
                    <a:pt x="54226" y="76295"/>
                    <a:pt x="45469" y="78046"/>
                    <a:pt x="36615" y="79112"/>
                  </a:cubicBezTo>
                  <a:cubicBezTo>
                    <a:pt x="33758" y="79112"/>
                    <a:pt x="27090" y="82827"/>
                    <a:pt x="25662" y="82827"/>
                  </a:cubicBezTo>
                  <a:cubicBezTo>
                    <a:pt x="24233" y="82827"/>
                    <a:pt x="22423" y="79588"/>
                    <a:pt x="20613" y="79969"/>
                  </a:cubicBezTo>
                  <a:cubicBezTo>
                    <a:pt x="13758" y="82013"/>
                    <a:pt x="7311" y="85236"/>
                    <a:pt x="1563" y="89494"/>
                  </a:cubicBezTo>
                  <a:cubicBezTo>
                    <a:pt x="6" y="91341"/>
                    <a:pt x="-656" y="93781"/>
                    <a:pt x="-246" y="96162"/>
                  </a:cubicBezTo>
                  <a:cubicBezTo>
                    <a:pt x="-246" y="100067"/>
                    <a:pt x="325" y="103686"/>
                    <a:pt x="230" y="104544"/>
                  </a:cubicBezTo>
                  <a:cubicBezTo>
                    <a:pt x="-437" y="108449"/>
                    <a:pt x="-628" y="113116"/>
                    <a:pt x="2706" y="114736"/>
                  </a:cubicBezTo>
                  <a:cubicBezTo>
                    <a:pt x="6040" y="116355"/>
                    <a:pt x="10326" y="114736"/>
                    <a:pt x="12231" y="115307"/>
                  </a:cubicBezTo>
                  <a:cubicBezTo>
                    <a:pt x="16327" y="117212"/>
                    <a:pt x="14613" y="119498"/>
                    <a:pt x="17470" y="119022"/>
                  </a:cubicBezTo>
                  <a:cubicBezTo>
                    <a:pt x="20328" y="118545"/>
                    <a:pt x="23375" y="117022"/>
                    <a:pt x="23947" y="115307"/>
                  </a:cubicBezTo>
                  <a:cubicBezTo>
                    <a:pt x="26290" y="114105"/>
                    <a:pt x="28791" y="113239"/>
                    <a:pt x="31376" y="112735"/>
                  </a:cubicBezTo>
                  <a:cubicBezTo>
                    <a:pt x="34901" y="112735"/>
                    <a:pt x="38330" y="112735"/>
                    <a:pt x="40139" y="110354"/>
                  </a:cubicBezTo>
                  <a:cubicBezTo>
                    <a:pt x="41939" y="110087"/>
                    <a:pt x="43769" y="110087"/>
                    <a:pt x="45569" y="110354"/>
                  </a:cubicBezTo>
                  <a:cubicBezTo>
                    <a:pt x="47825" y="110875"/>
                    <a:pt x="50171" y="110875"/>
                    <a:pt x="52427" y="110354"/>
                  </a:cubicBezTo>
                  <a:cubicBezTo>
                    <a:pt x="54982" y="109486"/>
                    <a:pt x="57591" y="108786"/>
                    <a:pt x="60237" y="108258"/>
                  </a:cubicBezTo>
                  <a:cubicBezTo>
                    <a:pt x="62691" y="108493"/>
                    <a:pt x="65166" y="108167"/>
                    <a:pt x="67476" y="107306"/>
                  </a:cubicBezTo>
                  <a:cubicBezTo>
                    <a:pt x="69857" y="106068"/>
                    <a:pt x="71763" y="107306"/>
                    <a:pt x="76049" y="105115"/>
                  </a:cubicBezTo>
                  <a:cubicBezTo>
                    <a:pt x="78621" y="103782"/>
                    <a:pt x="83669" y="103782"/>
                    <a:pt x="85574" y="102734"/>
                  </a:cubicBezTo>
                  <a:cubicBezTo>
                    <a:pt x="87479" y="101686"/>
                    <a:pt x="92622" y="102734"/>
                    <a:pt x="95099" y="100257"/>
                  </a:cubicBezTo>
                  <a:cubicBezTo>
                    <a:pt x="106161" y="96680"/>
                    <a:pt x="117460" y="93879"/>
                    <a:pt x="128912" y="91875"/>
                  </a:cubicBezTo>
                  <a:cubicBezTo>
                    <a:pt x="134723" y="90256"/>
                    <a:pt x="141486" y="86161"/>
                    <a:pt x="143390" y="85780"/>
                  </a:cubicBezTo>
                  <a:cubicBezTo>
                    <a:pt x="147677" y="85018"/>
                    <a:pt x="151391" y="86732"/>
                    <a:pt x="152915" y="85780"/>
                  </a:cubicBezTo>
                  <a:cubicBezTo>
                    <a:pt x="156287" y="84305"/>
                    <a:pt x="159756" y="83063"/>
                    <a:pt x="163298" y="82065"/>
                  </a:cubicBezTo>
                  <a:cubicBezTo>
                    <a:pt x="165774" y="81303"/>
                    <a:pt x="171108" y="79493"/>
                    <a:pt x="173680" y="78922"/>
                  </a:cubicBezTo>
                  <a:lnTo>
                    <a:pt x="185015" y="77588"/>
                  </a:lnTo>
                  <a:cubicBezTo>
                    <a:pt x="186824" y="77588"/>
                    <a:pt x="197397" y="76731"/>
                    <a:pt x="199207" y="76636"/>
                  </a:cubicBezTo>
                  <a:cubicBezTo>
                    <a:pt x="204541" y="76636"/>
                    <a:pt x="206065" y="80160"/>
                    <a:pt x="207589" y="79112"/>
                  </a:cubicBezTo>
                  <a:cubicBezTo>
                    <a:pt x="212161" y="76255"/>
                    <a:pt x="222638" y="71968"/>
                    <a:pt x="223210" y="65872"/>
                  </a:cubicBezTo>
                  <a:cubicBezTo>
                    <a:pt x="223210" y="61967"/>
                    <a:pt x="223686" y="58919"/>
                    <a:pt x="223686" y="57109"/>
                  </a:cubicBezTo>
                  <a:cubicBezTo>
                    <a:pt x="223366" y="55025"/>
                    <a:pt x="221827" y="53335"/>
                    <a:pt x="219781" y="52823"/>
                  </a:cubicBezTo>
                </a:path>
              </a:pathLst>
            </a:custGeom>
            <a:grpFill/>
            <a:ln w="9525" cap="flat">
              <a:noFill/>
              <a:prstDash val="solid"/>
              <a:miter/>
            </a:ln>
          </p:spPr>
          <p:txBody>
            <a:bodyPr rtlCol="0" anchor="ctr"/>
            <a:lstStyle/>
            <a:p>
              <a:endParaRPr lang="zh-CN" altLang="en-US"/>
            </a:p>
          </p:txBody>
        </p:sp>
        <p:sp>
          <p:nvSpPr>
            <p:cNvPr id="234" name="任意多边形: 形状 233"/>
            <p:cNvSpPr/>
            <p:nvPr/>
          </p:nvSpPr>
          <p:spPr>
            <a:xfrm>
              <a:off x="10788644" y="4163657"/>
              <a:ext cx="774892" cy="1066918"/>
            </a:xfrm>
            <a:custGeom>
              <a:avLst/>
              <a:gdLst>
                <a:gd name="connsiteX0" fmla="*/ 211303 w 216435"/>
                <a:gd name="connsiteY0" fmla="*/ 97027 h 298001"/>
                <a:gd name="connsiteX1" fmla="*/ 203588 w 216435"/>
                <a:gd name="connsiteY1" fmla="*/ 94265 h 298001"/>
                <a:gd name="connsiteX2" fmla="*/ 196825 w 216435"/>
                <a:gd name="connsiteY2" fmla="*/ 92265 h 298001"/>
                <a:gd name="connsiteX3" fmla="*/ 190824 w 216435"/>
                <a:gd name="connsiteY3" fmla="*/ 87883 h 298001"/>
                <a:gd name="connsiteX4" fmla="*/ 183395 w 216435"/>
                <a:gd name="connsiteY4" fmla="*/ 87883 h 298001"/>
                <a:gd name="connsiteX5" fmla="*/ 172631 w 216435"/>
                <a:gd name="connsiteY5" fmla="*/ 93789 h 298001"/>
                <a:gd name="connsiteX6" fmla="*/ 167107 w 216435"/>
                <a:gd name="connsiteY6" fmla="*/ 92074 h 298001"/>
                <a:gd name="connsiteX7" fmla="*/ 169012 w 216435"/>
                <a:gd name="connsiteY7" fmla="*/ 80073 h 298001"/>
                <a:gd name="connsiteX8" fmla="*/ 171393 w 216435"/>
                <a:gd name="connsiteY8" fmla="*/ 70548 h 298001"/>
                <a:gd name="connsiteX9" fmla="*/ 174251 w 216435"/>
                <a:gd name="connsiteY9" fmla="*/ 62547 h 298001"/>
                <a:gd name="connsiteX10" fmla="*/ 183776 w 216435"/>
                <a:gd name="connsiteY10" fmla="*/ 39496 h 298001"/>
                <a:gd name="connsiteX11" fmla="*/ 195968 w 216435"/>
                <a:gd name="connsiteY11" fmla="*/ 29971 h 298001"/>
                <a:gd name="connsiteX12" fmla="*/ 197016 w 216435"/>
                <a:gd name="connsiteY12" fmla="*/ 18446 h 298001"/>
                <a:gd name="connsiteX13" fmla="*/ 194730 w 216435"/>
                <a:gd name="connsiteY13" fmla="*/ 11874 h 298001"/>
                <a:gd name="connsiteX14" fmla="*/ 185776 w 216435"/>
                <a:gd name="connsiteY14" fmla="*/ 6254 h 298001"/>
                <a:gd name="connsiteX15" fmla="*/ 177490 w 216435"/>
                <a:gd name="connsiteY15" fmla="*/ 7207 h 298001"/>
                <a:gd name="connsiteX16" fmla="*/ 175013 w 216435"/>
                <a:gd name="connsiteY16" fmla="*/ 10731 h 298001"/>
                <a:gd name="connsiteX17" fmla="*/ 147295 w 216435"/>
                <a:gd name="connsiteY17" fmla="*/ 25399 h 298001"/>
                <a:gd name="connsiteX18" fmla="*/ 152820 w 216435"/>
                <a:gd name="connsiteY18" fmla="*/ 38734 h 298001"/>
                <a:gd name="connsiteX19" fmla="*/ 150819 w 216435"/>
                <a:gd name="connsiteY19" fmla="*/ 45973 h 298001"/>
                <a:gd name="connsiteX20" fmla="*/ 146438 w 216435"/>
                <a:gd name="connsiteY20" fmla="*/ 52545 h 298001"/>
                <a:gd name="connsiteX21" fmla="*/ 138723 w 216435"/>
                <a:gd name="connsiteY21" fmla="*/ 56451 h 298001"/>
                <a:gd name="connsiteX22" fmla="*/ 139484 w 216435"/>
                <a:gd name="connsiteY22" fmla="*/ 65499 h 298001"/>
                <a:gd name="connsiteX23" fmla="*/ 135103 w 216435"/>
                <a:gd name="connsiteY23" fmla="*/ 70643 h 298001"/>
                <a:gd name="connsiteX24" fmla="*/ 129674 w 216435"/>
                <a:gd name="connsiteY24" fmla="*/ 74929 h 298001"/>
                <a:gd name="connsiteX25" fmla="*/ 131579 w 216435"/>
                <a:gd name="connsiteY25" fmla="*/ 84454 h 298001"/>
                <a:gd name="connsiteX26" fmla="*/ 139866 w 216435"/>
                <a:gd name="connsiteY26" fmla="*/ 87216 h 298001"/>
                <a:gd name="connsiteX27" fmla="*/ 130341 w 216435"/>
                <a:gd name="connsiteY27" fmla="*/ 96741 h 298001"/>
                <a:gd name="connsiteX28" fmla="*/ 125292 w 216435"/>
                <a:gd name="connsiteY28" fmla="*/ 88645 h 298001"/>
                <a:gd name="connsiteX29" fmla="*/ 115005 w 216435"/>
                <a:gd name="connsiteY29" fmla="*/ 83216 h 298001"/>
                <a:gd name="connsiteX30" fmla="*/ 123482 w 216435"/>
                <a:gd name="connsiteY30" fmla="*/ 70929 h 298001"/>
                <a:gd name="connsiteX31" fmla="*/ 134722 w 216435"/>
                <a:gd name="connsiteY31" fmla="*/ 48164 h 298001"/>
                <a:gd name="connsiteX32" fmla="*/ 129579 w 216435"/>
                <a:gd name="connsiteY32" fmla="*/ 40449 h 298001"/>
                <a:gd name="connsiteX33" fmla="*/ 129579 w 216435"/>
                <a:gd name="connsiteY33" fmla="*/ 30924 h 298001"/>
                <a:gd name="connsiteX34" fmla="*/ 137865 w 216435"/>
                <a:gd name="connsiteY34" fmla="*/ 20065 h 298001"/>
                <a:gd name="connsiteX35" fmla="*/ 142152 w 216435"/>
                <a:gd name="connsiteY35" fmla="*/ 7683 h 298001"/>
                <a:gd name="connsiteX36" fmla="*/ 132055 w 216435"/>
                <a:gd name="connsiteY36" fmla="*/ -128 h 298001"/>
                <a:gd name="connsiteX37" fmla="*/ 126721 w 216435"/>
                <a:gd name="connsiteY37" fmla="*/ 1015 h 298001"/>
                <a:gd name="connsiteX38" fmla="*/ 121387 w 216435"/>
                <a:gd name="connsiteY38" fmla="*/ 1015 h 298001"/>
                <a:gd name="connsiteX39" fmla="*/ 114815 w 216435"/>
                <a:gd name="connsiteY39" fmla="*/ 13207 h 298001"/>
                <a:gd name="connsiteX40" fmla="*/ 105957 w 216435"/>
                <a:gd name="connsiteY40" fmla="*/ 24923 h 298001"/>
                <a:gd name="connsiteX41" fmla="*/ 98622 w 216435"/>
                <a:gd name="connsiteY41" fmla="*/ 18922 h 298001"/>
                <a:gd name="connsiteX42" fmla="*/ 91955 w 216435"/>
                <a:gd name="connsiteY42" fmla="*/ 25590 h 298001"/>
                <a:gd name="connsiteX43" fmla="*/ 95955 w 216435"/>
                <a:gd name="connsiteY43" fmla="*/ 36163 h 298001"/>
                <a:gd name="connsiteX44" fmla="*/ 92336 w 216435"/>
                <a:gd name="connsiteY44" fmla="*/ 45688 h 298001"/>
                <a:gd name="connsiteX45" fmla="*/ 92336 w 216435"/>
                <a:gd name="connsiteY45" fmla="*/ 57594 h 298001"/>
                <a:gd name="connsiteX46" fmla="*/ 98242 w 216435"/>
                <a:gd name="connsiteY46" fmla="*/ 54831 h 298001"/>
                <a:gd name="connsiteX47" fmla="*/ 106623 w 216435"/>
                <a:gd name="connsiteY47" fmla="*/ 51593 h 298001"/>
                <a:gd name="connsiteX48" fmla="*/ 111672 w 216435"/>
                <a:gd name="connsiteY48" fmla="*/ 63594 h 298001"/>
                <a:gd name="connsiteX49" fmla="*/ 102147 w 216435"/>
                <a:gd name="connsiteY49" fmla="*/ 72453 h 298001"/>
                <a:gd name="connsiteX50" fmla="*/ 98242 w 216435"/>
                <a:gd name="connsiteY50" fmla="*/ 67500 h 298001"/>
                <a:gd name="connsiteX51" fmla="*/ 87859 w 216435"/>
                <a:gd name="connsiteY51" fmla="*/ 67500 h 298001"/>
                <a:gd name="connsiteX52" fmla="*/ 85192 w 216435"/>
                <a:gd name="connsiteY52" fmla="*/ 62832 h 298001"/>
                <a:gd name="connsiteX53" fmla="*/ 82334 w 216435"/>
                <a:gd name="connsiteY53" fmla="*/ 42735 h 298001"/>
                <a:gd name="connsiteX54" fmla="*/ 80334 w 216435"/>
                <a:gd name="connsiteY54" fmla="*/ 36734 h 298001"/>
                <a:gd name="connsiteX55" fmla="*/ 77382 w 216435"/>
                <a:gd name="connsiteY55" fmla="*/ 27209 h 298001"/>
                <a:gd name="connsiteX56" fmla="*/ 71286 w 216435"/>
                <a:gd name="connsiteY56" fmla="*/ 30638 h 298001"/>
                <a:gd name="connsiteX57" fmla="*/ 67666 w 216435"/>
                <a:gd name="connsiteY57" fmla="*/ 39306 h 298001"/>
                <a:gd name="connsiteX58" fmla="*/ 69000 w 216435"/>
                <a:gd name="connsiteY58" fmla="*/ 45307 h 298001"/>
                <a:gd name="connsiteX59" fmla="*/ 69000 w 216435"/>
                <a:gd name="connsiteY59" fmla="*/ 63118 h 298001"/>
                <a:gd name="connsiteX60" fmla="*/ 71095 w 216435"/>
                <a:gd name="connsiteY60" fmla="*/ 75691 h 298001"/>
                <a:gd name="connsiteX61" fmla="*/ 70428 w 216435"/>
                <a:gd name="connsiteY61" fmla="*/ 94170 h 298001"/>
                <a:gd name="connsiteX62" fmla="*/ 75191 w 216435"/>
                <a:gd name="connsiteY62" fmla="*/ 103123 h 298001"/>
                <a:gd name="connsiteX63" fmla="*/ 79858 w 216435"/>
                <a:gd name="connsiteY63" fmla="*/ 100647 h 298001"/>
                <a:gd name="connsiteX64" fmla="*/ 83192 w 216435"/>
                <a:gd name="connsiteY64" fmla="*/ 95980 h 298001"/>
                <a:gd name="connsiteX65" fmla="*/ 85954 w 216435"/>
                <a:gd name="connsiteY65" fmla="*/ 88169 h 298001"/>
                <a:gd name="connsiteX66" fmla="*/ 90145 w 216435"/>
                <a:gd name="connsiteY66" fmla="*/ 93408 h 298001"/>
                <a:gd name="connsiteX67" fmla="*/ 92145 w 216435"/>
                <a:gd name="connsiteY67" fmla="*/ 99789 h 298001"/>
                <a:gd name="connsiteX68" fmla="*/ 99098 w 216435"/>
                <a:gd name="connsiteY68" fmla="*/ 96932 h 298001"/>
                <a:gd name="connsiteX69" fmla="*/ 106718 w 216435"/>
                <a:gd name="connsiteY69" fmla="*/ 97694 h 298001"/>
                <a:gd name="connsiteX70" fmla="*/ 105956 w 216435"/>
                <a:gd name="connsiteY70" fmla="*/ 101790 h 298001"/>
                <a:gd name="connsiteX71" fmla="*/ 100527 w 216435"/>
                <a:gd name="connsiteY71" fmla="*/ 105409 h 298001"/>
                <a:gd name="connsiteX72" fmla="*/ 93574 w 216435"/>
                <a:gd name="connsiteY72" fmla="*/ 107790 h 298001"/>
                <a:gd name="connsiteX73" fmla="*/ 80810 w 216435"/>
                <a:gd name="connsiteY73" fmla="*/ 110076 h 298001"/>
                <a:gd name="connsiteX74" fmla="*/ 72999 w 216435"/>
                <a:gd name="connsiteY74" fmla="*/ 110553 h 298001"/>
                <a:gd name="connsiteX75" fmla="*/ 63951 w 216435"/>
                <a:gd name="connsiteY75" fmla="*/ 113029 h 298001"/>
                <a:gd name="connsiteX76" fmla="*/ 59379 w 216435"/>
                <a:gd name="connsiteY76" fmla="*/ 108362 h 298001"/>
                <a:gd name="connsiteX77" fmla="*/ 62618 w 216435"/>
                <a:gd name="connsiteY77" fmla="*/ 98837 h 298001"/>
                <a:gd name="connsiteX78" fmla="*/ 62618 w 216435"/>
                <a:gd name="connsiteY78" fmla="*/ 90836 h 298001"/>
                <a:gd name="connsiteX79" fmla="*/ 60522 w 216435"/>
                <a:gd name="connsiteY79" fmla="*/ 79977 h 298001"/>
                <a:gd name="connsiteX80" fmla="*/ 59570 w 216435"/>
                <a:gd name="connsiteY80" fmla="*/ 63785 h 298001"/>
                <a:gd name="connsiteX81" fmla="*/ 59570 w 216435"/>
                <a:gd name="connsiteY81" fmla="*/ 55498 h 298001"/>
                <a:gd name="connsiteX82" fmla="*/ 59570 w 216435"/>
                <a:gd name="connsiteY82" fmla="*/ 48926 h 298001"/>
                <a:gd name="connsiteX83" fmla="*/ 59570 w 216435"/>
                <a:gd name="connsiteY83" fmla="*/ 42925 h 298001"/>
                <a:gd name="connsiteX84" fmla="*/ 58713 w 216435"/>
                <a:gd name="connsiteY84" fmla="*/ 33400 h 298001"/>
                <a:gd name="connsiteX85" fmla="*/ 57570 w 216435"/>
                <a:gd name="connsiteY85" fmla="*/ 25590 h 298001"/>
                <a:gd name="connsiteX86" fmla="*/ 54712 w 216435"/>
                <a:gd name="connsiteY86" fmla="*/ 21303 h 298001"/>
                <a:gd name="connsiteX87" fmla="*/ 51378 w 216435"/>
                <a:gd name="connsiteY87" fmla="*/ 23494 h 298001"/>
                <a:gd name="connsiteX88" fmla="*/ 44806 w 216435"/>
                <a:gd name="connsiteY88" fmla="*/ 23494 h 298001"/>
                <a:gd name="connsiteX89" fmla="*/ 40234 w 216435"/>
                <a:gd name="connsiteY89" fmla="*/ 31400 h 298001"/>
                <a:gd name="connsiteX90" fmla="*/ 42425 w 216435"/>
                <a:gd name="connsiteY90" fmla="*/ 45116 h 298001"/>
                <a:gd name="connsiteX91" fmla="*/ 44044 w 216435"/>
                <a:gd name="connsiteY91" fmla="*/ 69119 h 298001"/>
                <a:gd name="connsiteX92" fmla="*/ 42329 w 216435"/>
                <a:gd name="connsiteY92" fmla="*/ 91788 h 298001"/>
                <a:gd name="connsiteX93" fmla="*/ 44234 w 216435"/>
                <a:gd name="connsiteY93" fmla="*/ 102838 h 298001"/>
                <a:gd name="connsiteX94" fmla="*/ 47092 w 216435"/>
                <a:gd name="connsiteY94" fmla="*/ 110458 h 298001"/>
                <a:gd name="connsiteX95" fmla="*/ 43377 w 216435"/>
                <a:gd name="connsiteY95" fmla="*/ 114172 h 298001"/>
                <a:gd name="connsiteX96" fmla="*/ 32423 w 216435"/>
                <a:gd name="connsiteY96" fmla="*/ 118458 h 298001"/>
                <a:gd name="connsiteX97" fmla="*/ 27050 w 216435"/>
                <a:gd name="connsiteY97" fmla="*/ 115958 h 298001"/>
                <a:gd name="connsiteX98" fmla="*/ 26804 w 216435"/>
                <a:gd name="connsiteY98" fmla="*/ 114267 h 298001"/>
                <a:gd name="connsiteX99" fmla="*/ 24232 w 216435"/>
                <a:gd name="connsiteY99" fmla="*/ 97884 h 298001"/>
                <a:gd name="connsiteX100" fmla="*/ 20613 w 216435"/>
                <a:gd name="connsiteY100" fmla="*/ 97884 h 298001"/>
                <a:gd name="connsiteX101" fmla="*/ 7849 w 216435"/>
                <a:gd name="connsiteY101" fmla="*/ 119030 h 298001"/>
                <a:gd name="connsiteX102" fmla="*/ 2610 w 216435"/>
                <a:gd name="connsiteY102" fmla="*/ 122459 h 298001"/>
                <a:gd name="connsiteX103" fmla="*/ -247 w 216435"/>
                <a:gd name="connsiteY103" fmla="*/ 129888 h 298001"/>
                <a:gd name="connsiteX104" fmla="*/ -247 w 216435"/>
                <a:gd name="connsiteY104" fmla="*/ 148176 h 298001"/>
                <a:gd name="connsiteX105" fmla="*/ 5563 w 216435"/>
                <a:gd name="connsiteY105" fmla="*/ 166369 h 298001"/>
                <a:gd name="connsiteX106" fmla="*/ 13278 w 216435"/>
                <a:gd name="connsiteY106" fmla="*/ 169513 h 298001"/>
                <a:gd name="connsiteX107" fmla="*/ 33090 w 216435"/>
                <a:gd name="connsiteY107" fmla="*/ 154368 h 298001"/>
                <a:gd name="connsiteX108" fmla="*/ 37662 w 216435"/>
                <a:gd name="connsiteY108" fmla="*/ 148938 h 298001"/>
                <a:gd name="connsiteX109" fmla="*/ 47187 w 216435"/>
                <a:gd name="connsiteY109" fmla="*/ 136270 h 298001"/>
                <a:gd name="connsiteX110" fmla="*/ 62713 w 216435"/>
                <a:gd name="connsiteY110" fmla="*/ 129984 h 298001"/>
                <a:gd name="connsiteX111" fmla="*/ 75857 w 216435"/>
                <a:gd name="connsiteY111" fmla="*/ 127317 h 298001"/>
                <a:gd name="connsiteX112" fmla="*/ 93002 w 216435"/>
                <a:gd name="connsiteY112" fmla="*/ 125126 h 298001"/>
                <a:gd name="connsiteX113" fmla="*/ 103575 w 216435"/>
                <a:gd name="connsiteY113" fmla="*/ 122935 h 298001"/>
                <a:gd name="connsiteX114" fmla="*/ 114148 w 216435"/>
                <a:gd name="connsiteY114" fmla="*/ 120459 h 298001"/>
                <a:gd name="connsiteX115" fmla="*/ 135103 w 216435"/>
                <a:gd name="connsiteY115" fmla="*/ 118268 h 298001"/>
                <a:gd name="connsiteX116" fmla="*/ 148438 w 216435"/>
                <a:gd name="connsiteY116" fmla="*/ 116363 h 298001"/>
                <a:gd name="connsiteX117" fmla="*/ 161106 w 216435"/>
                <a:gd name="connsiteY117" fmla="*/ 114934 h 298001"/>
                <a:gd name="connsiteX118" fmla="*/ 155772 w 216435"/>
                <a:gd name="connsiteY118" fmla="*/ 125126 h 298001"/>
                <a:gd name="connsiteX119" fmla="*/ 146247 w 216435"/>
                <a:gd name="connsiteY119" fmla="*/ 129793 h 298001"/>
                <a:gd name="connsiteX120" fmla="*/ 137485 w 216435"/>
                <a:gd name="connsiteY120" fmla="*/ 127698 h 298001"/>
                <a:gd name="connsiteX121" fmla="*/ 129007 w 216435"/>
                <a:gd name="connsiteY121" fmla="*/ 127698 h 298001"/>
                <a:gd name="connsiteX122" fmla="*/ 118625 w 216435"/>
                <a:gd name="connsiteY122" fmla="*/ 127698 h 298001"/>
                <a:gd name="connsiteX123" fmla="*/ 114243 w 216435"/>
                <a:gd name="connsiteY123" fmla="*/ 130841 h 298001"/>
                <a:gd name="connsiteX124" fmla="*/ 106814 w 216435"/>
                <a:gd name="connsiteY124" fmla="*/ 133508 h 298001"/>
                <a:gd name="connsiteX125" fmla="*/ 97956 w 216435"/>
                <a:gd name="connsiteY125" fmla="*/ 135032 h 298001"/>
                <a:gd name="connsiteX126" fmla="*/ 86145 w 216435"/>
                <a:gd name="connsiteY126" fmla="*/ 137985 h 298001"/>
                <a:gd name="connsiteX127" fmla="*/ 75762 w 216435"/>
                <a:gd name="connsiteY127" fmla="*/ 138937 h 298001"/>
                <a:gd name="connsiteX128" fmla="*/ 71571 w 216435"/>
                <a:gd name="connsiteY128" fmla="*/ 141699 h 298001"/>
                <a:gd name="connsiteX129" fmla="*/ 60332 w 216435"/>
                <a:gd name="connsiteY129" fmla="*/ 142461 h 298001"/>
                <a:gd name="connsiteX130" fmla="*/ 52331 w 216435"/>
                <a:gd name="connsiteY130" fmla="*/ 161511 h 298001"/>
                <a:gd name="connsiteX131" fmla="*/ 50236 w 216435"/>
                <a:gd name="connsiteY131" fmla="*/ 171894 h 298001"/>
                <a:gd name="connsiteX132" fmla="*/ 53093 w 216435"/>
                <a:gd name="connsiteY132" fmla="*/ 178847 h 298001"/>
                <a:gd name="connsiteX133" fmla="*/ 60712 w 216435"/>
                <a:gd name="connsiteY133" fmla="*/ 178847 h 298001"/>
                <a:gd name="connsiteX134" fmla="*/ 69761 w 216435"/>
                <a:gd name="connsiteY134" fmla="*/ 174180 h 298001"/>
                <a:gd name="connsiteX135" fmla="*/ 77763 w 216435"/>
                <a:gd name="connsiteY135" fmla="*/ 168941 h 298001"/>
                <a:gd name="connsiteX136" fmla="*/ 85002 w 216435"/>
                <a:gd name="connsiteY136" fmla="*/ 169608 h 298001"/>
                <a:gd name="connsiteX137" fmla="*/ 81477 w 216435"/>
                <a:gd name="connsiteY137" fmla="*/ 179133 h 298001"/>
                <a:gd name="connsiteX138" fmla="*/ 80144 w 216435"/>
                <a:gd name="connsiteY138" fmla="*/ 188658 h 298001"/>
                <a:gd name="connsiteX139" fmla="*/ 77477 w 216435"/>
                <a:gd name="connsiteY139" fmla="*/ 193039 h 298001"/>
                <a:gd name="connsiteX140" fmla="*/ 69952 w 216435"/>
                <a:gd name="connsiteY140" fmla="*/ 196849 h 298001"/>
                <a:gd name="connsiteX141" fmla="*/ 57474 w 216435"/>
                <a:gd name="connsiteY141" fmla="*/ 200183 h 298001"/>
                <a:gd name="connsiteX142" fmla="*/ 47378 w 216435"/>
                <a:gd name="connsiteY142" fmla="*/ 206469 h 298001"/>
                <a:gd name="connsiteX143" fmla="*/ 36995 w 216435"/>
                <a:gd name="connsiteY143" fmla="*/ 203802 h 298001"/>
                <a:gd name="connsiteX144" fmla="*/ 22708 w 216435"/>
                <a:gd name="connsiteY144" fmla="*/ 212661 h 298001"/>
                <a:gd name="connsiteX145" fmla="*/ 20327 w 216435"/>
                <a:gd name="connsiteY145" fmla="*/ 224472 h 298001"/>
                <a:gd name="connsiteX146" fmla="*/ 21565 w 216435"/>
                <a:gd name="connsiteY146" fmla="*/ 233044 h 298001"/>
                <a:gd name="connsiteX147" fmla="*/ 26899 w 216435"/>
                <a:gd name="connsiteY147" fmla="*/ 235426 h 298001"/>
                <a:gd name="connsiteX148" fmla="*/ 38615 w 216435"/>
                <a:gd name="connsiteY148" fmla="*/ 238283 h 298001"/>
                <a:gd name="connsiteX149" fmla="*/ 51664 w 216435"/>
                <a:gd name="connsiteY149" fmla="*/ 233616 h 298001"/>
                <a:gd name="connsiteX150" fmla="*/ 67571 w 216435"/>
                <a:gd name="connsiteY150" fmla="*/ 230854 h 298001"/>
                <a:gd name="connsiteX151" fmla="*/ 83001 w 216435"/>
                <a:gd name="connsiteY151" fmla="*/ 228091 h 298001"/>
                <a:gd name="connsiteX152" fmla="*/ 87573 w 216435"/>
                <a:gd name="connsiteY152" fmla="*/ 234568 h 298001"/>
                <a:gd name="connsiteX153" fmla="*/ 71095 w 216435"/>
                <a:gd name="connsiteY153" fmla="*/ 263143 h 298001"/>
                <a:gd name="connsiteX154" fmla="*/ 50140 w 216435"/>
                <a:gd name="connsiteY154" fmla="*/ 266953 h 298001"/>
                <a:gd name="connsiteX155" fmla="*/ 41472 w 216435"/>
                <a:gd name="connsiteY155" fmla="*/ 271239 h 298001"/>
                <a:gd name="connsiteX156" fmla="*/ 57665 w 216435"/>
                <a:gd name="connsiteY156" fmla="*/ 286575 h 298001"/>
                <a:gd name="connsiteX157" fmla="*/ 58713 w 216435"/>
                <a:gd name="connsiteY157" fmla="*/ 296671 h 298001"/>
                <a:gd name="connsiteX158" fmla="*/ 75477 w 216435"/>
                <a:gd name="connsiteY158" fmla="*/ 296671 h 298001"/>
                <a:gd name="connsiteX159" fmla="*/ 86621 w 216435"/>
                <a:gd name="connsiteY159" fmla="*/ 293623 h 298001"/>
                <a:gd name="connsiteX160" fmla="*/ 100527 w 216435"/>
                <a:gd name="connsiteY160" fmla="*/ 288670 h 298001"/>
                <a:gd name="connsiteX161" fmla="*/ 110052 w 216435"/>
                <a:gd name="connsiteY161" fmla="*/ 270192 h 298001"/>
                <a:gd name="connsiteX162" fmla="*/ 115005 w 216435"/>
                <a:gd name="connsiteY162" fmla="*/ 261619 h 298001"/>
                <a:gd name="connsiteX163" fmla="*/ 117672 w 216435"/>
                <a:gd name="connsiteY163" fmla="*/ 248760 h 298001"/>
                <a:gd name="connsiteX164" fmla="*/ 119101 w 216435"/>
                <a:gd name="connsiteY164" fmla="*/ 237521 h 298001"/>
                <a:gd name="connsiteX165" fmla="*/ 118244 w 216435"/>
                <a:gd name="connsiteY165" fmla="*/ 224376 h 298001"/>
                <a:gd name="connsiteX166" fmla="*/ 137294 w 216435"/>
                <a:gd name="connsiteY166" fmla="*/ 215804 h 298001"/>
                <a:gd name="connsiteX167" fmla="*/ 145485 w 216435"/>
                <a:gd name="connsiteY167" fmla="*/ 213042 h 298001"/>
                <a:gd name="connsiteX168" fmla="*/ 157582 w 216435"/>
                <a:gd name="connsiteY168" fmla="*/ 210756 h 298001"/>
                <a:gd name="connsiteX169" fmla="*/ 164440 w 216435"/>
                <a:gd name="connsiteY169" fmla="*/ 204850 h 298001"/>
                <a:gd name="connsiteX170" fmla="*/ 167393 w 216435"/>
                <a:gd name="connsiteY170" fmla="*/ 192849 h 298001"/>
                <a:gd name="connsiteX171" fmla="*/ 162916 w 216435"/>
                <a:gd name="connsiteY171" fmla="*/ 188277 h 298001"/>
                <a:gd name="connsiteX172" fmla="*/ 151391 w 216435"/>
                <a:gd name="connsiteY172" fmla="*/ 183514 h 298001"/>
                <a:gd name="connsiteX173" fmla="*/ 139580 w 216435"/>
                <a:gd name="connsiteY173" fmla="*/ 177513 h 298001"/>
                <a:gd name="connsiteX174" fmla="*/ 132817 w 216435"/>
                <a:gd name="connsiteY174" fmla="*/ 181133 h 298001"/>
                <a:gd name="connsiteX175" fmla="*/ 122530 w 216435"/>
                <a:gd name="connsiteY175" fmla="*/ 185229 h 298001"/>
                <a:gd name="connsiteX176" fmla="*/ 116815 w 216435"/>
                <a:gd name="connsiteY176" fmla="*/ 184086 h 298001"/>
                <a:gd name="connsiteX177" fmla="*/ 118720 w 216435"/>
                <a:gd name="connsiteY177" fmla="*/ 172751 h 298001"/>
                <a:gd name="connsiteX178" fmla="*/ 130722 w 216435"/>
                <a:gd name="connsiteY178" fmla="*/ 161702 h 298001"/>
                <a:gd name="connsiteX179" fmla="*/ 138246 w 216435"/>
                <a:gd name="connsiteY179" fmla="*/ 153701 h 298001"/>
                <a:gd name="connsiteX180" fmla="*/ 158725 w 216435"/>
                <a:gd name="connsiteY180" fmla="*/ 139128 h 298001"/>
                <a:gd name="connsiteX181" fmla="*/ 170631 w 216435"/>
                <a:gd name="connsiteY181" fmla="*/ 139128 h 298001"/>
                <a:gd name="connsiteX182" fmla="*/ 180156 w 216435"/>
                <a:gd name="connsiteY182" fmla="*/ 139985 h 298001"/>
                <a:gd name="connsiteX183" fmla="*/ 187586 w 216435"/>
                <a:gd name="connsiteY183" fmla="*/ 136842 h 298001"/>
                <a:gd name="connsiteX184" fmla="*/ 211589 w 216435"/>
                <a:gd name="connsiteY184" fmla="*/ 130460 h 298001"/>
                <a:gd name="connsiteX185" fmla="*/ 215971 w 216435"/>
                <a:gd name="connsiteY185" fmla="*/ 114553 h 298001"/>
                <a:gd name="connsiteX186" fmla="*/ 211875 w 216435"/>
                <a:gd name="connsiteY186" fmla="*/ 96932 h 29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216435" h="298001">
                  <a:moveTo>
                    <a:pt x="211303" y="97027"/>
                  </a:moveTo>
                  <a:cubicBezTo>
                    <a:pt x="209017" y="94265"/>
                    <a:pt x="205302" y="95408"/>
                    <a:pt x="203588" y="94265"/>
                  </a:cubicBezTo>
                  <a:cubicBezTo>
                    <a:pt x="201873" y="93122"/>
                    <a:pt x="198920" y="92931"/>
                    <a:pt x="196825" y="92265"/>
                  </a:cubicBezTo>
                  <a:cubicBezTo>
                    <a:pt x="194729" y="91598"/>
                    <a:pt x="192729" y="88455"/>
                    <a:pt x="190824" y="87883"/>
                  </a:cubicBezTo>
                  <a:cubicBezTo>
                    <a:pt x="188365" y="87469"/>
                    <a:pt x="185854" y="87469"/>
                    <a:pt x="183395" y="87883"/>
                  </a:cubicBezTo>
                  <a:cubicBezTo>
                    <a:pt x="180427" y="90816"/>
                    <a:pt x="176699" y="92862"/>
                    <a:pt x="172631" y="93789"/>
                  </a:cubicBezTo>
                  <a:cubicBezTo>
                    <a:pt x="170631" y="93789"/>
                    <a:pt x="167393" y="94455"/>
                    <a:pt x="167107" y="92074"/>
                  </a:cubicBezTo>
                  <a:cubicBezTo>
                    <a:pt x="167063" y="87995"/>
                    <a:pt x="167707" y="83938"/>
                    <a:pt x="169012" y="80073"/>
                  </a:cubicBezTo>
                  <a:cubicBezTo>
                    <a:pt x="170060" y="76358"/>
                    <a:pt x="171107" y="72072"/>
                    <a:pt x="171393" y="70548"/>
                  </a:cubicBezTo>
                  <a:cubicBezTo>
                    <a:pt x="171679" y="69024"/>
                    <a:pt x="174060" y="63309"/>
                    <a:pt x="174251" y="62547"/>
                  </a:cubicBezTo>
                  <a:cubicBezTo>
                    <a:pt x="175286" y="54144"/>
                    <a:pt x="178577" y="46178"/>
                    <a:pt x="183776" y="39496"/>
                  </a:cubicBezTo>
                  <a:cubicBezTo>
                    <a:pt x="187872" y="35496"/>
                    <a:pt x="196825" y="30638"/>
                    <a:pt x="195968" y="29971"/>
                  </a:cubicBezTo>
                  <a:cubicBezTo>
                    <a:pt x="195111" y="29305"/>
                    <a:pt x="196634" y="21303"/>
                    <a:pt x="197016" y="18446"/>
                  </a:cubicBezTo>
                  <a:cubicBezTo>
                    <a:pt x="197408" y="16010"/>
                    <a:pt x="196549" y="13541"/>
                    <a:pt x="194730" y="11874"/>
                  </a:cubicBezTo>
                  <a:cubicBezTo>
                    <a:pt x="191940" y="9706"/>
                    <a:pt x="188941" y="7823"/>
                    <a:pt x="185776" y="6254"/>
                  </a:cubicBezTo>
                  <a:cubicBezTo>
                    <a:pt x="183047" y="5036"/>
                    <a:pt x="179871" y="5401"/>
                    <a:pt x="177490" y="7207"/>
                  </a:cubicBezTo>
                  <a:cubicBezTo>
                    <a:pt x="176251" y="8159"/>
                    <a:pt x="175679" y="10255"/>
                    <a:pt x="175013" y="10731"/>
                  </a:cubicBezTo>
                  <a:cubicBezTo>
                    <a:pt x="172632" y="12350"/>
                    <a:pt x="149676" y="15969"/>
                    <a:pt x="147295" y="25399"/>
                  </a:cubicBezTo>
                  <a:cubicBezTo>
                    <a:pt x="146152" y="30066"/>
                    <a:pt x="152915" y="32734"/>
                    <a:pt x="152820" y="38734"/>
                  </a:cubicBezTo>
                  <a:cubicBezTo>
                    <a:pt x="152584" y="41246"/>
                    <a:pt x="151907" y="43697"/>
                    <a:pt x="150819" y="45973"/>
                  </a:cubicBezTo>
                  <a:cubicBezTo>
                    <a:pt x="149867" y="48069"/>
                    <a:pt x="148152" y="52164"/>
                    <a:pt x="146438" y="52545"/>
                  </a:cubicBezTo>
                  <a:cubicBezTo>
                    <a:pt x="144723" y="52926"/>
                    <a:pt x="141390" y="52545"/>
                    <a:pt x="138723" y="56451"/>
                  </a:cubicBezTo>
                  <a:cubicBezTo>
                    <a:pt x="134532" y="62547"/>
                    <a:pt x="139484" y="63785"/>
                    <a:pt x="139484" y="65499"/>
                  </a:cubicBezTo>
                  <a:cubicBezTo>
                    <a:pt x="139484" y="67214"/>
                    <a:pt x="136151" y="69595"/>
                    <a:pt x="135103" y="70643"/>
                  </a:cubicBezTo>
                  <a:cubicBezTo>
                    <a:pt x="133762" y="72582"/>
                    <a:pt x="131871" y="74074"/>
                    <a:pt x="129674" y="74929"/>
                  </a:cubicBezTo>
                  <a:cubicBezTo>
                    <a:pt x="128436" y="74929"/>
                    <a:pt x="128340" y="81692"/>
                    <a:pt x="131579" y="84454"/>
                  </a:cubicBezTo>
                  <a:cubicBezTo>
                    <a:pt x="134817" y="87216"/>
                    <a:pt x="138151" y="85597"/>
                    <a:pt x="139866" y="87216"/>
                  </a:cubicBezTo>
                  <a:cubicBezTo>
                    <a:pt x="141866" y="92074"/>
                    <a:pt x="135579" y="96741"/>
                    <a:pt x="130341" y="96741"/>
                  </a:cubicBezTo>
                  <a:cubicBezTo>
                    <a:pt x="123482" y="96741"/>
                    <a:pt x="128340" y="87788"/>
                    <a:pt x="125292" y="88645"/>
                  </a:cubicBezTo>
                  <a:cubicBezTo>
                    <a:pt x="119577" y="90169"/>
                    <a:pt x="113195" y="85788"/>
                    <a:pt x="115005" y="83216"/>
                  </a:cubicBezTo>
                  <a:cubicBezTo>
                    <a:pt x="116815" y="80644"/>
                    <a:pt x="123768" y="71119"/>
                    <a:pt x="123482" y="70929"/>
                  </a:cubicBezTo>
                  <a:cubicBezTo>
                    <a:pt x="130912" y="55784"/>
                    <a:pt x="135008" y="52450"/>
                    <a:pt x="134722" y="48164"/>
                  </a:cubicBezTo>
                  <a:cubicBezTo>
                    <a:pt x="134436" y="43878"/>
                    <a:pt x="130150" y="40925"/>
                    <a:pt x="129579" y="40449"/>
                  </a:cubicBezTo>
                  <a:cubicBezTo>
                    <a:pt x="129007" y="39972"/>
                    <a:pt x="129007" y="32162"/>
                    <a:pt x="129579" y="30924"/>
                  </a:cubicBezTo>
                  <a:cubicBezTo>
                    <a:pt x="131478" y="26721"/>
                    <a:pt x="134313" y="23007"/>
                    <a:pt x="137865" y="20065"/>
                  </a:cubicBezTo>
                  <a:cubicBezTo>
                    <a:pt x="141199" y="17113"/>
                    <a:pt x="144723" y="11112"/>
                    <a:pt x="142152" y="7683"/>
                  </a:cubicBezTo>
                  <a:cubicBezTo>
                    <a:pt x="139580" y="4254"/>
                    <a:pt x="136436" y="158"/>
                    <a:pt x="132055" y="-128"/>
                  </a:cubicBezTo>
                  <a:cubicBezTo>
                    <a:pt x="130209" y="-199"/>
                    <a:pt x="128376" y="194"/>
                    <a:pt x="126721" y="1015"/>
                  </a:cubicBezTo>
                  <a:cubicBezTo>
                    <a:pt x="125483" y="1872"/>
                    <a:pt x="123102" y="1015"/>
                    <a:pt x="121387" y="1015"/>
                  </a:cubicBezTo>
                  <a:cubicBezTo>
                    <a:pt x="117101" y="2920"/>
                    <a:pt x="116243" y="10540"/>
                    <a:pt x="114815" y="13207"/>
                  </a:cubicBezTo>
                  <a:cubicBezTo>
                    <a:pt x="112624" y="17493"/>
                    <a:pt x="107861" y="24923"/>
                    <a:pt x="105957" y="24923"/>
                  </a:cubicBezTo>
                  <a:cubicBezTo>
                    <a:pt x="104052" y="24923"/>
                    <a:pt x="100623" y="18827"/>
                    <a:pt x="98622" y="18922"/>
                  </a:cubicBezTo>
                  <a:cubicBezTo>
                    <a:pt x="96622" y="19017"/>
                    <a:pt x="91955" y="24066"/>
                    <a:pt x="91955" y="25590"/>
                  </a:cubicBezTo>
                  <a:cubicBezTo>
                    <a:pt x="91955" y="27114"/>
                    <a:pt x="95574" y="32067"/>
                    <a:pt x="95955" y="36163"/>
                  </a:cubicBezTo>
                  <a:cubicBezTo>
                    <a:pt x="95517" y="39579"/>
                    <a:pt x="94277" y="42843"/>
                    <a:pt x="92336" y="45688"/>
                  </a:cubicBezTo>
                  <a:cubicBezTo>
                    <a:pt x="90431" y="49116"/>
                    <a:pt x="88907" y="56641"/>
                    <a:pt x="92336" y="57594"/>
                  </a:cubicBezTo>
                  <a:cubicBezTo>
                    <a:pt x="95765" y="58546"/>
                    <a:pt x="93955" y="55498"/>
                    <a:pt x="98242" y="54831"/>
                  </a:cubicBezTo>
                  <a:cubicBezTo>
                    <a:pt x="102527" y="54165"/>
                    <a:pt x="105575" y="51402"/>
                    <a:pt x="106623" y="51593"/>
                  </a:cubicBezTo>
                  <a:cubicBezTo>
                    <a:pt x="107671" y="51784"/>
                    <a:pt x="115196" y="58641"/>
                    <a:pt x="111672" y="63594"/>
                  </a:cubicBezTo>
                  <a:cubicBezTo>
                    <a:pt x="110338" y="65499"/>
                    <a:pt x="107004" y="73119"/>
                    <a:pt x="102147" y="72453"/>
                  </a:cubicBezTo>
                  <a:cubicBezTo>
                    <a:pt x="100623" y="72453"/>
                    <a:pt x="99861" y="68833"/>
                    <a:pt x="98242" y="67500"/>
                  </a:cubicBezTo>
                  <a:cubicBezTo>
                    <a:pt x="96622" y="66166"/>
                    <a:pt x="90050" y="68928"/>
                    <a:pt x="87859" y="67500"/>
                  </a:cubicBezTo>
                  <a:cubicBezTo>
                    <a:pt x="85668" y="66071"/>
                    <a:pt x="85097" y="66547"/>
                    <a:pt x="85192" y="62832"/>
                  </a:cubicBezTo>
                  <a:cubicBezTo>
                    <a:pt x="85096" y="56039"/>
                    <a:pt x="84136" y="49285"/>
                    <a:pt x="82334" y="42735"/>
                  </a:cubicBezTo>
                  <a:cubicBezTo>
                    <a:pt x="80959" y="41044"/>
                    <a:pt x="80248" y="38911"/>
                    <a:pt x="80334" y="36734"/>
                  </a:cubicBezTo>
                  <a:cubicBezTo>
                    <a:pt x="80335" y="32638"/>
                    <a:pt x="79668" y="26733"/>
                    <a:pt x="77382" y="27209"/>
                  </a:cubicBezTo>
                  <a:cubicBezTo>
                    <a:pt x="75006" y="27589"/>
                    <a:pt x="72844" y="28805"/>
                    <a:pt x="71286" y="30638"/>
                  </a:cubicBezTo>
                  <a:cubicBezTo>
                    <a:pt x="69213" y="33084"/>
                    <a:pt x="67949" y="36112"/>
                    <a:pt x="67666" y="39306"/>
                  </a:cubicBezTo>
                  <a:cubicBezTo>
                    <a:pt x="68228" y="41278"/>
                    <a:pt x="68672" y="43282"/>
                    <a:pt x="69000" y="45307"/>
                  </a:cubicBezTo>
                  <a:cubicBezTo>
                    <a:pt x="69313" y="51240"/>
                    <a:pt x="69313" y="57185"/>
                    <a:pt x="69000" y="63118"/>
                  </a:cubicBezTo>
                  <a:cubicBezTo>
                    <a:pt x="69000" y="66452"/>
                    <a:pt x="71476" y="71786"/>
                    <a:pt x="71095" y="75691"/>
                  </a:cubicBezTo>
                  <a:cubicBezTo>
                    <a:pt x="71095" y="77596"/>
                    <a:pt x="70333" y="92169"/>
                    <a:pt x="70428" y="94170"/>
                  </a:cubicBezTo>
                  <a:cubicBezTo>
                    <a:pt x="70163" y="97822"/>
                    <a:pt x="72014" y="101302"/>
                    <a:pt x="75191" y="103123"/>
                  </a:cubicBezTo>
                  <a:cubicBezTo>
                    <a:pt x="77286" y="103980"/>
                    <a:pt x="78525" y="101694"/>
                    <a:pt x="79858" y="100647"/>
                  </a:cubicBezTo>
                  <a:cubicBezTo>
                    <a:pt x="81191" y="99599"/>
                    <a:pt x="83383" y="98932"/>
                    <a:pt x="83192" y="95980"/>
                  </a:cubicBezTo>
                  <a:cubicBezTo>
                    <a:pt x="83001" y="93027"/>
                    <a:pt x="83192" y="89026"/>
                    <a:pt x="85954" y="88169"/>
                  </a:cubicBezTo>
                  <a:cubicBezTo>
                    <a:pt x="88717" y="87312"/>
                    <a:pt x="90621" y="91312"/>
                    <a:pt x="90145" y="93408"/>
                  </a:cubicBezTo>
                  <a:cubicBezTo>
                    <a:pt x="89105" y="95735"/>
                    <a:pt x="89963" y="98472"/>
                    <a:pt x="92145" y="99789"/>
                  </a:cubicBezTo>
                  <a:cubicBezTo>
                    <a:pt x="93384" y="101028"/>
                    <a:pt x="97193" y="97694"/>
                    <a:pt x="99098" y="96932"/>
                  </a:cubicBezTo>
                  <a:cubicBezTo>
                    <a:pt x="102623" y="95694"/>
                    <a:pt x="105385" y="94360"/>
                    <a:pt x="106718" y="97694"/>
                  </a:cubicBezTo>
                  <a:cubicBezTo>
                    <a:pt x="107418" y="99075"/>
                    <a:pt x="107106" y="100753"/>
                    <a:pt x="105956" y="101790"/>
                  </a:cubicBezTo>
                  <a:cubicBezTo>
                    <a:pt x="104382" y="103317"/>
                    <a:pt x="102542" y="104543"/>
                    <a:pt x="100527" y="105409"/>
                  </a:cubicBezTo>
                  <a:cubicBezTo>
                    <a:pt x="98813" y="105409"/>
                    <a:pt x="95479" y="107695"/>
                    <a:pt x="93574" y="107790"/>
                  </a:cubicBezTo>
                  <a:cubicBezTo>
                    <a:pt x="89248" y="108078"/>
                    <a:pt x="84967" y="108844"/>
                    <a:pt x="80810" y="110076"/>
                  </a:cubicBezTo>
                  <a:cubicBezTo>
                    <a:pt x="78225" y="110461"/>
                    <a:pt x="75612" y="110620"/>
                    <a:pt x="72999" y="110553"/>
                  </a:cubicBezTo>
                  <a:cubicBezTo>
                    <a:pt x="70904" y="110553"/>
                    <a:pt x="66523" y="113601"/>
                    <a:pt x="63951" y="113029"/>
                  </a:cubicBezTo>
                  <a:cubicBezTo>
                    <a:pt x="61859" y="112156"/>
                    <a:pt x="60209" y="110472"/>
                    <a:pt x="59379" y="108362"/>
                  </a:cubicBezTo>
                  <a:cubicBezTo>
                    <a:pt x="58522" y="106076"/>
                    <a:pt x="62046" y="102933"/>
                    <a:pt x="62618" y="98837"/>
                  </a:cubicBezTo>
                  <a:cubicBezTo>
                    <a:pt x="62618" y="96932"/>
                    <a:pt x="62618" y="92836"/>
                    <a:pt x="62618" y="90836"/>
                  </a:cubicBezTo>
                  <a:cubicBezTo>
                    <a:pt x="63189" y="85883"/>
                    <a:pt x="60522" y="82263"/>
                    <a:pt x="60522" y="79977"/>
                  </a:cubicBezTo>
                  <a:cubicBezTo>
                    <a:pt x="60522" y="77691"/>
                    <a:pt x="59856" y="67023"/>
                    <a:pt x="59570" y="63785"/>
                  </a:cubicBezTo>
                  <a:cubicBezTo>
                    <a:pt x="59284" y="60546"/>
                    <a:pt x="60332" y="57975"/>
                    <a:pt x="59570" y="55498"/>
                  </a:cubicBezTo>
                  <a:cubicBezTo>
                    <a:pt x="59173" y="53325"/>
                    <a:pt x="59173" y="51099"/>
                    <a:pt x="59570" y="48926"/>
                  </a:cubicBezTo>
                  <a:cubicBezTo>
                    <a:pt x="60402" y="47012"/>
                    <a:pt x="60402" y="44839"/>
                    <a:pt x="59570" y="42925"/>
                  </a:cubicBezTo>
                  <a:cubicBezTo>
                    <a:pt x="58236" y="41115"/>
                    <a:pt x="59570" y="36543"/>
                    <a:pt x="58713" y="33400"/>
                  </a:cubicBezTo>
                  <a:cubicBezTo>
                    <a:pt x="57855" y="30257"/>
                    <a:pt x="58713" y="28638"/>
                    <a:pt x="57570" y="25590"/>
                  </a:cubicBezTo>
                  <a:cubicBezTo>
                    <a:pt x="56427" y="22542"/>
                    <a:pt x="56807" y="22161"/>
                    <a:pt x="54712" y="21303"/>
                  </a:cubicBezTo>
                  <a:cubicBezTo>
                    <a:pt x="52616" y="20446"/>
                    <a:pt x="52807" y="23399"/>
                    <a:pt x="51378" y="23494"/>
                  </a:cubicBezTo>
                  <a:cubicBezTo>
                    <a:pt x="49192" y="23305"/>
                    <a:pt x="46992" y="23305"/>
                    <a:pt x="44806" y="23494"/>
                  </a:cubicBezTo>
                  <a:cubicBezTo>
                    <a:pt x="41092" y="24351"/>
                    <a:pt x="37853" y="29971"/>
                    <a:pt x="40234" y="31400"/>
                  </a:cubicBezTo>
                  <a:cubicBezTo>
                    <a:pt x="41892" y="35775"/>
                    <a:pt x="42638" y="40442"/>
                    <a:pt x="42425" y="45116"/>
                  </a:cubicBezTo>
                  <a:cubicBezTo>
                    <a:pt x="42425" y="58260"/>
                    <a:pt x="44616" y="64166"/>
                    <a:pt x="44044" y="69119"/>
                  </a:cubicBezTo>
                  <a:cubicBezTo>
                    <a:pt x="43187" y="77977"/>
                    <a:pt x="42329" y="89788"/>
                    <a:pt x="42329" y="91788"/>
                  </a:cubicBezTo>
                  <a:cubicBezTo>
                    <a:pt x="42578" y="95528"/>
                    <a:pt x="43216" y="99231"/>
                    <a:pt x="44234" y="102838"/>
                  </a:cubicBezTo>
                  <a:cubicBezTo>
                    <a:pt x="45476" y="105259"/>
                    <a:pt x="46435" y="107816"/>
                    <a:pt x="47092" y="110458"/>
                  </a:cubicBezTo>
                  <a:cubicBezTo>
                    <a:pt x="47092" y="112363"/>
                    <a:pt x="44044" y="113696"/>
                    <a:pt x="43377" y="114172"/>
                  </a:cubicBezTo>
                  <a:cubicBezTo>
                    <a:pt x="39992" y="116204"/>
                    <a:pt x="36290" y="117653"/>
                    <a:pt x="32423" y="118458"/>
                  </a:cubicBezTo>
                  <a:cubicBezTo>
                    <a:pt x="30249" y="119252"/>
                    <a:pt x="27843" y="118132"/>
                    <a:pt x="27050" y="115958"/>
                  </a:cubicBezTo>
                  <a:cubicBezTo>
                    <a:pt x="26853" y="115417"/>
                    <a:pt x="26769" y="114842"/>
                    <a:pt x="26804" y="114267"/>
                  </a:cubicBezTo>
                  <a:cubicBezTo>
                    <a:pt x="26758" y="108710"/>
                    <a:pt x="25891" y="103189"/>
                    <a:pt x="24232" y="97884"/>
                  </a:cubicBezTo>
                  <a:cubicBezTo>
                    <a:pt x="22708" y="96646"/>
                    <a:pt x="20613" y="97884"/>
                    <a:pt x="20613" y="97884"/>
                  </a:cubicBezTo>
                  <a:cubicBezTo>
                    <a:pt x="16744" y="105159"/>
                    <a:pt x="12483" y="112218"/>
                    <a:pt x="7849" y="119030"/>
                  </a:cubicBezTo>
                  <a:cubicBezTo>
                    <a:pt x="6323" y="120478"/>
                    <a:pt x="4548" y="121640"/>
                    <a:pt x="2610" y="122459"/>
                  </a:cubicBezTo>
                  <a:cubicBezTo>
                    <a:pt x="355" y="124215"/>
                    <a:pt x="-744" y="127074"/>
                    <a:pt x="-247" y="129888"/>
                  </a:cubicBezTo>
                  <a:cubicBezTo>
                    <a:pt x="3086" y="140938"/>
                    <a:pt x="-247" y="142366"/>
                    <a:pt x="-247" y="148176"/>
                  </a:cubicBezTo>
                  <a:cubicBezTo>
                    <a:pt x="270" y="154606"/>
                    <a:pt x="2258" y="160830"/>
                    <a:pt x="5563" y="166369"/>
                  </a:cubicBezTo>
                  <a:cubicBezTo>
                    <a:pt x="7058" y="169121"/>
                    <a:pt x="10286" y="170437"/>
                    <a:pt x="13278" y="169513"/>
                  </a:cubicBezTo>
                  <a:cubicBezTo>
                    <a:pt x="20613" y="168179"/>
                    <a:pt x="25375" y="159988"/>
                    <a:pt x="33090" y="154368"/>
                  </a:cubicBezTo>
                  <a:cubicBezTo>
                    <a:pt x="34783" y="152707"/>
                    <a:pt x="36314" y="150889"/>
                    <a:pt x="37662" y="148938"/>
                  </a:cubicBezTo>
                  <a:cubicBezTo>
                    <a:pt x="40197" y="144270"/>
                    <a:pt x="43407" y="140001"/>
                    <a:pt x="47187" y="136270"/>
                  </a:cubicBezTo>
                  <a:cubicBezTo>
                    <a:pt x="52034" y="133442"/>
                    <a:pt x="57263" y="131325"/>
                    <a:pt x="62713" y="129984"/>
                  </a:cubicBezTo>
                  <a:cubicBezTo>
                    <a:pt x="66618" y="128936"/>
                    <a:pt x="72905" y="127984"/>
                    <a:pt x="75857" y="127317"/>
                  </a:cubicBezTo>
                  <a:cubicBezTo>
                    <a:pt x="81532" y="126295"/>
                    <a:pt x="87254" y="125564"/>
                    <a:pt x="93002" y="125126"/>
                  </a:cubicBezTo>
                  <a:cubicBezTo>
                    <a:pt x="96589" y="124741"/>
                    <a:pt x="100130" y="124007"/>
                    <a:pt x="103575" y="122935"/>
                  </a:cubicBezTo>
                  <a:cubicBezTo>
                    <a:pt x="106921" y="121478"/>
                    <a:pt x="110503" y="120639"/>
                    <a:pt x="114148" y="120459"/>
                  </a:cubicBezTo>
                  <a:cubicBezTo>
                    <a:pt x="121208" y="121346"/>
                    <a:pt x="128378" y="120596"/>
                    <a:pt x="135103" y="118268"/>
                  </a:cubicBezTo>
                  <a:cubicBezTo>
                    <a:pt x="137008" y="117315"/>
                    <a:pt x="145581" y="117506"/>
                    <a:pt x="148438" y="116363"/>
                  </a:cubicBezTo>
                  <a:cubicBezTo>
                    <a:pt x="152572" y="115290"/>
                    <a:pt x="156837" y="114809"/>
                    <a:pt x="161106" y="114934"/>
                  </a:cubicBezTo>
                  <a:cubicBezTo>
                    <a:pt x="161812" y="119143"/>
                    <a:pt x="159633" y="123307"/>
                    <a:pt x="155772" y="125126"/>
                  </a:cubicBezTo>
                  <a:cubicBezTo>
                    <a:pt x="153677" y="125126"/>
                    <a:pt x="148248" y="129698"/>
                    <a:pt x="146247" y="129793"/>
                  </a:cubicBezTo>
                  <a:cubicBezTo>
                    <a:pt x="143228" y="129604"/>
                    <a:pt x="140263" y="128895"/>
                    <a:pt x="137485" y="127698"/>
                  </a:cubicBezTo>
                  <a:cubicBezTo>
                    <a:pt x="135960" y="127698"/>
                    <a:pt x="132151" y="128364"/>
                    <a:pt x="129007" y="127698"/>
                  </a:cubicBezTo>
                  <a:cubicBezTo>
                    <a:pt x="125566" y="127174"/>
                    <a:pt x="122066" y="127174"/>
                    <a:pt x="118625" y="127698"/>
                  </a:cubicBezTo>
                  <a:cubicBezTo>
                    <a:pt x="116815" y="128745"/>
                    <a:pt x="113672" y="130651"/>
                    <a:pt x="114243" y="130841"/>
                  </a:cubicBezTo>
                  <a:cubicBezTo>
                    <a:pt x="107957" y="132746"/>
                    <a:pt x="108528" y="132460"/>
                    <a:pt x="106814" y="133508"/>
                  </a:cubicBezTo>
                  <a:cubicBezTo>
                    <a:pt x="105099" y="134556"/>
                    <a:pt x="99385" y="134556"/>
                    <a:pt x="97956" y="135032"/>
                  </a:cubicBezTo>
                  <a:cubicBezTo>
                    <a:pt x="94097" y="136307"/>
                    <a:pt x="90149" y="137294"/>
                    <a:pt x="86145" y="137985"/>
                  </a:cubicBezTo>
                  <a:cubicBezTo>
                    <a:pt x="83383" y="138651"/>
                    <a:pt x="78048" y="137985"/>
                    <a:pt x="75762" y="138937"/>
                  </a:cubicBezTo>
                  <a:cubicBezTo>
                    <a:pt x="74319" y="139787"/>
                    <a:pt x="72920" y="140709"/>
                    <a:pt x="71571" y="141699"/>
                  </a:cubicBezTo>
                  <a:cubicBezTo>
                    <a:pt x="69000" y="143223"/>
                    <a:pt x="62618" y="140461"/>
                    <a:pt x="60332" y="142461"/>
                  </a:cubicBezTo>
                  <a:cubicBezTo>
                    <a:pt x="53379" y="148843"/>
                    <a:pt x="54045" y="159511"/>
                    <a:pt x="52331" y="161511"/>
                  </a:cubicBezTo>
                  <a:cubicBezTo>
                    <a:pt x="50665" y="164705"/>
                    <a:pt x="49939" y="168304"/>
                    <a:pt x="50236" y="171894"/>
                  </a:cubicBezTo>
                  <a:cubicBezTo>
                    <a:pt x="50235" y="175323"/>
                    <a:pt x="50235" y="177323"/>
                    <a:pt x="53093" y="178847"/>
                  </a:cubicBezTo>
                  <a:cubicBezTo>
                    <a:pt x="55560" y="179703"/>
                    <a:pt x="58245" y="179703"/>
                    <a:pt x="60712" y="178847"/>
                  </a:cubicBezTo>
                  <a:cubicBezTo>
                    <a:pt x="64078" y="178090"/>
                    <a:pt x="67193" y="176483"/>
                    <a:pt x="69761" y="174180"/>
                  </a:cubicBezTo>
                  <a:cubicBezTo>
                    <a:pt x="71815" y="171640"/>
                    <a:pt x="74613" y="169808"/>
                    <a:pt x="77763" y="168941"/>
                  </a:cubicBezTo>
                  <a:cubicBezTo>
                    <a:pt x="79763" y="168941"/>
                    <a:pt x="85478" y="166941"/>
                    <a:pt x="85002" y="169608"/>
                  </a:cubicBezTo>
                  <a:cubicBezTo>
                    <a:pt x="84192" y="172906"/>
                    <a:pt x="83010" y="176102"/>
                    <a:pt x="81477" y="179133"/>
                  </a:cubicBezTo>
                  <a:cubicBezTo>
                    <a:pt x="80525" y="181133"/>
                    <a:pt x="80906" y="186562"/>
                    <a:pt x="80144" y="188658"/>
                  </a:cubicBezTo>
                  <a:cubicBezTo>
                    <a:pt x="79382" y="190753"/>
                    <a:pt x="79572" y="191801"/>
                    <a:pt x="77477" y="193039"/>
                  </a:cubicBezTo>
                  <a:cubicBezTo>
                    <a:pt x="75203" y="194728"/>
                    <a:pt x="72659" y="196017"/>
                    <a:pt x="69952" y="196849"/>
                  </a:cubicBezTo>
                  <a:cubicBezTo>
                    <a:pt x="65700" y="197579"/>
                    <a:pt x="61523" y="198695"/>
                    <a:pt x="57474" y="200183"/>
                  </a:cubicBezTo>
                  <a:cubicBezTo>
                    <a:pt x="54141" y="201993"/>
                    <a:pt x="49473" y="206469"/>
                    <a:pt x="47378" y="206469"/>
                  </a:cubicBezTo>
                  <a:cubicBezTo>
                    <a:pt x="45283" y="206469"/>
                    <a:pt x="38996" y="203802"/>
                    <a:pt x="36995" y="203802"/>
                  </a:cubicBezTo>
                  <a:cubicBezTo>
                    <a:pt x="31205" y="204632"/>
                    <a:pt x="26025" y="207843"/>
                    <a:pt x="22708" y="212661"/>
                  </a:cubicBezTo>
                  <a:cubicBezTo>
                    <a:pt x="21406" y="216478"/>
                    <a:pt x="20606" y="220448"/>
                    <a:pt x="20327" y="224472"/>
                  </a:cubicBezTo>
                  <a:cubicBezTo>
                    <a:pt x="20327" y="226472"/>
                    <a:pt x="18993" y="231711"/>
                    <a:pt x="21565" y="233044"/>
                  </a:cubicBezTo>
                  <a:cubicBezTo>
                    <a:pt x="23425" y="233641"/>
                    <a:pt x="25213" y="234440"/>
                    <a:pt x="26899" y="235426"/>
                  </a:cubicBezTo>
                  <a:cubicBezTo>
                    <a:pt x="31471" y="239902"/>
                    <a:pt x="34805" y="238378"/>
                    <a:pt x="38615" y="238283"/>
                  </a:cubicBezTo>
                  <a:cubicBezTo>
                    <a:pt x="40710" y="238283"/>
                    <a:pt x="48140" y="233806"/>
                    <a:pt x="51664" y="233616"/>
                  </a:cubicBezTo>
                  <a:cubicBezTo>
                    <a:pt x="57035" y="233147"/>
                    <a:pt x="62357" y="232223"/>
                    <a:pt x="67571" y="230854"/>
                  </a:cubicBezTo>
                  <a:cubicBezTo>
                    <a:pt x="72618" y="229457"/>
                    <a:pt x="77784" y="228532"/>
                    <a:pt x="83001" y="228091"/>
                  </a:cubicBezTo>
                  <a:cubicBezTo>
                    <a:pt x="88526" y="228091"/>
                    <a:pt x="88907" y="232092"/>
                    <a:pt x="87573" y="234568"/>
                  </a:cubicBezTo>
                  <a:cubicBezTo>
                    <a:pt x="83287" y="242474"/>
                    <a:pt x="79668" y="260000"/>
                    <a:pt x="71095" y="263143"/>
                  </a:cubicBezTo>
                  <a:cubicBezTo>
                    <a:pt x="66999" y="264477"/>
                    <a:pt x="58808" y="265429"/>
                    <a:pt x="50140" y="266953"/>
                  </a:cubicBezTo>
                  <a:cubicBezTo>
                    <a:pt x="45092" y="267906"/>
                    <a:pt x="40043" y="267810"/>
                    <a:pt x="41472" y="271239"/>
                  </a:cubicBezTo>
                  <a:cubicBezTo>
                    <a:pt x="42901" y="274668"/>
                    <a:pt x="57570" y="280764"/>
                    <a:pt x="57665" y="286575"/>
                  </a:cubicBezTo>
                  <a:cubicBezTo>
                    <a:pt x="57665" y="289718"/>
                    <a:pt x="56712" y="295052"/>
                    <a:pt x="58713" y="296671"/>
                  </a:cubicBezTo>
                  <a:cubicBezTo>
                    <a:pt x="64187" y="298264"/>
                    <a:pt x="70002" y="298264"/>
                    <a:pt x="75477" y="296671"/>
                  </a:cubicBezTo>
                  <a:cubicBezTo>
                    <a:pt x="79035" y="295152"/>
                    <a:pt x="82785" y="294127"/>
                    <a:pt x="86621" y="293623"/>
                  </a:cubicBezTo>
                  <a:cubicBezTo>
                    <a:pt x="91359" y="292277"/>
                    <a:pt x="96004" y="290622"/>
                    <a:pt x="100527" y="288670"/>
                  </a:cubicBezTo>
                  <a:cubicBezTo>
                    <a:pt x="107481" y="286480"/>
                    <a:pt x="107004" y="276764"/>
                    <a:pt x="110052" y="270192"/>
                  </a:cubicBezTo>
                  <a:cubicBezTo>
                    <a:pt x="110624" y="269430"/>
                    <a:pt x="115291" y="265620"/>
                    <a:pt x="115005" y="261619"/>
                  </a:cubicBezTo>
                  <a:cubicBezTo>
                    <a:pt x="115143" y="257211"/>
                    <a:pt x="116046" y="252860"/>
                    <a:pt x="117672" y="248760"/>
                  </a:cubicBezTo>
                  <a:cubicBezTo>
                    <a:pt x="118405" y="245051"/>
                    <a:pt x="118883" y="241296"/>
                    <a:pt x="119101" y="237521"/>
                  </a:cubicBezTo>
                  <a:cubicBezTo>
                    <a:pt x="119047" y="233128"/>
                    <a:pt x="118761" y="228740"/>
                    <a:pt x="118244" y="224376"/>
                  </a:cubicBezTo>
                  <a:cubicBezTo>
                    <a:pt x="118244" y="219328"/>
                    <a:pt x="133389" y="216471"/>
                    <a:pt x="137294" y="215804"/>
                  </a:cubicBezTo>
                  <a:cubicBezTo>
                    <a:pt x="141199" y="215137"/>
                    <a:pt x="143009" y="213709"/>
                    <a:pt x="145485" y="213042"/>
                  </a:cubicBezTo>
                  <a:cubicBezTo>
                    <a:pt x="150438" y="211708"/>
                    <a:pt x="153105" y="211613"/>
                    <a:pt x="157582" y="210756"/>
                  </a:cubicBezTo>
                  <a:cubicBezTo>
                    <a:pt x="160059" y="210184"/>
                    <a:pt x="162440" y="207231"/>
                    <a:pt x="164440" y="204850"/>
                  </a:cubicBezTo>
                  <a:cubicBezTo>
                    <a:pt x="166239" y="201095"/>
                    <a:pt x="167244" y="197010"/>
                    <a:pt x="167393" y="192849"/>
                  </a:cubicBezTo>
                  <a:cubicBezTo>
                    <a:pt x="168250" y="189420"/>
                    <a:pt x="163678" y="188467"/>
                    <a:pt x="162916" y="188277"/>
                  </a:cubicBezTo>
                  <a:cubicBezTo>
                    <a:pt x="157106" y="186467"/>
                    <a:pt x="153391" y="184086"/>
                    <a:pt x="151391" y="183514"/>
                  </a:cubicBezTo>
                  <a:cubicBezTo>
                    <a:pt x="144914" y="181990"/>
                    <a:pt x="141866" y="177704"/>
                    <a:pt x="139580" y="177513"/>
                  </a:cubicBezTo>
                  <a:cubicBezTo>
                    <a:pt x="137294" y="177323"/>
                    <a:pt x="135579" y="180752"/>
                    <a:pt x="132817" y="181133"/>
                  </a:cubicBezTo>
                  <a:cubicBezTo>
                    <a:pt x="129318" y="182316"/>
                    <a:pt x="125884" y="183683"/>
                    <a:pt x="122530" y="185229"/>
                  </a:cubicBezTo>
                  <a:cubicBezTo>
                    <a:pt x="119768" y="185895"/>
                    <a:pt x="117196" y="185229"/>
                    <a:pt x="116815" y="184086"/>
                  </a:cubicBezTo>
                  <a:cubicBezTo>
                    <a:pt x="116006" y="180202"/>
                    <a:pt x="116685" y="176156"/>
                    <a:pt x="118720" y="172751"/>
                  </a:cubicBezTo>
                  <a:cubicBezTo>
                    <a:pt x="122137" y="168481"/>
                    <a:pt x="126183" y="164755"/>
                    <a:pt x="130722" y="161702"/>
                  </a:cubicBezTo>
                  <a:cubicBezTo>
                    <a:pt x="133850" y="159695"/>
                    <a:pt x="136435" y="156947"/>
                    <a:pt x="138246" y="153701"/>
                  </a:cubicBezTo>
                  <a:cubicBezTo>
                    <a:pt x="143124" y="146565"/>
                    <a:pt x="150384" y="141399"/>
                    <a:pt x="158725" y="139128"/>
                  </a:cubicBezTo>
                  <a:cubicBezTo>
                    <a:pt x="162636" y="138171"/>
                    <a:pt x="166721" y="138171"/>
                    <a:pt x="170631" y="139128"/>
                  </a:cubicBezTo>
                  <a:cubicBezTo>
                    <a:pt x="173563" y="140678"/>
                    <a:pt x="176995" y="140986"/>
                    <a:pt x="180156" y="139985"/>
                  </a:cubicBezTo>
                  <a:cubicBezTo>
                    <a:pt x="182102" y="137969"/>
                    <a:pt x="184785" y="136834"/>
                    <a:pt x="187586" y="136842"/>
                  </a:cubicBezTo>
                  <a:cubicBezTo>
                    <a:pt x="196035" y="137074"/>
                    <a:pt x="204371" y="134858"/>
                    <a:pt x="211589" y="130460"/>
                  </a:cubicBezTo>
                  <a:cubicBezTo>
                    <a:pt x="214312" y="125589"/>
                    <a:pt x="215815" y="120131"/>
                    <a:pt x="215971" y="114553"/>
                  </a:cubicBezTo>
                  <a:cubicBezTo>
                    <a:pt x="216477" y="108396"/>
                    <a:pt x="215044" y="102235"/>
                    <a:pt x="211875" y="96932"/>
                  </a:cubicBezTo>
                </a:path>
              </a:pathLst>
            </a:custGeom>
            <a:grpFill/>
            <a:ln w="9525" cap="flat">
              <a:noFill/>
              <a:prstDash val="solid"/>
              <a:miter/>
            </a:ln>
          </p:spPr>
          <p:txBody>
            <a:bodyPr rtlCol="0" anchor="ctr"/>
            <a:lstStyle/>
            <a:p>
              <a:endParaRPr lang="zh-CN" altLang="en-US"/>
            </a:p>
          </p:txBody>
        </p:sp>
        <p:sp>
          <p:nvSpPr>
            <p:cNvPr id="235" name="任意多边形: 形状 234"/>
            <p:cNvSpPr/>
            <p:nvPr/>
          </p:nvSpPr>
          <p:spPr>
            <a:xfrm>
              <a:off x="5084503" y="4370158"/>
              <a:ext cx="487995" cy="769228"/>
            </a:xfrm>
            <a:custGeom>
              <a:avLst/>
              <a:gdLst>
                <a:gd name="connsiteX0" fmla="*/ 135938 w 136302"/>
                <a:gd name="connsiteY0" fmla="*/ 21062 h 214853"/>
                <a:gd name="connsiteX1" fmla="*/ 128889 w 136302"/>
                <a:gd name="connsiteY1" fmla="*/ 10108 h 214853"/>
                <a:gd name="connsiteX2" fmla="*/ 122317 w 136302"/>
                <a:gd name="connsiteY2" fmla="*/ 6965 h 214853"/>
                <a:gd name="connsiteX3" fmla="*/ 114888 w 136302"/>
                <a:gd name="connsiteY3" fmla="*/ 5060 h 214853"/>
                <a:gd name="connsiteX4" fmla="*/ 103457 w 136302"/>
                <a:gd name="connsiteY4" fmla="*/ 5060 h 214853"/>
                <a:gd name="connsiteX5" fmla="*/ 92218 w 136302"/>
                <a:gd name="connsiteY5" fmla="*/ 3821 h 214853"/>
                <a:gd name="connsiteX6" fmla="*/ 85170 w 136302"/>
                <a:gd name="connsiteY6" fmla="*/ -84 h 214853"/>
                <a:gd name="connsiteX7" fmla="*/ 80788 w 136302"/>
                <a:gd name="connsiteY7" fmla="*/ 1821 h 214853"/>
                <a:gd name="connsiteX8" fmla="*/ 73644 w 136302"/>
                <a:gd name="connsiteY8" fmla="*/ 7346 h 214853"/>
                <a:gd name="connsiteX9" fmla="*/ 73644 w 136302"/>
                <a:gd name="connsiteY9" fmla="*/ 11918 h 214853"/>
                <a:gd name="connsiteX10" fmla="*/ 80026 w 136302"/>
                <a:gd name="connsiteY10" fmla="*/ 28110 h 214853"/>
                <a:gd name="connsiteX11" fmla="*/ 76121 w 136302"/>
                <a:gd name="connsiteY11" fmla="*/ 53161 h 214853"/>
                <a:gd name="connsiteX12" fmla="*/ 69930 w 136302"/>
                <a:gd name="connsiteY12" fmla="*/ 64782 h 214853"/>
                <a:gd name="connsiteX13" fmla="*/ 57166 w 136302"/>
                <a:gd name="connsiteY13" fmla="*/ 70592 h 214853"/>
                <a:gd name="connsiteX14" fmla="*/ 47641 w 136302"/>
                <a:gd name="connsiteY14" fmla="*/ 71259 h 214853"/>
                <a:gd name="connsiteX15" fmla="*/ 34973 w 136302"/>
                <a:gd name="connsiteY15" fmla="*/ 75259 h 214853"/>
                <a:gd name="connsiteX16" fmla="*/ 25448 w 136302"/>
                <a:gd name="connsiteY16" fmla="*/ 84308 h 214853"/>
                <a:gd name="connsiteX17" fmla="*/ 24590 w 136302"/>
                <a:gd name="connsiteY17" fmla="*/ 99929 h 214853"/>
                <a:gd name="connsiteX18" fmla="*/ 26496 w 136302"/>
                <a:gd name="connsiteY18" fmla="*/ 107644 h 214853"/>
                <a:gd name="connsiteX19" fmla="*/ 28496 w 136302"/>
                <a:gd name="connsiteY19" fmla="*/ 118693 h 214853"/>
                <a:gd name="connsiteX20" fmla="*/ 32877 w 136302"/>
                <a:gd name="connsiteY20" fmla="*/ 122408 h 214853"/>
                <a:gd name="connsiteX21" fmla="*/ 39640 w 136302"/>
                <a:gd name="connsiteY21" fmla="*/ 121550 h 214853"/>
                <a:gd name="connsiteX22" fmla="*/ 48594 w 136302"/>
                <a:gd name="connsiteY22" fmla="*/ 118312 h 214853"/>
                <a:gd name="connsiteX23" fmla="*/ 58119 w 136302"/>
                <a:gd name="connsiteY23" fmla="*/ 117074 h 214853"/>
                <a:gd name="connsiteX24" fmla="*/ 63167 w 136302"/>
                <a:gd name="connsiteY24" fmla="*/ 120122 h 214853"/>
                <a:gd name="connsiteX25" fmla="*/ 63738 w 136302"/>
                <a:gd name="connsiteY25" fmla="*/ 141648 h 214853"/>
                <a:gd name="connsiteX26" fmla="*/ 54213 w 136302"/>
                <a:gd name="connsiteY26" fmla="*/ 151173 h 214853"/>
                <a:gd name="connsiteX27" fmla="*/ 33925 w 136302"/>
                <a:gd name="connsiteY27" fmla="*/ 162413 h 214853"/>
                <a:gd name="connsiteX28" fmla="*/ 22209 w 136302"/>
                <a:gd name="connsiteY28" fmla="*/ 166889 h 214853"/>
                <a:gd name="connsiteX29" fmla="*/ 11256 w 136302"/>
                <a:gd name="connsiteY29" fmla="*/ 173366 h 214853"/>
                <a:gd name="connsiteX30" fmla="*/ 4207 w 136302"/>
                <a:gd name="connsiteY30" fmla="*/ 174033 h 214853"/>
                <a:gd name="connsiteX31" fmla="*/ -365 w 136302"/>
                <a:gd name="connsiteY31" fmla="*/ 180320 h 214853"/>
                <a:gd name="connsiteX32" fmla="*/ 2302 w 136302"/>
                <a:gd name="connsiteY32" fmla="*/ 188607 h 214853"/>
                <a:gd name="connsiteX33" fmla="*/ 4398 w 136302"/>
                <a:gd name="connsiteY33" fmla="*/ 198132 h 214853"/>
                <a:gd name="connsiteX34" fmla="*/ 11922 w 136302"/>
                <a:gd name="connsiteY34" fmla="*/ 203942 h 214853"/>
                <a:gd name="connsiteX35" fmla="*/ 23638 w 136302"/>
                <a:gd name="connsiteY35" fmla="*/ 214515 h 214853"/>
                <a:gd name="connsiteX36" fmla="*/ 41926 w 136302"/>
                <a:gd name="connsiteY36" fmla="*/ 201370 h 214853"/>
                <a:gd name="connsiteX37" fmla="*/ 53642 w 136302"/>
                <a:gd name="connsiteY37" fmla="*/ 196417 h 214853"/>
                <a:gd name="connsiteX38" fmla="*/ 72692 w 136302"/>
                <a:gd name="connsiteY38" fmla="*/ 185082 h 214853"/>
                <a:gd name="connsiteX39" fmla="*/ 87646 w 136302"/>
                <a:gd name="connsiteY39" fmla="*/ 178319 h 214853"/>
                <a:gd name="connsiteX40" fmla="*/ 101838 w 136302"/>
                <a:gd name="connsiteY40" fmla="*/ 164889 h 214853"/>
                <a:gd name="connsiteX41" fmla="*/ 118031 w 136302"/>
                <a:gd name="connsiteY41" fmla="*/ 155364 h 214853"/>
                <a:gd name="connsiteX42" fmla="*/ 123460 w 136302"/>
                <a:gd name="connsiteY42" fmla="*/ 146982 h 214853"/>
                <a:gd name="connsiteX43" fmla="*/ 127746 w 136302"/>
                <a:gd name="connsiteY43" fmla="*/ 131647 h 214853"/>
                <a:gd name="connsiteX44" fmla="*/ 126222 w 136302"/>
                <a:gd name="connsiteY44" fmla="*/ 124503 h 214853"/>
                <a:gd name="connsiteX45" fmla="*/ 125460 w 136302"/>
                <a:gd name="connsiteY45" fmla="*/ 119931 h 214853"/>
                <a:gd name="connsiteX46" fmla="*/ 122793 w 136302"/>
                <a:gd name="connsiteY46" fmla="*/ 112025 h 214853"/>
                <a:gd name="connsiteX47" fmla="*/ 123650 w 136302"/>
                <a:gd name="connsiteY47" fmla="*/ 100405 h 214853"/>
                <a:gd name="connsiteX48" fmla="*/ 125651 w 136302"/>
                <a:gd name="connsiteY48" fmla="*/ 86689 h 214853"/>
                <a:gd name="connsiteX49" fmla="*/ 126889 w 136302"/>
                <a:gd name="connsiteY49" fmla="*/ 64210 h 214853"/>
                <a:gd name="connsiteX50" fmla="*/ 128508 w 136302"/>
                <a:gd name="connsiteY50" fmla="*/ 51828 h 214853"/>
                <a:gd name="connsiteX51" fmla="*/ 134128 w 136302"/>
                <a:gd name="connsiteY51" fmla="*/ 39826 h 214853"/>
                <a:gd name="connsiteX52" fmla="*/ 134128 w 136302"/>
                <a:gd name="connsiteY52" fmla="*/ 28777 h 214853"/>
                <a:gd name="connsiteX53" fmla="*/ 134699 w 136302"/>
                <a:gd name="connsiteY53" fmla="*/ 21538 h 21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36302" h="214853">
                  <a:moveTo>
                    <a:pt x="135938" y="21062"/>
                  </a:moveTo>
                  <a:cubicBezTo>
                    <a:pt x="134548" y="16875"/>
                    <a:pt x="132124" y="13107"/>
                    <a:pt x="128889" y="10108"/>
                  </a:cubicBezTo>
                  <a:cubicBezTo>
                    <a:pt x="127461" y="8489"/>
                    <a:pt x="123460" y="7632"/>
                    <a:pt x="122317" y="6965"/>
                  </a:cubicBezTo>
                  <a:cubicBezTo>
                    <a:pt x="119984" y="5863"/>
                    <a:pt x="117463" y="5217"/>
                    <a:pt x="114888" y="5060"/>
                  </a:cubicBezTo>
                  <a:cubicBezTo>
                    <a:pt x="112982" y="5060"/>
                    <a:pt x="105363" y="5060"/>
                    <a:pt x="103457" y="5060"/>
                  </a:cubicBezTo>
                  <a:cubicBezTo>
                    <a:pt x="99838" y="4393"/>
                    <a:pt x="95361" y="4488"/>
                    <a:pt x="92218" y="3821"/>
                  </a:cubicBezTo>
                  <a:cubicBezTo>
                    <a:pt x="89075" y="3155"/>
                    <a:pt x="86979" y="107"/>
                    <a:pt x="85170" y="-84"/>
                  </a:cubicBezTo>
                  <a:cubicBezTo>
                    <a:pt x="83464" y="-346"/>
                    <a:pt x="81759" y="395"/>
                    <a:pt x="80788" y="1821"/>
                  </a:cubicBezTo>
                  <a:cubicBezTo>
                    <a:pt x="78698" y="4012"/>
                    <a:pt x="76290" y="5874"/>
                    <a:pt x="73644" y="7346"/>
                  </a:cubicBezTo>
                  <a:cubicBezTo>
                    <a:pt x="72740" y="8736"/>
                    <a:pt x="72740" y="10528"/>
                    <a:pt x="73644" y="11918"/>
                  </a:cubicBezTo>
                  <a:cubicBezTo>
                    <a:pt x="78108" y="16074"/>
                    <a:pt x="80454" y="22026"/>
                    <a:pt x="80026" y="28110"/>
                  </a:cubicBezTo>
                  <a:cubicBezTo>
                    <a:pt x="80026" y="37635"/>
                    <a:pt x="76692" y="42398"/>
                    <a:pt x="76121" y="53161"/>
                  </a:cubicBezTo>
                  <a:cubicBezTo>
                    <a:pt x="76121" y="58876"/>
                    <a:pt x="72406" y="61162"/>
                    <a:pt x="69930" y="64782"/>
                  </a:cubicBezTo>
                  <a:cubicBezTo>
                    <a:pt x="65980" y="67329"/>
                    <a:pt x="61681" y="69286"/>
                    <a:pt x="57166" y="70592"/>
                  </a:cubicBezTo>
                  <a:cubicBezTo>
                    <a:pt x="54022" y="71133"/>
                    <a:pt x="50830" y="71356"/>
                    <a:pt x="47641" y="71259"/>
                  </a:cubicBezTo>
                  <a:cubicBezTo>
                    <a:pt x="43259" y="71258"/>
                    <a:pt x="39354" y="74497"/>
                    <a:pt x="34973" y="75259"/>
                  </a:cubicBezTo>
                  <a:cubicBezTo>
                    <a:pt x="30591" y="76021"/>
                    <a:pt x="25448" y="78116"/>
                    <a:pt x="25448" y="84308"/>
                  </a:cubicBezTo>
                  <a:cubicBezTo>
                    <a:pt x="25751" y="89530"/>
                    <a:pt x="25463" y="94771"/>
                    <a:pt x="24590" y="99929"/>
                  </a:cubicBezTo>
                  <a:cubicBezTo>
                    <a:pt x="24708" y="102601"/>
                    <a:pt x="25356" y="105224"/>
                    <a:pt x="26496" y="107644"/>
                  </a:cubicBezTo>
                  <a:cubicBezTo>
                    <a:pt x="26576" y="111409"/>
                    <a:pt x="27251" y="115138"/>
                    <a:pt x="28496" y="118693"/>
                  </a:cubicBezTo>
                  <a:cubicBezTo>
                    <a:pt x="29321" y="120529"/>
                    <a:pt x="30931" y="121894"/>
                    <a:pt x="32877" y="122408"/>
                  </a:cubicBezTo>
                  <a:cubicBezTo>
                    <a:pt x="34592" y="123265"/>
                    <a:pt x="37830" y="122408"/>
                    <a:pt x="39640" y="121550"/>
                  </a:cubicBezTo>
                  <a:cubicBezTo>
                    <a:pt x="42538" y="120244"/>
                    <a:pt x="45531" y="119161"/>
                    <a:pt x="48594" y="118312"/>
                  </a:cubicBezTo>
                  <a:cubicBezTo>
                    <a:pt x="51814" y="118391"/>
                    <a:pt x="55026" y="117973"/>
                    <a:pt x="58119" y="117074"/>
                  </a:cubicBezTo>
                  <a:cubicBezTo>
                    <a:pt x="58118" y="117074"/>
                    <a:pt x="62119" y="117931"/>
                    <a:pt x="63167" y="120122"/>
                  </a:cubicBezTo>
                  <a:cubicBezTo>
                    <a:pt x="63808" y="127278"/>
                    <a:pt x="63999" y="134468"/>
                    <a:pt x="63738" y="141648"/>
                  </a:cubicBezTo>
                  <a:cubicBezTo>
                    <a:pt x="63738" y="146316"/>
                    <a:pt x="57547" y="149363"/>
                    <a:pt x="54213" y="151173"/>
                  </a:cubicBezTo>
                  <a:cubicBezTo>
                    <a:pt x="47724" y="155393"/>
                    <a:pt x="40944" y="159149"/>
                    <a:pt x="33925" y="162413"/>
                  </a:cubicBezTo>
                  <a:cubicBezTo>
                    <a:pt x="29810" y="163283"/>
                    <a:pt x="25856" y="164793"/>
                    <a:pt x="22209" y="166889"/>
                  </a:cubicBezTo>
                  <a:cubicBezTo>
                    <a:pt x="18743" y="169348"/>
                    <a:pt x="15080" y="171514"/>
                    <a:pt x="11256" y="173366"/>
                  </a:cubicBezTo>
                  <a:cubicBezTo>
                    <a:pt x="9255" y="174319"/>
                    <a:pt x="6303" y="173366"/>
                    <a:pt x="4207" y="174033"/>
                  </a:cubicBezTo>
                  <a:cubicBezTo>
                    <a:pt x="1607" y="175083"/>
                    <a:pt x="-168" y="177523"/>
                    <a:pt x="-365" y="180320"/>
                  </a:cubicBezTo>
                  <a:cubicBezTo>
                    <a:pt x="-365" y="181653"/>
                    <a:pt x="1540" y="185654"/>
                    <a:pt x="2302" y="188607"/>
                  </a:cubicBezTo>
                  <a:cubicBezTo>
                    <a:pt x="3064" y="191559"/>
                    <a:pt x="2302" y="196417"/>
                    <a:pt x="4398" y="198132"/>
                  </a:cubicBezTo>
                  <a:cubicBezTo>
                    <a:pt x="7051" y="199873"/>
                    <a:pt x="9566" y="201815"/>
                    <a:pt x="11922" y="203942"/>
                  </a:cubicBezTo>
                  <a:cubicBezTo>
                    <a:pt x="15447" y="207657"/>
                    <a:pt x="19923" y="216134"/>
                    <a:pt x="23638" y="214515"/>
                  </a:cubicBezTo>
                  <a:cubicBezTo>
                    <a:pt x="30077" y="210631"/>
                    <a:pt x="36193" y="206236"/>
                    <a:pt x="41926" y="201370"/>
                  </a:cubicBezTo>
                  <a:cubicBezTo>
                    <a:pt x="45976" y="200085"/>
                    <a:pt x="49898" y="198427"/>
                    <a:pt x="53642" y="196417"/>
                  </a:cubicBezTo>
                  <a:cubicBezTo>
                    <a:pt x="59475" y="191830"/>
                    <a:pt x="65878" y="188020"/>
                    <a:pt x="72692" y="185082"/>
                  </a:cubicBezTo>
                  <a:cubicBezTo>
                    <a:pt x="77805" y="183124"/>
                    <a:pt x="82799" y="180866"/>
                    <a:pt x="87646" y="178319"/>
                  </a:cubicBezTo>
                  <a:cubicBezTo>
                    <a:pt x="91361" y="175938"/>
                    <a:pt x="95361" y="166985"/>
                    <a:pt x="101838" y="164889"/>
                  </a:cubicBezTo>
                  <a:cubicBezTo>
                    <a:pt x="107724" y="162629"/>
                    <a:pt x="113196" y="159411"/>
                    <a:pt x="118031" y="155364"/>
                  </a:cubicBezTo>
                  <a:cubicBezTo>
                    <a:pt x="120830" y="153352"/>
                    <a:pt x="122768" y="150359"/>
                    <a:pt x="123460" y="146982"/>
                  </a:cubicBezTo>
                  <a:cubicBezTo>
                    <a:pt x="124793" y="139553"/>
                    <a:pt x="127270" y="134600"/>
                    <a:pt x="127746" y="131647"/>
                  </a:cubicBezTo>
                  <a:cubicBezTo>
                    <a:pt x="128223" y="128694"/>
                    <a:pt x="126603" y="127361"/>
                    <a:pt x="126222" y="124503"/>
                  </a:cubicBezTo>
                  <a:cubicBezTo>
                    <a:pt x="125841" y="121646"/>
                    <a:pt x="125746" y="121360"/>
                    <a:pt x="125460" y="119931"/>
                  </a:cubicBezTo>
                  <a:cubicBezTo>
                    <a:pt x="125174" y="118503"/>
                    <a:pt x="122698" y="117455"/>
                    <a:pt x="122793" y="112025"/>
                  </a:cubicBezTo>
                  <a:cubicBezTo>
                    <a:pt x="122793" y="108406"/>
                    <a:pt x="123365" y="102500"/>
                    <a:pt x="123650" y="100405"/>
                  </a:cubicBezTo>
                  <a:cubicBezTo>
                    <a:pt x="124317" y="94785"/>
                    <a:pt x="125460" y="90880"/>
                    <a:pt x="125651" y="86689"/>
                  </a:cubicBezTo>
                  <a:cubicBezTo>
                    <a:pt x="126508" y="74307"/>
                    <a:pt x="126794" y="70020"/>
                    <a:pt x="126889" y="64210"/>
                  </a:cubicBezTo>
                  <a:cubicBezTo>
                    <a:pt x="127155" y="60051"/>
                    <a:pt x="127695" y="55915"/>
                    <a:pt x="128508" y="51828"/>
                  </a:cubicBezTo>
                  <a:cubicBezTo>
                    <a:pt x="130794" y="46398"/>
                    <a:pt x="133652" y="41731"/>
                    <a:pt x="134128" y="39826"/>
                  </a:cubicBezTo>
                  <a:cubicBezTo>
                    <a:pt x="134548" y="36155"/>
                    <a:pt x="134548" y="32448"/>
                    <a:pt x="134128" y="28777"/>
                  </a:cubicBezTo>
                  <a:cubicBezTo>
                    <a:pt x="134128" y="26110"/>
                    <a:pt x="135176" y="24967"/>
                    <a:pt x="134699" y="21538"/>
                  </a:cubicBezTo>
                </a:path>
              </a:pathLst>
            </a:custGeom>
            <a:grpFill/>
            <a:ln w="9525" cap="flat">
              <a:noFill/>
              <a:prstDash val="solid"/>
              <a:miter/>
            </a:ln>
          </p:spPr>
          <p:txBody>
            <a:bodyPr rtlCol="0" anchor="ctr"/>
            <a:lstStyle/>
            <a:p>
              <a:endParaRPr lang="zh-CN" altLang="en-US"/>
            </a:p>
          </p:txBody>
        </p:sp>
        <p:sp>
          <p:nvSpPr>
            <p:cNvPr id="236" name="任意多边形: 形状 235"/>
            <p:cNvSpPr/>
            <p:nvPr/>
          </p:nvSpPr>
          <p:spPr>
            <a:xfrm>
              <a:off x="5645364" y="4324990"/>
              <a:ext cx="415782" cy="768655"/>
            </a:xfrm>
            <a:custGeom>
              <a:avLst/>
              <a:gdLst>
                <a:gd name="connsiteX0" fmla="*/ 108824 w 116132"/>
                <a:gd name="connsiteY0" fmla="*/ 169409 h 214693"/>
                <a:gd name="connsiteX1" fmla="*/ 97775 w 116132"/>
                <a:gd name="connsiteY1" fmla="*/ 168266 h 214693"/>
                <a:gd name="connsiteX2" fmla="*/ 90726 w 116132"/>
                <a:gd name="connsiteY2" fmla="*/ 165504 h 214693"/>
                <a:gd name="connsiteX3" fmla="*/ 83583 w 116132"/>
                <a:gd name="connsiteY3" fmla="*/ 163980 h 214693"/>
                <a:gd name="connsiteX4" fmla="*/ 73486 w 116132"/>
                <a:gd name="connsiteY4" fmla="*/ 162646 h 214693"/>
                <a:gd name="connsiteX5" fmla="*/ 59389 w 116132"/>
                <a:gd name="connsiteY5" fmla="*/ 156360 h 214693"/>
                <a:gd name="connsiteX6" fmla="*/ 54246 w 116132"/>
                <a:gd name="connsiteY6" fmla="*/ 139500 h 214693"/>
                <a:gd name="connsiteX7" fmla="*/ 53579 w 116132"/>
                <a:gd name="connsiteY7" fmla="*/ 129975 h 214693"/>
                <a:gd name="connsiteX8" fmla="*/ 59961 w 116132"/>
                <a:gd name="connsiteY8" fmla="*/ 109592 h 214693"/>
                <a:gd name="connsiteX9" fmla="*/ 78439 w 116132"/>
                <a:gd name="connsiteY9" fmla="*/ 100638 h 214693"/>
                <a:gd name="connsiteX10" fmla="*/ 90060 w 116132"/>
                <a:gd name="connsiteY10" fmla="*/ 94161 h 214693"/>
                <a:gd name="connsiteX11" fmla="*/ 98346 w 116132"/>
                <a:gd name="connsiteY11" fmla="*/ 88351 h 214693"/>
                <a:gd name="connsiteX12" fmla="*/ 107871 w 116132"/>
                <a:gd name="connsiteY12" fmla="*/ 85875 h 214693"/>
                <a:gd name="connsiteX13" fmla="*/ 112538 w 116132"/>
                <a:gd name="connsiteY13" fmla="*/ 80541 h 214693"/>
                <a:gd name="connsiteX14" fmla="*/ 110919 w 116132"/>
                <a:gd name="connsiteY14" fmla="*/ 70254 h 214693"/>
                <a:gd name="connsiteX15" fmla="*/ 103204 w 116132"/>
                <a:gd name="connsiteY15" fmla="*/ 55871 h 214693"/>
                <a:gd name="connsiteX16" fmla="*/ 89393 w 116132"/>
                <a:gd name="connsiteY16" fmla="*/ 51013 h 214693"/>
                <a:gd name="connsiteX17" fmla="*/ 80820 w 116132"/>
                <a:gd name="connsiteY17" fmla="*/ 55871 h 214693"/>
                <a:gd name="connsiteX18" fmla="*/ 72248 w 116132"/>
                <a:gd name="connsiteY18" fmla="*/ 52918 h 214693"/>
                <a:gd name="connsiteX19" fmla="*/ 74248 w 116132"/>
                <a:gd name="connsiteY19" fmla="*/ 43393 h 214693"/>
                <a:gd name="connsiteX20" fmla="*/ 84630 w 116132"/>
                <a:gd name="connsiteY20" fmla="*/ 24343 h 214693"/>
                <a:gd name="connsiteX21" fmla="*/ 81011 w 116132"/>
                <a:gd name="connsiteY21" fmla="*/ 10341 h 214693"/>
                <a:gd name="connsiteX22" fmla="*/ 76534 w 116132"/>
                <a:gd name="connsiteY22" fmla="*/ 5293 h 214693"/>
                <a:gd name="connsiteX23" fmla="*/ 70724 w 116132"/>
                <a:gd name="connsiteY23" fmla="*/ 3960 h 214693"/>
                <a:gd name="connsiteX24" fmla="*/ 63771 w 116132"/>
                <a:gd name="connsiteY24" fmla="*/ -136 h 214693"/>
                <a:gd name="connsiteX25" fmla="*/ 54246 w 116132"/>
                <a:gd name="connsiteY25" fmla="*/ 1674 h 214693"/>
                <a:gd name="connsiteX26" fmla="*/ 46626 w 116132"/>
                <a:gd name="connsiteY26" fmla="*/ 150 h 214693"/>
                <a:gd name="connsiteX27" fmla="*/ 38148 w 116132"/>
                <a:gd name="connsiteY27" fmla="*/ 1960 h 214693"/>
                <a:gd name="connsiteX28" fmla="*/ 28623 w 116132"/>
                <a:gd name="connsiteY28" fmla="*/ -41 h 214693"/>
                <a:gd name="connsiteX29" fmla="*/ 21099 w 116132"/>
                <a:gd name="connsiteY29" fmla="*/ 5293 h 214693"/>
                <a:gd name="connsiteX30" fmla="*/ 20623 w 116132"/>
                <a:gd name="connsiteY30" fmla="*/ 18342 h 214693"/>
                <a:gd name="connsiteX31" fmla="*/ 16527 w 116132"/>
                <a:gd name="connsiteY31" fmla="*/ 37392 h 214693"/>
                <a:gd name="connsiteX32" fmla="*/ 13670 w 116132"/>
                <a:gd name="connsiteY32" fmla="*/ 49394 h 214693"/>
                <a:gd name="connsiteX33" fmla="*/ 12526 w 116132"/>
                <a:gd name="connsiteY33" fmla="*/ 69111 h 214693"/>
                <a:gd name="connsiteX34" fmla="*/ 9859 w 116132"/>
                <a:gd name="connsiteY34" fmla="*/ 81779 h 214693"/>
                <a:gd name="connsiteX35" fmla="*/ 7002 w 116132"/>
                <a:gd name="connsiteY35" fmla="*/ 94161 h 214693"/>
                <a:gd name="connsiteX36" fmla="*/ 3668 w 116132"/>
                <a:gd name="connsiteY36" fmla="*/ 101686 h 214693"/>
                <a:gd name="connsiteX37" fmla="*/ -333 w 116132"/>
                <a:gd name="connsiteY37" fmla="*/ 125785 h 214693"/>
                <a:gd name="connsiteX38" fmla="*/ 1192 w 116132"/>
                <a:gd name="connsiteY38" fmla="*/ 140739 h 214693"/>
                <a:gd name="connsiteX39" fmla="*/ 2430 w 116132"/>
                <a:gd name="connsiteY39" fmla="*/ 150264 h 214693"/>
                <a:gd name="connsiteX40" fmla="*/ 3096 w 116132"/>
                <a:gd name="connsiteY40" fmla="*/ 160360 h 214693"/>
                <a:gd name="connsiteX41" fmla="*/ 6430 w 116132"/>
                <a:gd name="connsiteY41" fmla="*/ 176457 h 214693"/>
                <a:gd name="connsiteX42" fmla="*/ 7383 w 116132"/>
                <a:gd name="connsiteY42" fmla="*/ 189983 h 214693"/>
                <a:gd name="connsiteX43" fmla="*/ 14622 w 116132"/>
                <a:gd name="connsiteY43" fmla="*/ 201603 h 214693"/>
                <a:gd name="connsiteX44" fmla="*/ 22432 w 116132"/>
                <a:gd name="connsiteY44" fmla="*/ 205890 h 214693"/>
                <a:gd name="connsiteX45" fmla="*/ 37863 w 116132"/>
                <a:gd name="connsiteY45" fmla="*/ 206747 h 214693"/>
                <a:gd name="connsiteX46" fmla="*/ 48435 w 116132"/>
                <a:gd name="connsiteY46" fmla="*/ 209795 h 214693"/>
                <a:gd name="connsiteX47" fmla="*/ 60913 w 116132"/>
                <a:gd name="connsiteY47" fmla="*/ 209795 h 214693"/>
                <a:gd name="connsiteX48" fmla="*/ 73581 w 116132"/>
                <a:gd name="connsiteY48" fmla="*/ 211033 h 214693"/>
                <a:gd name="connsiteX49" fmla="*/ 81773 w 116132"/>
                <a:gd name="connsiteY49" fmla="*/ 214557 h 214693"/>
                <a:gd name="connsiteX50" fmla="*/ 93489 w 116132"/>
                <a:gd name="connsiteY50" fmla="*/ 211795 h 214693"/>
                <a:gd name="connsiteX51" fmla="*/ 105395 w 116132"/>
                <a:gd name="connsiteY51" fmla="*/ 209986 h 214693"/>
                <a:gd name="connsiteX52" fmla="*/ 109967 w 116132"/>
                <a:gd name="connsiteY52" fmla="*/ 199603 h 214693"/>
                <a:gd name="connsiteX53" fmla="*/ 115491 w 116132"/>
                <a:gd name="connsiteY53" fmla="*/ 183792 h 214693"/>
                <a:gd name="connsiteX54" fmla="*/ 109300 w 116132"/>
                <a:gd name="connsiteY54" fmla="*/ 169599 h 214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132" h="214693">
                  <a:moveTo>
                    <a:pt x="108824" y="169409"/>
                  </a:moveTo>
                  <a:cubicBezTo>
                    <a:pt x="105215" y="168497"/>
                    <a:pt x="101494" y="168112"/>
                    <a:pt x="97775" y="168266"/>
                  </a:cubicBezTo>
                  <a:cubicBezTo>
                    <a:pt x="95250" y="167879"/>
                    <a:pt x="92842" y="166935"/>
                    <a:pt x="90726" y="165504"/>
                  </a:cubicBezTo>
                  <a:cubicBezTo>
                    <a:pt x="88296" y="165260"/>
                    <a:pt x="85901" y="164749"/>
                    <a:pt x="83583" y="163980"/>
                  </a:cubicBezTo>
                  <a:cubicBezTo>
                    <a:pt x="80279" y="163153"/>
                    <a:pt x="76892" y="162705"/>
                    <a:pt x="73486" y="162646"/>
                  </a:cubicBezTo>
                  <a:cubicBezTo>
                    <a:pt x="68210" y="162210"/>
                    <a:pt x="63239" y="159994"/>
                    <a:pt x="59389" y="156360"/>
                  </a:cubicBezTo>
                  <a:cubicBezTo>
                    <a:pt x="54436" y="150645"/>
                    <a:pt x="55865" y="145215"/>
                    <a:pt x="54246" y="139500"/>
                  </a:cubicBezTo>
                  <a:cubicBezTo>
                    <a:pt x="53377" y="136404"/>
                    <a:pt x="53150" y="133163"/>
                    <a:pt x="53579" y="129975"/>
                  </a:cubicBezTo>
                  <a:cubicBezTo>
                    <a:pt x="54374" y="122833"/>
                    <a:pt x="56541" y="115912"/>
                    <a:pt x="59961" y="109592"/>
                  </a:cubicBezTo>
                  <a:cubicBezTo>
                    <a:pt x="66655" y="107867"/>
                    <a:pt x="72937" y="104823"/>
                    <a:pt x="78439" y="100638"/>
                  </a:cubicBezTo>
                  <a:cubicBezTo>
                    <a:pt x="82439" y="97400"/>
                    <a:pt x="86345" y="96828"/>
                    <a:pt x="90060" y="94161"/>
                  </a:cubicBezTo>
                  <a:cubicBezTo>
                    <a:pt x="92396" y="91679"/>
                    <a:pt x="95216" y="89702"/>
                    <a:pt x="98346" y="88351"/>
                  </a:cubicBezTo>
                  <a:cubicBezTo>
                    <a:pt x="102537" y="87113"/>
                    <a:pt x="104538" y="86637"/>
                    <a:pt x="107871" y="85875"/>
                  </a:cubicBezTo>
                  <a:cubicBezTo>
                    <a:pt x="110475" y="85393"/>
                    <a:pt x="112406" y="83185"/>
                    <a:pt x="112538" y="80541"/>
                  </a:cubicBezTo>
                  <a:cubicBezTo>
                    <a:pt x="112585" y="77045"/>
                    <a:pt x="112038" y="73566"/>
                    <a:pt x="110919" y="70254"/>
                  </a:cubicBezTo>
                  <a:cubicBezTo>
                    <a:pt x="108443" y="65967"/>
                    <a:pt x="106919" y="56728"/>
                    <a:pt x="103204" y="55871"/>
                  </a:cubicBezTo>
                  <a:cubicBezTo>
                    <a:pt x="96537" y="54347"/>
                    <a:pt x="92346" y="49585"/>
                    <a:pt x="89393" y="51013"/>
                  </a:cubicBezTo>
                  <a:cubicBezTo>
                    <a:pt x="86440" y="52442"/>
                    <a:pt x="85107" y="54919"/>
                    <a:pt x="80820" y="55871"/>
                  </a:cubicBezTo>
                  <a:cubicBezTo>
                    <a:pt x="78534" y="59586"/>
                    <a:pt x="73200" y="58157"/>
                    <a:pt x="72248" y="52918"/>
                  </a:cubicBezTo>
                  <a:cubicBezTo>
                    <a:pt x="72528" y="49674"/>
                    <a:pt x="73200" y="46476"/>
                    <a:pt x="74248" y="43393"/>
                  </a:cubicBezTo>
                  <a:cubicBezTo>
                    <a:pt x="76915" y="37011"/>
                    <a:pt x="84249" y="34725"/>
                    <a:pt x="84630" y="24343"/>
                  </a:cubicBezTo>
                  <a:cubicBezTo>
                    <a:pt x="84360" y="19483"/>
                    <a:pt x="83130" y="14724"/>
                    <a:pt x="81011" y="10341"/>
                  </a:cubicBezTo>
                  <a:cubicBezTo>
                    <a:pt x="80058" y="8151"/>
                    <a:pt x="78344" y="5579"/>
                    <a:pt x="76534" y="5293"/>
                  </a:cubicBezTo>
                  <a:cubicBezTo>
                    <a:pt x="74527" y="5246"/>
                    <a:pt x="72551" y="4792"/>
                    <a:pt x="70724" y="3960"/>
                  </a:cubicBezTo>
                  <a:cubicBezTo>
                    <a:pt x="68724" y="2531"/>
                    <a:pt x="68152" y="54"/>
                    <a:pt x="63771" y="-136"/>
                  </a:cubicBezTo>
                  <a:cubicBezTo>
                    <a:pt x="60553" y="216"/>
                    <a:pt x="57368" y="821"/>
                    <a:pt x="54246" y="1674"/>
                  </a:cubicBezTo>
                  <a:cubicBezTo>
                    <a:pt x="51740" y="1009"/>
                    <a:pt x="49195" y="500"/>
                    <a:pt x="46626" y="150"/>
                  </a:cubicBezTo>
                  <a:cubicBezTo>
                    <a:pt x="44721" y="150"/>
                    <a:pt x="40911" y="2055"/>
                    <a:pt x="38148" y="1960"/>
                  </a:cubicBezTo>
                  <a:cubicBezTo>
                    <a:pt x="35386" y="1864"/>
                    <a:pt x="30338" y="-136"/>
                    <a:pt x="28623" y="-41"/>
                  </a:cubicBezTo>
                  <a:cubicBezTo>
                    <a:pt x="24813" y="-41"/>
                    <a:pt x="22432" y="721"/>
                    <a:pt x="21099" y="5293"/>
                  </a:cubicBezTo>
                  <a:cubicBezTo>
                    <a:pt x="20462" y="9612"/>
                    <a:pt x="20302" y="13988"/>
                    <a:pt x="20623" y="18342"/>
                  </a:cubicBezTo>
                  <a:cubicBezTo>
                    <a:pt x="19662" y="24773"/>
                    <a:pt x="18295" y="31136"/>
                    <a:pt x="16527" y="37392"/>
                  </a:cubicBezTo>
                  <a:cubicBezTo>
                    <a:pt x="15014" y="41239"/>
                    <a:pt x="14052" y="45279"/>
                    <a:pt x="13670" y="49394"/>
                  </a:cubicBezTo>
                  <a:cubicBezTo>
                    <a:pt x="13669" y="51394"/>
                    <a:pt x="13669" y="61395"/>
                    <a:pt x="12526" y="69111"/>
                  </a:cubicBezTo>
                  <a:cubicBezTo>
                    <a:pt x="12526" y="70635"/>
                    <a:pt x="10526" y="76731"/>
                    <a:pt x="9859" y="81779"/>
                  </a:cubicBezTo>
                  <a:cubicBezTo>
                    <a:pt x="9192" y="86827"/>
                    <a:pt x="7573" y="86732"/>
                    <a:pt x="7002" y="94161"/>
                  </a:cubicBezTo>
                  <a:cubicBezTo>
                    <a:pt x="7002" y="95590"/>
                    <a:pt x="3858" y="100162"/>
                    <a:pt x="3668" y="101686"/>
                  </a:cubicBezTo>
                  <a:cubicBezTo>
                    <a:pt x="1858" y="116736"/>
                    <a:pt x="-428" y="117974"/>
                    <a:pt x="-333" y="125785"/>
                  </a:cubicBezTo>
                  <a:cubicBezTo>
                    <a:pt x="-505" y="130815"/>
                    <a:pt x="8" y="135846"/>
                    <a:pt x="1192" y="140739"/>
                  </a:cubicBezTo>
                  <a:cubicBezTo>
                    <a:pt x="2005" y="143849"/>
                    <a:pt x="2420" y="147049"/>
                    <a:pt x="2430" y="150264"/>
                  </a:cubicBezTo>
                  <a:lnTo>
                    <a:pt x="3096" y="160360"/>
                  </a:lnTo>
                  <a:cubicBezTo>
                    <a:pt x="3096" y="162265"/>
                    <a:pt x="6049" y="173886"/>
                    <a:pt x="6430" y="176457"/>
                  </a:cubicBezTo>
                  <a:cubicBezTo>
                    <a:pt x="6371" y="180985"/>
                    <a:pt x="6690" y="185509"/>
                    <a:pt x="7383" y="189983"/>
                  </a:cubicBezTo>
                  <a:cubicBezTo>
                    <a:pt x="9224" y="194185"/>
                    <a:pt x="11662" y="198099"/>
                    <a:pt x="14622" y="201603"/>
                  </a:cubicBezTo>
                  <a:cubicBezTo>
                    <a:pt x="16985" y="203432"/>
                    <a:pt x="19621" y="204878"/>
                    <a:pt x="22432" y="205890"/>
                  </a:cubicBezTo>
                  <a:cubicBezTo>
                    <a:pt x="25766" y="206937"/>
                    <a:pt x="33291" y="205890"/>
                    <a:pt x="37863" y="206747"/>
                  </a:cubicBezTo>
                  <a:cubicBezTo>
                    <a:pt x="42435" y="207604"/>
                    <a:pt x="46530" y="209795"/>
                    <a:pt x="48435" y="209795"/>
                  </a:cubicBezTo>
                  <a:cubicBezTo>
                    <a:pt x="48435" y="209795"/>
                    <a:pt x="57484" y="209795"/>
                    <a:pt x="60913" y="209795"/>
                  </a:cubicBezTo>
                  <a:cubicBezTo>
                    <a:pt x="65176" y="209390"/>
                    <a:pt x="69477" y="209811"/>
                    <a:pt x="73581" y="211033"/>
                  </a:cubicBezTo>
                  <a:cubicBezTo>
                    <a:pt x="75391" y="211795"/>
                    <a:pt x="78915" y="214557"/>
                    <a:pt x="81773" y="214557"/>
                  </a:cubicBezTo>
                  <a:cubicBezTo>
                    <a:pt x="85808" y="214321"/>
                    <a:pt x="89772" y="213386"/>
                    <a:pt x="93489" y="211795"/>
                  </a:cubicBezTo>
                  <a:cubicBezTo>
                    <a:pt x="96918" y="210462"/>
                    <a:pt x="103013" y="211795"/>
                    <a:pt x="105395" y="209986"/>
                  </a:cubicBezTo>
                  <a:cubicBezTo>
                    <a:pt x="107776" y="208176"/>
                    <a:pt x="108633" y="203794"/>
                    <a:pt x="109967" y="199603"/>
                  </a:cubicBezTo>
                  <a:cubicBezTo>
                    <a:pt x="112100" y="194439"/>
                    <a:pt x="113945" y="189161"/>
                    <a:pt x="115491" y="183792"/>
                  </a:cubicBezTo>
                  <a:cubicBezTo>
                    <a:pt x="116637" y="178228"/>
                    <a:pt x="114158" y="172545"/>
                    <a:pt x="109300" y="169599"/>
                  </a:cubicBezTo>
                </a:path>
              </a:pathLst>
            </a:custGeom>
            <a:grpFill/>
            <a:ln w="9525" cap="flat">
              <a:noFill/>
              <a:prstDash val="solid"/>
              <a:miter/>
            </a:ln>
          </p:spPr>
          <p:txBody>
            <a:bodyPr rtlCol="0" anchor="ctr"/>
            <a:lstStyle/>
            <a:p>
              <a:endParaRPr lang="zh-CN" altLang="en-US" dirty="0"/>
            </a:p>
          </p:txBody>
        </p:sp>
        <p:sp>
          <p:nvSpPr>
            <p:cNvPr id="237" name="任意多边形: 形状 236"/>
            <p:cNvSpPr/>
            <p:nvPr/>
          </p:nvSpPr>
          <p:spPr>
            <a:xfrm>
              <a:off x="8567668" y="4422179"/>
              <a:ext cx="864731" cy="696391"/>
            </a:xfrm>
            <a:custGeom>
              <a:avLst/>
              <a:gdLst>
                <a:gd name="connsiteX0" fmla="*/ 240808 w 241528"/>
                <a:gd name="connsiteY0" fmla="*/ 148359 h 194509"/>
                <a:gd name="connsiteX1" fmla="*/ 239760 w 241528"/>
                <a:gd name="connsiteY1" fmla="*/ 140548 h 194509"/>
                <a:gd name="connsiteX2" fmla="*/ 228330 w 241528"/>
                <a:gd name="connsiteY2" fmla="*/ 131023 h 194509"/>
                <a:gd name="connsiteX3" fmla="*/ 219568 w 241528"/>
                <a:gd name="connsiteY3" fmla="*/ 126166 h 194509"/>
                <a:gd name="connsiteX4" fmla="*/ 210614 w 241528"/>
                <a:gd name="connsiteY4" fmla="*/ 123784 h 194509"/>
                <a:gd name="connsiteX5" fmla="*/ 202423 w 241528"/>
                <a:gd name="connsiteY5" fmla="*/ 124642 h 194509"/>
                <a:gd name="connsiteX6" fmla="*/ 193850 w 241528"/>
                <a:gd name="connsiteY6" fmla="*/ 127975 h 194509"/>
                <a:gd name="connsiteX7" fmla="*/ 160893 w 241528"/>
                <a:gd name="connsiteY7" fmla="*/ 128737 h 194509"/>
                <a:gd name="connsiteX8" fmla="*/ 159941 w 241528"/>
                <a:gd name="connsiteY8" fmla="*/ 110449 h 194509"/>
                <a:gd name="connsiteX9" fmla="*/ 161179 w 241528"/>
                <a:gd name="connsiteY9" fmla="*/ 103401 h 194509"/>
                <a:gd name="connsiteX10" fmla="*/ 162989 w 241528"/>
                <a:gd name="connsiteY10" fmla="*/ 96733 h 194509"/>
                <a:gd name="connsiteX11" fmla="*/ 165370 w 241528"/>
                <a:gd name="connsiteY11" fmla="*/ 90447 h 194509"/>
                <a:gd name="connsiteX12" fmla="*/ 168323 w 241528"/>
                <a:gd name="connsiteY12" fmla="*/ 83589 h 194509"/>
                <a:gd name="connsiteX13" fmla="*/ 164037 w 241528"/>
                <a:gd name="connsiteY13" fmla="*/ 68730 h 194509"/>
                <a:gd name="connsiteX14" fmla="*/ 181848 w 241528"/>
                <a:gd name="connsiteY14" fmla="*/ 56252 h 194509"/>
                <a:gd name="connsiteX15" fmla="*/ 190802 w 241528"/>
                <a:gd name="connsiteY15" fmla="*/ 50251 h 194509"/>
                <a:gd name="connsiteX16" fmla="*/ 202422 w 241528"/>
                <a:gd name="connsiteY16" fmla="*/ 40726 h 194509"/>
                <a:gd name="connsiteX17" fmla="*/ 217186 w 241528"/>
                <a:gd name="connsiteY17" fmla="*/ 27010 h 194509"/>
                <a:gd name="connsiteX18" fmla="*/ 213471 w 241528"/>
                <a:gd name="connsiteY18" fmla="*/ 21200 h 194509"/>
                <a:gd name="connsiteX19" fmla="*/ 210614 w 241528"/>
                <a:gd name="connsiteY19" fmla="*/ 12437 h 194509"/>
                <a:gd name="connsiteX20" fmla="*/ 201089 w 241528"/>
                <a:gd name="connsiteY20" fmla="*/ 3579 h 194509"/>
                <a:gd name="connsiteX21" fmla="*/ 194707 w 241528"/>
                <a:gd name="connsiteY21" fmla="*/ -136 h 194509"/>
                <a:gd name="connsiteX22" fmla="*/ 187373 w 241528"/>
                <a:gd name="connsiteY22" fmla="*/ 912 h 194509"/>
                <a:gd name="connsiteX23" fmla="*/ 178896 w 241528"/>
                <a:gd name="connsiteY23" fmla="*/ 1960 h 194509"/>
                <a:gd name="connsiteX24" fmla="*/ 148892 w 241528"/>
                <a:gd name="connsiteY24" fmla="*/ 14628 h 194509"/>
                <a:gd name="connsiteX25" fmla="*/ 143939 w 241528"/>
                <a:gd name="connsiteY25" fmla="*/ 16533 h 194509"/>
                <a:gd name="connsiteX26" fmla="*/ 136986 w 241528"/>
                <a:gd name="connsiteY26" fmla="*/ 18438 h 194509"/>
                <a:gd name="connsiteX27" fmla="*/ 96981 w 241528"/>
                <a:gd name="connsiteY27" fmla="*/ 25105 h 194509"/>
                <a:gd name="connsiteX28" fmla="*/ 80217 w 241528"/>
                <a:gd name="connsiteY28" fmla="*/ 21105 h 194509"/>
                <a:gd name="connsiteX29" fmla="*/ 70692 w 241528"/>
                <a:gd name="connsiteY29" fmla="*/ 29011 h 194509"/>
                <a:gd name="connsiteX30" fmla="*/ 71644 w 241528"/>
                <a:gd name="connsiteY30" fmla="*/ 39583 h 194509"/>
                <a:gd name="connsiteX31" fmla="*/ 73549 w 241528"/>
                <a:gd name="connsiteY31" fmla="*/ 50537 h 194509"/>
                <a:gd name="connsiteX32" fmla="*/ 80979 w 241528"/>
                <a:gd name="connsiteY32" fmla="*/ 64158 h 194509"/>
                <a:gd name="connsiteX33" fmla="*/ 84789 w 241528"/>
                <a:gd name="connsiteY33" fmla="*/ 75493 h 194509"/>
                <a:gd name="connsiteX34" fmla="*/ 97266 w 241528"/>
                <a:gd name="connsiteY34" fmla="*/ 74635 h 194509"/>
                <a:gd name="connsiteX35" fmla="*/ 106791 w 241528"/>
                <a:gd name="connsiteY35" fmla="*/ 73111 h 194509"/>
                <a:gd name="connsiteX36" fmla="*/ 108792 w 241528"/>
                <a:gd name="connsiteY36" fmla="*/ 81970 h 194509"/>
                <a:gd name="connsiteX37" fmla="*/ 106791 w 241528"/>
                <a:gd name="connsiteY37" fmla="*/ 93209 h 194509"/>
                <a:gd name="connsiteX38" fmla="*/ 87170 w 241528"/>
                <a:gd name="connsiteY38" fmla="*/ 126737 h 194509"/>
                <a:gd name="connsiteX39" fmla="*/ 62119 w 241528"/>
                <a:gd name="connsiteY39" fmla="*/ 137215 h 194509"/>
                <a:gd name="connsiteX40" fmla="*/ 52594 w 241528"/>
                <a:gd name="connsiteY40" fmla="*/ 139024 h 194509"/>
                <a:gd name="connsiteX41" fmla="*/ 29734 w 241528"/>
                <a:gd name="connsiteY41" fmla="*/ 147692 h 194509"/>
                <a:gd name="connsiteX42" fmla="*/ 18685 w 241528"/>
                <a:gd name="connsiteY42" fmla="*/ 146644 h 194509"/>
                <a:gd name="connsiteX43" fmla="*/ -365 w 241528"/>
                <a:gd name="connsiteY43" fmla="*/ 157027 h 194509"/>
                <a:gd name="connsiteX44" fmla="*/ 683 w 241528"/>
                <a:gd name="connsiteY44" fmla="*/ 168647 h 194509"/>
                <a:gd name="connsiteX45" fmla="*/ 683 w 241528"/>
                <a:gd name="connsiteY45" fmla="*/ 178172 h 194509"/>
                <a:gd name="connsiteX46" fmla="*/ 17828 w 241528"/>
                <a:gd name="connsiteY46" fmla="*/ 194365 h 194509"/>
                <a:gd name="connsiteX47" fmla="*/ 62786 w 241528"/>
                <a:gd name="connsiteY47" fmla="*/ 177220 h 194509"/>
                <a:gd name="connsiteX48" fmla="*/ 99457 w 241528"/>
                <a:gd name="connsiteY48" fmla="*/ 169695 h 194509"/>
                <a:gd name="connsiteX49" fmla="*/ 120126 w 241528"/>
                <a:gd name="connsiteY49" fmla="*/ 170171 h 194509"/>
                <a:gd name="connsiteX50" fmla="*/ 138319 w 241528"/>
                <a:gd name="connsiteY50" fmla="*/ 167599 h 194509"/>
                <a:gd name="connsiteX51" fmla="*/ 157369 w 241528"/>
                <a:gd name="connsiteY51" fmla="*/ 166075 h 194509"/>
                <a:gd name="connsiteX52" fmla="*/ 176419 w 241528"/>
                <a:gd name="connsiteY52" fmla="*/ 166075 h 194509"/>
                <a:gd name="connsiteX53" fmla="*/ 196898 w 241528"/>
                <a:gd name="connsiteY53" fmla="*/ 167790 h 194509"/>
                <a:gd name="connsiteX54" fmla="*/ 209280 w 241528"/>
                <a:gd name="connsiteY54" fmla="*/ 166742 h 194509"/>
                <a:gd name="connsiteX55" fmla="*/ 221377 w 241528"/>
                <a:gd name="connsiteY55" fmla="*/ 168838 h 194509"/>
                <a:gd name="connsiteX56" fmla="*/ 232521 w 241528"/>
                <a:gd name="connsiteY56" fmla="*/ 168171 h 194509"/>
                <a:gd name="connsiteX57" fmla="*/ 238236 w 241528"/>
                <a:gd name="connsiteY57" fmla="*/ 162361 h 194509"/>
                <a:gd name="connsiteX58" fmla="*/ 241094 w 241528"/>
                <a:gd name="connsiteY58" fmla="*/ 155598 h 194509"/>
                <a:gd name="connsiteX59" fmla="*/ 240331 w 241528"/>
                <a:gd name="connsiteY59" fmla="*/ 151407 h 194509"/>
                <a:gd name="connsiteX60" fmla="*/ 239188 w 241528"/>
                <a:gd name="connsiteY60" fmla="*/ 148549 h 19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1528" h="194509">
                  <a:moveTo>
                    <a:pt x="240808" y="148359"/>
                  </a:moveTo>
                  <a:cubicBezTo>
                    <a:pt x="240841" y="145718"/>
                    <a:pt x="240488" y="143087"/>
                    <a:pt x="239760" y="140548"/>
                  </a:cubicBezTo>
                  <a:cubicBezTo>
                    <a:pt x="237379" y="134548"/>
                    <a:pt x="231569" y="133309"/>
                    <a:pt x="228330" y="131023"/>
                  </a:cubicBezTo>
                  <a:cubicBezTo>
                    <a:pt x="225544" y="129172"/>
                    <a:pt x="222614" y="127547"/>
                    <a:pt x="219568" y="126166"/>
                  </a:cubicBezTo>
                  <a:cubicBezTo>
                    <a:pt x="216662" y="125101"/>
                    <a:pt x="213665" y="124304"/>
                    <a:pt x="210614" y="123784"/>
                  </a:cubicBezTo>
                  <a:cubicBezTo>
                    <a:pt x="207860" y="123758"/>
                    <a:pt x="205111" y="124046"/>
                    <a:pt x="202423" y="124642"/>
                  </a:cubicBezTo>
                  <a:cubicBezTo>
                    <a:pt x="199470" y="125308"/>
                    <a:pt x="197850" y="127975"/>
                    <a:pt x="193850" y="127975"/>
                  </a:cubicBezTo>
                  <a:cubicBezTo>
                    <a:pt x="182859" y="127598"/>
                    <a:pt x="171855" y="127852"/>
                    <a:pt x="160893" y="128737"/>
                  </a:cubicBezTo>
                  <a:cubicBezTo>
                    <a:pt x="158322" y="126547"/>
                    <a:pt x="159750" y="119212"/>
                    <a:pt x="159941" y="110449"/>
                  </a:cubicBezTo>
                  <a:cubicBezTo>
                    <a:pt x="159708" y="108031"/>
                    <a:pt x="160136" y="105595"/>
                    <a:pt x="161179" y="103401"/>
                  </a:cubicBezTo>
                  <a:cubicBezTo>
                    <a:pt x="162341" y="101369"/>
                    <a:pt x="162965" y="99074"/>
                    <a:pt x="162989" y="96733"/>
                  </a:cubicBezTo>
                  <a:cubicBezTo>
                    <a:pt x="163129" y="94445"/>
                    <a:pt x="163959" y="92253"/>
                    <a:pt x="165370" y="90447"/>
                  </a:cubicBezTo>
                  <a:cubicBezTo>
                    <a:pt x="166885" y="88427"/>
                    <a:pt x="167897" y="86077"/>
                    <a:pt x="168323" y="83589"/>
                  </a:cubicBezTo>
                  <a:cubicBezTo>
                    <a:pt x="168323" y="74064"/>
                    <a:pt x="163370" y="77683"/>
                    <a:pt x="164037" y="68730"/>
                  </a:cubicBezTo>
                  <a:cubicBezTo>
                    <a:pt x="164703" y="59776"/>
                    <a:pt x="172799" y="60157"/>
                    <a:pt x="181848" y="56252"/>
                  </a:cubicBezTo>
                  <a:cubicBezTo>
                    <a:pt x="185207" y="54877"/>
                    <a:pt x="188253" y="52836"/>
                    <a:pt x="190802" y="50251"/>
                  </a:cubicBezTo>
                  <a:cubicBezTo>
                    <a:pt x="194042" y="46374"/>
                    <a:pt x="197985" y="43143"/>
                    <a:pt x="202422" y="40726"/>
                  </a:cubicBezTo>
                  <a:cubicBezTo>
                    <a:pt x="210519" y="35011"/>
                    <a:pt x="216519" y="35202"/>
                    <a:pt x="217186" y="27010"/>
                  </a:cubicBezTo>
                  <a:cubicBezTo>
                    <a:pt x="217186" y="25867"/>
                    <a:pt x="214043" y="23296"/>
                    <a:pt x="213471" y="21200"/>
                  </a:cubicBezTo>
                  <a:cubicBezTo>
                    <a:pt x="213056" y="18130"/>
                    <a:pt x="212088" y="15161"/>
                    <a:pt x="210614" y="12437"/>
                  </a:cubicBezTo>
                  <a:cubicBezTo>
                    <a:pt x="208042" y="8818"/>
                    <a:pt x="204423" y="7103"/>
                    <a:pt x="201089" y="3579"/>
                  </a:cubicBezTo>
                  <a:cubicBezTo>
                    <a:pt x="199451" y="1645"/>
                    <a:pt x="197197" y="334"/>
                    <a:pt x="194707" y="-136"/>
                  </a:cubicBezTo>
                  <a:cubicBezTo>
                    <a:pt x="192284" y="351"/>
                    <a:pt x="189836" y="701"/>
                    <a:pt x="187373" y="912"/>
                  </a:cubicBezTo>
                  <a:cubicBezTo>
                    <a:pt x="184505" y="667"/>
                    <a:pt x="181618" y="1024"/>
                    <a:pt x="178896" y="1960"/>
                  </a:cubicBezTo>
                  <a:cubicBezTo>
                    <a:pt x="169410" y="7312"/>
                    <a:pt x="159343" y="11562"/>
                    <a:pt x="148892" y="14628"/>
                  </a:cubicBezTo>
                  <a:cubicBezTo>
                    <a:pt x="147463" y="15104"/>
                    <a:pt x="144701" y="16342"/>
                    <a:pt x="143939" y="16533"/>
                  </a:cubicBezTo>
                  <a:cubicBezTo>
                    <a:pt x="143177" y="16723"/>
                    <a:pt x="139939" y="17771"/>
                    <a:pt x="136986" y="18438"/>
                  </a:cubicBezTo>
                  <a:cubicBezTo>
                    <a:pt x="123789" y="21422"/>
                    <a:pt x="110432" y="23648"/>
                    <a:pt x="96981" y="25105"/>
                  </a:cubicBezTo>
                  <a:cubicBezTo>
                    <a:pt x="91480" y="23430"/>
                    <a:pt x="85881" y="22094"/>
                    <a:pt x="80217" y="21105"/>
                  </a:cubicBezTo>
                  <a:cubicBezTo>
                    <a:pt x="75645" y="23391"/>
                    <a:pt x="70692" y="23772"/>
                    <a:pt x="70692" y="29011"/>
                  </a:cubicBezTo>
                  <a:cubicBezTo>
                    <a:pt x="70692" y="31011"/>
                    <a:pt x="71739" y="37583"/>
                    <a:pt x="71644" y="39583"/>
                  </a:cubicBezTo>
                  <a:cubicBezTo>
                    <a:pt x="71470" y="43330"/>
                    <a:pt x="72120" y="47069"/>
                    <a:pt x="73549" y="50537"/>
                  </a:cubicBezTo>
                  <a:cubicBezTo>
                    <a:pt x="77195" y="54334"/>
                    <a:pt x="79760" y="59036"/>
                    <a:pt x="80979" y="64158"/>
                  </a:cubicBezTo>
                  <a:cubicBezTo>
                    <a:pt x="81550" y="69206"/>
                    <a:pt x="80979" y="73683"/>
                    <a:pt x="84789" y="75493"/>
                  </a:cubicBezTo>
                  <a:cubicBezTo>
                    <a:pt x="88950" y="76310"/>
                    <a:pt x="93255" y="76014"/>
                    <a:pt x="97266" y="74635"/>
                  </a:cubicBezTo>
                  <a:cubicBezTo>
                    <a:pt x="100399" y="73894"/>
                    <a:pt x="103583" y="73384"/>
                    <a:pt x="106791" y="73111"/>
                  </a:cubicBezTo>
                  <a:cubicBezTo>
                    <a:pt x="108601" y="73778"/>
                    <a:pt x="108887" y="78255"/>
                    <a:pt x="108792" y="81970"/>
                  </a:cubicBezTo>
                  <a:cubicBezTo>
                    <a:pt x="108774" y="85803"/>
                    <a:pt x="108098" y="89605"/>
                    <a:pt x="106791" y="93209"/>
                  </a:cubicBezTo>
                  <a:cubicBezTo>
                    <a:pt x="104315" y="100639"/>
                    <a:pt x="103458" y="120260"/>
                    <a:pt x="87170" y="126737"/>
                  </a:cubicBezTo>
                  <a:cubicBezTo>
                    <a:pt x="79550" y="129785"/>
                    <a:pt x="69167" y="135024"/>
                    <a:pt x="62119" y="137215"/>
                  </a:cubicBezTo>
                  <a:cubicBezTo>
                    <a:pt x="59833" y="137881"/>
                    <a:pt x="55547" y="138072"/>
                    <a:pt x="52594" y="139024"/>
                  </a:cubicBezTo>
                  <a:cubicBezTo>
                    <a:pt x="45165" y="141691"/>
                    <a:pt x="31639" y="147216"/>
                    <a:pt x="29734" y="147692"/>
                  </a:cubicBezTo>
                  <a:cubicBezTo>
                    <a:pt x="26115" y="148549"/>
                    <a:pt x="20209" y="146263"/>
                    <a:pt x="18685" y="146644"/>
                  </a:cubicBezTo>
                  <a:cubicBezTo>
                    <a:pt x="17161" y="147025"/>
                    <a:pt x="2207" y="152550"/>
                    <a:pt x="-365" y="157027"/>
                  </a:cubicBezTo>
                  <a:cubicBezTo>
                    <a:pt x="951" y="160751"/>
                    <a:pt x="1310" y="164747"/>
                    <a:pt x="683" y="168647"/>
                  </a:cubicBezTo>
                  <a:cubicBezTo>
                    <a:pt x="111" y="171796"/>
                    <a:pt x="111" y="175023"/>
                    <a:pt x="683" y="178172"/>
                  </a:cubicBezTo>
                  <a:cubicBezTo>
                    <a:pt x="7446" y="184554"/>
                    <a:pt x="14494" y="193984"/>
                    <a:pt x="17828" y="194365"/>
                  </a:cubicBezTo>
                  <a:cubicBezTo>
                    <a:pt x="21162" y="194746"/>
                    <a:pt x="47641" y="182458"/>
                    <a:pt x="62786" y="177220"/>
                  </a:cubicBezTo>
                  <a:cubicBezTo>
                    <a:pt x="74698" y="173380"/>
                    <a:pt x="86995" y="170857"/>
                    <a:pt x="99457" y="169695"/>
                  </a:cubicBezTo>
                  <a:cubicBezTo>
                    <a:pt x="105268" y="169695"/>
                    <a:pt x="113650" y="171124"/>
                    <a:pt x="120126" y="170171"/>
                  </a:cubicBezTo>
                  <a:lnTo>
                    <a:pt x="138319" y="167599"/>
                  </a:lnTo>
                  <a:cubicBezTo>
                    <a:pt x="144533" y="165992"/>
                    <a:pt x="150979" y="165477"/>
                    <a:pt x="157369" y="166075"/>
                  </a:cubicBezTo>
                  <a:cubicBezTo>
                    <a:pt x="161084" y="166552"/>
                    <a:pt x="172705" y="165599"/>
                    <a:pt x="176419" y="166075"/>
                  </a:cubicBezTo>
                  <a:cubicBezTo>
                    <a:pt x="182230" y="166742"/>
                    <a:pt x="191659" y="167695"/>
                    <a:pt x="196898" y="167790"/>
                  </a:cubicBezTo>
                  <a:cubicBezTo>
                    <a:pt x="202137" y="167885"/>
                    <a:pt x="205089" y="166742"/>
                    <a:pt x="209280" y="166742"/>
                  </a:cubicBezTo>
                  <a:cubicBezTo>
                    <a:pt x="213471" y="166742"/>
                    <a:pt x="219377" y="168742"/>
                    <a:pt x="221377" y="168838"/>
                  </a:cubicBezTo>
                  <a:cubicBezTo>
                    <a:pt x="223377" y="168933"/>
                    <a:pt x="226425" y="168361"/>
                    <a:pt x="232521" y="168171"/>
                  </a:cubicBezTo>
                  <a:cubicBezTo>
                    <a:pt x="234807" y="168171"/>
                    <a:pt x="236712" y="164742"/>
                    <a:pt x="238236" y="162361"/>
                  </a:cubicBezTo>
                  <a:cubicBezTo>
                    <a:pt x="239674" y="160343"/>
                    <a:pt x="240649" y="158035"/>
                    <a:pt x="241094" y="155598"/>
                  </a:cubicBezTo>
                  <a:cubicBezTo>
                    <a:pt x="241305" y="154155"/>
                    <a:pt x="241037" y="152683"/>
                    <a:pt x="240331" y="151407"/>
                  </a:cubicBezTo>
                  <a:cubicBezTo>
                    <a:pt x="239602" y="150634"/>
                    <a:pt x="239193" y="149612"/>
                    <a:pt x="239188" y="148549"/>
                  </a:cubicBezTo>
                </a:path>
              </a:pathLst>
            </a:custGeom>
            <a:grpFill/>
            <a:ln w="9525" cap="flat">
              <a:noFill/>
              <a:prstDash val="solid"/>
              <a:miter/>
            </a:ln>
          </p:spPr>
          <p:txBody>
            <a:bodyPr rtlCol="0" anchor="ctr"/>
            <a:lstStyle/>
            <a:p>
              <a:endParaRPr lang="zh-CN" altLang="en-US"/>
            </a:p>
          </p:txBody>
        </p:sp>
        <p:sp>
          <p:nvSpPr>
            <p:cNvPr id="238" name="任意多边形: 形状 237"/>
            <p:cNvSpPr/>
            <p:nvPr/>
          </p:nvSpPr>
          <p:spPr>
            <a:xfrm>
              <a:off x="9687431" y="4380641"/>
              <a:ext cx="932487" cy="781891"/>
            </a:xfrm>
            <a:custGeom>
              <a:avLst/>
              <a:gdLst>
                <a:gd name="connsiteX0" fmla="*/ 260089 w 260453"/>
                <a:gd name="connsiteY0" fmla="*/ 192536 h 218390"/>
                <a:gd name="connsiteX1" fmla="*/ 252850 w 260453"/>
                <a:gd name="connsiteY1" fmla="*/ 189202 h 218390"/>
                <a:gd name="connsiteX2" fmla="*/ 231800 w 260453"/>
                <a:gd name="connsiteY2" fmla="*/ 181392 h 218390"/>
                <a:gd name="connsiteX3" fmla="*/ 222275 w 260453"/>
                <a:gd name="connsiteY3" fmla="*/ 175391 h 218390"/>
                <a:gd name="connsiteX4" fmla="*/ 210083 w 260453"/>
                <a:gd name="connsiteY4" fmla="*/ 170628 h 218390"/>
                <a:gd name="connsiteX5" fmla="*/ 188842 w 260453"/>
                <a:gd name="connsiteY5" fmla="*/ 156055 h 218390"/>
                <a:gd name="connsiteX6" fmla="*/ 168173 w 260453"/>
                <a:gd name="connsiteY6" fmla="*/ 132719 h 218390"/>
                <a:gd name="connsiteX7" fmla="*/ 140169 w 260453"/>
                <a:gd name="connsiteY7" fmla="*/ 104144 h 218390"/>
                <a:gd name="connsiteX8" fmla="*/ 138169 w 260453"/>
                <a:gd name="connsiteY8" fmla="*/ 90999 h 218390"/>
                <a:gd name="connsiteX9" fmla="*/ 143789 w 260453"/>
                <a:gd name="connsiteY9" fmla="*/ 82808 h 218390"/>
                <a:gd name="connsiteX10" fmla="*/ 160744 w 260453"/>
                <a:gd name="connsiteY10" fmla="*/ 76331 h 218390"/>
                <a:gd name="connsiteX11" fmla="*/ 171792 w 260453"/>
                <a:gd name="connsiteY11" fmla="*/ 74902 h 218390"/>
                <a:gd name="connsiteX12" fmla="*/ 181317 w 260453"/>
                <a:gd name="connsiteY12" fmla="*/ 70806 h 218390"/>
                <a:gd name="connsiteX13" fmla="*/ 197796 w 260453"/>
                <a:gd name="connsiteY13" fmla="*/ 63758 h 218390"/>
                <a:gd name="connsiteX14" fmla="*/ 204939 w 260453"/>
                <a:gd name="connsiteY14" fmla="*/ 58424 h 218390"/>
                <a:gd name="connsiteX15" fmla="*/ 208368 w 260453"/>
                <a:gd name="connsiteY15" fmla="*/ 54138 h 218390"/>
                <a:gd name="connsiteX16" fmla="*/ 199415 w 260453"/>
                <a:gd name="connsiteY16" fmla="*/ 37088 h 218390"/>
                <a:gd name="connsiteX17" fmla="*/ 186461 w 260453"/>
                <a:gd name="connsiteY17" fmla="*/ 32897 h 218390"/>
                <a:gd name="connsiteX18" fmla="*/ 171602 w 260453"/>
                <a:gd name="connsiteY18" fmla="*/ 32897 h 218390"/>
                <a:gd name="connsiteX19" fmla="*/ 162077 w 260453"/>
                <a:gd name="connsiteY19" fmla="*/ 39755 h 218390"/>
                <a:gd name="connsiteX20" fmla="*/ 153790 w 260453"/>
                <a:gd name="connsiteY20" fmla="*/ 42612 h 218390"/>
                <a:gd name="connsiteX21" fmla="*/ 146742 w 260453"/>
                <a:gd name="connsiteY21" fmla="*/ 45756 h 218390"/>
                <a:gd name="connsiteX22" fmla="*/ 141122 w 260453"/>
                <a:gd name="connsiteY22" fmla="*/ 47184 h 218390"/>
                <a:gd name="connsiteX23" fmla="*/ 141122 w 260453"/>
                <a:gd name="connsiteY23" fmla="*/ 38993 h 218390"/>
                <a:gd name="connsiteX24" fmla="*/ 146932 w 260453"/>
                <a:gd name="connsiteY24" fmla="*/ 24991 h 218390"/>
                <a:gd name="connsiteX25" fmla="*/ 145408 w 260453"/>
                <a:gd name="connsiteY25" fmla="*/ 17466 h 218390"/>
                <a:gd name="connsiteX26" fmla="*/ 142836 w 260453"/>
                <a:gd name="connsiteY26" fmla="*/ 9656 h 218390"/>
                <a:gd name="connsiteX27" fmla="*/ 131787 w 260453"/>
                <a:gd name="connsiteY27" fmla="*/ 607 h 218390"/>
                <a:gd name="connsiteX28" fmla="*/ 117976 w 260453"/>
                <a:gd name="connsiteY28" fmla="*/ 36 h 218390"/>
                <a:gd name="connsiteX29" fmla="*/ 110547 w 260453"/>
                <a:gd name="connsiteY29" fmla="*/ 2417 h 218390"/>
                <a:gd name="connsiteX30" fmla="*/ 101022 w 260453"/>
                <a:gd name="connsiteY30" fmla="*/ 1655 h 218390"/>
                <a:gd name="connsiteX31" fmla="*/ 97212 w 260453"/>
                <a:gd name="connsiteY31" fmla="*/ 6036 h 218390"/>
                <a:gd name="connsiteX32" fmla="*/ 97878 w 260453"/>
                <a:gd name="connsiteY32" fmla="*/ 18324 h 218390"/>
                <a:gd name="connsiteX33" fmla="*/ 96259 w 260453"/>
                <a:gd name="connsiteY33" fmla="*/ 32611 h 218390"/>
                <a:gd name="connsiteX34" fmla="*/ 91592 w 260453"/>
                <a:gd name="connsiteY34" fmla="*/ 55185 h 218390"/>
                <a:gd name="connsiteX35" fmla="*/ 67113 w 260453"/>
                <a:gd name="connsiteY35" fmla="*/ 63853 h 218390"/>
                <a:gd name="connsiteX36" fmla="*/ 52253 w 260453"/>
                <a:gd name="connsiteY36" fmla="*/ 63853 h 218390"/>
                <a:gd name="connsiteX37" fmla="*/ 46158 w 260453"/>
                <a:gd name="connsiteY37" fmla="*/ 67854 h 218390"/>
                <a:gd name="connsiteX38" fmla="*/ 38919 w 260453"/>
                <a:gd name="connsiteY38" fmla="*/ 70616 h 218390"/>
                <a:gd name="connsiteX39" fmla="*/ 33203 w 260453"/>
                <a:gd name="connsiteY39" fmla="*/ 76521 h 218390"/>
                <a:gd name="connsiteX40" fmla="*/ 29964 w 260453"/>
                <a:gd name="connsiteY40" fmla="*/ 86046 h 218390"/>
                <a:gd name="connsiteX41" fmla="*/ 42061 w 260453"/>
                <a:gd name="connsiteY41" fmla="*/ 101096 h 218390"/>
                <a:gd name="connsiteX42" fmla="*/ 52444 w 260453"/>
                <a:gd name="connsiteY42" fmla="*/ 105954 h 218390"/>
                <a:gd name="connsiteX43" fmla="*/ 59207 w 260453"/>
                <a:gd name="connsiteY43" fmla="*/ 105954 h 218390"/>
                <a:gd name="connsiteX44" fmla="*/ 66255 w 260453"/>
                <a:gd name="connsiteY44" fmla="*/ 104049 h 218390"/>
                <a:gd name="connsiteX45" fmla="*/ 71494 w 260453"/>
                <a:gd name="connsiteY45" fmla="*/ 104049 h 218390"/>
                <a:gd name="connsiteX46" fmla="*/ 78352 w 260453"/>
                <a:gd name="connsiteY46" fmla="*/ 104049 h 218390"/>
                <a:gd name="connsiteX47" fmla="*/ 75590 w 260453"/>
                <a:gd name="connsiteY47" fmla="*/ 113574 h 218390"/>
                <a:gd name="connsiteX48" fmla="*/ 62350 w 260453"/>
                <a:gd name="connsiteY48" fmla="*/ 136815 h 218390"/>
                <a:gd name="connsiteX49" fmla="*/ 28061 w 260453"/>
                <a:gd name="connsiteY49" fmla="*/ 169676 h 218390"/>
                <a:gd name="connsiteX50" fmla="*/ 22917 w 260453"/>
                <a:gd name="connsiteY50" fmla="*/ 171962 h 218390"/>
                <a:gd name="connsiteX51" fmla="*/ 15582 w 260453"/>
                <a:gd name="connsiteY51" fmla="*/ 177391 h 218390"/>
                <a:gd name="connsiteX52" fmla="*/ 4914 w 260453"/>
                <a:gd name="connsiteY52" fmla="*/ 183678 h 218390"/>
                <a:gd name="connsiteX53" fmla="*/ 247 w 260453"/>
                <a:gd name="connsiteY53" fmla="*/ 189107 h 218390"/>
                <a:gd name="connsiteX54" fmla="*/ 7486 w 260453"/>
                <a:gd name="connsiteY54" fmla="*/ 191583 h 218390"/>
                <a:gd name="connsiteX55" fmla="*/ 11772 w 260453"/>
                <a:gd name="connsiteY55" fmla="*/ 200156 h 218390"/>
                <a:gd name="connsiteX56" fmla="*/ 17392 w 260453"/>
                <a:gd name="connsiteY56" fmla="*/ 205014 h 218390"/>
                <a:gd name="connsiteX57" fmla="*/ 25679 w 260453"/>
                <a:gd name="connsiteY57" fmla="*/ 203490 h 218390"/>
                <a:gd name="connsiteX58" fmla="*/ 40824 w 260453"/>
                <a:gd name="connsiteY58" fmla="*/ 199584 h 218390"/>
                <a:gd name="connsiteX59" fmla="*/ 57302 w 260453"/>
                <a:gd name="connsiteY59" fmla="*/ 190631 h 218390"/>
                <a:gd name="connsiteX60" fmla="*/ 79495 w 260453"/>
                <a:gd name="connsiteY60" fmla="*/ 177105 h 218390"/>
                <a:gd name="connsiteX61" fmla="*/ 101117 w 260453"/>
                <a:gd name="connsiteY61" fmla="*/ 155960 h 218390"/>
                <a:gd name="connsiteX62" fmla="*/ 116071 w 260453"/>
                <a:gd name="connsiteY62" fmla="*/ 133290 h 218390"/>
                <a:gd name="connsiteX63" fmla="*/ 137693 w 260453"/>
                <a:gd name="connsiteY63" fmla="*/ 152340 h 218390"/>
                <a:gd name="connsiteX64" fmla="*/ 147218 w 260453"/>
                <a:gd name="connsiteY64" fmla="*/ 163104 h 218390"/>
                <a:gd name="connsiteX65" fmla="*/ 162744 w 260453"/>
                <a:gd name="connsiteY65" fmla="*/ 182820 h 218390"/>
                <a:gd name="connsiteX66" fmla="*/ 176460 w 260453"/>
                <a:gd name="connsiteY66" fmla="*/ 207300 h 218390"/>
                <a:gd name="connsiteX67" fmla="*/ 185413 w 260453"/>
                <a:gd name="connsiteY67" fmla="*/ 213491 h 218390"/>
                <a:gd name="connsiteX68" fmla="*/ 201224 w 260453"/>
                <a:gd name="connsiteY68" fmla="*/ 215682 h 218390"/>
                <a:gd name="connsiteX69" fmla="*/ 211321 w 260453"/>
                <a:gd name="connsiteY69" fmla="*/ 217587 h 218390"/>
                <a:gd name="connsiteX70" fmla="*/ 222846 w 260453"/>
                <a:gd name="connsiteY70" fmla="*/ 217587 h 218390"/>
                <a:gd name="connsiteX71" fmla="*/ 233990 w 260453"/>
                <a:gd name="connsiteY71" fmla="*/ 218253 h 218390"/>
                <a:gd name="connsiteX72" fmla="*/ 238944 w 260453"/>
                <a:gd name="connsiteY72" fmla="*/ 217206 h 218390"/>
                <a:gd name="connsiteX73" fmla="*/ 243897 w 260453"/>
                <a:gd name="connsiteY73" fmla="*/ 213110 h 218390"/>
                <a:gd name="connsiteX74" fmla="*/ 255994 w 260453"/>
                <a:gd name="connsiteY74" fmla="*/ 206823 h 218390"/>
                <a:gd name="connsiteX75" fmla="*/ 257041 w 260453"/>
                <a:gd name="connsiteY75" fmla="*/ 199013 h 218390"/>
                <a:gd name="connsiteX76" fmla="*/ 259327 w 260453"/>
                <a:gd name="connsiteY76" fmla="*/ 193488 h 21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0453" h="218390">
                  <a:moveTo>
                    <a:pt x="260089" y="192536"/>
                  </a:moveTo>
                  <a:cubicBezTo>
                    <a:pt x="258946" y="190440"/>
                    <a:pt x="255136" y="190155"/>
                    <a:pt x="252850" y="189202"/>
                  </a:cubicBezTo>
                  <a:cubicBezTo>
                    <a:pt x="243325" y="185392"/>
                    <a:pt x="237991" y="183487"/>
                    <a:pt x="231800" y="181392"/>
                  </a:cubicBezTo>
                  <a:cubicBezTo>
                    <a:pt x="229419" y="180534"/>
                    <a:pt x="226085" y="177010"/>
                    <a:pt x="222275" y="175391"/>
                  </a:cubicBezTo>
                  <a:cubicBezTo>
                    <a:pt x="218042" y="174276"/>
                    <a:pt x="213951" y="172677"/>
                    <a:pt x="210083" y="170628"/>
                  </a:cubicBezTo>
                  <a:cubicBezTo>
                    <a:pt x="203523" y="165053"/>
                    <a:pt x="196404" y="160169"/>
                    <a:pt x="188842" y="156055"/>
                  </a:cubicBezTo>
                  <a:cubicBezTo>
                    <a:pt x="180365" y="151769"/>
                    <a:pt x="173221" y="137005"/>
                    <a:pt x="168173" y="132719"/>
                  </a:cubicBezTo>
                  <a:cubicBezTo>
                    <a:pt x="157531" y="124570"/>
                    <a:pt x="148102" y="114948"/>
                    <a:pt x="140169" y="104144"/>
                  </a:cubicBezTo>
                  <a:cubicBezTo>
                    <a:pt x="137578" y="100279"/>
                    <a:pt x="136845" y="95460"/>
                    <a:pt x="138169" y="90999"/>
                  </a:cubicBezTo>
                  <a:cubicBezTo>
                    <a:pt x="139607" y="87995"/>
                    <a:pt x="141503" y="85231"/>
                    <a:pt x="143789" y="82808"/>
                  </a:cubicBezTo>
                  <a:cubicBezTo>
                    <a:pt x="149150" y="79954"/>
                    <a:pt x="154845" y="77779"/>
                    <a:pt x="160744" y="76331"/>
                  </a:cubicBezTo>
                  <a:cubicBezTo>
                    <a:pt x="163887" y="75664"/>
                    <a:pt x="167601" y="75474"/>
                    <a:pt x="171792" y="74902"/>
                  </a:cubicBezTo>
                  <a:cubicBezTo>
                    <a:pt x="175191" y="74129"/>
                    <a:pt x="178419" y="72741"/>
                    <a:pt x="181317" y="70806"/>
                  </a:cubicBezTo>
                  <a:cubicBezTo>
                    <a:pt x="187068" y="69113"/>
                    <a:pt x="192599" y="66747"/>
                    <a:pt x="197796" y="63758"/>
                  </a:cubicBezTo>
                  <a:cubicBezTo>
                    <a:pt x="201129" y="61567"/>
                    <a:pt x="203130" y="58519"/>
                    <a:pt x="204939" y="58424"/>
                  </a:cubicBezTo>
                  <a:cubicBezTo>
                    <a:pt x="208273" y="58424"/>
                    <a:pt x="208463" y="57186"/>
                    <a:pt x="208368" y="54138"/>
                  </a:cubicBezTo>
                  <a:cubicBezTo>
                    <a:pt x="208368" y="46708"/>
                    <a:pt x="204844" y="37945"/>
                    <a:pt x="199415" y="37088"/>
                  </a:cubicBezTo>
                  <a:cubicBezTo>
                    <a:pt x="193985" y="36231"/>
                    <a:pt x="188651" y="36612"/>
                    <a:pt x="186461" y="32897"/>
                  </a:cubicBezTo>
                  <a:cubicBezTo>
                    <a:pt x="184270" y="29182"/>
                    <a:pt x="171602" y="32897"/>
                    <a:pt x="171602" y="32897"/>
                  </a:cubicBezTo>
                  <a:cubicBezTo>
                    <a:pt x="169601" y="32897"/>
                    <a:pt x="165316" y="37469"/>
                    <a:pt x="162077" y="39755"/>
                  </a:cubicBezTo>
                  <a:cubicBezTo>
                    <a:pt x="159431" y="41017"/>
                    <a:pt x="156651" y="41975"/>
                    <a:pt x="153790" y="42612"/>
                  </a:cubicBezTo>
                  <a:cubicBezTo>
                    <a:pt x="151409" y="43470"/>
                    <a:pt x="147599" y="45375"/>
                    <a:pt x="146742" y="45756"/>
                  </a:cubicBezTo>
                  <a:cubicBezTo>
                    <a:pt x="145063" y="46804"/>
                    <a:pt x="143098" y="47304"/>
                    <a:pt x="141122" y="47184"/>
                  </a:cubicBezTo>
                  <a:cubicBezTo>
                    <a:pt x="139407" y="47184"/>
                    <a:pt x="141122" y="40326"/>
                    <a:pt x="141122" y="38993"/>
                  </a:cubicBezTo>
                  <a:cubicBezTo>
                    <a:pt x="143313" y="32897"/>
                    <a:pt x="145884" y="27849"/>
                    <a:pt x="146932" y="24991"/>
                  </a:cubicBezTo>
                  <a:cubicBezTo>
                    <a:pt x="147980" y="22134"/>
                    <a:pt x="145884" y="20800"/>
                    <a:pt x="145408" y="17466"/>
                  </a:cubicBezTo>
                  <a:cubicBezTo>
                    <a:pt x="144932" y="14133"/>
                    <a:pt x="146551" y="11561"/>
                    <a:pt x="142836" y="9656"/>
                  </a:cubicBezTo>
                  <a:cubicBezTo>
                    <a:pt x="138361" y="7761"/>
                    <a:pt x="134526" y="4620"/>
                    <a:pt x="131787" y="607"/>
                  </a:cubicBezTo>
                  <a:cubicBezTo>
                    <a:pt x="130930" y="-1012"/>
                    <a:pt x="121500" y="607"/>
                    <a:pt x="117976" y="36"/>
                  </a:cubicBezTo>
                  <a:cubicBezTo>
                    <a:pt x="114452" y="-536"/>
                    <a:pt x="113880" y="2512"/>
                    <a:pt x="110547" y="2417"/>
                  </a:cubicBezTo>
                  <a:cubicBezTo>
                    <a:pt x="107213" y="2322"/>
                    <a:pt x="107308" y="-60"/>
                    <a:pt x="101022" y="1655"/>
                  </a:cubicBezTo>
                  <a:cubicBezTo>
                    <a:pt x="99021" y="2226"/>
                    <a:pt x="97116" y="2607"/>
                    <a:pt x="97212" y="6036"/>
                  </a:cubicBezTo>
                  <a:cubicBezTo>
                    <a:pt x="98175" y="10058"/>
                    <a:pt x="98401" y="14221"/>
                    <a:pt x="97878" y="18324"/>
                  </a:cubicBezTo>
                  <a:cubicBezTo>
                    <a:pt x="97930" y="23135"/>
                    <a:pt x="97385" y="27933"/>
                    <a:pt x="96259" y="32611"/>
                  </a:cubicBezTo>
                  <a:cubicBezTo>
                    <a:pt x="92933" y="39658"/>
                    <a:pt x="91333" y="47397"/>
                    <a:pt x="91592" y="55185"/>
                  </a:cubicBezTo>
                  <a:cubicBezTo>
                    <a:pt x="84130" y="59760"/>
                    <a:pt x="75790" y="62713"/>
                    <a:pt x="67113" y="63853"/>
                  </a:cubicBezTo>
                  <a:cubicBezTo>
                    <a:pt x="62064" y="63853"/>
                    <a:pt x="55016" y="62805"/>
                    <a:pt x="52253" y="63853"/>
                  </a:cubicBezTo>
                  <a:cubicBezTo>
                    <a:pt x="49491" y="64901"/>
                    <a:pt x="47777" y="66806"/>
                    <a:pt x="46158" y="67854"/>
                  </a:cubicBezTo>
                  <a:cubicBezTo>
                    <a:pt x="44538" y="68901"/>
                    <a:pt x="40919" y="69092"/>
                    <a:pt x="38919" y="70616"/>
                  </a:cubicBezTo>
                  <a:cubicBezTo>
                    <a:pt x="36918" y="72140"/>
                    <a:pt x="35680" y="74712"/>
                    <a:pt x="33203" y="76521"/>
                  </a:cubicBezTo>
                  <a:cubicBezTo>
                    <a:pt x="30398" y="78821"/>
                    <a:pt x="29142" y="82514"/>
                    <a:pt x="29964" y="86046"/>
                  </a:cubicBezTo>
                  <a:cubicBezTo>
                    <a:pt x="30825" y="92947"/>
                    <a:pt x="35507" y="98771"/>
                    <a:pt x="42061" y="101096"/>
                  </a:cubicBezTo>
                  <a:cubicBezTo>
                    <a:pt x="46919" y="101763"/>
                    <a:pt x="48824" y="104811"/>
                    <a:pt x="52444" y="105954"/>
                  </a:cubicBezTo>
                  <a:cubicBezTo>
                    <a:pt x="54634" y="106716"/>
                    <a:pt x="57017" y="106716"/>
                    <a:pt x="59207" y="105954"/>
                  </a:cubicBezTo>
                  <a:cubicBezTo>
                    <a:pt x="61493" y="105954"/>
                    <a:pt x="64255" y="104144"/>
                    <a:pt x="66255" y="104049"/>
                  </a:cubicBezTo>
                  <a:cubicBezTo>
                    <a:pt x="68256" y="103953"/>
                    <a:pt x="69494" y="104049"/>
                    <a:pt x="71494" y="104049"/>
                  </a:cubicBezTo>
                  <a:cubicBezTo>
                    <a:pt x="73494" y="104049"/>
                    <a:pt x="78066" y="102525"/>
                    <a:pt x="78352" y="104049"/>
                  </a:cubicBezTo>
                  <a:cubicBezTo>
                    <a:pt x="78155" y="107390"/>
                    <a:pt x="77212" y="110645"/>
                    <a:pt x="75590" y="113574"/>
                  </a:cubicBezTo>
                  <a:cubicBezTo>
                    <a:pt x="73028" y="122238"/>
                    <a:pt x="68497" y="130192"/>
                    <a:pt x="62350" y="136815"/>
                  </a:cubicBezTo>
                  <a:cubicBezTo>
                    <a:pt x="51600" y="148456"/>
                    <a:pt x="40149" y="159430"/>
                    <a:pt x="28061" y="169676"/>
                  </a:cubicBezTo>
                  <a:cubicBezTo>
                    <a:pt x="26822" y="170438"/>
                    <a:pt x="23774" y="170914"/>
                    <a:pt x="22917" y="171962"/>
                  </a:cubicBezTo>
                  <a:cubicBezTo>
                    <a:pt x="20658" y="174010"/>
                    <a:pt x="18201" y="175829"/>
                    <a:pt x="15582" y="177391"/>
                  </a:cubicBezTo>
                  <a:cubicBezTo>
                    <a:pt x="12495" y="180197"/>
                    <a:pt x="8864" y="182337"/>
                    <a:pt x="4914" y="183678"/>
                  </a:cubicBezTo>
                  <a:cubicBezTo>
                    <a:pt x="-39" y="185297"/>
                    <a:pt x="-1277" y="187678"/>
                    <a:pt x="247" y="189107"/>
                  </a:cubicBezTo>
                  <a:cubicBezTo>
                    <a:pt x="2582" y="190145"/>
                    <a:pt x="5004" y="190974"/>
                    <a:pt x="7486" y="191583"/>
                  </a:cubicBezTo>
                  <a:cubicBezTo>
                    <a:pt x="10058" y="192726"/>
                    <a:pt x="10058" y="198918"/>
                    <a:pt x="11772" y="200156"/>
                  </a:cubicBezTo>
                  <a:cubicBezTo>
                    <a:pt x="13487" y="201394"/>
                    <a:pt x="15106" y="204633"/>
                    <a:pt x="17392" y="205014"/>
                  </a:cubicBezTo>
                  <a:cubicBezTo>
                    <a:pt x="20226" y="205039"/>
                    <a:pt x="23039" y="204522"/>
                    <a:pt x="25679" y="203490"/>
                  </a:cubicBezTo>
                  <a:cubicBezTo>
                    <a:pt x="29013" y="201870"/>
                    <a:pt x="36537" y="202251"/>
                    <a:pt x="40824" y="199584"/>
                  </a:cubicBezTo>
                  <a:cubicBezTo>
                    <a:pt x="45110" y="196917"/>
                    <a:pt x="53587" y="193107"/>
                    <a:pt x="57302" y="190631"/>
                  </a:cubicBezTo>
                  <a:cubicBezTo>
                    <a:pt x="65445" y="187478"/>
                    <a:pt x="72960" y="182897"/>
                    <a:pt x="79495" y="177105"/>
                  </a:cubicBezTo>
                  <a:cubicBezTo>
                    <a:pt x="88449" y="167580"/>
                    <a:pt x="93783" y="163866"/>
                    <a:pt x="101117" y="155960"/>
                  </a:cubicBezTo>
                  <a:cubicBezTo>
                    <a:pt x="108451" y="148054"/>
                    <a:pt x="114928" y="132624"/>
                    <a:pt x="116071" y="133290"/>
                  </a:cubicBezTo>
                  <a:cubicBezTo>
                    <a:pt x="119310" y="135291"/>
                    <a:pt x="127977" y="145197"/>
                    <a:pt x="137693" y="152340"/>
                  </a:cubicBezTo>
                  <a:cubicBezTo>
                    <a:pt x="141130" y="155688"/>
                    <a:pt x="144313" y="159285"/>
                    <a:pt x="147218" y="163104"/>
                  </a:cubicBezTo>
                  <a:cubicBezTo>
                    <a:pt x="151989" y="169984"/>
                    <a:pt x="157174" y="176569"/>
                    <a:pt x="162744" y="182820"/>
                  </a:cubicBezTo>
                  <a:cubicBezTo>
                    <a:pt x="177507" y="196346"/>
                    <a:pt x="173412" y="198822"/>
                    <a:pt x="176460" y="207300"/>
                  </a:cubicBezTo>
                  <a:cubicBezTo>
                    <a:pt x="178409" y="210560"/>
                    <a:pt x="181674" y="212818"/>
                    <a:pt x="185413" y="213491"/>
                  </a:cubicBezTo>
                  <a:cubicBezTo>
                    <a:pt x="190176" y="214729"/>
                    <a:pt x="194938" y="212062"/>
                    <a:pt x="201224" y="215682"/>
                  </a:cubicBezTo>
                  <a:cubicBezTo>
                    <a:pt x="204450" y="216911"/>
                    <a:pt x="207869" y="217556"/>
                    <a:pt x="211321" y="217587"/>
                  </a:cubicBezTo>
                  <a:cubicBezTo>
                    <a:pt x="215160" y="217797"/>
                    <a:pt x="219007" y="217797"/>
                    <a:pt x="222846" y="217587"/>
                  </a:cubicBezTo>
                  <a:cubicBezTo>
                    <a:pt x="226543" y="218045"/>
                    <a:pt x="230266" y="218268"/>
                    <a:pt x="233990" y="218253"/>
                  </a:cubicBezTo>
                  <a:cubicBezTo>
                    <a:pt x="235419" y="218253"/>
                    <a:pt x="237515" y="218253"/>
                    <a:pt x="238944" y="217206"/>
                  </a:cubicBezTo>
                  <a:cubicBezTo>
                    <a:pt x="240372" y="216158"/>
                    <a:pt x="241896" y="213300"/>
                    <a:pt x="243897" y="213110"/>
                  </a:cubicBezTo>
                  <a:cubicBezTo>
                    <a:pt x="248651" y="212871"/>
                    <a:pt x="253066" y="210577"/>
                    <a:pt x="255994" y="206823"/>
                  </a:cubicBezTo>
                  <a:cubicBezTo>
                    <a:pt x="257803" y="204633"/>
                    <a:pt x="256851" y="201108"/>
                    <a:pt x="257041" y="199013"/>
                  </a:cubicBezTo>
                  <a:cubicBezTo>
                    <a:pt x="257231" y="196917"/>
                    <a:pt x="260280" y="195298"/>
                    <a:pt x="259327" y="193488"/>
                  </a:cubicBezTo>
                </a:path>
              </a:pathLst>
            </a:custGeom>
            <a:grpFill/>
            <a:ln w="9525" cap="flat">
              <a:noFill/>
              <a:prstDash val="solid"/>
              <a:miter/>
            </a:ln>
          </p:spPr>
          <p:txBody>
            <a:bodyPr rtlCol="0" anchor="ctr"/>
            <a:lstStyle/>
            <a:p>
              <a:endParaRPr lang="zh-CN" altLang="en-US"/>
            </a:p>
          </p:txBody>
        </p:sp>
        <p:pic>
          <p:nvPicPr>
            <p:cNvPr id="239" name="Graphic 3_1_1"/>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38949" y="3863116"/>
              <a:ext cx="1985674" cy="1985674"/>
            </a:xfrm>
            <a:prstGeom prst="rect">
              <a:avLst/>
            </a:prstGeom>
          </p:spPr>
        </p:pic>
      </p:gr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封面样式2-尾页">
    <p:spTree>
      <p:nvGrpSpPr>
        <p:cNvPr id="1" name=""/>
        <p:cNvGrpSpPr/>
        <p:nvPr/>
      </p:nvGrpSpPr>
      <p:grpSpPr>
        <a:xfrm>
          <a:off x="0" y="0"/>
          <a:ext cx="0" cy="0"/>
          <a:chOff x="0" y="0"/>
          <a:chExt cx="0" cy="0"/>
        </a:xfrm>
      </p:grpSpPr>
      <p:sp>
        <p:nvSpPr>
          <p:cNvPr id="6" name="PA-矩形 7"/>
          <p:cNvSpPr/>
          <p:nvPr userDrawn="1">
            <p:custDataLst>
              <p:tags r:id="rId2"/>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p:cNvSpPr/>
          <p:nvPr userDrawn="1">
            <p:custDataLst>
              <p:tags r:id="rId3"/>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1" fmla="*/ 0 w 3162300"/>
              <a:gd name="connsiteY0-2" fmla="*/ 2147409 h 2238849"/>
              <a:gd name="connsiteX1-3" fmla="*/ 0 w 3162300"/>
              <a:gd name="connsiteY1-4" fmla="*/ 1565265 h 2238849"/>
              <a:gd name="connsiteX2-5" fmla="*/ 0 w 3162300"/>
              <a:gd name="connsiteY2-6" fmla="*/ 1544697 h 2238849"/>
              <a:gd name="connsiteX3-7" fmla="*/ 0 w 3162300"/>
              <a:gd name="connsiteY3-8" fmla="*/ 0 h 2238849"/>
              <a:gd name="connsiteX4-9" fmla="*/ 1585774 w 3162300"/>
              <a:gd name="connsiteY4-10" fmla="*/ 1112898 h 2238849"/>
              <a:gd name="connsiteX5-11" fmla="*/ 3162300 w 3162300"/>
              <a:gd name="connsiteY5-12" fmla="*/ 0 h 2238849"/>
              <a:gd name="connsiteX6-13" fmla="*/ 3162300 w 3162300"/>
              <a:gd name="connsiteY6-14" fmla="*/ 1544697 h 2238849"/>
              <a:gd name="connsiteX7-15" fmla="*/ 3162300 w 3162300"/>
              <a:gd name="connsiteY7-16" fmla="*/ 1565265 h 2238849"/>
              <a:gd name="connsiteX8-17" fmla="*/ 3162300 w 3162300"/>
              <a:gd name="connsiteY8-18" fmla="*/ 2147409 h 2238849"/>
              <a:gd name="connsiteX9" fmla="*/ 91440 w 3162300"/>
              <a:gd name="connsiteY9" fmla="*/ 2238849 h 2238849"/>
              <a:gd name="connsiteX0-19" fmla="*/ 0 w 3162300"/>
              <a:gd name="connsiteY0-20" fmla="*/ 2147409 h 2147409"/>
              <a:gd name="connsiteX1-21" fmla="*/ 0 w 3162300"/>
              <a:gd name="connsiteY1-22" fmla="*/ 1565265 h 2147409"/>
              <a:gd name="connsiteX2-23" fmla="*/ 0 w 3162300"/>
              <a:gd name="connsiteY2-24" fmla="*/ 1544697 h 2147409"/>
              <a:gd name="connsiteX3-25" fmla="*/ 0 w 3162300"/>
              <a:gd name="connsiteY3-26" fmla="*/ 0 h 2147409"/>
              <a:gd name="connsiteX4-27" fmla="*/ 1585774 w 3162300"/>
              <a:gd name="connsiteY4-28" fmla="*/ 1112898 h 2147409"/>
              <a:gd name="connsiteX5-29" fmla="*/ 3162300 w 3162300"/>
              <a:gd name="connsiteY5-30" fmla="*/ 0 h 2147409"/>
              <a:gd name="connsiteX6-31" fmla="*/ 3162300 w 3162300"/>
              <a:gd name="connsiteY6-32" fmla="*/ 1544697 h 2147409"/>
              <a:gd name="connsiteX7-33" fmla="*/ 3162300 w 3162300"/>
              <a:gd name="connsiteY7-34" fmla="*/ 1565265 h 2147409"/>
              <a:gd name="connsiteX8-35" fmla="*/ 3162300 w 3162300"/>
              <a:gd name="connsiteY8-36" fmla="*/ 2147409 h 214740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1" fmla="*/ 0 w 3162300"/>
              <a:gd name="connsiteY0-2" fmla="*/ 1871961 h 1963401"/>
              <a:gd name="connsiteX1-3" fmla="*/ 0 w 3162300"/>
              <a:gd name="connsiteY1-4" fmla="*/ 0 h 1963401"/>
              <a:gd name="connsiteX2-5" fmla="*/ 3162300 w 3162300"/>
              <a:gd name="connsiteY2-6" fmla="*/ 0 h 1963401"/>
              <a:gd name="connsiteX3-7" fmla="*/ 3162300 w 3162300"/>
              <a:gd name="connsiteY3-8" fmla="*/ 1871961 h 1963401"/>
              <a:gd name="connsiteX4-9" fmla="*/ 91440 w 3162300"/>
              <a:gd name="connsiteY4-10" fmla="*/ 1963401 h 1963401"/>
              <a:gd name="connsiteX0-11" fmla="*/ 0 w 3162300"/>
              <a:gd name="connsiteY0-12" fmla="*/ 1871961 h 1871961"/>
              <a:gd name="connsiteX1-13" fmla="*/ 0 w 3162300"/>
              <a:gd name="connsiteY1-14" fmla="*/ 0 h 1871961"/>
              <a:gd name="connsiteX2-15" fmla="*/ 3162300 w 3162300"/>
              <a:gd name="connsiteY2-16" fmla="*/ 0 h 1871961"/>
              <a:gd name="connsiteX3-17" fmla="*/ 3162300 w 3162300"/>
              <a:gd name="connsiteY3-18" fmla="*/ 1871961 h 1871961"/>
            </a:gdLst>
            <a:ahLst/>
            <a:cxnLst>
              <a:cxn ang="0">
                <a:pos x="connsiteX0-1" y="connsiteY0-2"/>
              </a:cxn>
              <a:cxn ang="0">
                <a:pos x="connsiteX1-3" y="connsiteY1-4"/>
              </a:cxn>
              <a:cxn ang="0">
                <a:pos x="connsiteX2-5" y="connsiteY2-6"/>
              </a:cxn>
              <a:cxn ang="0">
                <a:pos x="connsiteX3-7" y="connsiteY3-8"/>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30000"/>
              </a:lnSpc>
            </a:pPr>
            <a:endParaRPr lang="zh-CN" altLang="en-US">
              <a:cs typeface="+mn-ea"/>
              <a:sym typeface="+mn-lt"/>
            </a:endParaRPr>
          </a:p>
        </p:txBody>
      </p:sp>
      <p:sp>
        <p:nvSpPr>
          <p:cNvPr id="12" name="等腰三角形 11"/>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grpSp>
        <p:nvGrpSpPr>
          <p:cNvPr id="53" name="Group 12_1_1_1_1_1_1_1_1_1_1_1"/>
          <p:cNvGrpSpPr/>
          <p:nvPr userDrawn="1"/>
        </p:nvGrpSpPr>
        <p:grpSpPr>
          <a:xfrm>
            <a:off x="5119303" y="1507951"/>
            <a:ext cx="1967199" cy="442651"/>
            <a:chOff x="2738949" y="3863116"/>
            <a:chExt cx="8824587" cy="1985674"/>
          </a:xfrm>
          <a:solidFill>
            <a:schemeClr val="bg1"/>
          </a:solidFill>
        </p:grpSpPr>
        <p:sp>
          <p:nvSpPr>
            <p:cNvPr id="54" name="任意多边形: 形状 53"/>
            <p:cNvSpPr/>
            <p:nvPr/>
          </p:nvSpPr>
          <p:spPr>
            <a:xfrm>
              <a:off x="5141114" y="5368371"/>
              <a:ext cx="195586" cy="255802"/>
            </a:xfrm>
            <a:custGeom>
              <a:avLst/>
              <a:gdLst>
                <a:gd name="connsiteX0" fmla="*/ -365 w 54629"/>
                <a:gd name="connsiteY0" fmla="*/ -98 h 71448"/>
                <a:gd name="connsiteX1" fmla="*/ 31734 w 54629"/>
                <a:gd name="connsiteY1" fmla="*/ -98 h 71448"/>
                <a:gd name="connsiteX2" fmla="*/ 46593 w 54629"/>
                <a:gd name="connsiteY2" fmla="*/ 4664 h 71448"/>
                <a:gd name="connsiteX3" fmla="*/ 52023 w 54629"/>
                <a:gd name="connsiteY3" fmla="*/ 17999 h 71448"/>
                <a:gd name="connsiteX4" fmla="*/ 45926 w 54629"/>
                <a:gd name="connsiteY4" fmla="*/ 31429 h 71448"/>
                <a:gd name="connsiteX5" fmla="*/ 43736 w 54629"/>
                <a:gd name="connsiteY5" fmla="*/ 32858 h 71448"/>
                <a:gd name="connsiteX6" fmla="*/ 47927 w 54629"/>
                <a:gd name="connsiteY6" fmla="*/ 35239 h 71448"/>
                <a:gd name="connsiteX7" fmla="*/ 54213 w 54629"/>
                <a:gd name="connsiteY7" fmla="*/ 48955 h 71448"/>
                <a:gd name="connsiteX8" fmla="*/ 47927 w 54629"/>
                <a:gd name="connsiteY8" fmla="*/ 65529 h 71448"/>
                <a:gd name="connsiteX9" fmla="*/ 29734 w 54629"/>
                <a:gd name="connsiteY9" fmla="*/ 71244 h 71448"/>
                <a:gd name="connsiteX10" fmla="*/ -79 w 54629"/>
                <a:gd name="connsiteY10" fmla="*/ 71244 h 71448"/>
                <a:gd name="connsiteX11" fmla="*/ 12780 w 54629"/>
                <a:gd name="connsiteY11" fmla="*/ 27905 h 71448"/>
                <a:gd name="connsiteX12" fmla="*/ 28496 w 54629"/>
                <a:gd name="connsiteY12" fmla="*/ 27905 h 71448"/>
                <a:gd name="connsiteX13" fmla="*/ 36211 w 54629"/>
                <a:gd name="connsiteY13" fmla="*/ 25810 h 71448"/>
                <a:gd name="connsiteX14" fmla="*/ 38688 w 54629"/>
                <a:gd name="connsiteY14" fmla="*/ 19428 h 71448"/>
                <a:gd name="connsiteX15" fmla="*/ 36021 w 54629"/>
                <a:gd name="connsiteY15" fmla="*/ 13999 h 71448"/>
                <a:gd name="connsiteX16" fmla="*/ 27924 w 54629"/>
                <a:gd name="connsiteY16" fmla="*/ 12189 h 71448"/>
                <a:gd name="connsiteX17" fmla="*/ 12684 w 54629"/>
                <a:gd name="connsiteY17" fmla="*/ 12189 h 71448"/>
                <a:gd name="connsiteX18" fmla="*/ 12780 w 54629"/>
                <a:gd name="connsiteY18" fmla="*/ 58861 h 71448"/>
                <a:gd name="connsiteX19" fmla="*/ 29448 w 54629"/>
                <a:gd name="connsiteY19" fmla="*/ 58861 h 71448"/>
                <a:gd name="connsiteX20" fmla="*/ 37545 w 54629"/>
                <a:gd name="connsiteY20" fmla="*/ 56385 h 71448"/>
                <a:gd name="connsiteX21" fmla="*/ 40212 w 54629"/>
                <a:gd name="connsiteY21" fmla="*/ 48765 h 71448"/>
                <a:gd name="connsiteX22" fmla="*/ 37449 w 54629"/>
                <a:gd name="connsiteY22" fmla="*/ 42097 h 71448"/>
                <a:gd name="connsiteX23" fmla="*/ 29163 w 54629"/>
                <a:gd name="connsiteY23" fmla="*/ 39907 h 71448"/>
                <a:gd name="connsiteX24" fmla="*/ 12684 w 54629"/>
                <a:gd name="connsiteY24" fmla="*/ 39907 h 7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29" h="71448">
                  <a:moveTo>
                    <a:pt x="-365" y="-98"/>
                  </a:moveTo>
                  <a:lnTo>
                    <a:pt x="31734" y="-98"/>
                  </a:lnTo>
                  <a:cubicBezTo>
                    <a:pt x="37107" y="-416"/>
                    <a:pt x="42406" y="1283"/>
                    <a:pt x="46593" y="4664"/>
                  </a:cubicBezTo>
                  <a:cubicBezTo>
                    <a:pt x="50305" y="8074"/>
                    <a:pt x="52297" y="12966"/>
                    <a:pt x="52023" y="17999"/>
                  </a:cubicBezTo>
                  <a:cubicBezTo>
                    <a:pt x="52365" y="23214"/>
                    <a:pt x="50077" y="28254"/>
                    <a:pt x="45926" y="31429"/>
                  </a:cubicBezTo>
                  <a:cubicBezTo>
                    <a:pt x="45289" y="32035"/>
                    <a:pt x="44547" y="32519"/>
                    <a:pt x="43736" y="32858"/>
                  </a:cubicBezTo>
                  <a:cubicBezTo>
                    <a:pt x="45234" y="33458"/>
                    <a:pt x="46644" y="34259"/>
                    <a:pt x="47927" y="35239"/>
                  </a:cubicBezTo>
                  <a:cubicBezTo>
                    <a:pt x="52168" y="38485"/>
                    <a:pt x="54523" y="43624"/>
                    <a:pt x="54213" y="48955"/>
                  </a:cubicBezTo>
                  <a:cubicBezTo>
                    <a:pt x="54646" y="55134"/>
                    <a:pt x="52348" y="61192"/>
                    <a:pt x="47927" y="65529"/>
                  </a:cubicBezTo>
                  <a:cubicBezTo>
                    <a:pt x="42809" y="69677"/>
                    <a:pt x="36304" y="71721"/>
                    <a:pt x="29734" y="71244"/>
                  </a:cubicBezTo>
                  <a:lnTo>
                    <a:pt x="-79" y="71244"/>
                  </a:lnTo>
                  <a:close/>
                  <a:moveTo>
                    <a:pt x="12780" y="27905"/>
                  </a:moveTo>
                  <a:lnTo>
                    <a:pt x="28496" y="27905"/>
                  </a:lnTo>
                  <a:cubicBezTo>
                    <a:pt x="31228" y="28079"/>
                    <a:pt x="33942" y="27342"/>
                    <a:pt x="36211" y="25810"/>
                  </a:cubicBezTo>
                  <a:cubicBezTo>
                    <a:pt x="37951" y="24161"/>
                    <a:pt x="38860" y="21819"/>
                    <a:pt x="38688" y="19428"/>
                  </a:cubicBezTo>
                  <a:cubicBezTo>
                    <a:pt x="38822" y="17274"/>
                    <a:pt x="37808" y="15209"/>
                    <a:pt x="36021" y="13999"/>
                  </a:cubicBezTo>
                  <a:cubicBezTo>
                    <a:pt x="33558" y="12613"/>
                    <a:pt x="30742" y="11984"/>
                    <a:pt x="27924" y="12189"/>
                  </a:cubicBezTo>
                  <a:lnTo>
                    <a:pt x="12684" y="12189"/>
                  </a:lnTo>
                  <a:close/>
                  <a:moveTo>
                    <a:pt x="12780" y="58861"/>
                  </a:moveTo>
                  <a:lnTo>
                    <a:pt x="29448" y="58861"/>
                  </a:lnTo>
                  <a:cubicBezTo>
                    <a:pt x="32366" y="59113"/>
                    <a:pt x="35267" y="58225"/>
                    <a:pt x="37545" y="56385"/>
                  </a:cubicBezTo>
                  <a:cubicBezTo>
                    <a:pt x="39435" y="54314"/>
                    <a:pt x="40398" y="51562"/>
                    <a:pt x="40212" y="48765"/>
                  </a:cubicBezTo>
                  <a:cubicBezTo>
                    <a:pt x="40387" y="46232"/>
                    <a:pt x="39365" y="43764"/>
                    <a:pt x="37449" y="42097"/>
                  </a:cubicBezTo>
                  <a:cubicBezTo>
                    <a:pt x="35026" y="40427"/>
                    <a:pt x="32096" y="39652"/>
                    <a:pt x="29163" y="39907"/>
                  </a:cubicBezTo>
                  <a:lnTo>
                    <a:pt x="12684" y="39907"/>
                  </a:lnTo>
                  <a:close/>
                </a:path>
              </a:pathLst>
            </a:custGeom>
            <a:grpFill/>
            <a:ln w="9525" cap="flat">
              <a:noFill/>
              <a:prstDash val="solid"/>
              <a:miter/>
            </a:ln>
          </p:spPr>
          <p:txBody>
            <a:bodyPr rtlCol="0" anchor="ctr"/>
            <a:lstStyle/>
            <a:p>
              <a:endParaRPr lang="zh-CN" altLang="en-US"/>
            </a:p>
          </p:txBody>
        </p:sp>
        <p:sp>
          <p:nvSpPr>
            <p:cNvPr id="55" name="任意多边形: 形状 54"/>
            <p:cNvSpPr/>
            <p:nvPr/>
          </p:nvSpPr>
          <p:spPr>
            <a:xfrm>
              <a:off x="5390737" y="5368507"/>
              <a:ext cx="178350" cy="255422"/>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grpFill/>
            <a:ln w="9525" cap="flat">
              <a:noFill/>
              <a:prstDash val="solid"/>
              <a:miter/>
            </a:ln>
          </p:spPr>
          <p:txBody>
            <a:bodyPr rtlCol="0" anchor="ctr"/>
            <a:lstStyle/>
            <a:p>
              <a:endParaRPr lang="zh-CN" altLang="en-US"/>
            </a:p>
          </p:txBody>
        </p:sp>
        <p:sp>
          <p:nvSpPr>
            <p:cNvPr id="56" name="任意多边形: 形状 55"/>
            <p:cNvSpPr/>
            <p:nvPr/>
          </p:nvSpPr>
          <p:spPr>
            <a:xfrm>
              <a:off x="5618197" y="5368507"/>
              <a:ext cx="49107" cy="255422"/>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57" name="任意多边形: 形状 56"/>
            <p:cNvSpPr/>
            <p:nvPr/>
          </p:nvSpPr>
          <p:spPr>
            <a:xfrm>
              <a:off x="5707925" y="5368507"/>
              <a:ext cx="152304" cy="262844"/>
            </a:xfrm>
            <a:custGeom>
              <a:avLst/>
              <a:gdLst>
                <a:gd name="connsiteX0" fmla="*/ 28485 w 42540"/>
                <a:gd name="connsiteY0" fmla="*/ -136 h 73415"/>
                <a:gd name="connsiteX1" fmla="*/ 42106 w 42540"/>
                <a:gd name="connsiteY1" fmla="*/ -136 h 73415"/>
                <a:gd name="connsiteX2" fmla="*/ 42106 w 42540"/>
                <a:gd name="connsiteY2" fmla="*/ 51204 h 73415"/>
                <a:gd name="connsiteX3" fmla="*/ 36772 w 42540"/>
                <a:gd name="connsiteY3" fmla="*/ 67587 h 73415"/>
                <a:gd name="connsiteX4" fmla="*/ 20960 w 42540"/>
                <a:gd name="connsiteY4" fmla="*/ 73207 h 73415"/>
                <a:gd name="connsiteX5" fmla="*/ 4673 w 42540"/>
                <a:gd name="connsiteY5" fmla="*/ 67015 h 73415"/>
                <a:gd name="connsiteX6" fmla="*/ -185 w 42540"/>
                <a:gd name="connsiteY6" fmla="*/ 47965 h 73415"/>
                <a:gd name="connsiteX7" fmla="*/ -185 w 42540"/>
                <a:gd name="connsiteY7" fmla="*/ 44251 h 73415"/>
                <a:gd name="connsiteX8" fmla="*/ 12864 w 42540"/>
                <a:gd name="connsiteY8" fmla="*/ 44251 h 73415"/>
                <a:gd name="connsiteX9" fmla="*/ 12864 w 42540"/>
                <a:gd name="connsiteY9" fmla="*/ 48537 h 73415"/>
                <a:gd name="connsiteX10" fmla="*/ 14674 w 42540"/>
                <a:gd name="connsiteY10" fmla="*/ 58062 h 73415"/>
                <a:gd name="connsiteX11" fmla="*/ 20865 w 42540"/>
                <a:gd name="connsiteY11" fmla="*/ 61205 h 73415"/>
                <a:gd name="connsiteX12" fmla="*/ 26675 w 42540"/>
                <a:gd name="connsiteY12" fmla="*/ 58919 h 73415"/>
                <a:gd name="connsiteX13" fmla="*/ 28485 w 42540"/>
                <a:gd name="connsiteY13" fmla="*/ 51490 h 7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0" h="73415">
                  <a:moveTo>
                    <a:pt x="28485" y="-136"/>
                  </a:moveTo>
                  <a:lnTo>
                    <a:pt x="42106" y="-136"/>
                  </a:lnTo>
                  <a:lnTo>
                    <a:pt x="42106" y="51204"/>
                  </a:lnTo>
                  <a:cubicBezTo>
                    <a:pt x="42574" y="57156"/>
                    <a:pt x="40655" y="63051"/>
                    <a:pt x="36772" y="67587"/>
                  </a:cubicBezTo>
                  <a:cubicBezTo>
                    <a:pt x="32514" y="71581"/>
                    <a:pt x="26784" y="73618"/>
                    <a:pt x="20960" y="73207"/>
                  </a:cubicBezTo>
                  <a:cubicBezTo>
                    <a:pt x="14872" y="73726"/>
                    <a:pt x="8879" y="71448"/>
                    <a:pt x="4673" y="67015"/>
                  </a:cubicBezTo>
                  <a:cubicBezTo>
                    <a:pt x="772" y="61476"/>
                    <a:pt x="-957" y="54696"/>
                    <a:pt x="-185" y="47965"/>
                  </a:cubicBezTo>
                  <a:lnTo>
                    <a:pt x="-185" y="44251"/>
                  </a:lnTo>
                  <a:lnTo>
                    <a:pt x="12864" y="44251"/>
                  </a:lnTo>
                  <a:lnTo>
                    <a:pt x="12864" y="48537"/>
                  </a:lnTo>
                  <a:cubicBezTo>
                    <a:pt x="12555" y="51819"/>
                    <a:pt x="13182" y="55122"/>
                    <a:pt x="14674" y="58062"/>
                  </a:cubicBezTo>
                  <a:cubicBezTo>
                    <a:pt x="15987" y="60186"/>
                    <a:pt x="18376" y="61399"/>
                    <a:pt x="20865" y="61205"/>
                  </a:cubicBezTo>
                  <a:cubicBezTo>
                    <a:pt x="23057" y="61420"/>
                    <a:pt x="25218" y="60570"/>
                    <a:pt x="26675" y="58919"/>
                  </a:cubicBezTo>
                  <a:cubicBezTo>
                    <a:pt x="28041" y="56693"/>
                    <a:pt x="28674" y="54094"/>
                    <a:pt x="28485" y="51490"/>
                  </a:cubicBezTo>
                  <a:close/>
                </a:path>
              </a:pathLst>
            </a:custGeom>
            <a:grpFill/>
            <a:ln w="9525" cap="flat">
              <a:noFill/>
              <a:prstDash val="solid"/>
              <a:miter/>
            </a:ln>
          </p:spPr>
          <p:txBody>
            <a:bodyPr rtlCol="0" anchor="ctr"/>
            <a:lstStyle/>
            <a:p>
              <a:endParaRPr lang="zh-CN" altLang="en-US"/>
            </a:p>
          </p:txBody>
        </p:sp>
        <p:sp>
          <p:nvSpPr>
            <p:cNvPr id="58" name="任意多边形: 形状 57"/>
            <p:cNvSpPr/>
            <p:nvPr/>
          </p:nvSpPr>
          <p:spPr>
            <a:xfrm>
              <a:off x="5917613" y="5368507"/>
              <a:ext cx="49103" cy="255422"/>
            </a:xfrm>
            <a:custGeom>
              <a:avLst/>
              <a:gdLst>
                <a:gd name="connsiteX0" fmla="*/ 0 w 13715"/>
                <a:gd name="connsiteY0" fmla="*/ 0 h 71342"/>
                <a:gd name="connsiteX1" fmla="*/ 6858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858" y="0"/>
                  </a:lnTo>
                  <a:lnTo>
                    <a:pt x="13716" y="0"/>
                  </a:lnTo>
                  <a:lnTo>
                    <a:pt x="13716"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59" name="任意多边形: 形状 58"/>
            <p:cNvSpPr/>
            <p:nvPr/>
          </p:nvSpPr>
          <p:spPr>
            <a:xfrm>
              <a:off x="6023327" y="5368507"/>
              <a:ext cx="191651" cy="255422"/>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383 w 53530"/>
                <a:gd name="connsiteY5" fmla="*/ 0 h 71342"/>
                <a:gd name="connsiteX6" fmla="*/ 40672 w 53530"/>
                <a:gd name="connsiteY6" fmla="*/ 50102 h 71342"/>
                <a:gd name="connsiteX7" fmla="*/ 40672 w 53530"/>
                <a:gd name="connsiteY7" fmla="*/ 0 h 71342"/>
                <a:gd name="connsiteX8" fmla="*/ 47053 w 53530"/>
                <a:gd name="connsiteY8" fmla="*/ 0 h 71342"/>
                <a:gd name="connsiteX9" fmla="*/ 53530 w 53530"/>
                <a:gd name="connsiteY9" fmla="*/ 0 h 71342"/>
                <a:gd name="connsiteX10" fmla="*/ 53530 w 53530"/>
                <a:gd name="connsiteY10" fmla="*/ 71342 h 71342"/>
                <a:gd name="connsiteX11" fmla="*/ 46673 w 53530"/>
                <a:gd name="connsiteY11" fmla="*/ 71342 h 71342"/>
                <a:gd name="connsiteX12" fmla="*/ 39815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383" y="0"/>
                  </a:lnTo>
                  <a:lnTo>
                    <a:pt x="40672" y="50102"/>
                  </a:lnTo>
                  <a:lnTo>
                    <a:pt x="40672" y="0"/>
                  </a:lnTo>
                  <a:lnTo>
                    <a:pt x="47053" y="0"/>
                  </a:lnTo>
                  <a:lnTo>
                    <a:pt x="53530" y="0"/>
                  </a:lnTo>
                  <a:lnTo>
                    <a:pt x="53530" y="71342"/>
                  </a:lnTo>
                  <a:lnTo>
                    <a:pt x="46673" y="71342"/>
                  </a:lnTo>
                  <a:lnTo>
                    <a:pt x="39815" y="71342"/>
                  </a:lnTo>
                  <a:lnTo>
                    <a:pt x="12763" y="19907"/>
                  </a:lnTo>
                  <a:lnTo>
                    <a:pt x="12763" y="71342"/>
                  </a:lnTo>
                  <a:close/>
                </a:path>
              </a:pathLst>
            </a:custGeom>
            <a:grpFill/>
            <a:ln w="9525" cap="flat">
              <a:noFill/>
              <a:prstDash val="solid"/>
              <a:miter/>
            </a:ln>
          </p:spPr>
          <p:txBody>
            <a:bodyPr rtlCol="0" anchor="ctr"/>
            <a:lstStyle/>
            <a:p>
              <a:endParaRPr lang="zh-CN" altLang="en-US"/>
            </a:p>
          </p:txBody>
        </p:sp>
        <p:sp>
          <p:nvSpPr>
            <p:cNvPr id="60" name="任意多边形: 形状 59"/>
            <p:cNvSpPr/>
            <p:nvPr/>
          </p:nvSpPr>
          <p:spPr>
            <a:xfrm>
              <a:off x="6264103" y="5360298"/>
              <a:ext cx="219602" cy="269485"/>
            </a:xfrm>
            <a:custGeom>
              <a:avLst/>
              <a:gdLst>
                <a:gd name="connsiteX0" fmla="*/ 30968 w 61337"/>
                <a:gd name="connsiteY0" fmla="*/ 75118 h 75270"/>
                <a:gd name="connsiteX1" fmla="*/ 8203 w 61337"/>
                <a:gd name="connsiteY1" fmla="*/ 65022 h 75270"/>
                <a:gd name="connsiteX2" fmla="*/ 8203 w 61337"/>
                <a:gd name="connsiteY2" fmla="*/ 10158 h 75270"/>
                <a:gd name="connsiteX3" fmla="*/ 51542 w 61337"/>
                <a:gd name="connsiteY3" fmla="*/ 6348 h 75270"/>
                <a:gd name="connsiteX4" fmla="*/ 60591 w 61337"/>
                <a:gd name="connsiteY4" fmla="*/ 23874 h 75270"/>
                <a:gd name="connsiteX5" fmla="*/ 46875 w 61337"/>
                <a:gd name="connsiteY5" fmla="*/ 23874 h 75270"/>
                <a:gd name="connsiteX6" fmla="*/ 42112 w 61337"/>
                <a:gd name="connsiteY6" fmla="*/ 15778 h 75270"/>
                <a:gd name="connsiteX7" fmla="*/ 32587 w 61337"/>
                <a:gd name="connsiteY7" fmla="*/ 12253 h 75270"/>
                <a:gd name="connsiteX8" fmla="*/ 18586 w 61337"/>
                <a:gd name="connsiteY8" fmla="*/ 18921 h 75270"/>
                <a:gd name="connsiteX9" fmla="*/ 13537 w 61337"/>
                <a:gd name="connsiteY9" fmla="*/ 37971 h 75270"/>
                <a:gd name="connsiteX10" fmla="*/ 18395 w 61337"/>
                <a:gd name="connsiteY10" fmla="*/ 56449 h 75270"/>
                <a:gd name="connsiteX11" fmla="*/ 32587 w 61337"/>
                <a:gd name="connsiteY11" fmla="*/ 62831 h 75270"/>
                <a:gd name="connsiteX12" fmla="*/ 32587 w 61337"/>
                <a:gd name="connsiteY12" fmla="*/ 62831 h 75270"/>
                <a:gd name="connsiteX13" fmla="*/ 44970 w 61337"/>
                <a:gd name="connsiteY13" fmla="*/ 56164 h 75270"/>
                <a:gd name="connsiteX14" fmla="*/ 48589 w 61337"/>
                <a:gd name="connsiteY14" fmla="*/ 47401 h 75270"/>
                <a:gd name="connsiteX15" fmla="*/ 33159 w 61337"/>
                <a:gd name="connsiteY15" fmla="*/ 47401 h 75270"/>
                <a:gd name="connsiteX16" fmla="*/ 33159 w 61337"/>
                <a:gd name="connsiteY16" fmla="*/ 35113 h 75270"/>
                <a:gd name="connsiteX17" fmla="*/ 60972 w 61337"/>
                <a:gd name="connsiteY17" fmla="*/ 35113 h 75270"/>
                <a:gd name="connsiteX18" fmla="*/ 60972 w 61337"/>
                <a:gd name="connsiteY18" fmla="*/ 73213 h 75270"/>
                <a:gd name="connsiteX19" fmla="*/ 51447 w 61337"/>
                <a:gd name="connsiteY19" fmla="*/ 73213 h 75270"/>
                <a:gd name="connsiteX20" fmla="*/ 50113 w 61337"/>
                <a:gd name="connsiteY20" fmla="*/ 63688 h 75270"/>
                <a:gd name="connsiteX21" fmla="*/ 49352 w 61337"/>
                <a:gd name="connsiteY21" fmla="*/ 64831 h 75270"/>
                <a:gd name="connsiteX22" fmla="*/ 30302 w 61337"/>
                <a:gd name="connsiteY22" fmla="*/ 74928 h 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337" h="75270">
                  <a:moveTo>
                    <a:pt x="30968" y="75118"/>
                  </a:moveTo>
                  <a:cubicBezTo>
                    <a:pt x="22235" y="75410"/>
                    <a:pt x="13849" y="71691"/>
                    <a:pt x="8203" y="65022"/>
                  </a:cubicBezTo>
                  <a:cubicBezTo>
                    <a:pt x="-3221" y="48518"/>
                    <a:pt x="-3221" y="26662"/>
                    <a:pt x="8203" y="10158"/>
                  </a:cubicBezTo>
                  <a:cubicBezTo>
                    <a:pt x="19581" y="-1945"/>
                    <a:pt x="38228" y="-3584"/>
                    <a:pt x="51542" y="6348"/>
                  </a:cubicBezTo>
                  <a:cubicBezTo>
                    <a:pt x="56785" y="10742"/>
                    <a:pt x="60044" y="17056"/>
                    <a:pt x="60591" y="23874"/>
                  </a:cubicBezTo>
                  <a:lnTo>
                    <a:pt x="46875" y="23874"/>
                  </a:lnTo>
                  <a:cubicBezTo>
                    <a:pt x="46486" y="20629"/>
                    <a:pt x="44760" y="17694"/>
                    <a:pt x="42112" y="15778"/>
                  </a:cubicBezTo>
                  <a:cubicBezTo>
                    <a:pt x="39472" y="13484"/>
                    <a:pt x="36085" y="12231"/>
                    <a:pt x="32587" y="12253"/>
                  </a:cubicBezTo>
                  <a:cubicBezTo>
                    <a:pt x="27108" y="12037"/>
                    <a:pt x="21872" y="14530"/>
                    <a:pt x="18586" y="18921"/>
                  </a:cubicBezTo>
                  <a:cubicBezTo>
                    <a:pt x="14866" y="24548"/>
                    <a:pt x="13093" y="31240"/>
                    <a:pt x="13537" y="37971"/>
                  </a:cubicBezTo>
                  <a:cubicBezTo>
                    <a:pt x="13093" y="44496"/>
                    <a:pt x="14799" y="50987"/>
                    <a:pt x="18395" y="56449"/>
                  </a:cubicBezTo>
                  <a:cubicBezTo>
                    <a:pt x="21813" y="60750"/>
                    <a:pt x="27102" y="63129"/>
                    <a:pt x="32587" y="62831"/>
                  </a:cubicBezTo>
                  <a:lnTo>
                    <a:pt x="32587" y="62831"/>
                  </a:lnTo>
                  <a:cubicBezTo>
                    <a:pt x="37608" y="62973"/>
                    <a:pt x="42325" y="60433"/>
                    <a:pt x="44970" y="56164"/>
                  </a:cubicBezTo>
                  <a:cubicBezTo>
                    <a:pt x="46685" y="53480"/>
                    <a:pt x="47910" y="50513"/>
                    <a:pt x="48589" y="47401"/>
                  </a:cubicBezTo>
                  <a:lnTo>
                    <a:pt x="33159" y="47401"/>
                  </a:lnTo>
                  <a:lnTo>
                    <a:pt x="33159" y="35113"/>
                  </a:lnTo>
                  <a:lnTo>
                    <a:pt x="60972" y="35113"/>
                  </a:lnTo>
                  <a:lnTo>
                    <a:pt x="60972" y="73213"/>
                  </a:lnTo>
                  <a:lnTo>
                    <a:pt x="51447" y="73213"/>
                  </a:lnTo>
                  <a:lnTo>
                    <a:pt x="50113" y="63688"/>
                  </a:lnTo>
                  <a:lnTo>
                    <a:pt x="49352" y="64831"/>
                  </a:lnTo>
                  <a:cubicBezTo>
                    <a:pt x="45225" y="71319"/>
                    <a:pt x="37987" y="75155"/>
                    <a:pt x="30302" y="74928"/>
                  </a:cubicBezTo>
                  <a:close/>
                </a:path>
              </a:pathLst>
            </a:custGeom>
            <a:grpFill/>
            <a:ln w="9525" cap="flat">
              <a:noFill/>
              <a:prstDash val="solid"/>
              <a:miter/>
            </a:ln>
          </p:spPr>
          <p:txBody>
            <a:bodyPr rtlCol="0" anchor="ctr"/>
            <a:lstStyle/>
            <a:p>
              <a:endParaRPr lang="zh-CN" altLang="en-US"/>
            </a:p>
          </p:txBody>
        </p:sp>
        <p:sp>
          <p:nvSpPr>
            <p:cNvPr id="61" name="任意多边形: 形状 60"/>
            <p:cNvSpPr/>
            <p:nvPr/>
          </p:nvSpPr>
          <p:spPr>
            <a:xfrm>
              <a:off x="6643302" y="5368507"/>
              <a:ext cx="49103" cy="255422"/>
            </a:xfrm>
            <a:custGeom>
              <a:avLst/>
              <a:gdLst>
                <a:gd name="connsiteX0" fmla="*/ 0 w 13715"/>
                <a:gd name="connsiteY0" fmla="*/ 0 h 71342"/>
                <a:gd name="connsiteX1" fmla="*/ 6763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763" y="0"/>
                  </a:lnTo>
                  <a:lnTo>
                    <a:pt x="13716" y="0"/>
                  </a:lnTo>
                  <a:lnTo>
                    <a:pt x="13716"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62" name="任意多边形: 形状 61"/>
            <p:cNvSpPr/>
            <p:nvPr/>
          </p:nvSpPr>
          <p:spPr>
            <a:xfrm>
              <a:off x="6748675" y="5368507"/>
              <a:ext cx="191991" cy="255422"/>
            </a:xfrm>
            <a:custGeom>
              <a:avLst/>
              <a:gdLst>
                <a:gd name="connsiteX0" fmla="*/ 12859 w 53625"/>
                <a:gd name="connsiteY0" fmla="*/ 71342 h 71342"/>
                <a:gd name="connsiteX1" fmla="*/ 6477 w 53625"/>
                <a:gd name="connsiteY1" fmla="*/ 71342 h 71342"/>
                <a:gd name="connsiteX2" fmla="*/ 0 w 53625"/>
                <a:gd name="connsiteY2" fmla="*/ 71342 h 71342"/>
                <a:gd name="connsiteX3" fmla="*/ 0 w 53625"/>
                <a:gd name="connsiteY3" fmla="*/ 0 h 71342"/>
                <a:gd name="connsiteX4" fmla="*/ 7239 w 53625"/>
                <a:gd name="connsiteY4" fmla="*/ 0 h 71342"/>
                <a:gd name="connsiteX5" fmla="*/ 14383 w 53625"/>
                <a:gd name="connsiteY5" fmla="*/ 0 h 71342"/>
                <a:gd name="connsiteX6" fmla="*/ 40767 w 53625"/>
                <a:gd name="connsiteY6" fmla="*/ 50102 h 71342"/>
                <a:gd name="connsiteX7" fmla="*/ 40767 w 53625"/>
                <a:gd name="connsiteY7" fmla="*/ 0 h 71342"/>
                <a:gd name="connsiteX8" fmla="*/ 47149 w 53625"/>
                <a:gd name="connsiteY8" fmla="*/ 0 h 71342"/>
                <a:gd name="connsiteX9" fmla="*/ 53626 w 53625"/>
                <a:gd name="connsiteY9" fmla="*/ 0 h 71342"/>
                <a:gd name="connsiteX10" fmla="*/ 53626 w 53625"/>
                <a:gd name="connsiteY10" fmla="*/ 71342 h 71342"/>
                <a:gd name="connsiteX11" fmla="*/ 46768 w 53625"/>
                <a:gd name="connsiteY11" fmla="*/ 71342 h 71342"/>
                <a:gd name="connsiteX12" fmla="*/ 39910 w 53625"/>
                <a:gd name="connsiteY12" fmla="*/ 71342 h 71342"/>
                <a:gd name="connsiteX13" fmla="*/ 12859 w 53625"/>
                <a:gd name="connsiteY13" fmla="*/ 19907 h 71342"/>
                <a:gd name="connsiteX14" fmla="*/ 12859 w 53625"/>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625" h="71342">
                  <a:moveTo>
                    <a:pt x="12859" y="71342"/>
                  </a:moveTo>
                  <a:lnTo>
                    <a:pt x="6477" y="71342"/>
                  </a:lnTo>
                  <a:lnTo>
                    <a:pt x="0" y="71342"/>
                  </a:lnTo>
                  <a:lnTo>
                    <a:pt x="0" y="0"/>
                  </a:lnTo>
                  <a:lnTo>
                    <a:pt x="7239" y="0"/>
                  </a:lnTo>
                  <a:lnTo>
                    <a:pt x="14383" y="0"/>
                  </a:lnTo>
                  <a:lnTo>
                    <a:pt x="40767" y="50102"/>
                  </a:lnTo>
                  <a:lnTo>
                    <a:pt x="40767" y="0"/>
                  </a:lnTo>
                  <a:lnTo>
                    <a:pt x="47149" y="0"/>
                  </a:lnTo>
                  <a:lnTo>
                    <a:pt x="53626" y="0"/>
                  </a:lnTo>
                  <a:lnTo>
                    <a:pt x="53626" y="71342"/>
                  </a:lnTo>
                  <a:lnTo>
                    <a:pt x="46768" y="71342"/>
                  </a:lnTo>
                  <a:lnTo>
                    <a:pt x="39910" y="71342"/>
                  </a:lnTo>
                  <a:lnTo>
                    <a:pt x="12859" y="19907"/>
                  </a:lnTo>
                  <a:lnTo>
                    <a:pt x="12859" y="71342"/>
                  </a:lnTo>
                  <a:close/>
                </a:path>
              </a:pathLst>
            </a:custGeom>
            <a:grpFill/>
            <a:ln w="9525" cap="flat">
              <a:noFill/>
              <a:prstDash val="solid"/>
              <a:miter/>
            </a:ln>
          </p:spPr>
          <p:txBody>
            <a:bodyPr rtlCol="0" anchor="ctr"/>
            <a:lstStyle/>
            <a:p>
              <a:endParaRPr lang="zh-CN" altLang="en-US"/>
            </a:p>
          </p:txBody>
        </p:sp>
        <p:sp>
          <p:nvSpPr>
            <p:cNvPr id="63" name="任意多边形: 形状 62"/>
            <p:cNvSpPr/>
            <p:nvPr/>
          </p:nvSpPr>
          <p:spPr>
            <a:xfrm>
              <a:off x="6990793" y="5361454"/>
              <a:ext cx="191955" cy="269783"/>
            </a:xfrm>
            <a:custGeom>
              <a:avLst/>
              <a:gdLst>
                <a:gd name="connsiteX0" fmla="*/ 38022 w 53615"/>
                <a:gd name="connsiteY0" fmla="*/ 23265 h 75353"/>
                <a:gd name="connsiteX1" fmla="*/ 33926 w 53615"/>
                <a:gd name="connsiteY1" fmla="*/ 15168 h 75353"/>
                <a:gd name="connsiteX2" fmla="*/ 24401 w 53615"/>
                <a:gd name="connsiteY2" fmla="*/ 12216 h 75353"/>
                <a:gd name="connsiteX3" fmla="*/ 16305 w 53615"/>
                <a:gd name="connsiteY3" fmla="*/ 14692 h 75353"/>
                <a:gd name="connsiteX4" fmla="*/ 13352 w 53615"/>
                <a:gd name="connsiteY4" fmla="*/ 21645 h 75353"/>
                <a:gd name="connsiteX5" fmla="*/ 16400 w 53615"/>
                <a:gd name="connsiteY5" fmla="*/ 26598 h 75353"/>
                <a:gd name="connsiteX6" fmla="*/ 29354 w 53615"/>
                <a:gd name="connsiteY6" fmla="*/ 30694 h 75353"/>
                <a:gd name="connsiteX7" fmla="*/ 48404 w 53615"/>
                <a:gd name="connsiteY7" fmla="*/ 38790 h 75353"/>
                <a:gd name="connsiteX8" fmla="*/ 53167 w 53615"/>
                <a:gd name="connsiteY8" fmla="*/ 53268 h 75353"/>
                <a:gd name="connsiteX9" fmla="*/ 45927 w 53615"/>
                <a:gd name="connsiteY9" fmla="*/ 69270 h 75353"/>
                <a:gd name="connsiteX10" fmla="*/ 26211 w 53615"/>
                <a:gd name="connsiteY10" fmla="*/ 75176 h 75353"/>
                <a:gd name="connsiteX11" fmla="*/ 7161 w 53615"/>
                <a:gd name="connsiteY11" fmla="*/ 68889 h 75353"/>
                <a:gd name="connsiteX12" fmla="*/ -364 w 53615"/>
                <a:gd name="connsiteY12" fmla="*/ 51077 h 75353"/>
                <a:gd name="connsiteX13" fmla="*/ 12876 w 53615"/>
                <a:gd name="connsiteY13" fmla="*/ 51078 h 75353"/>
                <a:gd name="connsiteX14" fmla="*/ 16686 w 53615"/>
                <a:gd name="connsiteY14" fmla="*/ 59841 h 75353"/>
                <a:gd name="connsiteX15" fmla="*/ 26211 w 53615"/>
                <a:gd name="connsiteY15" fmla="*/ 62889 h 75353"/>
                <a:gd name="connsiteX16" fmla="*/ 36498 w 53615"/>
                <a:gd name="connsiteY16" fmla="*/ 60603 h 75353"/>
                <a:gd name="connsiteX17" fmla="*/ 40213 w 53615"/>
                <a:gd name="connsiteY17" fmla="*/ 54221 h 75353"/>
                <a:gd name="connsiteX18" fmla="*/ 37546 w 53615"/>
                <a:gd name="connsiteY18" fmla="*/ 48220 h 75353"/>
                <a:gd name="connsiteX19" fmla="*/ 26401 w 53615"/>
                <a:gd name="connsiteY19" fmla="*/ 44315 h 75353"/>
                <a:gd name="connsiteX20" fmla="*/ 5542 w 53615"/>
                <a:gd name="connsiteY20" fmla="*/ 36123 h 75353"/>
                <a:gd name="connsiteX21" fmla="*/ 303 w 53615"/>
                <a:gd name="connsiteY21" fmla="*/ 22503 h 75353"/>
                <a:gd name="connsiteX22" fmla="*/ 7256 w 53615"/>
                <a:gd name="connsiteY22" fmla="*/ 6024 h 75353"/>
                <a:gd name="connsiteX23" fmla="*/ 26306 w 53615"/>
                <a:gd name="connsiteY23" fmla="*/ -72 h 75353"/>
                <a:gd name="connsiteX24" fmla="*/ 44309 w 53615"/>
                <a:gd name="connsiteY24" fmla="*/ 6215 h 75353"/>
                <a:gd name="connsiteX25" fmla="*/ 51929 w 53615"/>
                <a:gd name="connsiteY25" fmla="*/ 23265 h 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615" h="75353">
                  <a:moveTo>
                    <a:pt x="38022" y="23265"/>
                  </a:moveTo>
                  <a:cubicBezTo>
                    <a:pt x="37916" y="20094"/>
                    <a:pt x="36418" y="17132"/>
                    <a:pt x="33926" y="15168"/>
                  </a:cubicBezTo>
                  <a:cubicBezTo>
                    <a:pt x="31179" y="13130"/>
                    <a:pt x="27820" y="12089"/>
                    <a:pt x="24401" y="12216"/>
                  </a:cubicBezTo>
                  <a:cubicBezTo>
                    <a:pt x="21489" y="12012"/>
                    <a:pt x="18605" y="12894"/>
                    <a:pt x="16305" y="14692"/>
                  </a:cubicBezTo>
                  <a:cubicBezTo>
                    <a:pt x="14285" y="16419"/>
                    <a:pt x="13192" y="18993"/>
                    <a:pt x="13352" y="21645"/>
                  </a:cubicBezTo>
                  <a:cubicBezTo>
                    <a:pt x="13347" y="23741"/>
                    <a:pt x="14527" y="25659"/>
                    <a:pt x="16400" y="26598"/>
                  </a:cubicBezTo>
                  <a:cubicBezTo>
                    <a:pt x="20534" y="28489"/>
                    <a:pt x="24885" y="29865"/>
                    <a:pt x="29354" y="30694"/>
                  </a:cubicBezTo>
                  <a:cubicBezTo>
                    <a:pt x="36238" y="31904"/>
                    <a:pt x="42755" y="34674"/>
                    <a:pt x="48404" y="38790"/>
                  </a:cubicBezTo>
                  <a:cubicBezTo>
                    <a:pt x="51937" y="42743"/>
                    <a:pt x="53663" y="47990"/>
                    <a:pt x="53167" y="53268"/>
                  </a:cubicBezTo>
                  <a:cubicBezTo>
                    <a:pt x="53503" y="59463"/>
                    <a:pt x="50802" y="65433"/>
                    <a:pt x="45927" y="69270"/>
                  </a:cubicBezTo>
                  <a:cubicBezTo>
                    <a:pt x="40235" y="73458"/>
                    <a:pt x="33268" y="75545"/>
                    <a:pt x="26211" y="75176"/>
                  </a:cubicBezTo>
                  <a:cubicBezTo>
                    <a:pt x="19302" y="75505"/>
                    <a:pt x="12516" y="73265"/>
                    <a:pt x="7161" y="68889"/>
                  </a:cubicBezTo>
                  <a:cubicBezTo>
                    <a:pt x="2305" y="64243"/>
                    <a:pt x="-418" y="57798"/>
                    <a:pt x="-364" y="51077"/>
                  </a:cubicBezTo>
                  <a:lnTo>
                    <a:pt x="12876" y="51078"/>
                  </a:lnTo>
                  <a:cubicBezTo>
                    <a:pt x="12806" y="54415"/>
                    <a:pt x="14197" y="57616"/>
                    <a:pt x="16686" y="59841"/>
                  </a:cubicBezTo>
                  <a:cubicBezTo>
                    <a:pt x="19421" y="61913"/>
                    <a:pt x="22781" y="62988"/>
                    <a:pt x="26211" y="62889"/>
                  </a:cubicBezTo>
                  <a:cubicBezTo>
                    <a:pt x="29784" y="63079"/>
                    <a:pt x="33342" y="62288"/>
                    <a:pt x="36498" y="60603"/>
                  </a:cubicBezTo>
                  <a:cubicBezTo>
                    <a:pt x="38795" y="59299"/>
                    <a:pt x="40214" y="56862"/>
                    <a:pt x="40213" y="54221"/>
                  </a:cubicBezTo>
                  <a:cubicBezTo>
                    <a:pt x="40367" y="51903"/>
                    <a:pt x="39369" y="49659"/>
                    <a:pt x="37546" y="48220"/>
                  </a:cubicBezTo>
                  <a:cubicBezTo>
                    <a:pt x="34073" y="46309"/>
                    <a:pt x="30307" y="44989"/>
                    <a:pt x="26401" y="44315"/>
                  </a:cubicBezTo>
                  <a:cubicBezTo>
                    <a:pt x="18958" y="43049"/>
                    <a:pt x="11857" y="40260"/>
                    <a:pt x="5542" y="36123"/>
                  </a:cubicBezTo>
                  <a:cubicBezTo>
                    <a:pt x="1831" y="32605"/>
                    <a:pt x="-94" y="27600"/>
                    <a:pt x="303" y="22503"/>
                  </a:cubicBezTo>
                  <a:cubicBezTo>
                    <a:pt x="-13" y="16237"/>
                    <a:pt x="2547" y="10170"/>
                    <a:pt x="7256" y="6024"/>
                  </a:cubicBezTo>
                  <a:cubicBezTo>
                    <a:pt x="12594" y="1633"/>
                    <a:pt x="19411" y="-548"/>
                    <a:pt x="26306" y="-72"/>
                  </a:cubicBezTo>
                  <a:cubicBezTo>
                    <a:pt x="32891" y="-360"/>
                    <a:pt x="39335" y="1890"/>
                    <a:pt x="44309" y="6215"/>
                  </a:cubicBezTo>
                  <a:cubicBezTo>
                    <a:pt x="49011" y="10662"/>
                    <a:pt x="51752" y="16795"/>
                    <a:pt x="51929" y="23265"/>
                  </a:cubicBezTo>
                  <a:close/>
                </a:path>
              </a:pathLst>
            </a:custGeom>
            <a:grpFill/>
            <a:ln w="9525" cap="flat">
              <a:noFill/>
              <a:prstDash val="solid"/>
              <a:miter/>
            </a:ln>
          </p:spPr>
          <p:txBody>
            <a:bodyPr rtlCol="0" anchor="ctr"/>
            <a:lstStyle/>
            <a:p>
              <a:endParaRPr lang="zh-CN" altLang="en-US"/>
            </a:p>
          </p:txBody>
        </p:sp>
        <p:sp>
          <p:nvSpPr>
            <p:cNvPr id="64" name="任意多边形: 形状 63"/>
            <p:cNvSpPr/>
            <p:nvPr/>
          </p:nvSpPr>
          <p:spPr>
            <a:xfrm>
              <a:off x="7212121" y="5368507"/>
              <a:ext cx="190971" cy="255422"/>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65" name="任意多边形: 形状 64"/>
            <p:cNvSpPr/>
            <p:nvPr/>
          </p:nvSpPr>
          <p:spPr>
            <a:xfrm>
              <a:off x="7441286" y="5368507"/>
              <a:ext cx="49107" cy="255422"/>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66" name="任意多边形: 形状 65"/>
            <p:cNvSpPr/>
            <p:nvPr/>
          </p:nvSpPr>
          <p:spPr>
            <a:xfrm>
              <a:off x="7529267" y="5368507"/>
              <a:ext cx="190971" cy="255422"/>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67" name="任意多边形: 形状 66"/>
            <p:cNvSpPr/>
            <p:nvPr/>
          </p:nvSpPr>
          <p:spPr>
            <a:xfrm>
              <a:off x="7759864" y="5368167"/>
              <a:ext cx="190709" cy="262977"/>
            </a:xfrm>
            <a:custGeom>
              <a:avLst/>
              <a:gdLst>
                <a:gd name="connsiteX0" fmla="*/ 52766 w 53267"/>
                <a:gd name="connsiteY0" fmla="*/ 44346 h 73452"/>
                <a:gd name="connsiteX1" fmla="*/ 46574 w 53267"/>
                <a:gd name="connsiteY1" fmla="*/ 66444 h 73452"/>
                <a:gd name="connsiteX2" fmla="*/ 26286 w 53267"/>
                <a:gd name="connsiteY2" fmla="*/ 73207 h 73452"/>
                <a:gd name="connsiteX3" fmla="*/ 6284 w 53267"/>
                <a:gd name="connsiteY3" fmla="*/ 66158 h 73452"/>
                <a:gd name="connsiteX4" fmla="*/ -288 w 53267"/>
                <a:gd name="connsiteY4" fmla="*/ 44346 h 73452"/>
                <a:gd name="connsiteX5" fmla="*/ -288 w 53267"/>
                <a:gd name="connsiteY5" fmla="*/ -136 h 73452"/>
                <a:gd name="connsiteX6" fmla="*/ 13428 w 53267"/>
                <a:gd name="connsiteY6" fmla="*/ -136 h 73452"/>
                <a:gd name="connsiteX7" fmla="*/ 13428 w 53267"/>
                <a:gd name="connsiteY7" fmla="*/ 44822 h 73452"/>
                <a:gd name="connsiteX8" fmla="*/ 16666 w 53267"/>
                <a:gd name="connsiteY8" fmla="*/ 56347 h 73452"/>
                <a:gd name="connsiteX9" fmla="*/ 26191 w 53267"/>
                <a:gd name="connsiteY9" fmla="*/ 60157 h 73452"/>
                <a:gd name="connsiteX10" fmla="*/ 35716 w 53267"/>
                <a:gd name="connsiteY10" fmla="*/ 56633 h 73452"/>
                <a:gd name="connsiteX11" fmla="*/ 38669 w 53267"/>
                <a:gd name="connsiteY11" fmla="*/ 44822 h 73452"/>
                <a:gd name="connsiteX12" fmla="*/ 38669 w 53267"/>
                <a:gd name="connsiteY12" fmla="*/ -136 h 73452"/>
                <a:gd name="connsiteX13" fmla="*/ 52766 w 53267"/>
                <a:gd name="connsiteY13" fmla="*/ -136 h 7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67" h="73452">
                  <a:moveTo>
                    <a:pt x="52766" y="44346"/>
                  </a:moveTo>
                  <a:cubicBezTo>
                    <a:pt x="53495" y="52223"/>
                    <a:pt x="51291" y="60092"/>
                    <a:pt x="46574" y="66444"/>
                  </a:cubicBezTo>
                  <a:cubicBezTo>
                    <a:pt x="41051" y="71429"/>
                    <a:pt x="33696" y="73881"/>
                    <a:pt x="26286" y="73207"/>
                  </a:cubicBezTo>
                  <a:cubicBezTo>
                    <a:pt x="18923" y="73782"/>
                    <a:pt x="11659" y="71222"/>
                    <a:pt x="6284" y="66158"/>
                  </a:cubicBezTo>
                  <a:cubicBezTo>
                    <a:pt x="1508" y="59931"/>
                    <a:pt x="-829" y="52175"/>
                    <a:pt x="-288" y="44346"/>
                  </a:cubicBezTo>
                  <a:lnTo>
                    <a:pt x="-288" y="-136"/>
                  </a:lnTo>
                  <a:lnTo>
                    <a:pt x="13428" y="-136"/>
                  </a:lnTo>
                  <a:lnTo>
                    <a:pt x="13428" y="44822"/>
                  </a:lnTo>
                  <a:cubicBezTo>
                    <a:pt x="13153" y="48922"/>
                    <a:pt x="14296" y="52991"/>
                    <a:pt x="16666" y="56347"/>
                  </a:cubicBezTo>
                  <a:cubicBezTo>
                    <a:pt x="19087" y="59014"/>
                    <a:pt x="22600" y="60419"/>
                    <a:pt x="26191" y="60157"/>
                  </a:cubicBezTo>
                  <a:cubicBezTo>
                    <a:pt x="29731" y="60450"/>
                    <a:pt x="33219" y="59160"/>
                    <a:pt x="35716" y="56633"/>
                  </a:cubicBezTo>
                  <a:cubicBezTo>
                    <a:pt x="38028" y="53152"/>
                    <a:pt x="39070" y="48981"/>
                    <a:pt x="38669" y="44822"/>
                  </a:cubicBezTo>
                  <a:lnTo>
                    <a:pt x="38669" y="-136"/>
                  </a:lnTo>
                  <a:lnTo>
                    <a:pt x="52766" y="-136"/>
                  </a:lnTo>
                  <a:close/>
                </a:path>
              </a:pathLst>
            </a:custGeom>
            <a:grpFill/>
            <a:ln w="9525" cap="flat">
              <a:noFill/>
              <a:prstDash val="solid"/>
              <a:miter/>
            </a:ln>
          </p:spPr>
          <p:txBody>
            <a:bodyPr rtlCol="0" anchor="ctr"/>
            <a:lstStyle/>
            <a:p>
              <a:endParaRPr lang="zh-CN" altLang="en-US"/>
            </a:p>
          </p:txBody>
        </p:sp>
        <p:sp>
          <p:nvSpPr>
            <p:cNvPr id="68" name="任意多边形: 形状 67"/>
            <p:cNvSpPr/>
            <p:nvPr/>
          </p:nvSpPr>
          <p:spPr>
            <a:xfrm>
              <a:off x="7992032" y="5368507"/>
              <a:ext cx="190967" cy="255422"/>
            </a:xfrm>
            <a:custGeom>
              <a:avLst/>
              <a:gdLst>
                <a:gd name="connsiteX0" fmla="*/ 19812 w 53339"/>
                <a:gd name="connsiteY0" fmla="*/ 12668 h 71342"/>
                <a:gd name="connsiteX1" fmla="*/ 0 w 53339"/>
                <a:gd name="connsiteY1" fmla="*/ 12668 h 71342"/>
                <a:gd name="connsiteX2" fmla="*/ 0 w 53339"/>
                <a:gd name="connsiteY2" fmla="*/ 6382 h 71342"/>
                <a:gd name="connsiteX3" fmla="*/ 0 w 53339"/>
                <a:gd name="connsiteY3" fmla="*/ 0 h 71342"/>
                <a:gd name="connsiteX4" fmla="*/ 53340 w 53339"/>
                <a:gd name="connsiteY4" fmla="*/ 0 h 71342"/>
                <a:gd name="connsiteX5" fmla="*/ 53340 w 53339"/>
                <a:gd name="connsiteY5" fmla="*/ 6286 h 71342"/>
                <a:gd name="connsiteX6" fmla="*/ 53340 w 53339"/>
                <a:gd name="connsiteY6" fmla="*/ 12668 h 71342"/>
                <a:gd name="connsiteX7" fmla="*/ 33528 w 53339"/>
                <a:gd name="connsiteY7" fmla="*/ 12668 h 71342"/>
                <a:gd name="connsiteX8" fmla="*/ 33528 w 53339"/>
                <a:gd name="connsiteY8" fmla="*/ 71342 h 71342"/>
                <a:gd name="connsiteX9" fmla="*/ 26670 w 53339"/>
                <a:gd name="connsiteY9" fmla="*/ 71342 h 71342"/>
                <a:gd name="connsiteX10" fmla="*/ 19812 w 53339"/>
                <a:gd name="connsiteY10" fmla="*/ 71342 h 71342"/>
                <a:gd name="connsiteX11" fmla="*/ 19812 w 53339"/>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39"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grpFill/>
            <a:ln w="9525" cap="flat">
              <a:noFill/>
              <a:prstDash val="solid"/>
              <a:miter/>
            </a:ln>
          </p:spPr>
          <p:txBody>
            <a:bodyPr rtlCol="0" anchor="ctr"/>
            <a:lstStyle/>
            <a:p>
              <a:endParaRPr lang="zh-CN" altLang="en-US"/>
            </a:p>
          </p:txBody>
        </p:sp>
        <p:sp>
          <p:nvSpPr>
            <p:cNvPr id="69" name="任意多边形: 形状 68"/>
            <p:cNvSpPr/>
            <p:nvPr/>
          </p:nvSpPr>
          <p:spPr>
            <a:xfrm>
              <a:off x="8225289" y="5368507"/>
              <a:ext cx="178694" cy="255422"/>
            </a:xfrm>
            <a:custGeom>
              <a:avLst/>
              <a:gdLst>
                <a:gd name="connsiteX0" fmla="*/ 0 w 49911"/>
                <a:gd name="connsiteY0" fmla="*/ 71342 h 71342"/>
                <a:gd name="connsiteX1" fmla="*/ 0 w 49911"/>
                <a:gd name="connsiteY1" fmla="*/ 0 h 71342"/>
                <a:gd name="connsiteX2" fmla="*/ 48387 w 49911"/>
                <a:gd name="connsiteY2" fmla="*/ 0 h 71342"/>
                <a:gd name="connsiteX3" fmla="*/ 48387 w 49911"/>
                <a:gd name="connsiteY3" fmla="*/ 6286 h 71342"/>
                <a:gd name="connsiteX4" fmla="*/ 48387 w 49911"/>
                <a:gd name="connsiteY4" fmla="*/ 12668 h 71342"/>
                <a:gd name="connsiteX5" fmla="*/ 13716 w 49911"/>
                <a:gd name="connsiteY5" fmla="*/ 12668 h 71342"/>
                <a:gd name="connsiteX6" fmla="*/ 13716 w 49911"/>
                <a:gd name="connsiteY6" fmla="*/ 27813 h 71342"/>
                <a:gd name="connsiteX7" fmla="*/ 45815 w 49911"/>
                <a:gd name="connsiteY7" fmla="*/ 27813 h 71342"/>
                <a:gd name="connsiteX8" fmla="*/ 45815 w 49911"/>
                <a:gd name="connsiteY8" fmla="*/ 33909 h 71342"/>
                <a:gd name="connsiteX9" fmla="*/ 45815 w 49911"/>
                <a:gd name="connsiteY9" fmla="*/ 40100 h 71342"/>
                <a:gd name="connsiteX10" fmla="*/ 13716 w 49911"/>
                <a:gd name="connsiteY10" fmla="*/ 40100 h 71342"/>
                <a:gd name="connsiteX11" fmla="*/ 13716 w 49911"/>
                <a:gd name="connsiteY11" fmla="*/ 58674 h 71342"/>
                <a:gd name="connsiteX12" fmla="*/ 49911 w 49911"/>
                <a:gd name="connsiteY12" fmla="*/ 58674 h 71342"/>
                <a:gd name="connsiteX13" fmla="*/ 49911 w 49911"/>
                <a:gd name="connsiteY13" fmla="*/ 65056 h 71342"/>
                <a:gd name="connsiteX14" fmla="*/ 49911 w 49911"/>
                <a:gd name="connsiteY14" fmla="*/ 71342 h 71342"/>
                <a:gd name="connsiteX15" fmla="*/ 0 w 49911"/>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911" h="71342">
                  <a:moveTo>
                    <a:pt x="0" y="71342"/>
                  </a:moveTo>
                  <a:lnTo>
                    <a:pt x="0" y="0"/>
                  </a:lnTo>
                  <a:lnTo>
                    <a:pt x="48387" y="0"/>
                  </a:lnTo>
                  <a:lnTo>
                    <a:pt x="48387" y="6286"/>
                  </a:lnTo>
                  <a:lnTo>
                    <a:pt x="48387" y="12668"/>
                  </a:lnTo>
                  <a:lnTo>
                    <a:pt x="13716" y="12668"/>
                  </a:lnTo>
                  <a:lnTo>
                    <a:pt x="13716" y="27813"/>
                  </a:lnTo>
                  <a:lnTo>
                    <a:pt x="45815" y="27813"/>
                  </a:lnTo>
                  <a:lnTo>
                    <a:pt x="45815" y="33909"/>
                  </a:lnTo>
                  <a:lnTo>
                    <a:pt x="45815" y="40100"/>
                  </a:lnTo>
                  <a:lnTo>
                    <a:pt x="13716" y="40100"/>
                  </a:lnTo>
                  <a:lnTo>
                    <a:pt x="13716" y="58674"/>
                  </a:lnTo>
                  <a:lnTo>
                    <a:pt x="49911" y="58674"/>
                  </a:lnTo>
                  <a:lnTo>
                    <a:pt x="49911" y="65056"/>
                  </a:lnTo>
                  <a:lnTo>
                    <a:pt x="49911" y="71342"/>
                  </a:lnTo>
                  <a:lnTo>
                    <a:pt x="0" y="71342"/>
                  </a:lnTo>
                  <a:close/>
                </a:path>
              </a:pathLst>
            </a:custGeom>
            <a:grpFill/>
            <a:ln w="9525" cap="flat">
              <a:noFill/>
              <a:prstDash val="solid"/>
              <a:miter/>
            </a:ln>
          </p:spPr>
          <p:txBody>
            <a:bodyPr rtlCol="0" anchor="ctr"/>
            <a:lstStyle/>
            <a:p>
              <a:endParaRPr lang="zh-CN" altLang="en-US"/>
            </a:p>
          </p:txBody>
        </p:sp>
        <p:sp>
          <p:nvSpPr>
            <p:cNvPr id="70" name="任意多边形: 形状 69"/>
            <p:cNvSpPr/>
            <p:nvPr/>
          </p:nvSpPr>
          <p:spPr>
            <a:xfrm>
              <a:off x="8550394" y="5362346"/>
              <a:ext cx="226243" cy="269468"/>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grpFill/>
            <a:ln w="9525" cap="flat">
              <a:noFill/>
              <a:prstDash val="solid"/>
              <a:miter/>
            </a:ln>
          </p:spPr>
          <p:txBody>
            <a:bodyPr rtlCol="0" anchor="ctr"/>
            <a:lstStyle/>
            <a:p>
              <a:endParaRPr lang="zh-CN" altLang="en-US"/>
            </a:p>
          </p:txBody>
        </p:sp>
        <p:sp>
          <p:nvSpPr>
            <p:cNvPr id="71" name="任意多边形: 形状 70"/>
            <p:cNvSpPr/>
            <p:nvPr/>
          </p:nvSpPr>
          <p:spPr>
            <a:xfrm>
              <a:off x="8828891" y="5368507"/>
              <a:ext cx="167097" cy="255422"/>
            </a:xfrm>
            <a:custGeom>
              <a:avLst/>
              <a:gdLst>
                <a:gd name="connsiteX0" fmla="*/ 0 w 46672"/>
                <a:gd name="connsiteY0" fmla="*/ 71342 h 71342"/>
                <a:gd name="connsiteX1" fmla="*/ 0 w 46672"/>
                <a:gd name="connsiteY1" fmla="*/ 0 h 71342"/>
                <a:gd name="connsiteX2" fmla="*/ 46672 w 46672"/>
                <a:gd name="connsiteY2" fmla="*/ 0 h 71342"/>
                <a:gd name="connsiteX3" fmla="*/ 46672 w 46672"/>
                <a:gd name="connsiteY3" fmla="*/ 6286 h 71342"/>
                <a:gd name="connsiteX4" fmla="*/ 46672 w 46672"/>
                <a:gd name="connsiteY4" fmla="*/ 12668 h 71342"/>
                <a:gd name="connsiteX5" fmla="*/ 13716 w 46672"/>
                <a:gd name="connsiteY5" fmla="*/ 12668 h 71342"/>
                <a:gd name="connsiteX6" fmla="*/ 13716 w 46672"/>
                <a:gd name="connsiteY6" fmla="*/ 28861 h 71342"/>
                <a:gd name="connsiteX7" fmla="*/ 42482 w 46672"/>
                <a:gd name="connsiteY7" fmla="*/ 28861 h 71342"/>
                <a:gd name="connsiteX8" fmla="*/ 42482 w 46672"/>
                <a:gd name="connsiteY8" fmla="*/ 35052 h 71342"/>
                <a:gd name="connsiteX9" fmla="*/ 42482 w 46672"/>
                <a:gd name="connsiteY9" fmla="*/ 41148 h 71342"/>
                <a:gd name="connsiteX10" fmla="*/ 13716 w 46672"/>
                <a:gd name="connsiteY10" fmla="*/ 41148 h 71342"/>
                <a:gd name="connsiteX11" fmla="*/ 13716 w 46672"/>
                <a:gd name="connsiteY11" fmla="*/ 71342 h 71342"/>
                <a:gd name="connsiteX12" fmla="*/ 6858 w 46672"/>
                <a:gd name="connsiteY12" fmla="*/ 71342 h 71342"/>
                <a:gd name="connsiteX13" fmla="*/ 0 w 46672"/>
                <a:gd name="connsiteY13"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672" h="71342">
                  <a:moveTo>
                    <a:pt x="0" y="71342"/>
                  </a:moveTo>
                  <a:lnTo>
                    <a:pt x="0" y="0"/>
                  </a:lnTo>
                  <a:lnTo>
                    <a:pt x="46672" y="0"/>
                  </a:lnTo>
                  <a:lnTo>
                    <a:pt x="46672" y="6286"/>
                  </a:lnTo>
                  <a:lnTo>
                    <a:pt x="46672" y="12668"/>
                  </a:lnTo>
                  <a:lnTo>
                    <a:pt x="13716" y="12668"/>
                  </a:lnTo>
                  <a:lnTo>
                    <a:pt x="13716" y="28861"/>
                  </a:lnTo>
                  <a:lnTo>
                    <a:pt x="42482" y="28861"/>
                  </a:lnTo>
                  <a:lnTo>
                    <a:pt x="42482" y="35052"/>
                  </a:lnTo>
                  <a:lnTo>
                    <a:pt x="42482" y="41148"/>
                  </a:lnTo>
                  <a:lnTo>
                    <a:pt x="13716" y="41148"/>
                  </a:lnTo>
                  <a:lnTo>
                    <a:pt x="13716" y="71342"/>
                  </a:lnTo>
                  <a:lnTo>
                    <a:pt x="6858" y="71342"/>
                  </a:lnTo>
                  <a:lnTo>
                    <a:pt x="0" y="71342"/>
                  </a:lnTo>
                  <a:close/>
                </a:path>
              </a:pathLst>
            </a:custGeom>
            <a:grpFill/>
            <a:ln w="9525" cap="flat">
              <a:noFill/>
              <a:prstDash val="solid"/>
              <a:miter/>
            </a:ln>
          </p:spPr>
          <p:txBody>
            <a:bodyPr rtlCol="0" anchor="ctr"/>
            <a:lstStyle/>
            <a:p>
              <a:endParaRPr lang="zh-CN" altLang="en-US"/>
            </a:p>
          </p:txBody>
        </p:sp>
        <p:sp>
          <p:nvSpPr>
            <p:cNvPr id="72" name="任意多边形: 形状 71"/>
            <p:cNvSpPr/>
            <p:nvPr/>
          </p:nvSpPr>
          <p:spPr>
            <a:xfrm>
              <a:off x="9125575" y="5368507"/>
              <a:ext cx="191311" cy="255422"/>
            </a:xfrm>
            <a:custGeom>
              <a:avLst/>
              <a:gdLst>
                <a:gd name="connsiteX0" fmla="*/ 19907 w 53435"/>
                <a:gd name="connsiteY0" fmla="*/ 12668 h 71342"/>
                <a:gd name="connsiteX1" fmla="*/ 0 w 53435"/>
                <a:gd name="connsiteY1" fmla="*/ 12668 h 71342"/>
                <a:gd name="connsiteX2" fmla="*/ 0 w 53435"/>
                <a:gd name="connsiteY2" fmla="*/ 6382 h 71342"/>
                <a:gd name="connsiteX3" fmla="*/ 0 w 53435"/>
                <a:gd name="connsiteY3" fmla="*/ 0 h 71342"/>
                <a:gd name="connsiteX4" fmla="*/ 53435 w 53435"/>
                <a:gd name="connsiteY4" fmla="*/ 0 h 71342"/>
                <a:gd name="connsiteX5" fmla="*/ 53435 w 53435"/>
                <a:gd name="connsiteY5" fmla="*/ 6286 h 71342"/>
                <a:gd name="connsiteX6" fmla="*/ 53435 w 53435"/>
                <a:gd name="connsiteY6" fmla="*/ 12668 h 71342"/>
                <a:gd name="connsiteX7" fmla="*/ 33528 w 53435"/>
                <a:gd name="connsiteY7" fmla="*/ 12668 h 71342"/>
                <a:gd name="connsiteX8" fmla="*/ 33528 w 53435"/>
                <a:gd name="connsiteY8" fmla="*/ 71342 h 71342"/>
                <a:gd name="connsiteX9" fmla="*/ 26765 w 53435"/>
                <a:gd name="connsiteY9" fmla="*/ 71342 h 71342"/>
                <a:gd name="connsiteX10" fmla="*/ 19907 w 53435"/>
                <a:gd name="connsiteY10" fmla="*/ 71342 h 71342"/>
                <a:gd name="connsiteX11" fmla="*/ 19907 w 53435"/>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35" h="71342">
                  <a:moveTo>
                    <a:pt x="19907" y="12668"/>
                  </a:moveTo>
                  <a:lnTo>
                    <a:pt x="0" y="12668"/>
                  </a:lnTo>
                  <a:lnTo>
                    <a:pt x="0" y="6382"/>
                  </a:lnTo>
                  <a:lnTo>
                    <a:pt x="0" y="0"/>
                  </a:lnTo>
                  <a:lnTo>
                    <a:pt x="53435" y="0"/>
                  </a:lnTo>
                  <a:lnTo>
                    <a:pt x="53435" y="6286"/>
                  </a:lnTo>
                  <a:lnTo>
                    <a:pt x="53435" y="12668"/>
                  </a:lnTo>
                  <a:lnTo>
                    <a:pt x="33528" y="12668"/>
                  </a:lnTo>
                  <a:lnTo>
                    <a:pt x="33528" y="71342"/>
                  </a:lnTo>
                  <a:lnTo>
                    <a:pt x="26765" y="71342"/>
                  </a:lnTo>
                  <a:lnTo>
                    <a:pt x="19907" y="71342"/>
                  </a:lnTo>
                  <a:lnTo>
                    <a:pt x="19907" y="12668"/>
                  </a:lnTo>
                  <a:close/>
                </a:path>
              </a:pathLst>
            </a:custGeom>
            <a:grpFill/>
            <a:ln w="9525" cap="flat">
              <a:noFill/>
              <a:prstDash val="solid"/>
              <a:miter/>
            </a:ln>
          </p:spPr>
          <p:txBody>
            <a:bodyPr rtlCol="0" anchor="ctr"/>
            <a:lstStyle/>
            <a:p>
              <a:endParaRPr lang="zh-CN" altLang="en-US"/>
            </a:p>
          </p:txBody>
        </p:sp>
        <p:sp>
          <p:nvSpPr>
            <p:cNvPr id="73" name="任意多边形: 形状 72"/>
            <p:cNvSpPr/>
            <p:nvPr/>
          </p:nvSpPr>
          <p:spPr>
            <a:xfrm>
              <a:off x="9359176" y="5368507"/>
              <a:ext cx="178350" cy="255422"/>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grpFill/>
            <a:ln w="9525" cap="flat">
              <a:noFill/>
              <a:prstDash val="solid"/>
              <a:miter/>
            </a:ln>
          </p:spPr>
          <p:txBody>
            <a:bodyPr rtlCol="0" anchor="ctr"/>
            <a:lstStyle/>
            <a:p>
              <a:endParaRPr lang="zh-CN" altLang="en-US"/>
            </a:p>
          </p:txBody>
        </p:sp>
        <p:sp>
          <p:nvSpPr>
            <p:cNvPr id="74" name="任意多边形: 形状 73"/>
            <p:cNvSpPr/>
            <p:nvPr/>
          </p:nvSpPr>
          <p:spPr>
            <a:xfrm>
              <a:off x="9582992" y="5361619"/>
              <a:ext cx="210640" cy="269550"/>
            </a:xfrm>
            <a:custGeom>
              <a:avLst/>
              <a:gdLst>
                <a:gd name="connsiteX0" fmla="*/ 57898 w 58834"/>
                <a:gd name="connsiteY0" fmla="*/ 48174 h 75288"/>
                <a:gd name="connsiteX1" fmla="*/ 48944 w 58834"/>
                <a:gd name="connsiteY1" fmla="*/ 67796 h 75288"/>
                <a:gd name="connsiteX2" fmla="*/ 29894 w 58834"/>
                <a:gd name="connsiteY2" fmla="*/ 75130 h 75288"/>
                <a:gd name="connsiteX3" fmla="*/ 7891 w 58834"/>
                <a:gd name="connsiteY3" fmla="*/ 65034 h 75288"/>
                <a:gd name="connsiteX4" fmla="*/ -300 w 58834"/>
                <a:gd name="connsiteY4" fmla="*/ 37887 h 75288"/>
                <a:gd name="connsiteX5" fmla="*/ 7891 w 58834"/>
                <a:gd name="connsiteY5" fmla="*/ 10170 h 75288"/>
                <a:gd name="connsiteX6" fmla="*/ 29894 w 58834"/>
                <a:gd name="connsiteY6" fmla="*/ -117 h 75288"/>
                <a:gd name="connsiteX7" fmla="*/ 48944 w 58834"/>
                <a:gd name="connsiteY7" fmla="*/ 6741 h 75288"/>
                <a:gd name="connsiteX8" fmla="*/ 58469 w 58834"/>
                <a:gd name="connsiteY8" fmla="*/ 25314 h 75288"/>
                <a:gd name="connsiteX9" fmla="*/ 44753 w 58834"/>
                <a:gd name="connsiteY9" fmla="*/ 25314 h 75288"/>
                <a:gd name="connsiteX10" fmla="*/ 40181 w 58834"/>
                <a:gd name="connsiteY10" fmla="*/ 15789 h 75288"/>
                <a:gd name="connsiteX11" fmla="*/ 30656 w 58834"/>
                <a:gd name="connsiteY11" fmla="*/ 12360 h 75288"/>
                <a:gd name="connsiteX12" fmla="*/ 18655 w 58834"/>
                <a:gd name="connsiteY12" fmla="*/ 19028 h 75288"/>
                <a:gd name="connsiteX13" fmla="*/ 14368 w 58834"/>
                <a:gd name="connsiteY13" fmla="*/ 37411 h 75288"/>
                <a:gd name="connsiteX14" fmla="*/ 18655 w 58834"/>
                <a:gd name="connsiteY14" fmla="*/ 55318 h 75288"/>
                <a:gd name="connsiteX15" fmla="*/ 39019 w 58834"/>
                <a:gd name="connsiteY15" fmla="*/ 59269 h 75288"/>
                <a:gd name="connsiteX16" fmla="*/ 40657 w 58834"/>
                <a:gd name="connsiteY16" fmla="*/ 57985 h 75288"/>
                <a:gd name="connsiteX17" fmla="*/ 45229 w 58834"/>
                <a:gd name="connsiteY17" fmla="*/ 47793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834" h="75288">
                  <a:moveTo>
                    <a:pt x="57898" y="48174"/>
                  </a:moveTo>
                  <a:cubicBezTo>
                    <a:pt x="57422" y="55592"/>
                    <a:pt x="54235" y="62576"/>
                    <a:pt x="48944" y="67796"/>
                  </a:cubicBezTo>
                  <a:cubicBezTo>
                    <a:pt x="43796" y="72635"/>
                    <a:pt x="36958" y="75267"/>
                    <a:pt x="29894" y="75130"/>
                  </a:cubicBezTo>
                  <a:cubicBezTo>
                    <a:pt x="21367" y="75479"/>
                    <a:pt x="13188" y="71726"/>
                    <a:pt x="7891" y="65034"/>
                  </a:cubicBezTo>
                  <a:cubicBezTo>
                    <a:pt x="2076" y="57219"/>
                    <a:pt x="-823" y="47615"/>
                    <a:pt x="-300" y="37887"/>
                  </a:cubicBezTo>
                  <a:cubicBezTo>
                    <a:pt x="-845" y="27980"/>
                    <a:pt x="2049" y="18189"/>
                    <a:pt x="7891" y="10170"/>
                  </a:cubicBezTo>
                  <a:cubicBezTo>
                    <a:pt x="13138" y="3393"/>
                    <a:pt x="21330" y="-437"/>
                    <a:pt x="29894" y="-117"/>
                  </a:cubicBezTo>
                  <a:cubicBezTo>
                    <a:pt x="36879" y="-297"/>
                    <a:pt x="43676" y="2151"/>
                    <a:pt x="48944" y="6741"/>
                  </a:cubicBezTo>
                  <a:cubicBezTo>
                    <a:pt x="54348" y="11509"/>
                    <a:pt x="57750" y="18143"/>
                    <a:pt x="58469" y="25314"/>
                  </a:cubicBezTo>
                  <a:lnTo>
                    <a:pt x="44753" y="25314"/>
                  </a:lnTo>
                  <a:cubicBezTo>
                    <a:pt x="44522" y="21667"/>
                    <a:pt x="42882" y="18251"/>
                    <a:pt x="40181" y="15789"/>
                  </a:cubicBezTo>
                  <a:cubicBezTo>
                    <a:pt x="37514" y="13552"/>
                    <a:pt x="34138" y="12337"/>
                    <a:pt x="30656" y="12360"/>
                  </a:cubicBezTo>
                  <a:cubicBezTo>
                    <a:pt x="25746" y="12257"/>
                    <a:pt x="21161" y="14804"/>
                    <a:pt x="18655" y="19028"/>
                  </a:cubicBezTo>
                  <a:cubicBezTo>
                    <a:pt x="15500" y="24621"/>
                    <a:pt x="14013" y="31000"/>
                    <a:pt x="14368" y="37411"/>
                  </a:cubicBezTo>
                  <a:cubicBezTo>
                    <a:pt x="14018" y="43670"/>
                    <a:pt x="15508" y="49896"/>
                    <a:pt x="18655" y="55318"/>
                  </a:cubicBezTo>
                  <a:cubicBezTo>
                    <a:pt x="23187" y="62033"/>
                    <a:pt x="32305" y="63801"/>
                    <a:pt x="39019" y="59269"/>
                  </a:cubicBezTo>
                  <a:cubicBezTo>
                    <a:pt x="39595" y="58880"/>
                    <a:pt x="40142" y="58451"/>
                    <a:pt x="40657" y="57985"/>
                  </a:cubicBezTo>
                  <a:cubicBezTo>
                    <a:pt x="43349" y="55242"/>
                    <a:pt x="44971" y="51627"/>
                    <a:pt x="45229" y="47793"/>
                  </a:cubicBezTo>
                  <a:close/>
                </a:path>
              </a:pathLst>
            </a:custGeom>
            <a:grpFill/>
            <a:ln w="9525" cap="flat">
              <a:noFill/>
              <a:prstDash val="solid"/>
              <a:miter/>
            </a:ln>
          </p:spPr>
          <p:txBody>
            <a:bodyPr rtlCol="0" anchor="ctr"/>
            <a:lstStyle/>
            <a:p>
              <a:endParaRPr lang="zh-CN" altLang="en-US"/>
            </a:p>
          </p:txBody>
        </p:sp>
        <p:sp>
          <p:nvSpPr>
            <p:cNvPr id="75" name="任意多边形: 形状 74"/>
            <p:cNvSpPr/>
            <p:nvPr/>
          </p:nvSpPr>
          <p:spPr>
            <a:xfrm>
              <a:off x="9838646" y="5368507"/>
              <a:ext cx="189947" cy="255422"/>
            </a:xfrm>
            <a:custGeom>
              <a:avLst/>
              <a:gdLst>
                <a:gd name="connsiteX0" fmla="*/ 0 w 53054"/>
                <a:gd name="connsiteY0" fmla="*/ 0 h 71342"/>
                <a:gd name="connsiteX1" fmla="*/ 6763 w 53054"/>
                <a:gd name="connsiteY1" fmla="*/ 0 h 71342"/>
                <a:gd name="connsiteX2" fmla="*/ 13621 w 53054"/>
                <a:gd name="connsiteY2" fmla="*/ 0 h 71342"/>
                <a:gd name="connsiteX3" fmla="*/ 13621 w 53054"/>
                <a:gd name="connsiteY3" fmla="*/ 26765 h 71342"/>
                <a:gd name="connsiteX4" fmla="*/ 39338 w 53054"/>
                <a:gd name="connsiteY4" fmla="*/ 26765 h 71342"/>
                <a:gd name="connsiteX5" fmla="*/ 39338 w 53054"/>
                <a:gd name="connsiteY5" fmla="*/ 0 h 71342"/>
                <a:gd name="connsiteX6" fmla="*/ 46196 w 53054"/>
                <a:gd name="connsiteY6" fmla="*/ 0 h 71342"/>
                <a:gd name="connsiteX7" fmla="*/ 53054 w 53054"/>
                <a:gd name="connsiteY7" fmla="*/ 0 h 71342"/>
                <a:gd name="connsiteX8" fmla="*/ 53054 w 53054"/>
                <a:gd name="connsiteY8" fmla="*/ 71342 h 71342"/>
                <a:gd name="connsiteX9" fmla="*/ 46196 w 53054"/>
                <a:gd name="connsiteY9" fmla="*/ 71342 h 71342"/>
                <a:gd name="connsiteX10" fmla="*/ 39338 w 53054"/>
                <a:gd name="connsiteY10" fmla="*/ 71342 h 71342"/>
                <a:gd name="connsiteX11" fmla="*/ 39338 w 53054"/>
                <a:gd name="connsiteY11" fmla="*/ 39053 h 71342"/>
                <a:gd name="connsiteX12" fmla="*/ 13621 w 53054"/>
                <a:gd name="connsiteY12" fmla="*/ 39053 h 71342"/>
                <a:gd name="connsiteX13" fmla="*/ 13621 w 53054"/>
                <a:gd name="connsiteY13" fmla="*/ 71342 h 71342"/>
                <a:gd name="connsiteX14" fmla="*/ 6858 w 53054"/>
                <a:gd name="connsiteY14" fmla="*/ 71342 h 71342"/>
                <a:gd name="connsiteX15" fmla="*/ 0 w 53054"/>
                <a:gd name="connsiteY15" fmla="*/ 71342 h 71342"/>
                <a:gd name="connsiteX16" fmla="*/ 0 w 53054"/>
                <a:gd name="connsiteY1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54" h="71342">
                  <a:moveTo>
                    <a:pt x="0" y="0"/>
                  </a:moveTo>
                  <a:lnTo>
                    <a:pt x="6763" y="0"/>
                  </a:lnTo>
                  <a:lnTo>
                    <a:pt x="13621" y="0"/>
                  </a:lnTo>
                  <a:lnTo>
                    <a:pt x="13621" y="26765"/>
                  </a:lnTo>
                  <a:lnTo>
                    <a:pt x="39338" y="26765"/>
                  </a:lnTo>
                  <a:lnTo>
                    <a:pt x="39338" y="0"/>
                  </a:lnTo>
                  <a:lnTo>
                    <a:pt x="46196" y="0"/>
                  </a:lnTo>
                  <a:lnTo>
                    <a:pt x="53054" y="0"/>
                  </a:lnTo>
                  <a:lnTo>
                    <a:pt x="53054" y="71342"/>
                  </a:lnTo>
                  <a:lnTo>
                    <a:pt x="46196" y="71342"/>
                  </a:lnTo>
                  <a:lnTo>
                    <a:pt x="39338" y="71342"/>
                  </a:lnTo>
                  <a:lnTo>
                    <a:pt x="39338" y="39053"/>
                  </a:lnTo>
                  <a:lnTo>
                    <a:pt x="13621" y="39053"/>
                  </a:lnTo>
                  <a:lnTo>
                    <a:pt x="13621" y="71342"/>
                  </a:lnTo>
                  <a:lnTo>
                    <a:pt x="6858" y="71342"/>
                  </a:lnTo>
                  <a:lnTo>
                    <a:pt x="0" y="71342"/>
                  </a:lnTo>
                  <a:lnTo>
                    <a:pt x="0" y="0"/>
                  </a:lnTo>
                  <a:close/>
                </a:path>
              </a:pathLst>
            </a:custGeom>
            <a:grpFill/>
            <a:ln w="9525" cap="flat">
              <a:noFill/>
              <a:prstDash val="solid"/>
              <a:miter/>
            </a:ln>
          </p:spPr>
          <p:txBody>
            <a:bodyPr rtlCol="0" anchor="ctr"/>
            <a:lstStyle/>
            <a:p>
              <a:endParaRPr lang="zh-CN" altLang="en-US"/>
            </a:p>
          </p:txBody>
        </p:sp>
        <p:sp>
          <p:nvSpPr>
            <p:cNvPr id="76" name="任意多边形: 形状 75"/>
            <p:cNvSpPr/>
            <p:nvPr/>
          </p:nvSpPr>
          <p:spPr>
            <a:xfrm>
              <a:off x="10087592" y="5368507"/>
              <a:ext cx="191651" cy="255422"/>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288 w 53530"/>
                <a:gd name="connsiteY5" fmla="*/ 0 h 71342"/>
                <a:gd name="connsiteX6" fmla="*/ 40672 w 53530"/>
                <a:gd name="connsiteY6" fmla="*/ 50102 h 71342"/>
                <a:gd name="connsiteX7" fmla="*/ 40672 w 53530"/>
                <a:gd name="connsiteY7" fmla="*/ 0 h 71342"/>
                <a:gd name="connsiteX8" fmla="*/ 47054 w 53530"/>
                <a:gd name="connsiteY8" fmla="*/ 0 h 71342"/>
                <a:gd name="connsiteX9" fmla="*/ 53530 w 53530"/>
                <a:gd name="connsiteY9" fmla="*/ 0 h 71342"/>
                <a:gd name="connsiteX10" fmla="*/ 53530 w 53530"/>
                <a:gd name="connsiteY10" fmla="*/ 71342 h 71342"/>
                <a:gd name="connsiteX11" fmla="*/ 46672 w 53530"/>
                <a:gd name="connsiteY11" fmla="*/ 71342 h 71342"/>
                <a:gd name="connsiteX12" fmla="*/ 39814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288" y="0"/>
                  </a:lnTo>
                  <a:lnTo>
                    <a:pt x="40672" y="50102"/>
                  </a:lnTo>
                  <a:lnTo>
                    <a:pt x="40672" y="0"/>
                  </a:lnTo>
                  <a:lnTo>
                    <a:pt x="47054" y="0"/>
                  </a:lnTo>
                  <a:lnTo>
                    <a:pt x="53530" y="0"/>
                  </a:lnTo>
                  <a:lnTo>
                    <a:pt x="53530" y="71342"/>
                  </a:lnTo>
                  <a:lnTo>
                    <a:pt x="46672" y="71342"/>
                  </a:lnTo>
                  <a:lnTo>
                    <a:pt x="39814" y="71342"/>
                  </a:lnTo>
                  <a:lnTo>
                    <a:pt x="12763" y="19907"/>
                  </a:lnTo>
                  <a:lnTo>
                    <a:pt x="12763" y="71342"/>
                  </a:lnTo>
                  <a:close/>
                </a:path>
              </a:pathLst>
            </a:custGeom>
            <a:grpFill/>
            <a:ln w="9525" cap="flat">
              <a:noFill/>
              <a:prstDash val="solid"/>
              <a:miter/>
            </a:ln>
          </p:spPr>
          <p:txBody>
            <a:bodyPr rtlCol="0" anchor="ctr"/>
            <a:lstStyle/>
            <a:p>
              <a:endParaRPr lang="zh-CN" altLang="en-US"/>
            </a:p>
          </p:txBody>
        </p:sp>
        <p:sp>
          <p:nvSpPr>
            <p:cNvPr id="77" name="任意多边形: 形状 76"/>
            <p:cNvSpPr/>
            <p:nvPr/>
          </p:nvSpPr>
          <p:spPr>
            <a:xfrm>
              <a:off x="10328808" y="5362346"/>
              <a:ext cx="226243" cy="269468"/>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grpFill/>
            <a:ln w="9525" cap="flat">
              <a:noFill/>
              <a:prstDash val="solid"/>
              <a:miter/>
            </a:ln>
          </p:spPr>
          <p:txBody>
            <a:bodyPr rtlCol="0" anchor="ctr"/>
            <a:lstStyle/>
            <a:p>
              <a:endParaRPr lang="zh-CN" altLang="en-US"/>
            </a:p>
          </p:txBody>
        </p:sp>
        <p:sp>
          <p:nvSpPr>
            <p:cNvPr id="78" name="任意多边形: 形状 77"/>
            <p:cNvSpPr/>
            <p:nvPr/>
          </p:nvSpPr>
          <p:spPr>
            <a:xfrm>
              <a:off x="10607305" y="5368507"/>
              <a:ext cx="165733" cy="255422"/>
            </a:xfrm>
            <a:custGeom>
              <a:avLst/>
              <a:gdLst>
                <a:gd name="connsiteX0" fmla="*/ 0 w 46291"/>
                <a:gd name="connsiteY0" fmla="*/ 71342 h 71342"/>
                <a:gd name="connsiteX1" fmla="*/ 0 w 46291"/>
                <a:gd name="connsiteY1" fmla="*/ 0 h 71342"/>
                <a:gd name="connsiteX2" fmla="*/ 6858 w 46291"/>
                <a:gd name="connsiteY2" fmla="*/ 0 h 71342"/>
                <a:gd name="connsiteX3" fmla="*/ 13716 w 46291"/>
                <a:gd name="connsiteY3" fmla="*/ 0 h 71342"/>
                <a:gd name="connsiteX4" fmla="*/ 13716 w 46291"/>
                <a:gd name="connsiteY4" fmla="*/ 58674 h 71342"/>
                <a:gd name="connsiteX5" fmla="*/ 46292 w 46291"/>
                <a:gd name="connsiteY5" fmla="*/ 58674 h 71342"/>
                <a:gd name="connsiteX6" fmla="*/ 46292 w 46291"/>
                <a:gd name="connsiteY6" fmla="*/ 65056 h 71342"/>
                <a:gd name="connsiteX7" fmla="*/ 46292 w 46291"/>
                <a:gd name="connsiteY7" fmla="*/ 71342 h 71342"/>
                <a:gd name="connsiteX8" fmla="*/ 0 w 46291"/>
                <a:gd name="connsiteY8"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91" h="71342">
                  <a:moveTo>
                    <a:pt x="0" y="71342"/>
                  </a:moveTo>
                  <a:lnTo>
                    <a:pt x="0" y="0"/>
                  </a:lnTo>
                  <a:lnTo>
                    <a:pt x="6858" y="0"/>
                  </a:lnTo>
                  <a:lnTo>
                    <a:pt x="13716" y="0"/>
                  </a:lnTo>
                  <a:lnTo>
                    <a:pt x="13716" y="58674"/>
                  </a:lnTo>
                  <a:lnTo>
                    <a:pt x="46292" y="58674"/>
                  </a:lnTo>
                  <a:lnTo>
                    <a:pt x="46292" y="65056"/>
                  </a:lnTo>
                  <a:lnTo>
                    <a:pt x="46292" y="71342"/>
                  </a:lnTo>
                  <a:lnTo>
                    <a:pt x="0" y="71342"/>
                  </a:lnTo>
                  <a:close/>
                </a:path>
              </a:pathLst>
            </a:custGeom>
            <a:grpFill/>
            <a:ln w="9525" cap="flat">
              <a:noFill/>
              <a:prstDash val="solid"/>
              <a:miter/>
            </a:ln>
          </p:spPr>
          <p:txBody>
            <a:bodyPr rtlCol="0" anchor="ctr"/>
            <a:lstStyle/>
            <a:p>
              <a:endParaRPr lang="zh-CN" altLang="en-US"/>
            </a:p>
          </p:txBody>
        </p:sp>
        <p:sp>
          <p:nvSpPr>
            <p:cNvPr id="79" name="任意多边形: 形状 78"/>
            <p:cNvSpPr/>
            <p:nvPr/>
          </p:nvSpPr>
          <p:spPr>
            <a:xfrm>
              <a:off x="10809635" y="5362364"/>
              <a:ext cx="226565" cy="269425"/>
            </a:xfrm>
            <a:custGeom>
              <a:avLst/>
              <a:gdLst>
                <a:gd name="connsiteX0" fmla="*/ 8273 w 63282"/>
                <a:gd name="connsiteY0" fmla="*/ 65016 h 75253"/>
                <a:gd name="connsiteX1" fmla="*/ -300 w 63282"/>
                <a:gd name="connsiteY1" fmla="*/ 37870 h 75253"/>
                <a:gd name="connsiteX2" fmla="*/ 8273 w 63282"/>
                <a:gd name="connsiteY2" fmla="*/ 10152 h 75253"/>
                <a:gd name="connsiteX3" fmla="*/ 51850 w 63282"/>
                <a:gd name="connsiteY3" fmla="*/ 7722 h 75253"/>
                <a:gd name="connsiteX4" fmla="*/ 54279 w 63282"/>
                <a:gd name="connsiteY4" fmla="*/ 10152 h 75253"/>
                <a:gd name="connsiteX5" fmla="*/ 62852 w 63282"/>
                <a:gd name="connsiteY5" fmla="*/ 37870 h 75253"/>
                <a:gd name="connsiteX6" fmla="*/ 54279 w 63282"/>
                <a:gd name="connsiteY6" fmla="*/ 65016 h 75253"/>
                <a:gd name="connsiteX7" fmla="*/ 10135 w 63282"/>
                <a:gd name="connsiteY7" fmla="*/ 66878 h 75253"/>
                <a:gd name="connsiteX8" fmla="*/ 8273 w 63282"/>
                <a:gd name="connsiteY8" fmla="*/ 65016 h 75253"/>
                <a:gd name="connsiteX9" fmla="*/ 44373 w 63282"/>
                <a:gd name="connsiteY9" fmla="*/ 55491 h 75253"/>
                <a:gd name="connsiteX10" fmla="*/ 49135 w 63282"/>
                <a:gd name="connsiteY10" fmla="*/ 37393 h 75253"/>
                <a:gd name="connsiteX11" fmla="*/ 44373 w 63282"/>
                <a:gd name="connsiteY11" fmla="*/ 18343 h 75253"/>
                <a:gd name="connsiteX12" fmla="*/ 21754 w 63282"/>
                <a:gd name="connsiteY12" fmla="*/ 14769 h 75253"/>
                <a:gd name="connsiteX13" fmla="*/ 18179 w 63282"/>
                <a:gd name="connsiteY13" fmla="*/ 18343 h 75253"/>
                <a:gd name="connsiteX14" fmla="*/ 13416 w 63282"/>
                <a:gd name="connsiteY14" fmla="*/ 37393 h 75253"/>
                <a:gd name="connsiteX15" fmla="*/ 18084 w 63282"/>
                <a:gd name="connsiteY15" fmla="*/ 55491 h 75253"/>
                <a:gd name="connsiteX16" fmla="*/ 41007 w 63282"/>
                <a:gd name="connsiteY16" fmla="*/ 58857 h 75253"/>
                <a:gd name="connsiteX17" fmla="*/ 44372 w 63282"/>
                <a:gd name="connsiteY17" fmla="*/ 55491 h 7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282" h="75253">
                  <a:moveTo>
                    <a:pt x="8273" y="65016"/>
                  </a:moveTo>
                  <a:cubicBezTo>
                    <a:pt x="2208" y="57312"/>
                    <a:pt x="-840" y="47660"/>
                    <a:pt x="-300" y="37870"/>
                  </a:cubicBezTo>
                  <a:cubicBezTo>
                    <a:pt x="-859" y="27901"/>
                    <a:pt x="2183" y="18064"/>
                    <a:pt x="8273" y="10152"/>
                  </a:cubicBezTo>
                  <a:cubicBezTo>
                    <a:pt x="19636" y="-2552"/>
                    <a:pt x="39145" y="-3640"/>
                    <a:pt x="51850" y="7722"/>
                  </a:cubicBezTo>
                  <a:cubicBezTo>
                    <a:pt x="52704" y="8487"/>
                    <a:pt x="53515" y="9298"/>
                    <a:pt x="54279" y="10152"/>
                  </a:cubicBezTo>
                  <a:cubicBezTo>
                    <a:pt x="60368" y="18064"/>
                    <a:pt x="63410" y="27901"/>
                    <a:pt x="62852" y="37870"/>
                  </a:cubicBezTo>
                  <a:cubicBezTo>
                    <a:pt x="63392" y="47660"/>
                    <a:pt x="60345" y="57312"/>
                    <a:pt x="54279" y="65016"/>
                  </a:cubicBezTo>
                  <a:cubicBezTo>
                    <a:pt x="42604" y="77720"/>
                    <a:pt x="22840" y="78554"/>
                    <a:pt x="10135" y="66878"/>
                  </a:cubicBezTo>
                  <a:cubicBezTo>
                    <a:pt x="9489" y="66284"/>
                    <a:pt x="8867" y="65663"/>
                    <a:pt x="8273" y="65016"/>
                  </a:cubicBezTo>
                  <a:moveTo>
                    <a:pt x="44373" y="55491"/>
                  </a:moveTo>
                  <a:cubicBezTo>
                    <a:pt x="47818" y="50107"/>
                    <a:pt x="49485" y="43776"/>
                    <a:pt x="49135" y="37393"/>
                  </a:cubicBezTo>
                  <a:cubicBezTo>
                    <a:pt x="49590" y="30701"/>
                    <a:pt x="47923" y="24035"/>
                    <a:pt x="44373" y="18343"/>
                  </a:cubicBezTo>
                  <a:cubicBezTo>
                    <a:pt x="39114" y="11110"/>
                    <a:pt x="28987" y="9510"/>
                    <a:pt x="21754" y="14769"/>
                  </a:cubicBezTo>
                  <a:cubicBezTo>
                    <a:pt x="20382" y="15766"/>
                    <a:pt x="19176" y="16972"/>
                    <a:pt x="18179" y="18343"/>
                  </a:cubicBezTo>
                  <a:cubicBezTo>
                    <a:pt x="14629" y="24035"/>
                    <a:pt x="12962" y="30701"/>
                    <a:pt x="13416" y="37393"/>
                  </a:cubicBezTo>
                  <a:cubicBezTo>
                    <a:pt x="13083" y="43762"/>
                    <a:pt x="14712" y="50078"/>
                    <a:pt x="18084" y="55491"/>
                  </a:cubicBezTo>
                  <a:cubicBezTo>
                    <a:pt x="23484" y="62750"/>
                    <a:pt x="33747" y="64257"/>
                    <a:pt x="41007" y="58857"/>
                  </a:cubicBezTo>
                  <a:cubicBezTo>
                    <a:pt x="42286" y="57904"/>
                    <a:pt x="43420" y="56771"/>
                    <a:pt x="44372" y="55491"/>
                  </a:cubicBezTo>
                </a:path>
              </a:pathLst>
            </a:custGeom>
            <a:grpFill/>
            <a:ln w="9525" cap="flat">
              <a:noFill/>
              <a:prstDash val="solid"/>
              <a:miter/>
            </a:ln>
          </p:spPr>
          <p:txBody>
            <a:bodyPr rtlCol="0" anchor="ctr"/>
            <a:lstStyle/>
            <a:p>
              <a:endParaRPr lang="zh-CN" altLang="en-US"/>
            </a:p>
          </p:txBody>
        </p:sp>
        <p:sp>
          <p:nvSpPr>
            <p:cNvPr id="80" name="任意多边形: 形状 79"/>
            <p:cNvSpPr/>
            <p:nvPr/>
          </p:nvSpPr>
          <p:spPr>
            <a:xfrm>
              <a:off x="11076794" y="5362260"/>
              <a:ext cx="220730" cy="269550"/>
            </a:xfrm>
            <a:custGeom>
              <a:avLst/>
              <a:gdLst>
                <a:gd name="connsiteX0" fmla="*/ 31189 w 61652"/>
                <a:gd name="connsiteY0" fmla="*/ 74570 h 75288"/>
                <a:gd name="connsiteX1" fmla="*/ 8329 w 61652"/>
                <a:gd name="connsiteY1" fmla="*/ 65045 h 75288"/>
                <a:gd name="connsiteX2" fmla="*/ 8329 w 61652"/>
                <a:gd name="connsiteY2" fmla="*/ 10181 h 75288"/>
                <a:gd name="connsiteX3" fmla="*/ 32046 w 61652"/>
                <a:gd name="connsiteY3" fmla="*/ -106 h 75288"/>
                <a:gd name="connsiteX4" fmla="*/ 51763 w 61652"/>
                <a:gd name="connsiteY4" fmla="*/ 6371 h 75288"/>
                <a:gd name="connsiteX5" fmla="*/ 60812 w 61652"/>
                <a:gd name="connsiteY5" fmla="*/ 23897 h 75288"/>
                <a:gd name="connsiteX6" fmla="*/ 47382 w 61652"/>
                <a:gd name="connsiteY6" fmla="*/ 23897 h 75288"/>
                <a:gd name="connsiteX7" fmla="*/ 42524 w 61652"/>
                <a:gd name="connsiteY7" fmla="*/ 15801 h 75288"/>
                <a:gd name="connsiteX8" fmla="*/ 32999 w 61652"/>
                <a:gd name="connsiteY8" fmla="*/ 12277 h 75288"/>
                <a:gd name="connsiteX9" fmla="*/ 18997 w 61652"/>
                <a:gd name="connsiteY9" fmla="*/ 18944 h 75288"/>
                <a:gd name="connsiteX10" fmla="*/ 18997 w 61652"/>
                <a:gd name="connsiteY10" fmla="*/ 56091 h 75288"/>
                <a:gd name="connsiteX11" fmla="*/ 33190 w 61652"/>
                <a:gd name="connsiteY11" fmla="*/ 62473 h 75288"/>
                <a:gd name="connsiteX12" fmla="*/ 33190 w 61652"/>
                <a:gd name="connsiteY12" fmla="*/ 62473 h 75288"/>
                <a:gd name="connsiteX13" fmla="*/ 45572 w 61652"/>
                <a:gd name="connsiteY13" fmla="*/ 55806 h 75288"/>
                <a:gd name="connsiteX14" fmla="*/ 49191 w 61652"/>
                <a:gd name="connsiteY14" fmla="*/ 47043 h 75288"/>
                <a:gd name="connsiteX15" fmla="*/ 33761 w 61652"/>
                <a:gd name="connsiteY15" fmla="*/ 47043 h 75288"/>
                <a:gd name="connsiteX16" fmla="*/ 33761 w 61652"/>
                <a:gd name="connsiteY16" fmla="*/ 34756 h 75288"/>
                <a:gd name="connsiteX17" fmla="*/ 61288 w 61652"/>
                <a:gd name="connsiteY17" fmla="*/ 34756 h 75288"/>
                <a:gd name="connsiteX18" fmla="*/ 61288 w 61652"/>
                <a:gd name="connsiteY18" fmla="*/ 72856 h 75288"/>
                <a:gd name="connsiteX19" fmla="*/ 51763 w 61652"/>
                <a:gd name="connsiteY19" fmla="*/ 72856 h 75288"/>
                <a:gd name="connsiteX20" fmla="*/ 50430 w 61652"/>
                <a:gd name="connsiteY20" fmla="*/ 63331 h 75288"/>
                <a:gd name="connsiteX21" fmla="*/ 50239 w 61652"/>
                <a:gd name="connsiteY21" fmla="*/ 65045 h 75288"/>
                <a:gd name="connsiteX22" fmla="*/ 31189 w 61652"/>
                <a:gd name="connsiteY22" fmla="*/ 75142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652" h="75288">
                  <a:moveTo>
                    <a:pt x="31189" y="74570"/>
                  </a:moveTo>
                  <a:cubicBezTo>
                    <a:pt x="22517" y="75034"/>
                    <a:pt x="14106" y="71529"/>
                    <a:pt x="8329" y="65045"/>
                  </a:cubicBezTo>
                  <a:cubicBezTo>
                    <a:pt x="-3263" y="48594"/>
                    <a:pt x="-3263" y="26632"/>
                    <a:pt x="8329" y="10181"/>
                  </a:cubicBezTo>
                  <a:cubicBezTo>
                    <a:pt x="14242" y="3301"/>
                    <a:pt x="22982" y="-489"/>
                    <a:pt x="32046" y="-106"/>
                  </a:cubicBezTo>
                  <a:cubicBezTo>
                    <a:pt x="39189" y="-430"/>
                    <a:pt x="46203" y="1874"/>
                    <a:pt x="51763" y="6371"/>
                  </a:cubicBezTo>
                  <a:cubicBezTo>
                    <a:pt x="56972" y="10791"/>
                    <a:pt x="60224" y="17090"/>
                    <a:pt x="60812" y="23897"/>
                  </a:cubicBezTo>
                  <a:lnTo>
                    <a:pt x="47382" y="23897"/>
                  </a:lnTo>
                  <a:cubicBezTo>
                    <a:pt x="46906" y="20659"/>
                    <a:pt x="45157" y="17745"/>
                    <a:pt x="42524" y="15801"/>
                  </a:cubicBezTo>
                  <a:cubicBezTo>
                    <a:pt x="39883" y="13507"/>
                    <a:pt x="36497" y="12254"/>
                    <a:pt x="32999" y="12277"/>
                  </a:cubicBezTo>
                  <a:cubicBezTo>
                    <a:pt x="27508" y="12009"/>
                    <a:pt x="22250" y="14513"/>
                    <a:pt x="18997" y="18944"/>
                  </a:cubicBezTo>
                  <a:cubicBezTo>
                    <a:pt x="12401" y="30448"/>
                    <a:pt x="12401" y="44588"/>
                    <a:pt x="18997" y="56091"/>
                  </a:cubicBezTo>
                  <a:cubicBezTo>
                    <a:pt x="22405" y="60405"/>
                    <a:pt x="27701" y="62787"/>
                    <a:pt x="33190" y="62473"/>
                  </a:cubicBezTo>
                  <a:lnTo>
                    <a:pt x="33190" y="62473"/>
                  </a:lnTo>
                  <a:cubicBezTo>
                    <a:pt x="38219" y="62655"/>
                    <a:pt x="42955" y="60105"/>
                    <a:pt x="45572" y="55806"/>
                  </a:cubicBezTo>
                  <a:cubicBezTo>
                    <a:pt x="47325" y="53142"/>
                    <a:pt x="48554" y="50168"/>
                    <a:pt x="49191" y="47043"/>
                  </a:cubicBezTo>
                  <a:lnTo>
                    <a:pt x="33761" y="47043"/>
                  </a:lnTo>
                  <a:lnTo>
                    <a:pt x="33761" y="34756"/>
                  </a:lnTo>
                  <a:lnTo>
                    <a:pt x="61288" y="34756"/>
                  </a:lnTo>
                  <a:lnTo>
                    <a:pt x="61288" y="72856"/>
                  </a:lnTo>
                  <a:lnTo>
                    <a:pt x="51763" y="72856"/>
                  </a:lnTo>
                  <a:lnTo>
                    <a:pt x="50430" y="63331"/>
                  </a:lnTo>
                  <a:lnTo>
                    <a:pt x="50239" y="65045"/>
                  </a:lnTo>
                  <a:cubicBezTo>
                    <a:pt x="46126" y="71548"/>
                    <a:pt x="38879" y="75388"/>
                    <a:pt x="31189" y="75142"/>
                  </a:cubicBezTo>
                  <a:close/>
                </a:path>
              </a:pathLst>
            </a:custGeom>
            <a:grpFill/>
            <a:ln w="9525" cap="flat">
              <a:noFill/>
              <a:prstDash val="solid"/>
              <a:miter/>
            </a:ln>
          </p:spPr>
          <p:txBody>
            <a:bodyPr rtlCol="0" anchor="ctr"/>
            <a:lstStyle/>
            <a:p>
              <a:endParaRPr lang="zh-CN" altLang="en-US"/>
            </a:p>
          </p:txBody>
        </p:sp>
        <p:sp>
          <p:nvSpPr>
            <p:cNvPr id="81" name="任意多边形: 形状 80"/>
            <p:cNvSpPr/>
            <p:nvPr/>
          </p:nvSpPr>
          <p:spPr>
            <a:xfrm>
              <a:off x="11336061" y="5368507"/>
              <a:ext cx="208704" cy="255762"/>
            </a:xfrm>
            <a:custGeom>
              <a:avLst/>
              <a:gdLst>
                <a:gd name="connsiteX0" fmla="*/ 22860 w 58293"/>
                <a:gd name="connsiteY0" fmla="*/ 44577 h 71437"/>
                <a:gd name="connsiteX1" fmla="*/ 0 w 58293"/>
                <a:gd name="connsiteY1" fmla="*/ 0 h 71437"/>
                <a:gd name="connsiteX2" fmla="*/ 8096 w 58293"/>
                <a:gd name="connsiteY2" fmla="*/ 0 h 71437"/>
                <a:gd name="connsiteX3" fmla="*/ 16288 w 58293"/>
                <a:gd name="connsiteY3" fmla="*/ 0 h 71437"/>
                <a:gd name="connsiteX4" fmla="*/ 30004 w 58293"/>
                <a:gd name="connsiteY4" fmla="*/ 30956 h 71437"/>
                <a:gd name="connsiteX5" fmla="*/ 29909 w 58293"/>
                <a:gd name="connsiteY5" fmla="*/ 30956 h 71437"/>
                <a:gd name="connsiteX6" fmla="*/ 42767 w 58293"/>
                <a:gd name="connsiteY6" fmla="*/ 0 h 71437"/>
                <a:gd name="connsiteX7" fmla="*/ 50578 w 58293"/>
                <a:gd name="connsiteY7" fmla="*/ 0 h 71437"/>
                <a:gd name="connsiteX8" fmla="*/ 58293 w 58293"/>
                <a:gd name="connsiteY8" fmla="*/ 0 h 71437"/>
                <a:gd name="connsiteX9" fmla="*/ 36576 w 58293"/>
                <a:gd name="connsiteY9" fmla="*/ 44291 h 71437"/>
                <a:gd name="connsiteX10" fmla="*/ 36576 w 58293"/>
                <a:gd name="connsiteY10" fmla="*/ 71438 h 71437"/>
                <a:gd name="connsiteX11" fmla="*/ 29813 w 58293"/>
                <a:gd name="connsiteY11" fmla="*/ 71438 h 71437"/>
                <a:gd name="connsiteX12" fmla="*/ 22860 w 58293"/>
                <a:gd name="connsiteY12" fmla="*/ 71438 h 71437"/>
                <a:gd name="connsiteX13" fmla="*/ 22860 w 58293"/>
                <a:gd name="connsiteY13" fmla="*/ 44577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293" h="71437">
                  <a:moveTo>
                    <a:pt x="22860" y="44577"/>
                  </a:moveTo>
                  <a:lnTo>
                    <a:pt x="0" y="0"/>
                  </a:lnTo>
                  <a:lnTo>
                    <a:pt x="8096" y="0"/>
                  </a:lnTo>
                  <a:lnTo>
                    <a:pt x="16288" y="0"/>
                  </a:lnTo>
                  <a:lnTo>
                    <a:pt x="30004" y="30956"/>
                  </a:lnTo>
                  <a:lnTo>
                    <a:pt x="29909" y="30956"/>
                  </a:lnTo>
                  <a:lnTo>
                    <a:pt x="42767" y="0"/>
                  </a:lnTo>
                  <a:lnTo>
                    <a:pt x="50578" y="0"/>
                  </a:lnTo>
                  <a:lnTo>
                    <a:pt x="58293" y="0"/>
                  </a:lnTo>
                  <a:lnTo>
                    <a:pt x="36576" y="44291"/>
                  </a:lnTo>
                  <a:lnTo>
                    <a:pt x="36576" y="71438"/>
                  </a:lnTo>
                  <a:lnTo>
                    <a:pt x="29813" y="71438"/>
                  </a:lnTo>
                  <a:lnTo>
                    <a:pt x="22860" y="71438"/>
                  </a:lnTo>
                  <a:lnTo>
                    <a:pt x="22860" y="44577"/>
                  </a:lnTo>
                  <a:close/>
                </a:path>
              </a:pathLst>
            </a:custGeom>
            <a:grpFill/>
            <a:ln w="9525" cap="flat">
              <a:noFill/>
              <a:prstDash val="solid"/>
              <a:miter/>
            </a:ln>
          </p:spPr>
          <p:txBody>
            <a:bodyPr rtlCol="0" anchor="ctr"/>
            <a:lstStyle/>
            <a:p>
              <a:endParaRPr lang="zh-CN" altLang="en-US"/>
            </a:p>
          </p:txBody>
        </p:sp>
        <p:sp>
          <p:nvSpPr>
            <p:cNvPr id="82" name="任意多边形: 形状 81"/>
            <p:cNvSpPr/>
            <p:nvPr/>
          </p:nvSpPr>
          <p:spPr>
            <a:xfrm>
              <a:off x="7739657" y="4315441"/>
              <a:ext cx="601915" cy="803025"/>
            </a:xfrm>
            <a:custGeom>
              <a:avLst/>
              <a:gdLst>
                <a:gd name="connsiteX0" fmla="*/ 157088 w 168121"/>
                <a:gd name="connsiteY0" fmla="*/ 5007 h 224293"/>
                <a:gd name="connsiteX1" fmla="*/ 138038 w 168121"/>
                <a:gd name="connsiteY1" fmla="*/ 3579 h 224293"/>
                <a:gd name="connsiteX2" fmla="*/ 128513 w 168121"/>
                <a:gd name="connsiteY2" fmla="*/ -136 h 224293"/>
                <a:gd name="connsiteX3" fmla="*/ 86032 w 168121"/>
                <a:gd name="connsiteY3" fmla="*/ 13675 h 224293"/>
                <a:gd name="connsiteX4" fmla="*/ 71839 w 168121"/>
                <a:gd name="connsiteY4" fmla="*/ 15104 h 224293"/>
                <a:gd name="connsiteX5" fmla="*/ 53933 w 168121"/>
                <a:gd name="connsiteY5" fmla="*/ 22438 h 224293"/>
                <a:gd name="connsiteX6" fmla="*/ 43455 w 168121"/>
                <a:gd name="connsiteY6" fmla="*/ 25772 h 224293"/>
                <a:gd name="connsiteX7" fmla="*/ 35454 w 168121"/>
                <a:gd name="connsiteY7" fmla="*/ 26629 h 224293"/>
                <a:gd name="connsiteX8" fmla="*/ 26977 w 168121"/>
                <a:gd name="connsiteY8" fmla="*/ 21486 h 224293"/>
                <a:gd name="connsiteX9" fmla="*/ 20405 w 168121"/>
                <a:gd name="connsiteY9" fmla="*/ 35011 h 224293"/>
                <a:gd name="connsiteX10" fmla="*/ 17737 w 168121"/>
                <a:gd name="connsiteY10" fmla="*/ 48346 h 224293"/>
                <a:gd name="connsiteX11" fmla="*/ 16499 w 168121"/>
                <a:gd name="connsiteY11" fmla="*/ 56157 h 224293"/>
                <a:gd name="connsiteX12" fmla="*/ 19547 w 168121"/>
                <a:gd name="connsiteY12" fmla="*/ 66444 h 224293"/>
                <a:gd name="connsiteX13" fmla="*/ 22024 w 168121"/>
                <a:gd name="connsiteY13" fmla="*/ 90542 h 224293"/>
                <a:gd name="connsiteX14" fmla="*/ 16880 w 168121"/>
                <a:gd name="connsiteY14" fmla="*/ 105496 h 224293"/>
                <a:gd name="connsiteX15" fmla="*/ 19548 w 168121"/>
                <a:gd name="connsiteY15" fmla="*/ 115021 h 224293"/>
                <a:gd name="connsiteX16" fmla="*/ 24310 w 168121"/>
                <a:gd name="connsiteY16" fmla="*/ 123879 h 224293"/>
                <a:gd name="connsiteX17" fmla="*/ 26405 w 168121"/>
                <a:gd name="connsiteY17" fmla="*/ 129975 h 224293"/>
                <a:gd name="connsiteX18" fmla="*/ 29072 w 168121"/>
                <a:gd name="connsiteY18" fmla="*/ 134166 h 224293"/>
                <a:gd name="connsiteX19" fmla="*/ 34406 w 168121"/>
                <a:gd name="connsiteY19" fmla="*/ 134928 h 224293"/>
                <a:gd name="connsiteX20" fmla="*/ 40978 w 168121"/>
                <a:gd name="connsiteY20" fmla="*/ 133500 h 224293"/>
                <a:gd name="connsiteX21" fmla="*/ 48122 w 168121"/>
                <a:gd name="connsiteY21" fmla="*/ 131499 h 224293"/>
                <a:gd name="connsiteX22" fmla="*/ 53742 w 168121"/>
                <a:gd name="connsiteY22" fmla="*/ 132261 h 224293"/>
                <a:gd name="connsiteX23" fmla="*/ 52695 w 168121"/>
                <a:gd name="connsiteY23" fmla="*/ 141786 h 224293"/>
                <a:gd name="connsiteX24" fmla="*/ 48599 w 168121"/>
                <a:gd name="connsiteY24" fmla="*/ 145501 h 224293"/>
                <a:gd name="connsiteX25" fmla="*/ 44027 w 168121"/>
                <a:gd name="connsiteY25" fmla="*/ 145501 h 224293"/>
                <a:gd name="connsiteX26" fmla="*/ 39359 w 168121"/>
                <a:gd name="connsiteY26" fmla="*/ 146358 h 224293"/>
                <a:gd name="connsiteX27" fmla="*/ 34978 w 168121"/>
                <a:gd name="connsiteY27" fmla="*/ 144930 h 224293"/>
                <a:gd name="connsiteX28" fmla="*/ 30692 w 168121"/>
                <a:gd name="connsiteY28" fmla="*/ 150645 h 224293"/>
                <a:gd name="connsiteX29" fmla="*/ 29834 w 168121"/>
                <a:gd name="connsiteY29" fmla="*/ 158455 h 224293"/>
                <a:gd name="connsiteX30" fmla="*/ 29834 w 168121"/>
                <a:gd name="connsiteY30" fmla="*/ 164837 h 224293"/>
                <a:gd name="connsiteX31" fmla="*/ 36407 w 168121"/>
                <a:gd name="connsiteY31" fmla="*/ 168171 h 224293"/>
                <a:gd name="connsiteX32" fmla="*/ 44217 w 168121"/>
                <a:gd name="connsiteY32" fmla="*/ 169219 h 224293"/>
                <a:gd name="connsiteX33" fmla="*/ 47361 w 168121"/>
                <a:gd name="connsiteY33" fmla="*/ 174553 h 224293"/>
                <a:gd name="connsiteX34" fmla="*/ 28311 w 168121"/>
                <a:gd name="connsiteY34" fmla="*/ 182935 h 224293"/>
                <a:gd name="connsiteX35" fmla="*/ 13261 w 168121"/>
                <a:gd name="connsiteY35" fmla="*/ 188078 h 224293"/>
                <a:gd name="connsiteX36" fmla="*/ 8117 w 168121"/>
                <a:gd name="connsiteY36" fmla="*/ 185602 h 224293"/>
                <a:gd name="connsiteX37" fmla="*/ 4021 w 168121"/>
                <a:gd name="connsiteY37" fmla="*/ 188935 h 224293"/>
                <a:gd name="connsiteX38" fmla="*/ 306 w 168121"/>
                <a:gd name="connsiteY38" fmla="*/ 196746 h 224293"/>
                <a:gd name="connsiteX39" fmla="*/ -264 w 168121"/>
                <a:gd name="connsiteY39" fmla="*/ 203508 h 224293"/>
                <a:gd name="connsiteX40" fmla="*/ 2212 w 168121"/>
                <a:gd name="connsiteY40" fmla="*/ 218272 h 224293"/>
                <a:gd name="connsiteX41" fmla="*/ 13261 w 168121"/>
                <a:gd name="connsiteY41" fmla="*/ 224082 h 224293"/>
                <a:gd name="connsiteX42" fmla="*/ 30787 w 168121"/>
                <a:gd name="connsiteY42" fmla="*/ 218748 h 224293"/>
                <a:gd name="connsiteX43" fmla="*/ 47837 w 168121"/>
                <a:gd name="connsiteY43" fmla="*/ 217034 h 224293"/>
                <a:gd name="connsiteX44" fmla="*/ 64315 w 168121"/>
                <a:gd name="connsiteY44" fmla="*/ 213796 h 224293"/>
                <a:gd name="connsiteX45" fmla="*/ 77840 w 168121"/>
                <a:gd name="connsiteY45" fmla="*/ 211510 h 224293"/>
                <a:gd name="connsiteX46" fmla="*/ 89937 w 168121"/>
                <a:gd name="connsiteY46" fmla="*/ 210271 h 224293"/>
                <a:gd name="connsiteX47" fmla="*/ 103748 w 168121"/>
                <a:gd name="connsiteY47" fmla="*/ 211128 h 224293"/>
                <a:gd name="connsiteX48" fmla="*/ 129085 w 168121"/>
                <a:gd name="connsiteY48" fmla="*/ 210081 h 224293"/>
                <a:gd name="connsiteX49" fmla="*/ 144420 w 168121"/>
                <a:gd name="connsiteY49" fmla="*/ 212748 h 224293"/>
                <a:gd name="connsiteX50" fmla="*/ 161279 w 168121"/>
                <a:gd name="connsiteY50" fmla="*/ 188459 h 224293"/>
                <a:gd name="connsiteX51" fmla="*/ 151754 w 168121"/>
                <a:gd name="connsiteY51" fmla="*/ 173505 h 224293"/>
                <a:gd name="connsiteX52" fmla="*/ 140229 w 168121"/>
                <a:gd name="connsiteY52" fmla="*/ 173505 h 224293"/>
                <a:gd name="connsiteX53" fmla="*/ 127085 w 168121"/>
                <a:gd name="connsiteY53" fmla="*/ 176172 h 224293"/>
                <a:gd name="connsiteX54" fmla="*/ 116417 w 168121"/>
                <a:gd name="connsiteY54" fmla="*/ 176172 h 224293"/>
                <a:gd name="connsiteX55" fmla="*/ 102224 w 168121"/>
                <a:gd name="connsiteY55" fmla="*/ 178839 h 224293"/>
                <a:gd name="connsiteX56" fmla="*/ 97081 w 168121"/>
                <a:gd name="connsiteY56" fmla="*/ 174743 h 224293"/>
                <a:gd name="connsiteX57" fmla="*/ 100414 w 168121"/>
                <a:gd name="connsiteY57" fmla="*/ 168552 h 224293"/>
                <a:gd name="connsiteX58" fmla="*/ 111083 w 168121"/>
                <a:gd name="connsiteY58" fmla="*/ 164646 h 224293"/>
                <a:gd name="connsiteX59" fmla="*/ 120608 w 168121"/>
                <a:gd name="connsiteY59" fmla="*/ 158074 h 224293"/>
                <a:gd name="connsiteX60" fmla="*/ 122227 w 168121"/>
                <a:gd name="connsiteY60" fmla="*/ 152740 h 224293"/>
                <a:gd name="connsiteX61" fmla="*/ 119560 w 168121"/>
                <a:gd name="connsiteY61" fmla="*/ 139786 h 224293"/>
                <a:gd name="connsiteX62" fmla="*/ 115464 w 168121"/>
                <a:gd name="connsiteY62" fmla="*/ 135024 h 224293"/>
                <a:gd name="connsiteX63" fmla="*/ 105177 w 168121"/>
                <a:gd name="connsiteY63" fmla="*/ 131785 h 224293"/>
                <a:gd name="connsiteX64" fmla="*/ 97747 w 168121"/>
                <a:gd name="connsiteY64" fmla="*/ 135214 h 224293"/>
                <a:gd name="connsiteX65" fmla="*/ 88223 w 168121"/>
                <a:gd name="connsiteY65" fmla="*/ 136929 h 224293"/>
                <a:gd name="connsiteX66" fmla="*/ 88223 w 168121"/>
                <a:gd name="connsiteY66" fmla="*/ 127404 h 224293"/>
                <a:gd name="connsiteX67" fmla="*/ 100414 w 168121"/>
                <a:gd name="connsiteY67" fmla="*/ 123689 h 224293"/>
                <a:gd name="connsiteX68" fmla="*/ 108606 w 168121"/>
                <a:gd name="connsiteY68" fmla="*/ 121022 h 224293"/>
                <a:gd name="connsiteX69" fmla="*/ 116417 w 168121"/>
                <a:gd name="connsiteY69" fmla="*/ 121022 h 224293"/>
                <a:gd name="connsiteX70" fmla="*/ 122798 w 168121"/>
                <a:gd name="connsiteY70" fmla="*/ 114640 h 224293"/>
                <a:gd name="connsiteX71" fmla="*/ 141848 w 168121"/>
                <a:gd name="connsiteY71" fmla="*/ 74826 h 224293"/>
                <a:gd name="connsiteX72" fmla="*/ 150421 w 168121"/>
                <a:gd name="connsiteY72" fmla="*/ 65301 h 224293"/>
                <a:gd name="connsiteX73" fmla="*/ 159946 w 168121"/>
                <a:gd name="connsiteY73" fmla="*/ 48441 h 224293"/>
                <a:gd name="connsiteX74" fmla="*/ 162422 w 168121"/>
                <a:gd name="connsiteY74" fmla="*/ 37964 h 224293"/>
                <a:gd name="connsiteX75" fmla="*/ 167756 w 168121"/>
                <a:gd name="connsiteY75" fmla="*/ 26629 h 224293"/>
                <a:gd name="connsiteX76" fmla="*/ 161184 w 168121"/>
                <a:gd name="connsiteY76" fmla="*/ 13294 h 224293"/>
                <a:gd name="connsiteX77" fmla="*/ 157946 w 168121"/>
                <a:gd name="connsiteY77" fmla="*/ 5484 h 224293"/>
                <a:gd name="connsiteX78" fmla="*/ 62696 w 168121"/>
                <a:gd name="connsiteY78" fmla="*/ 96733 h 224293"/>
                <a:gd name="connsiteX79" fmla="*/ 53171 w 168121"/>
                <a:gd name="connsiteY79" fmla="*/ 95686 h 224293"/>
                <a:gd name="connsiteX80" fmla="*/ 52313 w 168121"/>
                <a:gd name="connsiteY80" fmla="*/ 90161 h 224293"/>
                <a:gd name="connsiteX81" fmla="*/ 54980 w 168121"/>
                <a:gd name="connsiteY81" fmla="*/ 84256 h 224293"/>
                <a:gd name="connsiteX82" fmla="*/ 66125 w 168121"/>
                <a:gd name="connsiteY82" fmla="*/ 82351 h 224293"/>
                <a:gd name="connsiteX83" fmla="*/ 69195 w 168121"/>
                <a:gd name="connsiteY83" fmla="*/ 85181 h 224293"/>
                <a:gd name="connsiteX84" fmla="*/ 69173 w 168121"/>
                <a:gd name="connsiteY84" fmla="*/ 85684 h 224293"/>
                <a:gd name="connsiteX85" fmla="*/ 62791 w 168121"/>
                <a:gd name="connsiteY85" fmla="*/ 96733 h 224293"/>
                <a:gd name="connsiteX86" fmla="*/ 69744 w 168121"/>
                <a:gd name="connsiteY86" fmla="*/ 54157 h 224293"/>
                <a:gd name="connsiteX87" fmla="*/ 58885 w 168121"/>
                <a:gd name="connsiteY87" fmla="*/ 64444 h 224293"/>
                <a:gd name="connsiteX88" fmla="*/ 54790 w 168121"/>
                <a:gd name="connsiteY88" fmla="*/ 61967 h 224293"/>
                <a:gd name="connsiteX89" fmla="*/ 53742 w 168121"/>
                <a:gd name="connsiteY89" fmla="*/ 52442 h 224293"/>
                <a:gd name="connsiteX90" fmla="*/ 63267 w 168121"/>
                <a:gd name="connsiteY90" fmla="*/ 45870 h 224293"/>
                <a:gd name="connsiteX91" fmla="*/ 70220 w 168121"/>
                <a:gd name="connsiteY91" fmla="*/ 53871 h 224293"/>
                <a:gd name="connsiteX92" fmla="*/ 104605 w 168121"/>
                <a:gd name="connsiteY92" fmla="*/ 81684 h 224293"/>
                <a:gd name="connsiteX93" fmla="*/ 95080 w 168121"/>
                <a:gd name="connsiteY93" fmla="*/ 88827 h 224293"/>
                <a:gd name="connsiteX94" fmla="*/ 89746 w 168121"/>
                <a:gd name="connsiteY94" fmla="*/ 83970 h 224293"/>
                <a:gd name="connsiteX95" fmla="*/ 90795 w 168121"/>
                <a:gd name="connsiteY95" fmla="*/ 75302 h 224293"/>
                <a:gd name="connsiteX96" fmla="*/ 99462 w 168121"/>
                <a:gd name="connsiteY96" fmla="*/ 72444 h 224293"/>
                <a:gd name="connsiteX97" fmla="*/ 104987 w 168121"/>
                <a:gd name="connsiteY97" fmla="*/ 74445 h 224293"/>
                <a:gd name="connsiteX98" fmla="*/ 104987 w 168121"/>
                <a:gd name="connsiteY98" fmla="*/ 81684 h 224293"/>
                <a:gd name="connsiteX99" fmla="*/ 115559 w 168121"/>
                <a:gd name="connsiteY99" fmla="*/ 40250 h 224293"/>
                <a:gd name="connsiteX100" fmla="*/ 107749 w 168121"/>
                <a:gd name="connsiteY100" fmla="*/ 51394 h 224293"/>
                <a:gd name="connsiteX101" fmla="*/ 96033 w 168121"/>
                <a:gd name="connsiteY101" fmla="*/ 50727 h 224293"/>
                <a:gd name="connsiteX102" fmla="*/ 92890 w 168121"/>
                <a:gd name="connsiteY102" fmla="*/ 40440 h 224293"/>
                <a:gd name="connsiteX103" fmla="*/ 114702 w 168121"/>
                <a:gd name="connsiteY103" fmla="*/ 31868 h 224293"/>
                <a:gd name="connsiteX104" fmla="*/ 115559 w 168121"/>
                <a:gd name="connsiteY104" fmla="*/ 40250 h 22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68121" h="224293">
                  <a:moveTo>
                    <a:pt x="157088" y="5007"/>
                  </a:moveTo>
                  <a:cubicBezTo>
                    <a:pt x="150843" y="3595"/>
                    <a:pt x="144424" y="3114"/>
                    <a:pt x="138038" y="3579"/>
                  </a:cubicBezTo>
                  <a:cubicBezTo>
                    <a:pt x="134895" y="3579"/>
                    <a:pt x="132037" y="-136"/>
                    <a:pt x="128513" y="-136"/>
                  </a:cubicBezTo>
                  <a:cubicBezTo>
                    <a:pt x="124989" y="-136"/>
                    <a:pt x="96319" y="10151"/>
                    <a:pt x="86032" y="13675"/>
                  </a:cubicBezTo>
                  <a:cubicBezTo>
                    <a:pt x="82317" y="14913"/>
                    <a:pt x="76507" y="13675"/>
                    <a:pt x="71839" y="15104"/>
                  </a:cubicBezTo>
                  <a:cubicBezTo>
                    <a:pt x="64886" y="17295"/>
                    <a:pt x="60314" y="20152"/>
                    <a:pt x="53933" y="22438"/>
                  </a:cubicBezTo>
                  <a:cubicBezTo>
                    <a:pt x="51742" y="23295"/>
                    <a:pt x="44408" y="25105"/>
                    <a:pt x="43455" y="25772"/>
                  </a:cubicBezTo>
                  <a:cubicBezTo>
                    <a:pt x="40850" y="26479"/>
                    <a:pt x="38149" y="26768"/>
                    <a:pt x="35454" y="26629"/>
                  </a:cubicBezTo>
                  <a:cubicBezTo>
                    <a:pt x="30977" y="26629"/>
                    <a:pt x="31073" y="21486"/>
                    <a:pt x="26977" y="21486"/>
                  </a:cubicBezTo>
                  <a:cubicBezTo>
                    <a:pt x="22881" y="21486"/>
                    <a:pt x="19833" y="29011"/>
                    <a:pt x="20405" y="35011"/>
                  </a:cubicBezTo>
                  <a:cubicBezTo>
                    <a:pt x="19998" y="39539"/>
                    <a:pt x="19104" y="44010"/>
                    <a:pt x="17737" y="48346"/>
                  </a:cubicBezTo>
                  <a:cubicBezTo>
                    <a:pt x="17055" y="50900"/>
                    <a:pt x="16640" y="53517"/>
                    <a:pt x="16499" y="56157"/>
                  </a:cubicBezTo>
                  <a:cubicBezTo>
                    <a:pt x="16499" y="60538"/>
                    <a:pt x="19833" y="64253"/>
                    <a:pt x="19547" y="66444"/>
                  </a:cubicBezTo>
                  <a:cubicBezTo>
                    <a:pt x="19463" y="74544"/>
                    <a:pt x="20294" y="82628"/>
                    <a:pt x="22024" y="90542"/>
                  </a:cubicBezTo>
                  <a:cubicBezTo>
                    <a:pt x="22691" y="94447"/>
                    <a:pt x="16880" y="99305"/>
                    <a:pt x="16880" y="105496"/>
                  </a:cubicBezTo>
                  <a:cubicBezTo>
                    <a:pt x="17209" y="108802"/>
                    <a:pt x="18112" y="112025"/>
                    <a:pt x="19548" y="115021"/>
                  </a:cubicBezTo>
                  <a:cubicBezTo>
                    <a:pt x="20309" y="116450"/>
                    <a:pt x="24691" y="118450"/>
                    <a:pt x="24310" y="123879"/>
                  </a:cubicBezTo>
                  <a:cubicBezTo>
                    <a:pt x="24617" y="126026"/>
                    <a:pt x="25328" y="128094"/>
                    <a:pt x="26405" y="129975"/>
                  </a:cubicBezTo>
                  <a:cubicBezTo>
                    <a:pt x="27072" y="131881"/>
                    <a:pt x="26405" y="133500"/>
                    <a:pt x="29072" y="134166"/>
                  </a:cubicBezTo>
                  <a:cubicBezTo>
                    <a:pt x="30803" y="134680"/>
                    <a:pt x="32600" y="134936"/>
                    <a:pt x="34406" y="134928"/>
                  </a:cubicBezTo>
                  <a:cubicBezTo>
                    <a:pt x="36621" y="134568"/>
                    <a:pt x="38814" y="134091"/>
                    <a:pt x="40978" y="133500"/>
                  </a:cubicBezTo>
                  <a:cubicBezTo>
                    <a:pt x="43407" y="133016"/>
                    <a:pt x="45796" y="132347"/>
                    <a:pt x="48122" y="131499"/>
                  </a:cubicBezTo>
                  <a:cubicBezTo>
                    <a:pt x="51075" y="130071"/>
                    <a:pt x="53361" y="129690"/>
                    <a:pt x="53742" y="132261"/>
                  </a:cubicBezTo>
                  <a:cubicBezTo>
                    <a:pt x="53906" y="135472"/>
                    <a:pt x="53551" y="138688"/>
                    <a:pt x="52695" y="141786"/>
                  </a:cubicBezTo>
                  <a:cubicBezTo>
                    <a:pt x="51706" y="143385"/>
                    <a:pt x="50286" y="144672"/>
                    <a:pt x="48599" y="145501"/>
                  </a:cubicBezTo>
                  <a:cubicBezTo>
                    <a:pt x="47086" y="145753"/>
                    <a:pt x="45540" y="145753"/>
                    <a:pt x="44027" y="145501"/>
                  </a:cubicBezTo>
                  <a:cubicBezTo>
                    <a:pt x="42121" y="145501"/>
                    <a:pt x="41264" y="146358"/>
                    <a:pt x="39359" y="146358"/>
                  </a:cubicBezTo>
                  <a:cubicBezTo>
                    <a:pt x="37454" y="146358"/>
                    <a:pt x="36978" y="144930"/>
                    <a:pt x="34978" y="144930"/>
                  </a:cubicBezTo>
                  <a:cubicBezTo>
                    <a:pt x="31358" y="144930"/>
                    <a:pt x="31073" y="148359"/>
                    <a:pt x="30692" y="150645"/>
                  </a:cubicBezTo>
                  <a:cubicBezTo>
                    <a:pt x="30310" y="152931"/>
                    <a:pt x="30120" y="155788"/>
                    <a:pt x="29834" y="158455"/>
                  </a:cubicBezTo>
                  <a:cubicBezTo>
                    <a:pt x="29548" y="161122"/>
                    <a:pt x="28787" y="163123"/>
                    <a:pt x="29834" y="164837"/>
                  </a:cubicBezTo>
                  <a:cubicBezTo>
                    <a:pt x="30882" y="166552"/>
                    <a:pt x="32502" y="167504"/>
                    <a:pt x="36407" y="168171"/>
                  </a:cubicBezTo>
                  <a:cubicBezTo>
                    <a:pt x="38764" y="169553"/>
                    <a:pt x="41578" y="169931"/>
                    <a:pt x="44217" y="169219"/>
                  </a:cubicBezTo>
                  <a:cubicBezTo>
                    <a:pt x="45741" y="169219"/>
                    <a:pt x="49837" y="171028"/>
                    <a:pt x="47361" y="174553"/>
                  </a:cubicBezTo>
                  <a:cubicBezTo>
                    <a:pt x="40855" y="176978"/>
                    <a:pt x="34494" y="179776"/>
                    <a:pt x="28311" y="182935"/>
                  </a:cubicBezTo>
                  <a:cubicBezTo>
                    <a:pt x="23510" y="185227"/>
                    <a:pt x="18460" y="186953"/>
                    <a:pt x="13261" y="188078"/>
                  </a:cubicBezTo>
                  <a:cubicBezTo>
                    <a:pt x="10404" y="188078"/>
                    <a:pt x="10022" y="185792"/>
                    <a:pt x="8117" y="185602"/>
                  </a:cubicBezTo>
                  <a:cubicBezTo>
                    <a:pt x="6212" y="185411"/>
                    <a:pt x="4688" y="188745"/>
                    <a:pt x="4021" y="188935"/>
                  </a:cubicBezTo>
                  <a:cubicBezTo>
                    <a:pt x="1685" y="190858"/>
                    <a:pt x="324" y="193720"/>
                    <a:pt x="306" y="196746"/>
                  </a:cubicBezTo>
                  <a:cubicBezTo>
                    <a:pt x="307" y="198270"/>
                    <a:pt x="307" y="201508"/>
                    <a:pt x="-264" y="203508"/>
                  </a:cubicBezTo>
                  <a:cubicBezTo>
                    <a:pt x="-931" y="210271"/>
                    <a:pt x="1926" y="213033"/>
                    <a:pt x="2212" y="218272"/>
                  </a:cubicBezTo>
                  <a:cubicBezTo>
                    <a:pt x="2498" y="223511"/>
                    <a:pt x="10022" y="224463"/>
                    <a:pt x="13261" y="224082"/>
                  </a:cubicBezTo>
                  <a:cubicBezTo>
                    <a:pt x="19277" y="222936"/>
                    <a:pt x="25152" y="221147"/>
                    <a:pt x="30787" y="218748"/>
                  </a:cubicBezTo>
                  <a:cubicBezTo>
                    <a:pt x="36514" y="218755"/>
                    <a:pt x="42226" y="218181"/>
                    <a:pt x="47837" y="217034"/>
                  </a:cubicBezTo>
                  <a:cubicBezTo>
                    <a:pt x="53043" y="214817"/>
                    <a:pt x="58656" y="213714"/>
                    <a:pt x="64315" y="213796"/>
                  </a:cubicBezTo>
                  <a:cubicBezTo>
                    <a:pt x="68880" y="213416"/>
                    <a:pt x="73404" y="212651"/>
                    <a:pt x="77840" y="211510"/>
                  </a:cubicBezTo>
                  <a:cubicBezTo>
                    <a:pt x="81832" y="210771"/>
                    <a:pt x="85878" y="210357"/>
                    <a:pt x="89937" y="210271"/>
                  </a:cubicBezTo>
                  <a:cubicBezTo>
                    <a:pt x="94513" y="210899"/>
                    <a:pt x="99129" y="211186"/>
                    <a:pt x="103748" y="211128"/>
                  </a:cubicBezTo>
                  <a:cubicBezTo>
                    <a:pt x="105748" y="211128"/>
                    <a:pt x="116512" y="210271"/>
                    <a:pt x="129085" y="210081"/>
                  </a:cubicBezTo>
                  <a:cubicBezTo>
                    <a:pt x="143182" y="210081"/>
                    <a:pt x="140419" y="213129"/>
                    <a:pt x="144420" y="212748"/>
                  </a:cubicBezTo>
                  <a:cubicBezTo>
                    <a:pt x="153945" y="211986"/>
                    <a:pt x="161279" y="199508"/>
                    <a:pt x="161279" y="188459"/>
                  </a:cubicBezTo>
                  <a:cubicBezTo>
                    <a:pt x="161279" y="180744"/>
                    <a:pt x="151754" y="178458"/>
                    <a:pt x="151754" y="173505"/>
                  </a:cubicBezTo>
                  <a:cubicBezTo>
                    <a:pt x="149087" y="170647"/>
                    <a:pt x="144420" y="174553"/>
                    <a:pt x="140229" y="173505"/>
                  </a:cubicBezTo>
                  <a:cubicBezTo>
                    <a:pt x="135753" y="173839"/>
                    <a:pt x="131337" y="174735"/>
                    <a:pt x="127085" y="176172"/>
                  </a:cubicBezTo>
                  <a:cubicBezTo>
                    <a:pt x="123531" y="176351"/>
                    <a:pt x="119971" y="176351"/>
                    <a:pt x="116417" y="176172"/>
                  </a:cubicBezTo>
                  <a:cubicBezTo>
                    <a:pt x="112511" y="176172"/>
                    <a:pt x="104225" y="178839"/>
                    <a:pt x="102224" y="178839"/>
                  </a:cubicBezTo>
                  <a:cubicBezTo>
                    <a:pt x="100224" y="178839"/>
                    <a:pt x="97081" y="178839"/>
                    <a:pt x="97081" y="174743"/>
                  </a:cubicBezTo>
                  <a:cubicBezTo>
                    <a:pt x="97231" y="172290"/>
                    <a:pt x="98449" y="170027"/>
                    <a:pt x="100414" y="168552"/>
                  </a:cubicBezTo>
                  <a:cubicBezTo>
                    <a:pt x="103653" y="166456"/>
                    <a:pt x="108796" y="166075"/>
                    <a:pt x="111083" y="164646"/>
                  </a:cubicBezTo>
                  <a:cubicBezTo>
                    <a:pt x="114523" y="162867"/>
                    <a:pt x="117723" y="160659"/>
                    <a:pt x="120608" y="158074"/>
                  </a:cubicBezTo>
                  <a:cubicBezTo>
                    <a:pt x="121733" y="156529"/>
                    <a:pt x="122304" y="154650"/>
                    <a:pt x="122227" y="152740"/>
                  </a:cubicBezTo>
                  <a:cubicBezTo>
                    <a:pt x="120524" y="148631"/>
                    <a:pt x="119619" y="144234"/>
                    <a:pt x="119560" y="139786"/>
                  </a:cubicBezTo>
                  <a:cubicBezTo>
                    <a:pt x="119542" y="137411"/>
                    <a:pt x="117810" y="135396"/>
                    <a:pt x="115464" y="135024"/>
                  </a:cubicBezTo>
                  <a:cubicBezTo>
                    <a:pt x="111929" y="134314"/>
                    <a:pt x="108481" y="133228"/>
                    <a:pt x="105177" y="131785"/>
                  </a:cubicBezTo>
                  <a:cubicBezTo>
                    <a:pt x="102311" y="131752"/>
                    <a:pt x="99582" y="133011"/>
                    <a:pt x="97747" y="135214"/>
                  </a:cubicBezTo>
                  <a:cubicBezTo>
                    <a:pt x="96605" y="136929"/>
                    <a:pt x="90985" y="140167"/>
                    <a:pt x="88223" y="136929"/>
                  </a:cubicBezTo>
                  <a:cubicBezTo>
                    <a:pt x="86984" y="133875"/>
                    <a:pt x="86984" y="130458"/>
                    <a:pt x="88223" y="127404"/>
                  </a:cubicBezTo>
                  <a:cubicBezTo>
                    <a:pt x="89937" y="124070"/>
                    <a:pt x="98700" y="125403"/>
                    <a:pt x="100414" y="123689"/>
                  </a:cubicBezTo>
                  <a:cubicBezTo>
                    <a:pt x="102129" y="121974"/>
                    <a:pt x="107368" y="122070"/>
                    <a:pt x="108606" y="121022"/>
                  </a:cubicBezTo>
                  <a:cubicBezTo>
                    <a:pt x="111090" y="119905"/>
                    <a:pt x="113933" y="119905"/>
                    <a:pt x="116417" y="121022"/>
                  </a:cubicBezTo>
                  <a:cubicBezTo>
                    <a:pt x="118227" y="121879"/>
                    <a:pt x="121941" y="117021"/>
                    <a:pt x="122798" y="114640"/>
                  </a:cubicBezTo>
                  <a:cubicBezTo>
                    <a:pt x="128132" y="99877"/>
                    <a:pt x="135371" y="89590"/>
                    <a:pt x="141848" y="74826"/>
                  </a:cubicBezTo>
                  <a:cubicBezTo>
                    <a:pt x="142896" y="72444"/>
                    <a:pt x="149373" y="67301"/>
                    <a:pt x="150421" y="65301"/>
                  </a:cubicBezTo>
                  <a:cubicBezTo>
                    <a:pt x="152918" y="59324"/>
                    <a:pt x="156115" y="53665"/>
                    <a:pt x="159946" y="48441"/>
                  </a:cubicBezTo>
                  <a:cubicBezTo>
                    <a:pt x="161838" y="45290"/>
                    <a:pt x="162704" y="41629"/>
                    <a:pt x="162422" y="37964"/>
                  </a:cubicBezTo>
                  <a:cubicBezTo>
                    <a:pt x="162422" y="36535"/>
                    <a:pt x="167471" y="30439"/>
                    <a:pt x="167756" y="26629"/>
                  </a:cubicBezTo>
                  <a:cubicBezTo>
                    <a:pt x="167243" y="21538"/>
                    <a:pt x="164909" y="16802"/>
                    <a:pt x="161184" y="13294"/>
                  </a:cubicBezTo>
                  <a:cubicBezTo>
                    <a:pt x="159851" y="12056"/>
                    <a:pt x="159089" y="6436"/>
                    <a:pt x="157946" y="5484"/>
                  </a:cubicBezTo>
                  <a:moveTo>
                    <a:pt x="62696" y="96733"/>
                  </a:moveTo>
                  <a:cubicBezTo>
                    <a:pt x="60791" y="97781"/>
                    <a:pt x="56314" y="96733"/>
                    <a:pt x="53171" y="95686"/>
                  </a:cubicBezTo>
                  <a:cubicBezTo>
                    <a:pt x="52339" y="93971"/>
                    <a:pt x="52040" y="92047"/>
                    <a:pt x="52313" y="90161"/>
                  </a:cubicBezTo>
                  <a:cubicBezTo>
                    <a:pt x="52485" y="87941"/>
                    <a:pt x="53428" y="85852"/>
                    <a:pt x="54980" y="84256"/>
                  </a:cubicBezTo>
                  <a:cubicBezTo>
                    <a:pt x="58640" y="83332"/>
                    <a:pt x="62366" y="82695"/>
                    <a:pt x="66125" y="82351"/>
                  </a:cubicBezTo>
                  <a:cubicBezTo>
                    <a:pt x="67754" y="82284"/>
                    <a:pt x="69128" y="83551"/>
                    <a:pt x="69195" y="85181"/>
                  </a:cubicBezTo>
                  <a:cubicBezTo>
                    <a:pt x="69202" y="85349"/>
                    <a:pt x="69195" y="85517"/>
                    <a:pt x="69173" y="85684"/>
                  </a:cubicBezTo>
                  <a:cubicBezTo>
                    <a:pt x="68816" y="90140"/>
                    <a:pt x="66472" y="94198"/>
                    <a:pt x="62791" y="96733"/>
                  </a:cubicBezTo>
                  <a:moveTo>
                    <a:pt x="69744" y="54157"/>
                  </a:moveTo>
                  <a:cubicBezTo>
                    <a:pt x="69173" y="59586"/>
                    <a:pt x="63458" y="61015"/>
                    <a:pt x="58885" y="64444"/>
                  </a:cubicBezTo>
                  <a:cubicBezTo>
                    <a:pt x="56600" y="66253"/>
                    <a:pt x="54790" y="61967"/>
                    <a:pt x="54790" y="61967"/>
                  </a:cubicBezTo>
                  <a:cubicBezTo>
                    <a:pt x="52504" y="59967"/>
                    <a:pt x="53837" y="55681"/>
                    <a:pt x="53742" y="52442"/>
                  </a:cubicBezTo>
                  <a:cubicBezTo>
                    <a:pt x="53742" y="45870"/>
                    <a:pt x="60981" y="48156"/>
                    <a:pt x="63267" y="45870"/>
                  </a:cubicBezTo>
                  <a:cubicBezTo>
                    <a:pt x="69268" y="44441"/>
                    <a:pt x="71078" y="46536"/>
                    <a:pt x="70220" y="53871"/>
                  </a:cubicBezTo>
                  <a:moveTo>
                    <a:pt x="104605" y="81684"/>
                  </a:moveTo>
                  <a:cubicBezTo>
                    <a:pt x="102753" y="85449"/>
                    <a:pt x="99214" y="88103"/>
                    <a:pt x="95080" y="88827"/>
                  </a:cubicBezTo>
                  <a:cubicBezTo>
                    <a:pt x="93842" y="88827"/>
                    <a:pt x="89842" y="85970"/>
                    <a:pt x="89746" y="83970"/>
                  </a:cubicBezTo>
                  <a:cubicBezTo>
                    <a:pt x="89652" y="81969"/>
                    <a:pt x="88794" y="77588"/>
                    <a:pt x="90795" y="75302"/>
                  </a:cubicBezTo>
                  <a:cubicBezTo>
                    <a:pt x="94890" y="75302"/>
                    <a:pt x="96795" y="73207"/>
                    <a:pt x="99462" y="72444"/>
                  </a:cubicBezTo>
                  <a:cubicBezTo>
                    <a:pt x="102129" y="71682"/>
                    <a:pt x="104605" y="71968"/>
                    <a:pt x="104987" y="74445"/>
                  </a:cubicBezTo>
                  <a:cubicBezTo>
                    <a:pt x="105230" y="76851"/>
                    <a:pt x="105230" y="79277"/>
                    <a:pt x="104987" y="81684"/>
                  </a:cubicBezTo>
                  <a:moveTo>
                    <a:pt x="115559" y="40250"/>
                  </a:moveTo>
                  <a:cubicBezTo>
                    <a:pt x="114181" y="44688"/>
                    <a:pt x="111450" y="48584"/>
                    <a:pt x="107749" y="51394"/>
                  </a:cubicBezTo>
                  <a:cubicBezTo>
                    <a:pt x="103837" y="51916"/>
                    <a:pt x="99861" y="51690"/>
                    <a:pt x="96033" y="50727"/>
                  </a:cubicBezTo>
                  <a:cubicBezTo>
                    <a:pt x="92604" y="49489"/>
                    <a:pt x="92604" y="43774"/>
                    <a:pt x="92890" y="40440"/>
                  </a:cubicBezTo>
                  <a:cubicBezTo>
                    <a:pt x="93557" y="34059"/>
                    <a:pt x="106606" y="34440"/>
                    <a:pt x="114702" y="31868"/>
                  </a:cubicBezTo>
                  <a:cubicBezTo>
                    <a:pt x="115655" y="32725"/>
                    <a:pt x="115559" y="38250"/>
                    <a:pt x="115559" y="40250"/>
                  </a:cubicBezTo>
                </a:path>
              </a:pathLst>
            </a:custGeom>
            <a:grpFill/>
            <a:ln w="9525" cap="flat">
              <a:noFill/>
              <a:prstDash val="solid"/>
              <a:miter/>
            </a:ln>
          </p:spPr>
          <p:txBody>
            <a:bodyPr rtlCol="0" anchor="ctr"/>
            <a:lstStyle/>
            <a:p>
              <a:endParaRPr lang="zh-CN" altLang="en-US"/>
            </a:p>
          </p:txBody>
        </p:sp>
        <p:sp>
          <p:nvSpPr>
            <p:cNvPr id="83" name="任意多边形: 形状 82"/>
            <p:cNvSpPr/>
            <p:nvPr/>
          </p:nvSpPr>
          <p:spPr>
            <a:xfrm>
              <a:off x="7368181" y="4380956"/>
              <a:ext cx="420543" cy="743077"/>
            </a:xfrm>
            <a:custGeom>
              <a:avLst/>
              <a:gdLst>
                <a:gd name="connsiteX0" fmla="*/ 92444 w 117462"/>
                <a:gd name="connsiteY0" fmla="*/ 134632 h 207549"/>
                <a:gd name="connsiteX1" fmla="*/ 84062 w 117462"/>
                <a:gd name="connsiteY1" fmla="*/ 134632 h 207549"/>
                <a:gd name="connsiteX2" fmla="*/ 83014 w 117462"/>
                <a:gd name="connsiteY2" fmla="*/ 125964 h 207549"/>
                <a:gd name="connsiteX3" fmla="*/ 105017 w 117462"/>
                <a:gd name="connsiteY3" fmla="*/ 104818 h 207549"/>
                <a:gd name="connsiteX4" fmla="*/ 106636 w 117462"/>
                <a:gd name="connsiteY4" fmla="*/ 100342 h 207549"/>
                <a:gd name="connsiteX5" fmla="*/ 101969 w 117462"/>
                <a:gd name="connsiteY5" fmla="*/ 89197 h 207549"/>
                <a:gd name="connsiteX6" fmla="*/ 99492 w 117462"/>
                <a:gd name="connsiteY6" fmla="*/ 82244 h 207549"/>
                <a:gd name="connsiteX7" fmla="*/ 91872 w 117462"/>
                <a:gd name="connsiteY7" fmla="*/ 82244 h 207549"/>
                <a:gd name="connsiteX8" fmla="*/ 91015 w 117462"/>
                <a:gd name="connsiteY8" fmla="*/ 72719 h 207549"/>
                <a:gd name="connsiteX9" fmla="*/ 92254 w 117462"/>
                <a:gd name="connsiteY9" fmla="*/ 58336 h 207549"/>
                <a:gd name="connsiteX10" fmla="*/ 103969 w 117462"/>
                <a:gd name="connsiteY10" fmla="*/ 45382 h 207549"/>
                <a:gd name="connsiteX11" fmla="*/ 111017 w 117462"/>
                <a:gd name="connsiteY11" fmla="*/ 35857 h 207549"/>
                <a:gd name="connsiteX12" fmla="*/ 114922 w 117462"/>
                <a:gd name="connsiteY12" fmla="*/ 22903 h 207549"/>
                <a:gd name="connsiteX13" fmla="*/ 116923 w 117462"/>
                <a:gd name="connsiteY13" fmla="*/ 11569 h 207549"/>
                <a:gd name="connsiteX14" fmla="*/ 108350 w 117462"/>
                <a:gd name="connsiteY14" fmla="*/ 329 h 207549"/>
                <a:gd name="connsiteX15" fmla="*/ 94920 w 117462"/>
                <a:gd name="connsiteY15" fmla="*/ 1282 h 207549"/>
                <a:gd name="connsiteX16" fmla="*/ 47867 w 117462"/>
                <a:gd name="connsiteY16" fmla="*/ 23761 h 207549"/>
                <a:gd name="connsiteX17" fmla="*/ 37008 w 117462"/>
                <a:gd name="connsiteY17" fmla="*/ 24999 h 207549"/>
                <a:gd name="connsiteX18" fmla="*/ 28721 w 117462"/>
                <a:gd name="connsiteY18" fmla="*/ 29857 h 207549"/>
                <a:gd name="connsiteX19" fmla="*/ 24816 w 117462"/>
                <a:gd name="connsiteY19" fmla="*/ 35857 h 207549"/>
                <a:gd name="connsiteX20" fmla="*/ 19672 w 117462"/>
                <a:gd name="connsiteY20" fmla="*/ 39096 h 207549"/>
                <a:gd name="connsiteX21" fmla="*/ 22340 w 117462"/>
                <a:gd name="connsiteY21" fmla="*/ 50240 h 207549"/>
                <a:gd name="connsiteX22" fmla="*/ 27293 w 117462"/>
                <a:gd name="connsiteY22" fmla="*/ 53574 h 207549"/>
                <a:gd name="connsiteX23" fmla="*/ 33293 w 117462"/>
                <a:gd name="connsiteY23" fmla="*/ 60146 h 207549"/>
                <a:gd name="connsiteX24" fmla="*/ 42818 w 117462"/>
                <a:gd name="connsiteY24" fmla="*/ 63575 h 207549"/>
                <a:gd name="connsiteX25" fmla="*/ 50819 w 117462"/>
                <a:gd name="connsiteY25" fmla="*/ 71005 h 207549"/>
                <a:gd name="connsiteX26" fmla="*/ 48534 w 117462"/>
                <a:gd name="connsiteY26" fmla="*/ 86626 h 207549"/>
                <a:gd name="connsiteX27" fmla="*/ 38246 w 117462"/>
                <a:gd name="connsiteY27" fmla="*/ 95103 h 207549"/>
                <a:gd name="connsiteX28" fmla="*/ 30912 w 117462"/>
                <a:gd name="connsiteY28" fmla="*/ 95103 h 207549"/>
                <a:gd name="connsiteX29" fmla="*/ 19958 w 117462"/>
                <a:gd name="connsiteY29" fmla="*/ 106438 h 207549"/>
                <a:gd name="connsiteX30" fmla="*/ 26816 w 117462"/>
                <a:gd name="connsiteY30" fmla="*/ 118344 h 207549"/>
                <a:gd name="connsiteX31" fmla="*/ 30245 w 117462"/>
                <a:gd name="connsiteY31" fmla="*/ 123869 h 207549"/>
                <a:gd name="connsiteX32" fmla="*/ 33102 w 117462"/>
                <a:gd name="connsiteY32" fmla="*/ 130250 h 207549"/>
                <a:gd name="connsiteX33" fmla="*/ 31293 w 117462"/>
                <a:gd name="connsiteY33" fmla="*/ 138251 h 207549"/>
                <a:gd name="connsiteX34" fmla="*/ 29674 w 117462"/>
                <a:gd name="connsiteY34" fmla="*/ 144442 h 207549"/>
                <a:gd name="connsiteX35" fmla="*/ 23483 w 117462"/>
                <a:gd name="connsiteY35" fmla="*/ 150824 h 207549"/>
                <a:gd name="connsiteX36" fmla="*/ 14815 w 117462"/>
                <a:gd name="connsiteY36" fmla="*/ 157206 h 207549"/>
                <a:gd name="connsiteX37" fmla="*/ -330 w 117462"/>
                <a:gd name="connsiteY37" fmla="*/ 171779 h 207549"/>
                <a:gd name="connsiteX38" fmla="*/ 2337 w 117462"/>
                <a:gd name="connsiteY38" fmla="*/ 187210 h 207549"/>
                <a:gd name="connsiteX39" fmla="*/ 8243 w 117462"/>
                <a:gd name="connsiteY39" fmla="*/ 195687 h 207549"/>
                <a:gd name="connsiteX40" fmla="*/ 12339 w 117462"/>
                <a:gd name="connsiteY40" fmla="*/ 204069 h 207549"/>
                <a:gd name="connsiteX41" fmla="*/ 21864 w 117462"/>
                <a:gd name="connsiteY41" fmla="*/ 206736 h 207549"/>
                <a:gd name="connsiteX42" fmla="*/ 28626 w 117462"/>
                <a:gd name="connsiteY42" fmla="*/ 206736 h 207549"/>
                <a:gd name="connsiteX43" fmla="*/ 45676 w 117462"/>
                <a:gd name="connsiteY43" fmla="*/ 191496 h 207549"/>
                <a:gd name="connsiteX44" fmla="*/ 80633 w 117462"/>
                <a:gd name="connsiteY44" fmla="*/ 174065 h 207549"/>
                <a:gd name="connsiteX45" fmla="*/ 102064 w 117462"/>
                <a:gd name="connsiteY45" fmla="*/ 148348 h 207549"/>
                <a:gd name="connsiteX46" fmla="*/ 99778 w 117462"/>
                <a:gd name="connsiteY46" fmla="*/ 140156 h 207549"/>
                <a:gd name="connsiteX47" fmla="*/ 92158 w 117462"/>
                <a:gd name="connsiteY47" fmla="*/ 135203 h 20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7462" h="207549">
                  <a:moveTo>
                    <a:pt x="92444" y="134632"/>
                  </a:moveTo>
                  <a:cubicBezTo>
                    <a:pt x="90443" y="134632"/>
                    <a:pt x="85871" y="134632"/>
                    <a:pt x="84062" y="134632"/>
                  </a:cubicBezTo>
                  <a:cubicBezTo>
                    <a:pt x="82757" y="131940"/>
                    <a:pt x="82388" y="128889"/>
                    <a:pt x="83014" y="125964"/>
                  </a:cubicBezTo>
                  <a:cubicBezTo>
                    <a:pt x="88677" y="117361"/>
                    <a:pt x="96195" y="110135"/>
                    <a:pt x="105017" y="104818"/>
                  </a:cubicBezTo>
                  <a:cubicBezTo>
                    <a:pt x="106540" y="103866"/>
                    <a:pt x="106540" y="102247"/>
                    <a:pt x="106636" y="100342"/>
                  </a:cubicBezTo>
                  <a:cubicBezTo>
                    <a:pt x="106636" y="97008"/>
                    <a:pt x="105493" y="95960"/>
                    <a:pt x="101969" y="89197"/>
                  </a:cubicBezTo>
                  <a:cubicBezTo>
                    <a:pt x="100064" y="85673"/>
                    <a:pt x="101112" y="82435"/>
                    <a:pt x="99492" y="82244"/>
                  </a:cubicBezTo>
                  <a:cubicBezTo>
                    <a:pt x="97873" y="82054"/>
                    <a:pt x="94730" y="85007"/>
                    <a:pt x="91872" y="82244"/>
                  </a:cubicBezTo>
                  <a:cubicBezTo>
                    <a:pt x="89015" y="79482"/>
                    <a:pt x="91015" y="74338"/>
                    <a:pt x="91015" y="72719"/>
                  </a:cubicBezTo>
                  <a:cubicBezTo>
                    <a:pt x="89911" y="67914"/>
                    <a:pt x="90344" y="62882"/>
                    <a:pt x="92254" y="58336"/>
                  </a:cubicBezTo>
                  <a:cubicBezTo>
                    <a:pt x="95866" y="53762"/>
                    <a:pt x="99779" y="49434"/>
                    <a:pt x="103969" y="45382"/>
                  </a:cubicBezTo>
                  <a:cubicBezTo>
                    <a:pt x="108065" y="41668"/>
                    <a:pt x="111113" y="39191"/>
                    <a:pt x="111017" y="35857"/>
                  </a:cubicBezTo>
                  <a:cubicBezTo>
                    <a:pt x="111017" y="28428"/>
                    <a:pt x="114637" y="25380"/>
                    <a:pt x="114922" y="22903"/>
                  </a:cubicBezTo>
                  <a:cubicBezTo>
                    <a:pt x="115209" y="20427"/>
                    <a:pt x="117780" y="13378"/>
                    <a:pt x="116923" y="11569"/>
                  </a:cubicBezTo>
                  <a:cubicBezTo>
                    <a:pt x="115399" y="7854"/>
                    <a:pt x="113018" y="-2433"/>
                    <a:pt x="108350" y="329"/>
                  </a:cubicBezTo>
                  <a:cubicBezTo>
                    <a:pt x="105397" y="1949"/>
                    <a:pt x="102349" y="1758"/>
                    <a:pt x="94920" y="1282"/>
                  </a:cubicBezTo>
                  <a:cubicBezTo>
                    <a:pt x="80347" y="520"/>
                    <a:pt x="63106" y="17570"/>
                    <a:pt x="47867" y="23761"/>
                  </a:cubicBezTo>
                  <a:cubicBezTo>
                    <a:pt x="44273" y="24371"/>
                    <a:pt x="40647" y="24785"/>
                    <a:pt x="37008" y="24999"/>
                  </a:cubicBezTo>
                  <a:cubicBezTo>
                    <a:pt x="33770" y="25856"/>
                    <a:pt x="30246" y="26618"/>
                    <a:pt x="28721" y="29857"/>
                  </a:cubicBezTo>
                  <a:cubicBezTo>
                    <a:pt x="27198" y="33095"/>
                    <a:pt x="27198" y="34810"/>
                    <a:pt x="24816" y="35857"/>
                  </a:cubicBezTo>
                  <a:cubicBezTo>
                    <a:pt x="22435" y="36905"/>
                    <a:pt x="19672" y="38048"/>
                    <a:pt x="19672" y="39096"/>
                  </a:cubicBezTo>
                  <a:cubicBezTo>
                    <a:pt x="19672" y="40144"/>
                    <a:pt x="19672" y="49192"/>
                    <a:pt x="22340" y="50240"/>
                  </a:cubicBezTo>
                  <a:cubicBezTo>
                    <a:pt x="25006" y="51288"/>
                    <a:pt x="26055" y="50240"/>
                    <a:pt x="27293" y="53574"/>
                  </a:cubicBezTo>
                  <a:cubicBezTo>
                    <a:pt x="28531" y="56908"/>
                    <a:pt x="30722" y="59956"/>
                    <a:pt x="33293" y="60146"/>
                  </a:cubicBezTo>
                  <a:cubicBezTo>
                    <a:pt x="36596" y="60898"/>
                    <a:pt x="39795" y="62049"/>
                    <a:pt x="42818" y="63575"/>
                  </a:cubicBezTo>
                  <a:cubicBezTo>
                    <a:pt x="45962" y="64813"/>
                    <a:pt x="52343" y="65671"/>
                    <a:pt x="50819" y="71005"/>
                  </a:cubicBezTo>
                  <a:cubicBezTo>
                    <a:pt x="50623" y="76279"/>
                    <a:pt x="49857" y="81516"/>
                    <a:pt x="48534" y="86626"/>
                  </a:cubicBezTo>
                  <a:cubicBezTo>
                    <a:pt x="46057" y="90340"/>
                    <a:pt x="42818" y="94722"/>
                    <a:pt x="38246" y="95103"/>
                  </a:cubicBezTo>
                  <a:cubicBezTo>
                    <a:pt x="36341" y="95103"/>
                    <a:pt x="32817" y="94341"/>
                    <a:pt x="30912" y="95103"/>
                  </a:cubicBezTo>
                  <a:cubicBezTo>
                    <a:pt x="24905" y="95536"/>
                    <a:pt x="20185" y="100419"/>
                    <a:pt x="19958" y="106438"/>
                  </a:cubicBezTo>
                  <a:cubicBezTo>
                    <a:pt x="19959" y="110343"/>
                    <a:pt x="26816" y="118249"/>
                    <a:pt x="26816" y="118344"/>
                  </a:cubicBezTo>
                  <a:cubicBezTo>
                    <a:pt x="27534" y="120417"/>
                    <a:pt x="28706" y="122305"/>
                    <a:pt x="30245" y="123869"/>
                  </a:cubicBezTo>
                  <a:cubicBezTo>
                    <a:pt x="31841" y="125645"/>
                    <a:pt x="32840" y="127877"/>
                    <a:pt x="33102" y="130250"/>
                  </a:cubicBezTo>
                  <a:cubicBezTo>
                    <a:pt x="33103" y="132632"/>
                    <a:pt x="31484" y="135013"/>
                    <a:pt x="31293" y="138251"/>
                  </a:cubicBezTo>
                  <a:cubicBezTo>
                    <a:pt x="31047" y="140381"/>
                    <a:pt x="30501" y="142465"/>
                    <a:pt x="29674" y="144442"/>
                  </a:cubicBezTo>
                  <a:cubicBezTo>
                    <a:pt x="28286" y="147134"/>
                    <a:pt x="26131" y="149355"/>
                    <a:pt x="23483" y="150824"/>
                  </a:cubicBezTo>
                  <a:cubicBezTo>
                    <a:pt x="20716" y="153113"/>
                    <a:pt x="17822" y="155244"/>
                    <a:pt x="14815" y="157206"/>
                  </a:cubicBezTo>
                  <a:cubicBezTo>
                    <a:pt x="7985" y="159786"/>
                    <a:pt x="2511" y="165053"/>
                    <a:pt x="-330" y="171779"/>
                  </a:cubicBezTo>
                  <a:cubicBezTo>
                    <a:pt x="-562" y="177055"/>
                    <a:pt x="348" y="182318"/>
                    <a:pt x="2337" y="187210"/>
                  </a:cubicBezTo>
                  <a:cubicBezTo>
                    <a:pt x="3749" y="190385"/>
                    <a:pt x="5754" y="193262"/>
                    <a:pt x="8243" y="195687"/>
                  </a:cubicBezTo>
                  <a:cubicBezTo>
                    <a:pt x="10624" y="198449"/>
                    <a:pt x="9100" y="203021"/>
                    <a:pt x="12339" y="204069"/>
                  </a:cubicBezTo>
                  <a:cubicBezTo>
                    <a:pt x="15574" y="204723"/>
                    <a:pt x="18759" y="205615"/>
                    <a:pt x="21864" y="206736"/>
                  </a:cubicBezTo>
                  <a:cubicBezTo>
                    <a:pt x="23959" y="208260"/>
                    <a:pt x="28626" y="206736"/>
                    <a:pt x="28626" y="206736"/>
                  </a:cubicBezTo>
                  <a:cubicBezTo>
                    <a:pt x="32532" y="205117"/>
                    <a:pt x="38913" y="195401"/>
                    <a:pt x="45676" y="191496"/>
                  </a:cubicBezTo>
                  <a:cubicBezTo>
                    <a:pt x="53867" y="186829"/>
                    <a:pt x="71108" y="180161"/>
                    <a:pt x="80633" y="174065"/>
                  </a:cubicBezTo>
                  <a:cubicBezTo>
                    <a:pt x="90158" y="167969"/>
                    <a:pt x="100635" y="160445"/>
                    <a:pt x="102064" y="148348"/>
                  </a:cubicBezTo>
                  <a:cubicBezTo>
                    <a:pt x="101929" y="145480"/>
                    <a:pt x="101148" y="142680"/>
                    <a:pt x="99778" y="140156"/>
                  </a:cubicBezTo>
                  <a:cubicBezTo>
                    <a:pt x="97809" y="137759"/>
                    <a:pt x="95148" y="136029"/>
                    <a:pt x="92158" y="135203"/>
                  </a:cubicBezTo>
                </a:path>
              </a:pathLst>
            </a:custGeom>
            <a:grpFill/>
            <a:ln w="9525" cap="flat">
              <a:noFill/>
              <a:prstDash val="solid"/>
              <a:miter/>
            </a:ln>
          </p:spPr>
          <p:txBody>
            <a:bodyPr rtlCol="0" anchor="ctr"/>
            <a:lstStyle/>
            <a:p>
              <a:endParaRPr lang="zh-CN" altLang="en-US"/>
            </a:p>
          </p:txBody>
        </p:sp>
        <p:sp>
          <p:nvSpPr>
            <p:cNvPr id="84" name="任意多边形: 形状 83"/>
            <p:cNvSpPr/>
            <p:nvPr/>
          </p:nvSpPr>
          <p:spPr>
            <a:xfrm>
              <a:off x="6496321" y="4535935"/>
              <a:ext cx="481060" cy="686953"/>
            </a:xfrm>
            <a:custGeom>
              <a:avLst/>
              <a:gdLst>
                <a:gd name="connsiteX0" fmla="*/ 121936 w 134365"/>
                <a:gd name="connsiteY0" fmla="*/ 43148 h 191873"/>
                <a:gd name="connsiteX1" fmla="*/ 133271 w 134365"/>
                <a:gd name="connsiteY1" fmla="*/ 31623 h 191873"/>
                <a:gd name="connsiteX2" fmla="*/ 133271 w 134365"/>
                <a:gd name="connsiteY2" fmla="*/ 22955 h 191873"/>
                <a:gd name="connsiteX3" fmla="*/ 129556 w 134365"/>
                <a:gd name="connsiteY3" fmla="*/ 11811 h 191873"/>
                <a:gd name="connsiteX4" fmla="*/ 116126 w 134365"/>
                <a:gd name="connsiteY4" fmla="*/ 3048 h 191873"/>
                <a:gd name="connsiteX5" fmla="*/ 106601 w 134365"/>
                <a:gd name="connsiteY5" fmla="*/ 3048 h 191873"/>
                <a:gd name="connsiteX6" fmla="*/ 98410 w 134365"/>
                <a:gd name="connsiteY6" fmla="*/ -96 h 191873"/>
                <a:gd name="connsiteX7" fmla="*/ 92980 w 134365"/>
                <a:gd name="connsiteY7" fmla="*/ 1714 h 191873"/>
                <a:gd name="connsiteX8" fmla="*/ 88218 w 134365"/>
                <a:gd name="connsiteY8" fmla="*/ 4191 h 191873"/>
                <a:gd name="connsiteX9" fmla="*/ 82788 w 134365"/>
                <a:gd name="connsiteY9" fmla="*/ 7715 h 191873"/>
                <a:gd name="connsiteX10" fmla="*/ 73263 w 134365"/>
                <a:gd name="connsiteY10" fmla="*/ 11430 h 191873"/>
                <a:gd name="connsiteX11" fmla="*/ 66405 w 134365"/>
                <a:gd name="connsiteY11" fmla="*/ 13430 h 191873"/>
                <a:gd name="connsiteX12" fmla="*/ 57642 w 134365"/>
                <a:gd name="connsiteY12" fmla="*/ 16573 h 191873"/>
                <a:gd name="connsiteX13" fmla="*/ 45641 w 134365"/>
                <a:gd name="connsiteY13" fmla="*/ 19812 h 191873"/>
                <a:gd name="connsiteX14" fmla="*/ 29448 w 134365"/>
                <a:gd name="connsiteY14" fmla="*/ 24574 h 191873"/>
                <a:gd name="connsiteX15" fmla="*/ 25733 w 134365"/>
                <a:gd name="connsiteY15" fmla="*/ 19621 h 191873"/>
                <a:gd name="connsiteX16" fmla="*/ 17923 w 134365"/>
                <a:gd name="connsiteY16" fmla="*/ 15526 h 191873"/>
                <a:gd name="connsiteX17" fmla="*/ 9160 w 134365"/>
                <a:gd name="connsiteY17" fmla="*/ 19431 h 191873"/>
                <a:gd name="connsiteX18" fmla="*/ -365 w 134365"/>
                <a:gd name="connsiteY18" fmla="*/ 36671 h 191873"/>
                <a:gd name="connsiteX19" fmla="*/ 397 w 134365"/>
                <a:gd name="connsiteY19" fmla="*/ 51911 h 191873"/>
                <a:gd name="connsiteX20" fmla="*/ 2873 w 134365"/>
                <a:gd name="connsiteY20" fmla="*/ 66961 h 191873"/>
                <a:gd name="connsiteX21" fmla="*/ 5445 w 134365"/>
                <a:gd name="connsiteY21" fmla="*/ 78676 h 191873"/>
                <a:gd name="connsiteX22" fmla="*/ 6398 w 134365"/>
                <a:gd name="connsiteY22" fmla="*/ 86677 h 191873"/>
                <a:gd name="connsiteX23" fmla="*/ 8207 w 134365"/>
                <a:gd name="connsiteY23" fmla="*/ 90773 h 191873"/>
                <a:gd name="connsiteX24" fmla="*/ 10303 w 134365"/>
                <a:gd name="connsiteY24" fmla="*/ 98393 h 191873"/>
                <a:gd name="connsiteX25" fmla="*/ 14018 w 134365"/>
                <a:gd name="connsiteY25" fmla="*/ 101727 h 191873"/>
                <a:gd name="connsiteX26" fmla="*/ 24400 w 134365"/>
                <a:gd name="connsiteY26" fmla="*/ 102679 h 191873"/>
                <a:gd name="connsiteX27" fmla="*/ 30877 w 134365"/>
                <a:gd name="connsiteY27" fmla="*/ 101536 h 191873"/>
                <a:gd name="connsiteX28" fmla="*/ 39069 w 134365"/>
                <a:gd name="connsiteY28" fmla="*/ 103822 h 191873"/>
                <a:gd name="connsiteX29" fmla="*/ 41831 w 134365"/>
                <a:gd name="connsiteY29" fmla="*/ 108966 h 191873"/>
                <a:gd name="connsiteX30" fmla="*/ 40021 w 134365"/>
                <a:gd name="connsiteY30" fmla="*/ 124111 h 191873"/>
                <a:gd name="connsiteX31" fmla="*/ 40021 w 134365"/>
                <a:gd name="connsiteY31" fmla="*/ 135445 h 191873"/>
                <a:gd name="connsiteX32" fmla="*/ 40021 w 134365"/>
                <a:gd name="connsiteY32" fmla="*/ 143732 h 191873"/>
                <a:gd name="connsiteX33" fmla="*/ 29829 w 134365"/>
                <a:gd name="connsiteY33" fmla="*/ 155638 h 191873"/>
                <a:gd name="connsiteX34" fmla="*/ 17161 w 134365"/>
                <a:gd name="connsiteY34" fmla="*/ 151257 h 191873"/>
                <a:gd name="connsiteX35" fmla="*/ 8589 w 134365"/>
                <a:gd name="connsiteY35" fmla="*/ 154781 h 191873"/>
                <a:gd name="connsiteX36" fmla="*/ 22019 w 134365"/>
                <a:gd name="connsiteY36" fmla="*/ 168497 h 191873"/>
                <a:gd name="connsiteX37" fmla="*/ 26781 w 134365"/>
                <a:gd name="connsiteY37" fmla="*/ 177451 h 191873"/>
                <a:gd name="connsiteX38" fmla="*/ 35544 w 134365"/>
                <a:gd name="connsiteY38" fmla="*/ 181737 h 191873"/>
                <a:gd name="connsiteX39" fmla="*/ 40783 w 134365"/>
                <a:gd name="connsiteY39" fmla="*/ 185833 h 191873"/>
                <a:gd name="connsiteX40" fmla="*/ 47451 w 134365"/>
                <a:gd name="connsiteY40" fmla="*/ 188785 h 191873"/>
                <a:gd name="connsiteX41" fmla="*/ 51737 w 134365"/>
                <a:gd name="connsiteY41" fmla="*/ 191738 h 191873"/>
                <a:gd name="connsiteX42" fmla="*/ 61262 w 134365"/>
                <a:gd name="connsiteY42" fmla="*/ 186880 h 191873"/>
                <a:gd name="connsiteX43" fmla="*/ 71454 w 134365"/>
                <a:gd name="connsiteY43" fmla="*/ 176689 h 191873"/>
                <a:gd name="connsiteX44" fmla="*/ 80979 w 134365"/>
                <a:gd name="connsiteY44" fmla="*/ 162401 h 191873"/>
                <a:gd name="connsiteX45" fmla="*/ 80979 w 134365"/>
                <a:gd name="connsiteY45" fmla="*/ 112014 h 191873"/>
                <a:gd name="connsiteX46" fmla="*/ 79169 w 134365"/>
                <a:gd name="connsiteY46" fmla="*/ 100679 h 191873"/>
                <a:gd name="connsiteX47" fmla="*/ 84693 w 134365"/>
                <a:gd name="connsiteY47" fmla="*/ 94488 h 191873"/>
                <a:gd name="connsiteX48" fmla="*/ 90503 w 134365"/>
                <a:gd name="connsiteY48" fmla="*/ 93726 h 191873"/>
                <a:gd name="connsiteX49" fmla="*/ 98314 w 134365"/>
                <a:gd name="connsiteY49" fmla="*/ 83725 h 191873"/>
                <a:gd name="connsiteX50" fmla="*/ 116126 w 134365"/>
                <a:gd name="connsiteY50" fmla="*/ 52673 h 191873"/>
                <a:gd name="connsiteX51" fmla="*/ 121555 w 134365"/>
                <a:gd name="connsiteY51" fmla="*/ 43148 h 191873"/>
                <a:gd name="connsiteX52" fmla="*/ 76026 w 134365"/>
                <a:gd name="connsiteY52" fmla="*/ 43720 h 191873"/>
                <a:gd name="connsiteX53" fmla="*/ 67644 w 134365"/>
                <a:gd name="connsiteY53" fmla="*/ 51149 h 191873"/>
                <a:gd name="connsiteX54" fmla="*/ 57547 w 134365"/>
                <a:gd name="connsiteY54" fmla="*/ 58960 h 191873"/>
                <a:gd name="connsiteX55" fmla="*/ 46784 w 134365"/>
                <a:gd name="connsiteY55" fmla="*/ 62293 h 191873"/>
                <a:gd name="connsiteX56" fmla="*/ 40688 w 134365"/>
                <a:gd name="connsiteY56" fmla="*/ 56197 h 191873"/>
                <a:gd name="connsiteX57" fmla="*/ 44974 w 134365"/>
                <a:gd name="connsiteY57" fmla="*/ 48958 h 191873"/>
                <a:gd name="connsiteX58" fmla="*/ 59071 w 134365"/>
                <a:gd name="connsiteY58" fmla="*/ 42862 h 191873"/>
                <a:gd name="connsiteX59" fmla="*/ 64501 w 134365"/>
                <a:gd name="connsiteY59" fmla="*/ 39433 h 191873"/>
                <a:gd name="connsiteX60" fmla="*/ 71739 w 134365"/>
                <a:gd name="connsiteY60" fmla="*/ 37052 h 191873"/>
                <a:gd name="connsiteX61" fmla="*/ 78788 w 134365"/>
                <a:gd name="connsiteY61" fmla="*/ 36100 h 191873"/>
                <a:gd name="connsiteX62" fmla="*/ 76026 w 134365"/>
                <a:gd name="connsiteY62" fmla="*/ 43720 h 19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4365" h="191873">
                  <a:moveTo>
                    <a:pt x="121936" y="43148"/>
                  </a:moveTo>
                  <a:cubicBezTo>
                    <a:pt x="125500" y="39101"/>
                    <a:pt x="129284" y="35254"/>
                    <a:pt x="133271" y="31623"/>
                  </a:cubicBezTo>
                  <a:cubicBezTo>
                    <a:pt x="134243" y="28815"/>
                    <a:pt x="134243" y="25762"/>
                    <a:pt x="133271" y="22955"/>
                  </a:cubicBezTo>
                  <a:cubicBezTo>
                    <a:pt x="132352" y="19141"/>
                    <a:pt x="131110" y="15413"/>
                    <a:pt x="129556" y="11811"/>
                  </a:cubicBezTo>
                  <a:cubicBezTo>
                    <a:pt x="125384" y="8447"/>
                    <a:pt x="120885" y="5512"/>
                    <a:pt x="116126" y="3048"/>
                  </a:cubicBezTo>
                  <a:cubicBezTo>
                    <a:pt x="114221" y="1810"/>
                    <a:pt x="108506" y="3048"/>
                    <a:pt x="106601" y="3048"/>
                  </a:cubicBezTo>
                  <a:cubicBezTo>
                    <a:pt x="104011" y="1666"/>
                    <a:pt x="101259" y="610"/>
                    <a:pt x="98410" y="-96"/>
                  </a:cubicBezTo>
                  <a:cubicBezTo>
                    <a:pt x="96422" y="-312"/>
                    <a:pt x="94440" y="349"/>
                    <a:pt x="92980" y="1714"/>
                  </a:cubicBezTo>
                  <a:cubicBezTo>
                    <a:pt x="91336" y="2427"/>
                    <a:pt x="89745" y="3254"/>
                    <a:pt x="88218" y="4191"/>
                  </a:cubicBezTo>
                  <a:cubicBezTo>
                    <a:pt x="86598" y="5143"/>
                    <a:pt x="84789" y="6286"/>
                    <a:pt x="82788" y="7715"/>
                  </a:cubicBezTo>
                  <a:cubicBezTo>
                    <a:pt x="79928" y="9645"/>
                    <a:pt x="76675" y="10914"/>
                    <a:pt x="73263" y="11430"/>
                  </a:cubicBezTo>
                  <a:cubicBezTo>
                    <a:pt x="68882" y="12668"/>
                    <a:pt x="68310" y="13430"/>
                    <a:pt x="66405" y="13430"/>
                  </a:cubicBezTo>
                  <a:cubicBezTo>
                    <a:pt x="63346" y="14041"/>
                    <a:pt x="60393" y="15100"/>
                    <a:pt x="57642" y="16573"/>
                  </a:cubicBezTo>
                  <a:cubicBezTo>
                    <a:pt x="53451" y="18478"/>
                    <a:pt x="48117" y="18478"/>
                    <a:pt x="45641" y="19812"/>
                  </a:cubicBezTo>
                  <a:cubicBezTo>
                    <a:pt x="40645" y="22536"/>
                    <a:pt x="35124" y="24159"/>
                    <a:pt x="29448" y="24574"/>
                  </a:cubicBezTo>
                  <a:cubicBezTo>
                    <a:pt x="28303" y="22855"/>
                    <a:pt x="27063" y="21202"/>
                    <a:pt x="25733" y="19621"/>
                  </a:cubicBezTo>
                  <a:cubicBezTo>
                    <a:pt x="22209" y="17145"/>
                    <a:pt x="21257" y="15907"/>
                    <a:pt x="17923" y="15526"/>
                  </a:cubicBezTo>
                  <a:cubicBezTo>
                    <a:pt x="14589" y="15145"/>
                    <a:pt x="11922" y="17907"/>
                    <a:pt x="9160" y="19431"/>
                  </a:cubicBezTo>
                  <a:cubicBezTo>
                    <a:pt x="6588" y="23527"/>
                    <a:pt x="206" y="25908"/>
                    <a:pt x="-365" y="36671"/>
                  </a:cubicBezTo>
                  <a:cubicBezTo>
                    <a:pt x="-365" y="38481"/>
                    <a:pt x="-365" y="42862"/>
                    <a:pt x="397" y="51911"/>
                  </a:cubicBezTo>
                  <a:cubicBezTo>
                    <a:pt x="397" y="57912"/>
                    <a:pt x="2207" y="61436"/>
                    <a:pt x="2873" y="66961"/>
                  </a:cubicBezTo>
                  <a:cubicBezTo>
                    <a:pt x="3540" y="72485"/>
                    <a:pt x="5445" y="76486"/>
                    <a:pt x="5445" y="78676"/>
                  </a:cubicBezTo>
                  <a:cubicBezTo>
                    <a:pt x="5445" y="80867"/>
                    <a:pt x="6207" y="84487"/>
                    <a:pt x="6398" y="86677"/>
                  </a:cubicBezTo>
                  <a:cubicBezTo>
                    <a:pt x="7160" y="86677"/>
                    <a:pt x="7731" y="90106"/>
                    <a:pt x="8207" y="90773"/>
                  </a:cubicBezTo>
                  <a:cubicBezTo>
                    <a:pt x="8601" y="93387"/>
                    <a:pt x="9305" y="95945"/>
                    <a:pt x="10303" y="98393"/>
                  </a:cubicBezTo>
                  <a:cubicBezTo>
                    <a:pt x="11308" y="99740"/>
                    <a:pt x="12571" y="100873"/>
                    <a:pt x="14018" y="101727"/>
                  </a:cubicBezTo>
                  <a:cubicBezTo>
                    <a:pt x="17432" y="102434"/>
                    <a:pt x="20915" y="102753"/>
                    <a:pt x="24400" y="102679"/>
                  </a:cubicBezTo>
                  <a:cubicBezTo>
                    <a:pt x="26305" y="102679"/>
                    <a:pt x="28972" y="101536"/>
                    <a:pt x="30877" y="101536"/>
                  </a:cubicBezTo>
                  <a:cubicBezTo>
                    <a:pt x="32782" y="101536"/>
                    <a:pt x="35925" y="104584"/>
                    <a:pt x="39069" y="103822"/>
                  </a:cubicBezTo>
                  <a:cubicBezTo>
                    <a:pt x="40402" y="103822"/>
                    <a:pt x="41831" y="107442"/>
                    <a:pt x="41831" y="108966"/>
                  </a:cubicBezTo>
                  <a:cubicBezTo>
                    <a:pt x="40808" y="113955"/>
                    <a:pt x="40203" y="119021"/>
                    <a:pt x="40021" y="124111"/>
                  </a:cubicBezTo>
                  <a:cubicBezTo>
                    <a:pt x="39634" y="127879"/>
                    <a:pt x="39634" y="131677"/>
                    <a:pt x="40021" y="135445"/>
                  </a:cubicBezTo>
                  <a:cubicBezTo>
                    <a:pt x="40021" y="137350"/>
                    <a:pt x="40021" y="141827"/>
                    <a:pt x="40021" y="143732"/>
                  </a:cubicBezTo>
                  <a:cubicBezTo>
                    <a:pt x="39449" y="153257"/>
                    <a:pt x="36306" y="155638"/>
                    <a:pt x="29829" y="155638"/>
                  </a:cubicBezTo>
                  <a:cubicBezTo>
                    <a:pt x="28020" y="155638"/>
                    <a:pt x="23638" y="151066"/>
                    <a:pt x="17161" y="151257"/>
                  </a:cubicBezTo>
                  <a:cubicBezTo>
                    <a:pt x="16208" y="151257"/>
                    <a:pt x="8398" y="151733"/>
                    <a:pt x="8589" y="154781"/>
                  </a:cubicBezTo>
                  <a:cubicBezTo>
                    <a:pt x="8779" y="157829"/>
                    <a:pt x="18971" y="163068"/>
                    <a:pt x="22019" y="168497"/>
                  </a:cubicBezTo>
                  <a:cubicBezTo>
                    <a:pt x="24210" y="172307"/>
                    <a:pt x="24590" y="175355"/>
                    <a:pt x="26781" y="177451"/>
                  </a:cubicBezTo>
                  <a:cubicBezTo>
                    <a:pt x="29390" y="179444"/>
                    <a:pt x="32369" y="180901"/>
                    <a:pt x="35544" y="181737"/>
                  </a:cubicBezTo>
                  <a:cubicBezTo>
                    <a:pt x="37735" y="182880"/>
                    <a:pt x="38688" y="184594"/>
                    <a:pt x="40783" y="185833"/>
                  </a:cubicBezTo>
                  <a:cubicBezTo>
                    <a:pt x="42879" y="187071"/>
                    <a:pt x="46593" y="187642"/>
                    <a:pt x="47451" y="188785"/>
                  </a:cubicBezTo>
                  <a:cubicBezTo>
                    <a:pt x="48284" y="190435"/>
                    <a:pt x="49899" y="191547"/>
                    <a:pt x="51737" y="191738"/>
                  </a:cubicBezTo>
                  <a:cubicBezTo>
                    <a:pt x="53642" y="191738"/>
                    <a:pt x="57738" y="188500"/>
                    <a:pt x="61262" y="186880"/>
                  </a:cubicBezTo>
                  <a:cubicBezTo>
                    <a:pt x="64786" y="185261"/>
                    <a:pt x="68691" y="178022"/>
                    <a:pt x="71454" y="176689"/>
                  </a:cubicBezTo>
                  <a:cubicBezTo>
                    <a:pt x="76645" y="173631"/>
                    <a:pt x="80153" y="168369"/>
                    <a:pt x="80979" y="162401"/>
                  </a:cubicBezTo>
                  <a:cubicBezTo>
                    <a:pt x="82123" y="145625"/>
                    <a:pt x="82123" y="128790"/>
                    <a:pt x="80979" y="112014"/>
                  </a:cubicBezTo>
                  <a:cubicBezTo>
                    <a:pt x="79615" y="108397"/>
                    <a:pt x="78999" y="104541"/>
                    <a:pt x="79169" y="100679"/>
                  </a:cubicBezTo>
                  <a:cubicBezTo>
                    <a:pt x="79169" y="96774"/>
                    <a:pt x="83265" y="93916"/>
                    <a:pt x="84693" y="94488"/>
                  </a:cubicBezTo>
                  <a:cubicBezTo>
                    <a:pt x="86623" y="95322"/>
                    <a:pt x="88854" y="95029"/>
                    <a:pt x="90503" y="93726"/>
                  </a:cubicBezTo>
                  <a:cubicBezTo>
                    <a:pt x="93308" y="90554"/>
                    <a:pt x="95917" y="87214"/>
                    <a:pt x="98314" y="83725"/>
                  </a:cubicBezTo>
                  <a:cubicBezTo>
                    <a:pt x="103662" y="73047"/>
                    <a:pt x="109609" y="62680"/>
                    <a:pt x="116126" y="52673"/>
                  </a:cubicBezTo>
                  <a:cubicBezTo>
                    <a:pt x="118137" y="49617"/>
                    <a:pt x="119950" y="46436"/>
                    <a:pt x="121555" y="43148"/>
                  </a:cubicBezTo>
                  <a:moveTo>
                    <a:pt x="76026" y="43720"/>
                  </a:moveTo>
                  <a:cubicBezTo>
                    <a:pt x="73613" y="46595"/>
                    <a:pt x="70789" y="49099"/>
                    <a:pt x="67644" y="51149"/>
                  </a:cubicBezTo>
                  <a:cubicBezTo>
                    <a:pt x="62976" y="54007"/>
                    <a:pt x="61166" y="56769"/>
                    <a:pt x="57547" y="58960"/>
                  </a:cubicBezTo>
                  <a:cubicBezTo>
                    <a:pt x="54163" y="60646"/>
                    <a:pt x="50528" y="61772"/>
                    <a:pt x="46784" y="62293"/>
                  </a:cubicBezTo>
                  <a:cubicBezTo>
                    <a:pt x="43459" y="62194"/>
                    <a:pt x="40787" y="59522"/>
                    <a:pt x="40688" y="56197"/>
                  </a:cubicBezTo>
                  <a:cubicBezTo>
                    <a:pt x="40584" y="53155"/>
                    <a:pt x="42257" y="50330"/>
                    <a:pt x="44974" y="48958"/>
                  </a:cubicBezTo>
                  <a:cubicBezTo>
                    <a:pt x="49527" y="46605"/>
                    <a:pt x="54237" y="44568"/>
                    <a:pt x="59071" y="42862"/>
                  </a:cubicBezTo>
                  <a:cubicBezTo>
                    <a:pt x="61022" y="41960"/>
                    <a:pt x="62847" y="40807"/>
                    <a:pt x="64501" y="39433"/>
                  </a:cubicBezTo>
                  <a:cubicBezTo>
                    <a:pt x="66310" y="37814"/>
                    <a:pt x="68977" y="38767"/>
                    <a:pt x="71739" y="37052"/>
                  </a:cubicBezTo>
                  <a:cubicBezTo>
                    <a:pt x="73998" y="36253"/>
                    <a:pt x="76398" y="35929"/>
                    <a:pt x="78788" y="36100"/>
                  </a:cubicBezTo>
                  <a:cubicBezTo>
                    <a:pt x="80216" y="36100"/>
                    <a:pt x="77835" y="40576"/>
                    <a:pt x="76026" y="43720"/>
                  </a:cubicBezTo>
                </a:path>
              </a:pathLst>
            </a:custGeom>
            <a:grpFill/>
            <a:ln w="9525" cap="flat">
              <a:noFill/>
              <a:prstDash val="solid"/>
              <a:miter/>
            </a:ln>
          </p:spPr>
          <p:txBody>
            <a:bodyPr rtlCol="0" anchor="ctr"/>
            <a:lstStyle/>
            <a:p>
              <a:endParaRPr lang="zh-CN" altLang="en-US" dirty="0"/>
            </a:p>
          </p:txBody>
        </p:sp>
        <p:sp>
          <p:nvSpPr>
            <p:cNvPr id="85" name="任意多边形: 形状 84"/>
            <p:cNvSpPr/>
            <p:nvPr/>
          </p:nvSpPr>
          <p:spPr>
            <a:xfrm>
              <a:off x="6864937" y="4863327"/>
              <a:ext cx="214998" cy="231682"/>
            </a:xfrm>
            <a:custGeom>
              <a:avLst/>
              <a:gdLst>
                <a:gd name="connsiteX0" fmla="*/ 56030 w 60051"/>
                <a:gd name="connsiteY0" fmla="*/ 21427 h 64711"/>
                <a:gd name="connsiteX1" fmla="*/ 40409 w 60051"/>
                <a:gd name="connsiteY1" fmla="*/ 7616 h 64711"/>
                <a:gd name="connsiteX2" fmla="*/ 33837 w 60051"/>
                <a:gd name="connsiteY2" fmla="*/ 8663 h 64711"/>
                <a:gd name="connsiteX3" fmla="*/ 26217 w 60051"/>
                <a:gd name="connsiteY3" fmla="*/ 6282 h 64711"/>
                <a:gd name="connsiteX4" fmla="*/ 18502 w 60051"/>
                <a:gd name="connsiteY4" fmla="*/ 5615 h 64711"/>
                <a:gd name="connsiteX5" fmla="*/ 10787 w 60051"/>
                <a:gd name="connsiteY5" fmla="*/ 1615 h 64711"/>
                <a:gd name="connsiteX6" fmla="*/ 3166 w 60051"/>
                <a:gd name="connsiteY6" fmla="*/ -100 h 64711"/>
                <a:gd name="connsiteX7" fmla="*/ 595 w 60051"/>
                <a:gd name="connsiteY7" fmla="*/ 9997 h 64711"/>
                <a:gd name="connsiteX8" fmla="*/ 23 w 60051"/>
                <a:gd name="connsiteY8" fmla="*/ 16855 h 64711"/>
                <a:gd name="connsiteX9" fmla="*/ 2976 w 60051"/>
                <a:gd name="connsiteY9" fmla="*/ 27999 h 64711"/>
                <a:gd name="connsiteX10" fmla="*/ 8024 w 60051"/>
                <a:gd name="connsiteY10" fmla="*/ 38000 h 64711"/>
                <a:gd name="connsiteX11" fmla="*/ 14311 w 60051"/>
                <a:gd name="connsiteY11" fmla="*/ 49526 h 64711"/>
                <a:gd name="connsiteX12" fmla="*/ 14311 w 60051"/>
                <a:gd name="connsiteY12" fmla="*/ 58098 h 64711"/>
                <a:gd name="connsiteX13" fmla="*/ 20407 w 60051"/>
                <a:gd name="connsiteY13" fmla="*/ 64575 h 64711"/>
                <a:gd name="connsiteX14" fmla="*/ 28217 w 60051"/>
                <a:gd name="connsiteY14" fmla="*/ 60860 h 64711"/>
                <a:gd name="connsiteX15" fmla="*/ 35647 w 60051"/>
                <a:gd name="connsiteY15" fmla="*/ 60860 h 64711"/>
                <a:gd name="connsiteX16" fmla="*/ 44410 w 60051"/>
                <a:gd name="connsiteY16" fmla="*/ 57336 h 64711"/>
                <a:gd name="connsiteX17" fmla="*/ 49458 w 60051"/>
                <a:gd name="connsiteY17" fmla="*/ 51431 h 64711"/>
                <a:gd name="connsiteX18" fmla="*/ 53744 w 60051"/>
                <a:gd name="connsiteY18" fmla="*/ 42668 h 64711"/>
                <a:gd name="connsiteX19" fmla="*/ 59269 w 60051"/>
                <a:gd name="connsiteY19" fmla="*/ 35428 h 64711"/>
                <a:gd name="connsiteX20" fmla="*/ 59269 w 60051"/>
                <a:gd name="connsiteY20" fmla="*/ 27618 h 64711"/>
                <a:gd name="connsiteX21" fmla="*/ 55173 w 60051"/>
                <a:gd name="connsiteY21" fmla="*/ 21617 h 6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051" h="64711">
                  <a:moveTo>
                    <a:pt x="56030" y="21427"/>
                  </a:moveTo>
                  <a:cubicBezTo>
                    <a:pt x="53078" y="17426"/>
                    <a:pt x="44314" y="6853"/>
                    <a:pt x="40409" y="7616"/>
                  </a:cubicBezTo>
                  <a:cubicBezTo>
                    <a:pt x="38252" y="8150"/>
                    <a:pt x="36053" y="8500"/>
                    <a:pt x="33837" y="8663"/>
                  </a:cubicBezTo>
                  <a:cubicBezTo>
                    <a:pt x="32027" y="8663"/>
                    <a:pt x="28503" y="5996"/>
                    <a:pt x="26217" y="6282"/>
                  </a:cubicBezTo>
                  <a:cubicBezTo>
                    <a:pt x="23626" y="6562"/>
                    <a:pt x="21006" y="6335"/>
                    <a:pt x="18502" y="5615"/>
                  </a:cubicBezTo>
                  <a:cubicBezTo>
                    <a:pt x="16692" y="5615"/>
                    <a:pt x="12025" y="1520"/>
                    <a:pt x="10787" y="1615"/>
                  </a:cubicBezTo>
                  <a:cubicBezTo>
                    <a:pt x="6881" y="2282"/>
                    <a:pt x="5643" y="-481"/>
                    <a:pt x="3166" y="-100"/>
                  </a:cubicBezTo>
                  <a:cubicBezTo>
                    <a:pt x="23" y="2282"/>
                    <a:pt x="2119" y="7901"/>
                    <a:pt x="595" y="9997"/>
                  </a:cubicBezTo>
                  <a:cubicBezTo>
                    <a:pt x="-444" y="12132"/>
                    <a:pt x="-648" y="14577"/>
                    <a:pt x="23" y="16855"/>
                  </a:cubicBezTo>
                  <a:cubicBezTo>
                    <a:pt x="1972" y="20245"/>
                    <a:pt x="2990" y="24089"/>
                    <a:pt x="2976" y="27999"/>
                  </a:cubicBezTo>
                  <a:cubicBezTo>
                    <a:pt x="2976" y="31047"/>
                    <a:pt x="7834" y="33333"/>
                    <a:pt x="8024" y="38000"/>
                  </a:cubicBezTo>
                  <a:cubicBezTo>
                    <a:pt x="9902" y="41957"/>
                    <a:pt x="12001" y="45805"/>
                    <a:pt x="14311" y="49526"/>
                  </a:cubicBezTo>
                  <a:cubicBezTo>
                    <a:pt x="15358" y="52097"/>
                    <a:pt x="14311" y="56003"/>
                    <a:pt x="14311" y="58098"/>
                  </a:cubicBezTo>
                  <a:cubicBezTo>
                    <a:pt x="15263" y="62194"/>
                    <a:pt x="17835" y="64575"/>
                    <a:pt x="20407" y="64575"/>
                  </a:cubicBezTo>
                  <a:cubicBezTo>
                    <a:pt x="22979" y="64575"/>
                    <a:pt x="24598" y="61813"/>
                    <a:pt x="28217" y="60860"/>
                  </a:cubicBezTo>
                  <a:cubicBezTo>
                    <a:pt x="30313" y="60289"/>
                    <a:pt x="33551" y="60860"/>
                    <a:pt x="35647" y="60860"/>
                  </a:cubicBezTo>
                  <a:cubicBezTo>
                    <a:pt x="38791" y="60343"/>
                    <a:pt x="41783" y="59139"/>
                    <a:pt x="44410" y="57336"/>
                  </a:cubicBezTo>
                  <a:cubicBezTo>
                    <a:pt x="46298" y="55553"/>
                    <a:pt x="47990" y="53573"/>
                    <a:pt x="49458" y="51431"/>
                  </a:cubicBezTo>
                  <a:cubicBezTo>
                    <a:pt x="51363" y="49145"/>
                    <a:pt x="52030" y="44573"/>
                    <a:pt x="53744" y="42668"/>
                  </a:cubicBezTo>
                  <a:cubicBezTo>
                    <a:pt x="55459" y="40763"/>
                    <a:pt x="57935" y="39620"/>
                    <a:pt x="59269" y="35428"/>
                  </a:cubicBezTo>
                  <a:cubicBezTo>
                    <a:pt x="59825" y="32855"/>
                    <a:pt x="59825" y="30192"/>
                    <a:pt x="59269" y="27618"/>
                  </a:cubicBezTo>
                  <a:cubicBezTo>
                    <a:pt x="58124" y="25476"/>
                    <a:pt x="56751" y="23464"/>
                    <a:pt x="55173" y="21617"/>
                  </a:cubicBezTo>
                </a:path>
              </a:pathLst>
            </a:custGeom>
            <a:grpFill/>
            <a:ln w="9525" cap="flat">
              <a:noFill/>
              <a:prstDash val="solid"/>
              <a:miter/>
            </a:ln>
          </p:spPr>
          <p:txBody>
            <a:bodyPr rtlCol="0" anchor="ctr"/>
            <a:lstStyle/>
            <a:p>
              <a:endParaRPr lang="zh-CN" altLang="en-US"/>
            </a:p>
          </p:txBody>
        </p:sp>
        <p:sp>
          <p:nvSpPr>
            <p:cNvPr id="86" name="任意多边形: 形状 85"/>
            <p:cNvSpPr/>
            <p:nvPr/>
          </p:nvSpPr>
          <p:spPr>
            <a:xfrm>
              <a:off x="6343545" y="4947348"/>
              <a:ext cx="206527" cy="200175"/>
            </a:xfrm>
            <a:custGeom>
              <a:avLst/>
              <a:gdLst>
                <a:gd name="connsiteX0" fmla="*/ 55070 w 57685"/>
                <a:gd name="connsiteY0" fmla="*/ 25296 h 55911"/>
                <a:gd name="connsiteX1" fmla="*/ 56213 w 57685"/>
                <a:gd name="connsiteY1" fmla="*/ 17866 h 55911"/>
                <a:gd name="connsiteX2" fmla="*/ 57166 w 57685"/>
                <a:gd name="connsiteY2" fmla="*/ 11199 h 55911"/>
                <a:gd name="connsiteX3" fmla="*/ 53070 w 57685"/>
                <a:gd name="connsiteY3" fmla="*/ 9294 h 55911"/>
                <a:gd name="connsiteX4" fmla="*/ 41354 w 57685"/>
                <a:gd name="connsiteY4" fmla="*/ 9294 h 55911"/>
                <a:gd name="connsiteX5" fmla="*/ 31258 w 57685"/>
                <a:gd name="connsiteY5" fmla="*/ 11770 h 55911"/>
                <a:gd name="connsiteX6" fmla="*/ 21733 w 57685"/>
                <a:gd name="connsiteY6" fmla="*/ -136 h 55911"/>
                <a:gd name="connsiteX7" fmla="*/ 14113 w 57685"/>
                <a:gd name="connsiteY7" fmla="*/ 3960 h 55911"/>
                <a:gd name="connsiteX8" fmla="*/ 3731 w 57685"/>
                <a:gd name="connsiteY8" fmla="*/ 21771 h 55911"/>
                <a:gd name="connsiteX9" fmla="*/ -365 w 57685"/>
                <a:gd name="connsiteY9" fmla="*/ 29582 h 55911"/>
                <a:gd name="connsiteX10" fmla="*/ 1635 w 57685"/>
                <a:gd name="connsiteY10" fmla="*/ 36249 h 55911"/>
                <a:gd name="connsiteX11" fmla="*/ 206 w 57685"/>
                <a:gd name="connsiteY11" fmla="*/ 44632 h 55911"/>
                <a:gd name="connsiteX12" fmla="*/ 13732 w 57685"/>
                <a:gd name="connsiteY12" fmla="*/ 55776 h 55911"/>
                <a:gd name="connsiteX13" fmla="*/ 25067 w 57685"/>
                <a:gd name="connsiteY13" fmla="*/ 51013 h 55911"/>
                <a:gd name="connsiteX14" fmla="*/ 33639 w 57685"/>
                <a:gd name="connsiteY14" fmla="*/ 50251 h 55911"/>
                <a:gd name="connsiteX15" fmla="*/ 41069 w 57685"/>
                <a:gd name="connsiteY15" fmla="*/ 45203 h 55911"/>
                <a:gd name="connsiteX16" fmla="*/ 44783 w 57685"/>
                <a:gd name="connsiteY16" fmla="*/ 34630 h 55911"/>
                <a:gd name="connsiteX17" fmla="*/ 50022 w 57685"/>
                <a:gd name="connsiteY17" fmla="*/ 30725 h 55911"/>
                <a:gd name="connsiteX18" fmla="*/ 55166 w 57685"/>
                <a:gd name="connsiteY18" fmla="*/ 25105 h 5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85" h="55911">
                  <a:moveTo>
                    <a:pt x="55070" y="25296"/>
                  </a:moveTo>
                  <a:cubicBezTo>
                    <a:pt x="55973" y="22928"/>
                    <a:pt x="56362" y="20396"/>
                    <a:pt x="56213" y="17866"/>
                  </a:cubicBezTo>
                  <a:cubicBezTo>
                    <a:pt x="57217" y="15797"/>
                    <a:pt x="57550" y="13466"/>
                    <a:pt x="57166" y="11199"/>
                  </a:cubicBezTo>
                  <a:cubicBezTo>
                    <a:pt x="57166" y="9675"/>
                    <a:pt x="54975" y="9294"/>
                    <a:pt x="53070" y="9294"/>
                  </a:cubicBezTo>
                  <a:cubicBezTo>
                    <a:pt x="49168" y="9063"/>
                    <a:pt x="45256" y="9063"/>
                    <a:pt x="41354" y="9294"/>
                  </a:cubicBezTo>
                  <a:cubicBezTo>
                    <a:pt x="38143" y="10653"/>
                    <a:pt x="34734" y="11489"/>
                    <a:pt x="31258" y="11770"/>
                  </a:cubicBezTo>
                  <a:cubicBezTo>
                    <a:pt x="28877" y="11770"/>
                    <a:pt x="28496" y="-136"/>
                    <a:pt x="21733" y="-136"/>
                  </a:cubicBezTo>
                  <a:cubicBezTo>
                    <a:pt x="19828" y="-136"/>
                    <a:pt x="16685" y="2626"/>
                    <a:pt x="14113" y="3960"/>
                  </a:cubicBezTo>
                  <a:cubicBezTo>
                    <a:pt x="8556" y="8398"/>
                    <a:pt x="4854" y="14749"/>
                    <a:pt x="3731" y="21771"/>
                  </a:cubicBezTo>
                  <a:cubicBezTo>
                    <a:pt x="3159" y="24057"/>
                    <a:pt x="-365" y="27677"/>
                    <a:pt x="-365" y="29582"/>
                  </a:cubicBezTo>
                  <a:cubicBezTo>
                    <a:pt x="-365" y="31487"/>
                    <a:pt x="1635" y="34344"/>
                    <a:pt x="1635" y="36249"/>
                  </a:cubicBezTo>
                  <a:cubicBezTo>
                    <a:pt x="1635" y="38154"/>
                    <a:pt x="206" y="42727"/>
                    <a:pt x="206" y="44632"/>
                  </a:cubicBezTo>
                  <a:cubicBezTo>
                    <a:pt x="206" y="52632"/>
                    <a:pt x="6779" y="55776"/>
                    <a:pt x="13732" y="55776"/>
                  </a:cubicBezTo>
                  <a:cubicBezTo>
                    <a:pt x="17710" y="54714"/>
                    <a:pt x="21524" y="53111"/>
                    <a:pt x="25067" y="51013"/>
                  </a:cubicBezTo>
                  <a:cubicBezTo>
                    <a:pt x="27162" y="50442"/>
                    <a:pt x="30496" y="52252"/>
                    <a:pt x="33639" y="50251"/>
                  </a:cubicBezTo>
                  <a:cubicBezTo>
                    <a:pt x="36782" y="48251"/>
                    <a:pt x="39068" y="47584"/>
                    <a:pt x="41069" y="45203"/>
                  </a:cubicBezTo>
                  <a:cubicBezTo>
                    <a:pt x="43069" y="42822"/>
                    <a:pt x="43069" y="38916"/>
                    <a:pt x="44783" y="34630"/>
                  </a:cubicBezTo>
                  <a:cubicBezTo>
                    <a:pt x="45545" y="32820"/>
                    <a:pt x="49260" y="31963"/>
                    <a:pt x="50022" y="30725"/>
                  </a:cubicBezTo>
                  <a:cubicBezTo>
                    <a:pt x="51626" y="28754"/>
                    <a:pt x="53344" y="26877"/>
                    <a:pt x="55166" y="25105"/>
                  </a:cubicBezTo>
                </a:path>
              </a:pathLst>
            </a:custGeom>
            <a:grpFill/>
            <a:ln w="9525" cap="flat">
              <a:noFill/>
              <a:prstDash val="solid"/>
              <a:miter/>
            </a:ln>
          </p:spPr>
          <p:txBody>
            <a:bodyPr rtlCol="0" anchor="ctr"/>
            <a:lstStyle/>
            <a:p>
              <a:endParaRPr lang="zh-CN" altLang="en-US"/>
            </a:p>
          </p:txBody>
        </p:sp>
        <p:sp>
          <p:nvSpPr>
            <p:cNvPr id="87" name="任意多边形: 形状 86"/>
            <p:cNvSpPr/>
            <p:nvPr/>
          </p:nvSpPr>
          <p:spPr>
            <a:xfrm>
              <a:off x="6330162" y="4169825"/>
              <a:ext cx="802159" cy="426841"/>
            </a:xfrm>
            <a:custGeom>
              <a:avLst/>
              <a:gdLst>
                <a:gd name="connsiteX0" fmla="*/ 219971 w 224051"/>
                <a:gd name="connsiteY0" fmla="*/ 52823 h 119221"/>
                <a:gd name="connsiteX1" fmla="*/ 211304 w 224051"/>
                <a:gd name="connsiteY1" fmla="*/ 45203 h 119221"/>
                <a:gd name="connsiteX2" fmla="*/ 204065 w 224051"/>
                <a:gd name="connsiteY2" fmla="*/ 42822 h 119221"/>
                <a:gd name="connsiteX3" fmla="*/ 197112 w 224051"/>
                <a:gd name="connsiteY3" fmla="*/ 39869 h 119221"/>
                <a:gd name="connsiteX4" fmla="*/ 180824 w 224051"/>
                <a:gd name="connsiteY4" fmla="*/ 43584 h 119221"/>
                <a:gd name="connsiteX5" fmla="*/ 152249 w 224051"/>
                <a:gd name="connsiteY5" fmla="*/ 50251 h 119221"/>
                <a:gd name="connsiteX6" fmla="*/ 150725 w 224051"/>
                <a:gd name="connsiteY6" fmla="*/ 45394 h 119221"/>
                <a:gd name="connsiteX7" fmla="*/ 158726 w 224051"/>
                <a:gd name="connsiteY7" fmla="*/ 30725 h 119221"/>
                <a:gd name="connsiteX8" fmla="*/ 152249 w 224051"/>
                <a:gd name="connsiteY8" fmla="*/ 16437 h 119221"/>
                <a:gd name="connsiteX9" fmla="*/ 149487 w 224051"/>
                <a:gd name="connsiteY9" fmla="*/ 6912 h 119221"/>
                <a:gd name="connsiteX10" fmla="*/ 141104 w 224051"/>
                <a:gd name="connsiteY10" fmla="*/ 4341 h 119221"/>
                <a:gd name="connsiteX11" fmla="*/ 136437 w 224051"/>
                <a:gd name="connsiteY11" fmla="*/ 626 h 119221"/>
                <a:gd name="connsiteX12" fmla="*/ 127484 w 224051"/>
                <a:gd name="connsiteY12" fmla="*/ 626 h 119221"/>
                <a:gd name="connsiteX13" fmla="*/ 120244 w 224051"/>
                <a:gd name="connsiteY13" fmla="*/ -136 h 119221"/>
                <a:gd name="connsiteX14" fmla="*/ 114149 w 224051"/>
                <a:gd name="connsiteY14" fmla="*/ 2150 h 119221"/>
                <a:gd name="connsiteX15" fmla="*/ 108148 w 224051"/>
                <a:gd name="connsiteY15" fmla="*/ 2817 h 119221"/>
                <a:gd name="connsiteX16" fmla="*/ 101862 w 224051"/>
                <a:gd name="connsiteY16" fmla="*/ 5293 h 119221"/>
                <a:gd name="connsiteX17" fmla="*/ 91098 w 224051"/>
                <a:gd name="connsiteY17" fmla="*/ 7103 h 119221"/>
                <a:gd name="connsiteX18" fmla="*/ 89003 w 224051"/>
                <a:gd name="connsiteY18" fmla="*/ 13104 h 119221"/>
                <a:gd name="connsiteX19" fmla="*/ 96146 w 224051"/>
                <a:gd name="connsiteY19" fmla="*/ 30725 h 119221"/>
                <a:gd name="connsiteX20" fmla="*/ 93861 w 224051"/>
                <a:gd name="connsiteY20" fmla="*/ 37773 h 119221"/>
                <a:gd name="connsiteX21" fmla="*/ 91670 w 224051"/>
                <a:gd name="connsiteY21" fmla="*/ 43393 h 119221"/>
                <a:gd name="connsiteX22" fmla="*/ 90336 w 224051"/>
                <a:gd name="connsiteY22" fmla="*/ 49299 h 119221"/>
                <a:gd name="connsiteX23" fmla="*/ 95956 w 224051"/>
                <a:gd name="connsiteY23" fmla="*/ 53585 h 119221"/>
                <a:gd name="connsiteX24" fmla="*/ 101862 w 224051"/>
                <a:gd name="connsiteY24" fmla="*/ 55490 h 119221"/>
                <a:gd name="connsiteX25" fmla="*/ 102814 w 224051"/>
                <a:gd name="connsiteY25" fmla="*/ 61205 h 119221"/>
                <a:gd name="connsiteX26" fmla="*/ 94432 w 224051"/>
                <a:gd name="connsiteY26" fmla="*/ 66063 h 119221"/>
                <a:gd name="connsiteX27" fmla="*/ 73953 w 224051"/>
                <a:gd name="connsiteY27" fmla="*/ 72349 h 119221"/>
                <a:gd name="connsiteX28" fmla="*/ 62809 w 224051"/>
                <a:gd name="connsiteY28" fmla="*/ 73873 h 119221"/>
                <a:gd name="connsiteX29" fmla="*/ 36615 w 224051"/>
                <a:gd name="connsiteY29" fmla="*/ 79112 h 119221"/>
                <a:gd name="connsiteX30" fmla="*/ 25662 w 224051"/>
                <a:gd name="connsiteY30" fmla="*/ 82827 h 119221"/>
                <a:gd name="connsiteX31" fmla="*/ 20613 w 224051"/>
                <a:gd name="connsiteY31" fmla="*/ 79969 h 119221"/>
                <a:gd name="connsiteX32" fmla="*/ 1563 w 224051"/>
                <a:gd name="connsiteY32" fmla="*/ 89494 h 119221"/>
                <a:gd name="connsiteX33" fmla="*/ -246 w 224051"/>
                <a:gd name="connsiteY33" fmla="*/ 96162 h 119221"/>
                <a:gd name="connsiteX34" fmla="*/ 230 w 224051"/>
                <a:gd name="connsiteY34" fmla="*/ 104544 h 119221"/>
                <a:gd name="connsiteX35" fmla="*/ 2706 w 224051"/>
                <a:gd name="connsiteY35" fmla="*/ 114736 h 119221"/>
                <a:gd name="connsiteX36" fmla="*/ 12231 w 224051"/>
                <a:gd name="connsiteY36" fmla="*/ 115307 h 119221"/>
                <a:gd name="connsiteX37" fmla="*/ 17470 w 224051"/>
                <a:gd name="connsiteY37" fmla="*/ 119022 h 119221"/>
                <a:gd name="connsiteX38" fmla="*/ 23947 w 224051"/>
                <a:gd name="connsiteY38" fmla="*/ 115307 h 119221"/>
                <a:gd name="connsiteX39" fmla="*/ 31376 w 224051"/>
                <a:gd name="connsiteY39" fmla="*/ 112735 h 119221"/>
                <a:gd name="connsiteX40" fmla="*/ 40139 w 224051"/>
                <a:gd name="connsiteY40" fmla="*/ 110354 h 119221"/>
                <a:gd name="connsiteX41" fmla="*/ 45569 w 224051"/>
                <a:gd name="connsiteY41" fmla="*/ 110354 h 119221"/>
                <a:gd name="connsiteX42" fmla="*/ 52427 w 224051"/>
                <a:gd name="connsiteY42" fmla="*/ 110354 h 119221"/>
                <a:gd name="connsiteX43" fmla="*/ 60237 w 224051"/>
                <a:gd name="connsiteY43" fmla="*/ 108258 h 119221"/>
                <a:gd name="connsiteX44" fmla="*/ 67476 w 224051"/>
                <a:gd name="connsiteY44" fmla="*/ 107306 h 119221"/>
                <a:gd name="connsiteX45" fmla="*/ 76049 w 224051"/>
                <a:gd name="connsiteY45" fmla="*/ 105115 h 119221"/>
                <a:gd name="connsiteX46" fmla="*/ 85574 w 224051"/>
                <a:gd name="connsiteY46" fmla="*/ 102734 h 119221"/>
                <a:gd name="connsiteX47" fmla="*/ 95099 w 224051"/>
                <a:gd name="connsiteY47" fmla="*/ 100257 h 119221"/>
                <a:gd name="connsiteX48" fmla="*/ 128912 w 224051"/>
                <a:gd name="connsiteY48" fmla="*/ 91875 h 119221"/>
                <a:gd name="connsiteX49" fmla="*/ 143390 w 224051"/>
                <a:gd name="connsiteY49" fmla="*/ 85780 h 119221"/>
                <a:gd name="connsiteX50" fmla="*/ 152915 w 224051"/>
                <a:gd name="connsiteY50" fmla="*/ 85780 h 119221"/>
                <a:gd name="connsiteX51" fmla="*/ 163298 w 224051"/>
                <a:gd name="connsiteY51" fmla="*/ 82065 h 119221"/>
                <a:gd name="connsiteX52" fmla="*/ 173680 w 224051"/>
                <a:gd name="connsiteY52" fmla="*/ 78922 h 119221"/>
                <a:gd name="connsiteX53" fmla="*/ 185015 w 224051"/>
                <a:gd name="connsiteY53" fmla="*/ 77588 h 119221"/>
                <a:gd name="connsiteX54" fmla="*/ 199207 w 224051"/>
                <a:gd name="connsiteY54" fmla="*/ 76636 h 119221"/>
                <a:gd name="connsiteX55" fmla="*/ 207589 w 224051"/>
                <a:gd name="connsiteY55" fmla="*/ 79112 h 119221"/>
                <a:gd name="connsiteX56" fmla="*/ 223210 w 224051"/>
                <a:gd name="connsiteY56" fmla="*/ 65872 h 119221"/>
                <a:gd name="connsiteX57" fmla="*/ 223686 w 224051"/>
                <a:gd name="connsiteY57" fmla="*/ 57109 h 119221"/>
                <a:gd name="connsiteX58" fmla="*/ 219781 w 224051"/>
                <a:gd name="connsiteY58" fmla="*/ 52823 h 119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24051" h="119221">
                  <a:moveTo>
                    <a:pt x="219971" y="52823"/>
                  </a:moveTo>
                  <a:cubicBezTo>
                    <a:pt x="216018" y="51837"/>
                    <a:pt x="212788" y="48997"/>
                    <a:pt x="211304" y="45203"/>
                  </a:cubicBezTo>
                  <a:cubicBezTo>
                    <a:pt x="210542" y="43203"/>
                    <a:pt x="206255" y="43393"/>
                    <a:pt x="204065" y="42822"/>
                  </a:cubicBezTo>
                  <a:cubicBezTo>
                    <a:pt x="201874" y="42250"/>
                    <a:pt x="198921" y="39678"/>
                    <a:pt x="197112" y="39869"/>
                  </a:cubicBezTo>
                  <a:cubicBezTo>
                    <a:pt x="191592" y="40674"/>
                    <a:pt x="186146" y="41916"/>
                    <a:pt x="180824" y="43584"/>
                  </a:cubicBezTo>
                  <a:cubicBezTo>
                    <a:pt x="176347" y="45012"/>
                    <a:pt x="157488" y="49203"/>
                    <a:pt x="152249" y="50251"/>
                  </a:cubicBezTo>
                  <a:cubicBezTo>
                    <a:pt x="149296" y="50823"/>
                    <a:pt x="149105" y="47489"/>
                    <a:pt x="150725" y="45394"/>
                  </a:cubicBezTo>
                  <a:cubicBezTo>
                    <a:pt x="156535" y="40440"/>
                    <a:pt x="159107" y="40250"/>
                    <a:pt x="158726" y="30725"/>
                  </a:cubicBezTo>
                  <a:cubicBezTo>
                    <a:pt x="158345" y="21200"/>
                    <a:pt x="153773" y="19581"/>
                    <a:pt x="152249" y="16437"/>
                  </a:cubicBezTo>
                  <a:cubicBezTo>
                    <a:pt x="150725" y="13294"/>
                    <a:pt x="150915" y="8436"/>
                    <a:pt x="149487" y="6912"/>
                  </a:cubicBezTo>
                  <a:cubicBezTo>
                    <a:pt x="148058" y="5389"/>
                    <a:pt x="142057" y="5103"/>
                    <a:pt x="141104" y="4341"/>
                  </a:cubicBezTo>
                  <a:cubicBezTo>
                    <a:pt x="140152" y="3579"/>
                    <a:pt x="138723" y="626"/>
                    <a:pt x="136437" y="626"/>
                  </a:cubicBezTo>
                  <a:cubicBezTo>
                    <a:pt x="133456" y="818"/>
                    <a:pt x="130465" y="818"/>
                    <a:pt x="127484" y="626"/>
                  </a:cubicBezTo>
                  <a:cubicBezTo>
                    <a:pt x="125091" y="208"/>
                    <a:pt x="122672" y="-46"/>
                    <a:pt x="120244" y="-136"/>
                  </a:cubicBezTo>
                  <a:cubicBezTo>
                    <a:pt x="116911" y="-136"/>
                    <a:pt x="116911" y="1198"/>
                    <a:pt x="114149" y="2150"/>
                  </a:cubicBezTo>
                  <a:cubicBezTo>
                    <a:pt x="111387" y="3102"/>
                    <a:pt x="109386" y="2150"/>
                    <a:pt x="108148" y="2817"/>
                  </a:cubicBezTo>
                  <a:cubicBezTo>
                    <a:pt x="106242" y="4060"/>
                    <a:pt x="104104" y="4903"/>
                    <a:pt x="101862" y="5293"/>
                  </a:cubicBezTo>
                  <a:cubicBezTo>
                    <a:pt x="98051" y="5293"/>
                    <a:pt x="94337" y="3769"/>
                    <a:pt x="91098" y="7103"/>
                  </a:cubicBezTo>
                  <a:cubicBezTo>
                    <a:pt x="89348" y="8565"/>
                    <a:pt x="88543" y="10870"/>
                    <a:pt x="89003" y="13104"/>
                  </a:cubicBezTo>
                  <a:cubicBezTo>
                    <a:pt x="89955" y="16057"/>
                    <a:pt x="97385" y="26820"/>
                    <a:pt x="96146" y="30725"/>
                  </a:cubicBezTo>
                  <a:cubicBezTo>
                    <a:pt x="95511" y="33114"/>
                    <a:pt x="94748" y="35467"/>
                    <a:pt x="93861" y="37773"/>
                  </a:cubicBezTo>
                  <a:cubicBezTo>
                    <a:pt x="92908" y="40440"/>
                    <a:pt x="92432" y="41298"/>
                    <a:pt x="91670" y="43393"/>
                  </a:cubicBezTo>
                  <a:cubicBezTo>
                    <a:pt x="90679" y="45197"/>
                    <a:pt x="90217" y="47244"/>
                    <a:pt x="90336" y="49299"/>
                  </a:cubicBezTo>
                  <a:cubicBezTo>
                    <a:pt x="91590" y="51395"/>
                    <a:pt x="93602" y="52930"/>
                    <a:pt x="95956" y="53585"/>
                  </a:cubicBezTo>
                  <a:cubicBezTo>
                    <a:pt x="98432" y="53585"/>
                    <a:pt x="100718" y="52537"/>
                    <a:pt x="101862" y="55490"/>
                  </a:cubicBezTo>
                  <a:cubicBezTo>
                    <a:pt x="102630" y="57292"/>
                    <a:pt x="102957" y="59251"/>
                    <a:pt x="102814" y="61205"/>
                  </a:cubicBezTo>
                  <a:cubicBezTo>
                    <a:pt x="101480" y="64253"/>
                    <a:pt x="96908" y="65491"/>
                    <a:pt x="94432" y="66063"/>
                  </a:cubicBezTo>
                  <a:cubicBezTo>
                    <a:pt x="87493" y="67771"/>
                    <a:pt x="80656" y="69870"/>
                    <a:pt x="73953" y="72349"/>
                  </a:cubicBezTo>
                  <a:cubicBezTo>
                    <a:pt x="71381" y="74445"/>
                    <a:pt x="67286" y="72349"/>
                    <a:pt x="62809" y="73873"/>
                  </a:cubicBezTo>
                  <a:cubicBezTo>
                    <a:pt x="54226" y="76295"/>
                    <a:pt x="45469" y="78046"/>
                    <a:pt x="36615" y="79112"/>
                  </a:cubicBezTo>
                  <a:cubicBezTo>
                    <a:pt x="33758" y="79112"/>
                    <a:pt x="27090" y="82827"/>
                    <a:pt x="25662" y="82827"/>
                  </a:cubicBezTo>
                  <a:cubicBezTo>
                    <a:pt x="24233" y="82827"/>
                    <a:pt x="22423" y="79588"/>
                    <a:pt x="20613" y="79969"/>
                  </a:cubicBezTo>
                  <a:cubicBezTo>
                    <a:pt x="13758" y="82013"/>
                    <a:pt x="7311" y="85236"/>
                    <a:pt x="1563" y="89494"/>
                  </a:cubicBezTo>
                  <a:cubicBezTo>
                    <a:pt x="6" y="91341"/>
                    <a:pt x="-656" y="93781"/>
                    <a:pt x="-246" y="96162"/>
                  </a:cubicBezTo>
                  <a:cubicBezTo>
                    <a:pt x="-246" y="100067"/>
                    <a:pt x="325" y="103686"/>
                    <a:pt x="230" y="104544"/>
                  </a:cubicBezTo>
                  <a:cubicBezTo>
                    <a:pt x="-437" y="108449"/>
                    <a:pt x="-628" y="113116"/>
                    <a:pt x="2706" y="114736"/>
                  </a:cubicBezTo>
                  <a:cubicBezTo>
                    <a:pt x="6040" y="116355"/>
                    <a:pt x="10326" y="114736"/>
                    <a:pt x="12231" y="115307"/>
                  </a:cubicBezTo>
                  <a:cubicBezTo>
                    <a:pt x="16327" y="117212"/>
                    <a:pt x="14613" y="119498"/>
                    <a:pt x="17470" y="119022"/>
                  </a:cubicBezTo>
                  <a:cubicBezTo>
                    <a:pt x="20328" y="118545"/>
                    <a:pt x="23375" y="117022"/>
                    <a:pt x="23947" y="115307"/>
                  </a:cubicBezTo>
                  <a:cubicBezTo>
                    <a:pt x="26290" y="114105"/>
                    <a:pt x="28791" y="113239"/>
                    <a:pt x="31376" y="112735"/>
                  </a:cubicBezTo>
                  <a:cubicBezTo>
                    <a:pt x="34901" y="112735"/>
                    <a:pt x="38330" y="112735"/>
                    <a:pt x="40139" y="110354"/>
                  </a:cubicBezTo>
                  <a:cubicBezTo>
                    <a:pt x="41939" y="110087"/>
                    <a:pt x="43769" y="110087"/>
                    <a:pt x="45569" y="110354"/>
                  </a:cubicBezTo>
                  <a:cubicBezTo>
                    <a:pt x="47825" y="110875"/>
                    <a:pt x="50171" y="110875"/>
                    <a:pt x="52427" y="110354"/>
                  </a:cubicBezTo>
                  <a:cubicBezTo>
                    <a:pt x="54982" y="109486"/>
                    <a:pt x="57591" y="108786"/>
                    <a:pt x="60237" y="108258"/>
                  </a:cubicBezTo>
                  <a:cubicBezTo>
                    <a:pt x="62691" y="108493"/>
                    <a:pt x="65166" y="108167"/>
                    <a:pt x="67476" y="107306"/>
                  </a:cubicBezTo>
                  <a:cubicBezTo>
                    <a:pt x="69857" y="106068"/>
                    <a:pt x="71763" y="107306"/>
                    <a:pt x="76049" y="105115"/>
                  </a:cubicBezTo>
                  <a:cubicBezTo>
                    <a:pt x="78621" y="103782"/>
                    <a:pt x="83669" y="103782"/>
                    <a:pt x="85574" y="102734"/>
                  </a:cubicBezTo>
                  <a:cubicBezTo>
                    <a:pt x="87479" y="101686"/>
                    <a:pt x="92622" y="102734"/>
                    <a:pt x="95099" y="100257"/>
                  </a:cubicBezTo>
                  <a:cubicBezTo>
                    <a:pt x="106161" y="96680"/>
                    <a:pt x="117460" y="93879"/>
                    <a:pt x="128912" y="91875"/>
                  </a:cubicBezTo>
                  <a:cubicBezTo>
                    <a:pt x="134723" y="90256"/>
                    <a:pt x="141486" y="86161"/>
                    <a:pt x="143390" y="85780"/>
                  </a:cubicBezTo>
                  <a:cubicBezTo>
                    <a:pt x="147677" y="85018"/>
                    <a:pt x="151391" y="86732"/>
                    <a:pt x="152915" y="85780"/>
                  </a:cubicBezTo>
                  <a:cubicBezTo>
                    <a:pt x="156287" y="84305"/>
                    <a:pt x="159756" y="83063"/>
                    <a:pt x="163298" y="82065"/>
                  </a:cubicBezTo>
                  <a:cubicBezTo>
                    <a:pt x="165774" y="81303"/>
                    <a:pt x="171108" y="79493"/>
                    <a:pt x="173680" y="78922"/>
                  </a:cubicBezTo>
                  <a:lnTo>
                    <a:pt x="185015" y="77588"/>
                  </a:lnTo>
                  <a:cubicBezTo>
                    <a:pt x="186824" y="77588"/>
                    <a:pt x="197397" y="76731"/>
                    <a:pt x="199207" y="76636"/>
                  </a:cubicBezTo>
                  <a:cubicBezTo>
                    <a:pt x="204541" y="76636"/>
                    <a:pt x="206065" y="80160"/>
                    <a:pt x="207589" y="79112"/>
                  </a:cubicBezTo>
                  <a:cubicBezTo>
                    <a:pt x="212161" y="76255"/>
                    <a:pt x="222638" y="71968"/>
                    <a:pt x="223210" y="65872"/>
                  </a:cubicBezTo>
                  <a:cubicBezTo>
                    <a:pt x="223210" y="61967"/>
                    <a:pt x="223686" y="58919"/>
                    <a:pt x="223686" y="57109"/>
                  </a:cubicBezTo>
                  <a:cubicBezTo>
                    <a:pt x="223366" y="55025"/>
                    <a:pt x="221827" y="53335"/>
                    <a:pt x="219781" y="52823"/>
                  </a:cubicBezTo>
                </a:path>
              </a:pathLst>
            </a:custGeom>
            <a:grpFill/>
            <a:ln w="9525" cap="flat">
              <a:noFill/>
              <a:prstDash val="solid"/>
              <a:miter/>
            </a:ln>
          </p:spPr>
          <p:txBody>
            <a:bodyPr rtlCol="0" anchor="ctr"/>
            <a:lstStyle/>
            <a:p>
              <a:endParaRPr lang="zh-CN" altLang="en-US"/>
            </a:p>
          </p:txBody>
        </p:sp>
        <p:sp>
          <p:nvSpPr>
            <p:cNvPr id="88" name="任意多边形: 形状 87"/>
            <p:cNvSpPr/>
            <p:nvPr/>
          </p:nvSpPr>
          <p:spPr>
            <a:xfrm>
              <a:off x="10788644" y="4163657"/>
              <a:ext cx="774892" cy="1066918"/>
            </a:xfrm>
            <a:custGeom>
              <a:avLst/>
              <a:gdLst>
                <a:gd name="connsiteX0" fmla="*/ 211303 w 216435"/>
                <a:gd name="connsiteY0" fmla="*/ 97027 h 298001"/>
                <a:gd name="connsiteX1" fmla="*/ 203588 w 216435"/>
                <a:gd name="connsiteY1" fmla="*/ 94265 h 298001"/>
                <a:gd name="connsiteX2" fmla="*/ 196825 w 216435"/>
                <a:gd name="connsiteY2" fmla="*/ 92265 h 298001"/>
                <a:gd name="connsiteX3" fmla="*/ 190824 w 216435"/>
                <a:gd name="connsiteY3" fmla="*/ 87883 h 298001"/>
                <a:gd name="connsiteX4" fmla="*/ 183395 w 216435"/>
                <a:gd name="connsiteY4" fmla="*/ 87883 h 298001"/>
                <a:gd name="connsiteX5" fmla="*/ 172631 w 216435"/>
                <a:gd name="connsiteY5" fmla="*/ 93789 h 298001"/>
                <a:gd name="connsiteX6" fmla="*/ 167107 w 216435"/>
                <a:gd name="connsiteY6" fmla="*/ 92074 h 298001"/>
                <a:gd name="connsiteX7" fmla="*/ 169012 w 216435"/>
                <a:gd name="connsiteY7" fmla="*/ 80073 h 298001"/>
                <a:gd name="connsiteX8" fmla="*/ 171393 w 216435"/>
                <a:gd name="connsiteY8" fmla="*/ 70548 h 298001"/>
                <a:gd name="connsiteX9" fmla="*/ 174251 w 216435"/>
                <a:gd name="connsiteY9" fmla="*/ 62547 h 298001"/>
                <a:gd name="connsiteX10" fmla="*/ 183776 w 216435"/>
                <a:gd name="connsiteY10" fmla="*/ 39496 h 298001"/>
                <a:gd name="connsiteX11" fmla="*/ 195968 w 216435"/>
                <a:gd name="connsiteY11" fmla="*/ 29971 h 298001"/>
                <a:gd name="connsiteX12" fmla="*/ 197016 w 216435"/>
                <a:gd name="connsiteY12" fmla="*/ 18446 h 298001"/>
                <a:gd name="connsiteX13" fmla="*/ 194730 w 216435"/>
                <a:gd name="connsiteY13" fmla="*/ 11874 h 298001"/>
                <a:gd name="connsiteX14" fmla="*/ 185776 w 216435"/>
                <a:gd name="connsiteY14" fmla="*/ 6254 h 298001"/>
                <a:gd name="connsiteX15" fmla="*/ 177490 w 216435"/>
                <a:gd name="connsiteY15" fmla="*/ 7207 h 298001"/>
                <a:gd name="connsiteX16" fmla="*/ 175013 w 216435"/>
                <a:gd name="connsiteY16" fmla="*/ 10731 h 298001"/>
                <a:gd name="connsiteX17" fmla="*/ 147295 w 216435"/>
                <a:gd name="connsiteY17" fmla="*/ 25399 h 298001"/>
                <a:gd name="connsiteX18" fmla="*/ 152820 w 216435"/>
                <a:gd name="connsiteY18" fmla="*/ 38734 h 298001"/>
                <a:gd name="connsiteX19" fmla="*/ 150819 w 216435"/>
                <a:gd name="connsiteY19" fmla="*/ 45973 h 298001"/>
                <a:gd name="connsiteX20" fmla="*/ 146438 w 216435"/>
                <a:gd name="connsiteY20" fmla="*/ 52545 h 298001"/>
                <a:gd name="connsiteX21" fmla="*/ 138723 w 216435"/>
                <a:gd name="connsiteY21" fmla="*/ 56451 h 298001"/>
                <a:gd name="connsiteX22" fmla="*/ 139484 w 216435"/>
                <a:gd name="connsiteY22" fmla="*/ 65499 h 298001"/>
                <a:gd name="connsiteX23" fmla="*/ 135103 w 216435"/>
                <a:gd name="connsiteY23" fmla="*/ 70643 h 298001"/>
                <a:gd name="connsiteX24" fmla="*/ 129674 w 216435"/>
                <a:gd name="connsiteY24" fmla="*/ 74929 h 298001"/>
                <a:gd name="connsiteX25" fmla="*/ 131579 w 216435"/>
                <a:gd name="connsiteY25" fmla="*/ 84454 h 298001"/>
                <a:gd name="connsiteX26" fmla="*/ 139866 w 216435"/>
                <a:gd name="connsiteY26" fmla="*/ 87216 h 298001"/>
                <a:gd name="connsiteX27" fmla="*/ 130341 w 216435"/>
                <a:gd name="connsiteY27" fmla="*/ 96741 h 298001"/>
                <a:gd name="connsiteX28" fmla="*/ 125292 w 216435"/>
                <a:gd name="connsiteY28" fmla="*/ 88645 h 298001"/>
                <a:gd name="connsiteX29" fmla="*/ 115005 w 216435"/>
                <a:gd name="connsiteY29" fmla="*/ 83216 h 298001"/>
                <a:gd name="connsiteX30" fmla="*/ 123482 w 216435"/>
                <a:gd name="connsiteY30" fmla="*/ 70929 h 298001"/>
                <a:gd name="connsiteX31" fmla="*/ 134722 w 216435"/>
                <a:gd name="connsiteY31" fmla="*/ 48164 h 298001"/>
                <a:gd name="connsiteX32" fmla="*/ 129579 w 216435"/>
                <a:gd name="connsiteY32" fmla="*/ 40449 h 298001"/>
                <a:gd name="connsiteX33" fmla="*/ 129579 w 216435"/>
                <a:gd name="connsiteY33" fmla="*/ 30924 h 298001"/>
                <a:gd name="connsiteX34" fmla="*/ 137865 w 216435"/>
                <a:gd name="connsiteY34" fmla="*/ 20065 h 298001"/>
                <a:gd name="connsiteX35" fmla="*/ 142152 w 216435"/>
                <a:gd name="connsiteY35" fmla="*/ 7683 h 298001"/>
                <a:gd name="connsiteX36" fmla="*/ 132055 w 216435"/>
                <a:gd name="connsiteY36" fmla="*/ -128 h 298001"/>
                <a:gd name="connsiteX37" fmla="*/ 126721 w 216435"/>
                <a:gd name="connsiteY37" fmla="*/ 1015 h 298001"/>
                <a:gd name="connsiteX38" fmla="*/ 121387 w 216435"/>
                <a:gd name="connsiteY38" fmla="*/ 1015 h 298001"/>
                <a:gd name="connsiteX39" fmla="*/ 114815 w 216435"/>
                <a:gd name="connsiteY39" fmla="*/ 13207 h 298001"/>
                <a:gd name="connsiteX40" fmla="*/ 105957 w 216435"/>
                <a:gd name="connsiteY40" fmla="*/ 24923 h 298001"/>
                <a:gd name="connsiteX41" fmla="*/ 98622 w 216435"/>
                <a:gd name="connsiteY41" fmla="*/ 18922 h 298001"/>
                <a:gd name="connsiteX42" fmla="*/ 91955 w 216435"/>
                <a:gd name="connsiteY42" fmla="*/ 25590 h 298001"/>
                <a:gd name="connsiteX43" fmla="*/ 95955 w 216435"/>
                <a:gd name="connsiteY43" fmla="*/ 36163 h 298001"/>
                <a:gd name="connsiteX44" fmla="*/ 92336 w 216435"/>
                <a:gd name="connsiteY44" fmla="*/ 45688 h 298001"/>
                <a:gd name="connsiteX45" fmla="*/ 92336 w 216435"/>
                <a:gd name="connsiteY45" fmla="*/ 57594 h 298001"/>
                <a:gd name="connsiteX46" fmla="*/ 98242 w 216435"/>
                <a:gd name="connsiteY46" fmla="*/ 54831 h 298001"/>
                <a:gd name="connsiteX47" fmla="*/ 106623 w 216435"/>
                <a:gd name="connsiteY47" fmla="*/ 51593 h 298001"/>
                <a:gd name="connsiteX48" fmla="*/ 111672 w 216435"/>
                <a:gd name="connsiteY48" fmla="*/ 63594 h 298001"/>
                <a:gd name="connsiteX49" fmla="*/ 102147 w 216435"/>
                <a:gd name="connsiteY49" fmla="*/ 72453 h 298001"/>
                <a:gd name="connsiteX50" fmla="*/ 98242 w 216435"/>
                <a:gd name="connsiteY50" fmla="*/ 67500 h 298001"/>
                <a:gd name="connsiteX51" fmla="*/ 87859 w 216435"/>
                <a:gd name="connsiteY51" fmla="*/ 67500 h 298001"/>
                <a:gd name="connsiteX52" fmla="*/ 85192 w 216435"/>
                <a:gd name="connsiteY52" fmla="*/ 62832 h 298001"/>
                <a:gd name="connsiteX53" fmla="*/ 82334 w 216435"/>
                <a:gd name="connsiteY53" fmla="*/ 42735 h 298001"/>
                <a:gd name="connsiteX54" fmla="*/ 80334 w 216435"/>
                <a:gd name="connsiteY54" fmla="*/ 36734 h 298001"/>
                <a:gd name="connsiteX55" fmla="*/ 77382 w 216435"/>
                <a:gd name="connsiteY55" fmla="*/ 27209 h 298001"/>
                <a:gd name="connsiteX56" fmla="*/ 71286 w 216435"/>
                <a:gd name="connsiteY56" fmla="*/ 30638 h 298001"/>
                <a:gd name="connsiteX57" fmla="*/ 67666 w 216435"/>
                <a:gd name="connsiteY57" fmla="*/ 39306 h 298001"/>
                <a:gd name="connsiteX58" fmla="*/ 69000 w 216435"/>
                <a:gd name="connsiteY58" fmla="*/ 45307 h 298001"/>
                <a:gd name="connsiteX59" fmla="*/ 69000 w 216435"/>
                <a:gd name="connsiteY59" fmla="*/ 63118 h 298001"/>
                <a:gd name="connsiteX60" fmla="*/ 71095 w 216435"/>
                <a:gd name="connsiteY60" fmla="*/ 75691 h 298001"/>
                <a:gd name="connsiteX61" fmla="*/ 70428 w 216435"/>
                <a:gd name="connsiteY61" fmla="*/ 94170 h 298001"/>
                <a:gd name="connsiteX62" fmla="*/ 75191 w 216435"/>
                <a:gd name="connsiteY62" fmla="*/ 103123 h 298001"/>
                <a:gd name="connsiteX63" fmla="*/ 79858 w 216435"/>
                <a:gd name="connsiteY63" fmla="*/ 100647 h 298001"/>
                <a:gd name="connsiteX64" fmla="*/ 83192 w 216435"/>
                <a:gd name="connsiteY64" fmla="*/ 95980 h 298001"/>
                <a:gd name="connsiteX65" fmla="*/ 85954 w 216435"/>
                <a:gd name="connsiteY65" fmla="*/ 88169 h 298001"/>
                <a:gd name="connsiteX66" fmla="*/ 90145 w 216435"/>
                <a:gd name="connsiteY66" fmla="*/ 93408 h 298001"/>
                <a:gd name="connsiteX67" fmla="*/ 92145 w 216435"/>
                <a:gd name="connsiteY67" fmla="*/ 99789 h 298001"/>
                <a:gd name="connsiteX68" fmla="*/ 99098 w 216435"/>
                <a:gd name="connsiteY68" fmla="*/ 96932 h 298001"/>
                <a:gd name="connsiteX69" fmla="*/ 106718 w 216435"/>
                <a:gd name="connsiteY69" fmla="*/ 97694 h 298001"/>
                <a:gd name="connsiteX70" fmla="*/ 105956 w 216435"/>
                <a:gd name="connsiteY70" fmla="*/ 101790 h 298001"/>
                <a:gd name="connsiteX71" fmla="*/ 100527 w 216435"/>
                <a:gd name="connsiteY71" fmla="*/ 105409 h 298001"/>
                <a:gd name="connsiteX72" fmla="*/ 93574 w 216435"/>
                <a:gd name="connsiteY72" fmla="*/ 107790 h 298001"/>
                <a:gd name="connsiteX73" fmla="*/ 80810 w 216435"/>
                <a:gd name="connsiteY73" fmla="*/ 110076 h 298001"/>
                <a:gd name="connsiteX74" fmla="*/ 72999 w 216435"/>
                <a:gd name="connsiteY74" fmla="*/ 110553 h 298001"/>
                <a:gd name="connsiteX75" fmla="*/ 63951 w 216435"/>
                <a:gd name="connsiteY75" fmla="*/ 113029 h 298001"/>
                <a:gd name="connsiteX76" fmla="*/ 59379 w 216435"/>
                <a:gd name="connsiteY76" fmla="*/ 108362 h 298001"/>
                <a:gd name="connsiteX77" fmla="*/ 62618 w 216435"/>
                <a:gd name="connsiteY77" fmla="*/ 98837 h 298001"/>
                <a:gd name="connsiteX78" fmla="*/ 62618 w 216435"/>
                <a:gd name="connsiteY78" fmla="*/ 90836 h 298001"/>
                <a:gd name="connsiteX79" fmla="*/ 60522 w 216435"/>
                <a:gd name="connsiteY79" fmla="*/ 79977 h 298001"/>
                <a:gd name="connsiteX80" fmla="*/ 59570 w 216435"/>
                <a:gd name="connsiteY80" fmla="*/ 63785 h 298001"/>
                <a:gd name="connsiteX81" fmla="*/ 59570 w 216435"/>
                <a:gd name="connsiteY81" fmla="*/ 55498 h 298001"/>
                <a:gd name="connsiteX82" fmla="*/ 59570 w 216435"/>
                <a:gd name="connsiteY82" fmla="*/ 48926 h 298001"/>
                <a:gd name="connsiteX83" fmla="*/ 59570 w 216435"/>
                <a:gd name="connsiteY83" fmla="*/ 42925 h 298001"/>
                <a:gd name="connsiteX84" fmla="*/ 58713 w 216435"/>
                <a:gd name="connsiteY84" fmla="*/ 33400 h 298001"/>
                <a:gd name="connsiteX85" fmla="*/ 57570 w 216435"/>
                <a:gd name="connsiteY85" fmla="*/ 25590 h 298001"/>
                <a:gd name="connsiteX86" fmla="*/ 54712 w 216435"/>
                <a:gd name="connsiteY86" fmla="*/ 21303 h 298001"/>
                <a:gd name="connsiteX87" fmla="*/ 51378 w 216435"/>
                <a:gd name="connsiteY87" fmla="*/ 23494 h 298001"/>
                <a:gd name="connsiteX88" fmla="*/ 44806 w 216435"/>
                <a:gd name="connsiteY88" fmla="*/ 23494 h 298001"/>
                <a:gd name="connsiteX89" fmla="*/ 40234 w 216435"/>
                <a:gd name="connsiteY89" fmla="*/ 31400 h 298001"/>
                <a:gd name="connsiteX90" fmla="*/ 42425 w 216435"/>
                <a:gd name="connsiteY90" fmla="*/ 45116 h 298001"/>
                <a:gd name="connsiteX91" fmla="*/ 44044 w 216435"/>
                <a:gd name="connsiteY91" fmla="*/ 69119 h 298001"/>
                <a:gd name="connsiteX92" fmla="*/ 42329 w 216435"/>
                <a:gd name="connsiteY92" fmla="*/ 91788 h 298001"/>
                <a:gd name="connsiteX93" fmla="*/ 44234 w 216435"/>
                <a:gd name="connsiteY93" fmla="*/ 102838 h 298001"/>
                <a:gd name="connsiteX94" fmla="*/ 47092 w 216435"/>
                <a:gd name="connsiteY94" fmla="*/ 110458 h 298001"/>
                <a:gd name="connsiteX95" fmla="*/ 43377 w 216435"/>
                <a:gd name="connsiteY95" fmla="*/ 114172 h 298001"/>
                <a:gd name="connsiteX96" fmla="*/ 32423 w 216435"/>
                <a:gd name="connsiteY96" fmla="*/ 118458 h 298001"/>
                <a:gd name="connsiteX97" fmla="*/ 27050 w 216435"/>
                <a:gd name="connsiteY97" fmla="*/ 115958 h 298001"/>
                <a:gd name="connsiteX98" fmla="*/ 26804 w 216435"/>
                <a:gd name="connsiteY98" fmla="*/ 114267 h 298001"/>
                <a:gd name="connsiteX99" fmla="*/ 24232 w 216435"/>
                <a:gd name="connsiteY99" fmla="*/ 97884 h 298001"/>
                <a:gd name="connsiteX100" fmla="*/ 20613 w 216435"/>
                <a:gd name="connsiteY100" fmla="*/ 97884 h 298001"/>
                <a:gd name="connsiteX101" fmla="*/ 7849 w 216435"/>
                <a:gd name="connsiteY101" fmla="*/ 119030 h 298001"/>
                <a:gd name="connsiteX102" fmla="*/ 2610 w 216435"/>
                <a:gd name="connsiteY102" fmla="*/ 122459 h 298001"/>
                <a:gd name="connsiteX103" fmla="*/ -247 w 216435"/>
                <a:gd name="connsiteY103" fmla="*/ 129888 h 298001"/>
                <a:gd name="connsiteX104" fmla="*/ -247 w 216435"/>
                <a:gd name="connsiteY104" fmla="*/ 148176 h 298001"/>
                <a:gd name="connsiteX105" fmla="*/ 5563 w 216435"/>
                <a:gd name="connsiteY105" fmla="*/ 166369 h 298001"/>
                <a:gd name="connsiteX106" fmla="*/ 13278 w 216435"/>
                <a:gd name="connsiteY106" fmla="*/ 169513 h 298001"/>
                <a:gd name="connsiteX107" fmla="*/ 33090 w 216435"/>
                <a:gd name="connsiteY107" fmla="*/ 154368 h 298001"/>
                <a:gd name="connsiteX108" fmla="*/ 37662 w 216435"/>
                <a:gd name="connsiteY108" fmla="*/ 148938 h 298001"/>
                <a:gd name="connsiteX109" fmla="*/ 47187 w 216435"/>
                <a:gd name="connsiteY109" fmla="*/ 136270 h 298001"/>
                <a:gd name="connsiteX110" fmla="*/ 62713 w 216435"/>
                <a:gd name="connsiteY110" fmla="*/ 129984 h 298001"/>
                <a:gd name="connsiteX111" fmla="*/ 75857 w 216435"/>
                <a:gd name="connsiteY111" fmla="*/ 127317 h 298001"/>
                <a:gd name="connsiteX112" fmla="*/ 93002 w 216435"/>
                <a:gd name="connsiteY112" fmla="*/ 125126 h 298001"/>
                <a:gd name="connsiteX113" fmla="*/ 103575 w 216435"/>
                <a:gd name="connsiteY113" fmla="*/ 122935 h 298001"/>
                <a:gd name="connsiteX114" fmla="*/ 114148 w 216435"/>
                <a:gd name="connsiteY114" fmla="*/ 120459 h 298001"/>
                <a:gd name="connsiteX115" fmla="*/ 135103 w 216435"/>
                <a:gd name="connsiteY115" fmla="*/ 118268 h 298001"/>
                <a:gd name="connsiteX116" fmla="*/ 148438 w 216435"/>
                <a:gd name="connsiteY116" fmla="*/ 116363 h 298001"/>
                <a:gd name="connsiteX117" fmla="*/ 161106 w 216435"/>
                <a:gd name="connsiteY117" fmla="*/ 114934 h 298001"/>
                <a:gd name="connsiteX118" fmla="*/ 155772 w 216435"/>
                <a:gd name="connsiteY118" fmla="*/ 125126 h 298001"/>
                <a:gd name="connsiteX119" fmla="*/ 146247 w 216435"/>
                <a:gd name="connsiteY119" fmla="*/ 129793 h 298001"/>
                <a:gd name="connsiteX120" fmla="*/ 137485 w 216435"/>
                <a:gd name="connsiteY120" fmla="*/ 127698 h 298001"/>
                <a:gd name="connsiteX121" fmla="*/ 129007 w 216435"/>
                <a:gd name="connsiteY121" fmla="*/ 127698 h 298001"/>
                <a:gd name="connsiteX122" fmla="*/ 118625 w 216435"/>
                <a:gd name="connsiteY122" fmla="*/ 127698 h 298001"/>
                <a:gd name="connsiteX123" fmla="*/ 114243 w 216435"/>
                <a:gd name="connsiteY123" fmla="*/ 130841 h 298001"/>
                <a:gd name="connsiteX124" fmla="*/ 106814 w 216435"/>
                <a:gd name="connsiteY124" fmla="*/ 133508 h 298001"/>
                <a:gd name="connsiteX125" fmla="*/ 97956 w 216435"/>
                <a:gd name="connsiteY125" fmla="*/ 135032 h 298001"/>
                <a:gd name="connsiteX126" fmla="*/ 86145 w 216435"/>
                <a:gd name="connsiteY126" fmla="*/ 137985 h 298001"/>
                <a:gd name="connsiteX127" fmla="*/ 75762 w 216435"/>
                <a:gd name="connsiteY127" fmla="*/ 138937 h 298001"/>
                <a:gd name="connsiteX128" fmla="*/ 71571 w 216435"/>
                <a:gd name="connsiteY128" fmla="*/ 141699 h 298001"/>
                <a:gd name="connsiteX129" fmla="*/ 60332 w 216435"/>
                <a:gd name="connsiteY129" fmla="*/ 142461 h 298001"/>
                <a:gd name="connsiteX130" fmla="*/ 52331 w 216435"/>
                <a:gd name="connsiteY130" fmla="*/ 161511 h 298001"/>
                <a:gd name="connsiteX131" fmla="*/ 50236 w 216435"/>
                <a:gd name="connsiteY131" fmla="*/ 171894 h 298001"/>
                <a:gd name="connsiteX132" fmla="*/ 53093 w 216435"/>
                <a:gd name="connsiteY132" fmla="*/ 178847 h 298001"/>
                <a:gd name="connsiteX133" fmla="*/ 60712 w 216435"/>
                <a:gd name="connsiteY133" fmla="*/ 178847 h 298001"/>
                <a:gd name="connsiteX134" fmla="*/ 69761 w 216435"/>
                <a:gd name="connsiteY134" fmla="*/ 174180 h 298001"/>
                <a:gd name="connsiteX135" fmla="*/ 77763 w 216435"/>
                <a:gd name="connsiteY135" fmla="*/ 168941 h 298001"/>
                <a:gd name="connsiteX136" fmla="*/ 85002 w 216435"/>
                <a:gd name="connsiteY136" fmla="*/ 169608 h 298001"/>
                <a:gd name="connsiteX137" fmla="*/ 81477 w 216435"/>
                <a:gd name="connsiteY137" fmla="*/ 179133 h 298001"/>
                <a:gd name="connsiteX138" fmla="*/ 80144 w 216435"/>
                <a:gd name="connsiteY138" fmla="*/ 188658 h 298001"/>
                <a:gd name="connsiteX139" fmla="*/ 77477 w 216435"/>
                <a:gd name="connsiteY139" fmla="*/ 193039 h 298001"/>
                <a:gd name="connsiteX140" fmla="*/ 69952 w 216435"/>
                <a:gd name="connsiteY140" fmla="*/ 196849 h 298001"/>
                <a:gd name="connsiteX141" fmla="*/ 57474 w 216435"/>
                <a:gd name="connsiteY141" fmla="*/ 200183 h 298001"/>
                <a:gd name="connsiteX142" fmla="*/ 47378 w 216435"/>
                <a:gd name="connsiteY142" fmla="*/ 206469 h 298001"/>
                <a:gd name="connsiteX143" fmla="*/ 36995 w 216435"/>
                <a:gd name="connsiteY143" fmla="*/ 203802 h 298001"/>
                <a:gd name="connsiteX144" fmla="*/ 22708 w 216435"/>
                <a:gd name="connsiteY144" fmla="*/ 212661 h 298001"/>
                <a:gd name="connsiteX145" fmla="*/ 20327 w 216435"/>
                <a:gd name="connsiteY145" fmla="*/ 224472 h 298001"/>
                <a:gd name="connsiteX146" fmla="*/ 21565 w 216435"/>
                <a:gd name="connsiteY146" fmla="*/ 233044 h 298001"/>
                <a:gd name="connsiteX147" fmla="*/ 26899 w 216435"/>
                <a:gd name="connsiteY147" fmla="*/ 235426 h 298001"/>
                <a:gd name="connsiteX148" fmla="*/ 38615 w 216435"/>
                <a:gd name="connsiteY148" fmla="*/ 238283 h 298001"/>
                <a:gd name="connsiteX149" fmla="*/ 51664 w 216435"/>
                <a:gd name="connsiteY149" fmla="*/ 233616 h 298001"/>
                <a:gd name="connsiteX150" fmla="*/ 67571 w 216435"/>
                <a:gd name="connsiteY150" fmla="*/ 230854 h 298001"/>
                <a:gd name="connsiteX151" fmla="*/ 83001 w 216435"/>
                <a:gd name="connsiteY151" fmla="*/ 228091 h 298001"/>
                <a:gd name="connsiteX152" fmla="*/ 87573 w 216435"/>
                <a:gd name="connsiteY152" fmla="*/ 234568 h 298001"/>
                <a:gd name="connsiteX153" fmla="*/ 71095 w 216435"/>
                <a:gd name="connsiteY153" fmla="*/ 263143 h 298001"/>
                <a:gd name="connsiteX154" fmla="*/ 50140 w 216435"/>
                <a:gd name="connsiteY154" fmla="*/ 266953 h 298001"/>
                <a:gd name="connsiteX155" fmla="*/ 41472 w 216435"/>
                <a:gd name="connsiteY155" fmla="*/ 271239 h 298001"/>
                <a:gd name="connsiteX156" fmla="*/ 57665 w 216435"/>
                <a:gd name="connsiteY156" fmla="*/ 286575 h 298001"/>
                <a:gd name="connsiteX157" fmla="*/ 58713 w 216435"/>
                <a:gd name="connsiteY157" fmla="*/ 296671 h 298001"/>
                <a:gd name="connsiteX158" fmla="*/ 75477 w 216435"/>
                <a:gd name="connsiteY158" fmla="*/ 296671 h 298001"/>
                <a:gd name="connsiteX159" fmla="*/ 86621 w 216435"/>
                <a:gd name="connsiteY159" fmla="*/ 293623 h 298001"/>
                <a:gd name="connsiteX160" fmla="*/ 100527 w 216435"/>
                <a:gd name="connsiteY160" fmla="*/ 288670 h 298001"/>
                <a:gd name="connsiteX161" fmla="*/ 110052 w 216435"/>
                <a:gd name="connsiteY161" fmla="*/ 270192 h 298001"/>
                <a:gd name="connsiteX162" fmla="*/ 115005 w 216435"/>
                <a:gd name="connsiteY162" fmla="*/ 261619 h 298001"/>
                <a:gd name="connsiteX163" fmla="*/ 117672 w 216435"/>
                <a:gd name="connsiteY163" fmla="*/ 248760 h 298001"/>
                <a:gd name="connsiteX164" fmla="*/ 119101 w 216435"/>
                <a:gd name="connsiteY164" fmla="*/ 237521 h 298001"/>
                <a:gd name="connsiteX165" fmla="*/ 118244 w 216435"/>
                <a:gd name="connsiteY165" fmla="*/ 224376 h 298001"/>
                <a:gd name="connsiteX166" fmla="*/ 137294 w 216435"/>
                <a:gd name="connsiteY166" fmla="*/ 215804 h 298001"/>
                <a:gd name="connsiteX167" fmla="*/ 145485 w 216435"/>
                <a:gd name="connsiteY167" fmla="*/ 213042 h 298001"/>
                <a:gd name="connsiteX168" fmla="*/ 157582 w 216435"/>
                <a:gd name="connsiteY168" fmla="*/ 210756 h 298001"/>
                <a:gd name="connsiteX169" fmla="*/ 164440 w 216435"/>
                <a:gd name="connsiteY169" fmla="*/ 204850 h 298001"/>
                <a:gd name="connsiteX170" fmla="*/ 167393 w 216435"/>
                <a:gd name="connsiteY170" fmla="*/ 192849 h 298001"/>
                <a:gd name="connsiteX171" fmla="*/ 162916 w 216435"/>
                <a:gd name="connsiteY171" fmla="*/ 188277 h 298001"/>
                <a:gd name="connsiteX172" fmla="*/ 151391 w 216435"/>
                <a:gd name="connsiteY172" fmla="*/ 183514 h 298001"/>
                <a:gd name="connsiteX173" fmla="*/ 139580 w 216435"/>
                <a:gd name="connsiteY173" fmla="*/ 177513 h 298001"/>
                <a:gd name="connsiteX174" fmla="*/ 132817 w 216435"/>
                <a:gd name="connsiteY174" fmla="*/ 181133 h 298001"/>
                <a:gd name="connsiteX175" fmla="*/ 122530 w 216435"/>
                <a:gd name="connsiteY175" fmla="*/ 185229 h 298001"/>
                <a:gd name="connsiteX176" fmla="*/ 116815 w 216435"/>
                <a:gd name="connsiteY176" fmla="*/ 184086 h 298001"/>
                <a:gd name="connsiteX177" fmla="*/ 118720 w 216435"/>
                <a:gd name="connsiteY177" fmla="*/ 172751 h 298001"/>
                <a:gd name="connsiteX178" fmla="*/ 130722 w 216435"/>
                <a:gd name="connsiteY178" fmla="*/ 161702 h 298001"/>
                <a:gd name="connsiteX179" fmla="*/ 138246 w 216435"/>
                <a:gd name="connsiteY179" fmla="*/ 153701 h 298001"/>
                <a:gd name="connsiteX180" fmla="*/ 158725 w 216435"/>
                <a:gd name="connsiteY180" fmla="*/ 139128 h 298001"/>
                <a:gd name="connsiteX181" fmla="*/ 170631 w 216435"/>
                <a:gd name="connsiteY181" fmla="*/ 139128 h 298001"/>
                <a:gd name="connsiteX182" fmla="*/ 180156 w 216435"/>
                <a:gd name="connsiteY182" fmla="*/ 139985 h 298001"/>
                <a:gd name="connsiteX183" fmla="*/ 187586 w 216435"/>
                <a:gd name="connsiteY183" fmla="*/ 136842 h 298001"/>
                <a:gd name="connsiteX184" fmla="*/ 211589 w 216435"/>
                <a:gd name="connsiteY184" fmla="*/ 130460 h 298001"/>
                <a:gd name="connsiteX185" fmla="*/ 215971 w 216435"/>
                <a:gd name="connsiteY185" fmla="*/ 114553 h 298001"/>
                <a:gd name="connsiteX186" fmla="*/ 211875 w 216435"/>
                <a:gd name="connsiteY186" fmla="*/ 96932 h 29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216435" h="298001">
                  <a:moveTo>
                    <a:pt x="211303" y="97027"/>
                  </a:moveTo>
                  <a:cubicBezTo>
                    <a:pt x="209017" y="94265"/>
                    <a:pt x="205302" y="95408"/>
                    <a:pt x="203588" y="94265"/>
                  </a:cubicBezTo>
                  <a:cubicBezTo>
                    <a:pt x="201873" y="93122"/>
                    <a:pt x="198920" y="92931"/>
                    <a:pt x="196825" y="92265"/>
                  </a:cubicBezTo>
                  <a:cubicBezTo>
                    <a:pt x="194729" y="91598"/>
                    <a:pt x="192729" y="88455"/>
                    <a:pt x="190824" y="87883"/>
                  </a:cubicBezTo>
                  <a:cubicBezTo>
                    <a:pt x="188365" y="87469"/>
                    <a:pt x="185854" y="87469"/>
                    <a:pt x="183395" y="87883"/>
                  </a:cubicBezTo>
                  <a:cubicBezTo>
                    <a:pt x="180427" y="90816"/>
                    <a:pt x="176699" y="92862"/>
                    <a:pt x="172631" y="93789"/>
                  </a:cubicBezTo>
                  <a:cubicBezTo>
                    <a:pt x="170631" y="93789"/>
                    <a:pt x="167393" y="94455"/>
                    <a:pt x="167107" y="92074"/>
                  </a:cubicBezTo>
                  <a:cubicBezTo>
                    <a:pt x="167063" y="87995"/>
                    <a:pt x="167707" y="83938"/>
                    <a:pt x="169012" y="80073"/>
                  </a:cubicBezTo>
                  <a:cubicBezTo>
                    <a:pt x="170060" y="76358"/>
                    <a:pt x="171107" y="72072"/>
                    <a:pt x="171393" y="70548"/>
                  </a:cubicBezTo>
                  <a:cubicBezTo>
                    <a:pt x="171679" y="69024"/>
                    <a:pt x="174060" y="63309"/>
                    <a:pt x="174251" y="62547"/>
                  </a:cubicBezTo>
                  <a:cubicBezTo>
                    <a:pt x="175286" y="54144"/>
                    <a:pt x="178577" y="46178"/>
                    <a:pt x="183776" y="39496"/>
                  </a:cubicBezTo>
                  <a:cubicBezTo>
                    <a:pt x="187872" y="35496"/>
                    <a:pt x="196825" y="30638"/>
                    <a:pt x="195968" y="29971"/>
                  </a:cubicBezTo>
                  <a:cubicBezTo>
                    <a:pt x="195111" y="29305"/>
                    <a:pt x="196634" y="21303"/>
                    <a:pt x="197016" y="18446"/>
                  </a:cubicBezTo>
                  <a:cubicBezTo>
                    <a:pt x="197408" y="16010"/>
                    <a:pt x="196549" y="13541"/>
                    <a:pt x="194730" y="11874"/>
                  </a:cubicBezTo>
                  <a:cubicBezTo>
                    <a:pt x="191940" y="9706"/>
                    <a:pt x="188941" y="7823"/>
                    <a:pt x="185776" y="6254"/>
                  </a:cubicBezTo>
                  <a:cubicBezTo>
                    <a:pt x="183047" y="5036"/>
                    <a:pt x="179871" y="5401"/>
                    <a:pt x="177490" y="7207"/>
                  </a:cubicBezTo>
                  <a:cubicBezTo>
                    <a:pt x="176251" y="8159"/>
                    <a:pt x="175679" y="10255"/>
                    <a:pt x="175013" y="10731"/>
                  </a:cubicBezTo>
                  <a:cubicBezTo>
                    <a:pt x="172632" y="12350"/>
                    <a:pt x="149676" y="15969"/>
                    <a:pt x="147295" y="25399"/>
                  </a:cubicBezTo>
                  <a:cubicBezTo>
                    <a:pt x="146152" y="30066"/>
                    <a:pt x="152915" y="32734"/>
                    <a:pt x="152820" y="38734"/>
                  </a:cubicBezTo>
                  <a:cubicBezTo>
                    <a:pt x="152584" y="41246"/>
                    <a:pt x="151907" y="43697"/>
                    <a:pt x="150819" y="45973"/>
                  </a:cubicBezTo>
                  <a:cubicBezTo>
                    <a:pt x="149867" y="48069"/>
                    <a:pt x="148152" y="52164"/>
                    <a:pt x="146438" y="52545"/>
                  </a:cubicBezTo>
                  <a:cubicBezTo>
                    <a:pt x="144723" y="52926"/>
                    <a:pt x="141390" y="52545"/>
                    <a:pt x="138723" y="56451"/>
                  </a:cubicBezTo>
                  <a:cubicBezTo>
                    <a:pt x="134532" y="62547"/>
                    <a:pt x="139484" y="63785"/>
                    <a:pt x="139484" y="65499"/>
                  </a:cubicBezTo>
                  <a:cubicBezTo>
                    <a:pt x="139484" y="67214"/>
                    <a:pt x="136151" y="69595"/>
                    <a:pt x="135103" y="70643"/>
                  </a:cubicBezTo>
                  <a:cubicBezTo>
                    <a:pt x="133762" y="72582"/>
                    <a:pt x="131871" y="74074"/>
                    <a:pt x="129674" y="74929"/>
                  </a:cubicBezTo>
                  <a:cubicBezTo>
                    <a:pt x="128436" y="74929"/>
                    <a:pt x="128340" y="81692"/>
                    <a:pt x="131579" y="84454"/>
                  </a:cubicBezTo>
                  <a:cubicBezTo>
                    <a:pt x="134817" y="87216"/>
                    <a:pt x="138151" y="85597"/>
                    <a:pt x="139866" y="87216"/>
                  </a:cubicBezTo>
                  <a:cubicBezTo>
                    <a:pt x="141866" y="92074"/>
                    <a:pt x="135579" y="96741"/>
                    <a:pt x="130341" y="96741"/>
                  </a:cubicBezTo>
                  <a:cubicBezTo>
                    <a:pt x="123482" y="96741"/>
                    <a:pt x="128340" y="87788"/>
                    <a:pt x="125292" y="88645"/>
                  </a:cubicBezTo>
                  <a:cubicBezTo>
                    <a:pt x="119577" y="90169"/>
                    <a:pt x="113195" y="85788"/>
                    <a:pt x="115005" y="83216"/>
                  </a:cubicBezTo>
                  <a:cubicBezTo>
                    <a:pt x="116815" y="80644"/>
                    <a:pt x="123768" y="71119"/>
                    <a:pt x="123482" y="70929"/>
                  </a:cubicBezTo>
                  <a:cubicBezTo>
                    <a:pt x="130912" y="55784"/>
                    <a:pt x="135008" y="52450"/>
                    <a:pt x="134722" y="48164"/>
                  </a:cubicBezTo>
                  <a:cubicBezTo>
                    <a:pt x="134436" y="43878"/>
                    <a:pt x="130150" y="40925"/>
                    <a:pt x="129579" y="40449"/>
                  </a:cubicBezTo>
                  <a:cubicBezTo>
                    <a:pt x="129007" y="39972"/>
                    <a:pt x="129007" y="32162"/>
                    <a:pt x="129579" y="30924"/>
                  </a:cubicBezTo>
                  <a:cubicBezTo>
                    <a:pt x="131478" y="26721"/>
                    <a:pt x="134313" y="23007"/>
                    <a:pt x="137865" y="20065"/>
                  </a:cubicBezTo>
                  <a:cubicBezTo>
                    <a:pt x="141199" y="17113"/>
                    <a:pt x="144723" y="11112"/>
                    <a:pt x="142152" y="7683"/>
                  </a:cubicBezTo>
                  <a:cubicBezTo>
                    <a:pt x="139580" y="4254"/>
                    <a:pt x="136436" y="158"/>
                    <a:pt x="132055" y="-128"/>
                  </a:cubicBezTo>
                  <a:cubicBezTo>
                    <a:pt x="130209" y="-199"/>
                    <a:pt x="128376" y="194"/>
                    <a:pt x="126721" y="1015"/>
                  </a:cubicBezTo>
                  <a:cubicBezTo>
                    <a:pt x="125483" y="1872"/>
                    <a:pt x="123102" y="1015"/>
                    <a:pt x="121387" y="1015"/>
                  </a:cubicBezTo>
                  <a:cubicBezTo>
                    <a:pt x="117101" y="2920"/>
                    <a:pt x="116243" y="10540"/>
                    <a:pt x="114815" y="13207"/>
                  </a:cubicBezTo>
                  <a:cubicBezTo>
                    <a:pt x="112624" y="17493"/>
                    <a:pt x="107861" y="24923"/>
                    <a:pt x="105957" y="24923"/>
                  </a:cubicBezTo>
                  <a:cubicBezTo>
                    <a:pt x="104052" y="24923"/>
                    <a:pt x="100623" y="18827"/>
                    <a:pt x="98622" y="18922"/>
                  </a:cubicBezTo>
                  <a:cubicBezTo>
                    <a:pt x="96622" y="19017"/>
                    <a:pt x="91955" y="24066"/>
                    <a:pt x="91955" y="25590"/>
                  </a:cubicBezTo>
                  <a:cubicBezTo>
                    <a:pt x="91955" y="27114"/>
                    <a:pt x="95574" y="32067"/>
                    <a:pt x="95955" y="36163"/>
                  </a:cubicBezTo>
                  <a:cubicBezTo>
                    <a:pt x="95517" y="39579"/>
                    <a:pt x="94277" y="42843"/>
                    <a:pt x="92336" y="45688"/>
                  </a:cubicBezTo>
                  <a:cubicBezTo>
                    <a:pt x="90431" y="49116"/>
                    <a:pt x="88907" y="56641"/>
                    <a:pt x="92336" y="57594"/>
                  </a:cubicBezTo>
                  <a:cubicBezTo>
                    <a:pt x="95765" y="58546"/>
                    <a:pt x="93955" y="55498"/>
                    <a:pt x="98242" y="54831"/>
                  </a:cubicBezTo>
                  <a:cubicBezTo>
                    <a:pt x="102527" y="54165"/>
                    <a:pt x="105575" y="51402"/>
                    <a:pt x="106623" y="51593"/>
                  </a:cubicBezTo>
                  <a:cubicBezTo>
                    <a:pt x="107671" y="51784"/>
                    <a:pt x="115196" y="58641"/>
                    <a:pt x="111672" y="63594"/>
                  </a:cubicBezTo>
                  <a:cubicBezTo>
                    <a:pt x="110338" y="65499"/>
                    <a:pt x="107004" y="73119"/>
                    <a:pt x="102147" y="72453"/>
                  </a:cubicBezTo>
                  <a:cubicBezTo>
                    <a:pt x="100623" y="72453"/>
                    <a:pt x="99861" y="68833"/>
                    <a:pt x="98242" y="67500"/>
                  </a:cubicBezTo>
                  <a:cubicBezTo>
                    <a:pt x="96622" y="66166"/>
                    <a:pt x="90050" y="68928"/>
                    <a:pt x="87859" y="67500"/>
                  </a:cubicBezTo>
                  <a:cubicBezTo>
                    <a:pt x="85668" y="66071"/>
                    <a:pt x="85097" y="66547"/>
                    <a:pt x="85192" y="62832"/>
                  </a:cubicBezTo>
                  <a:cubicBezTo>
                    <a:pt x="85096" y="56039"/>
                    <a:pt x="84136" y="49285"/>
                    <a:pt x="82334" y="42735"/>
                  </a:cubicBezTo>
                  <a:cubicBezTo>
                    <a:pt x="80959" y="41044"/>
                    <a:pt x="80248" y="38911"/>
                    <a:pt x="80334" y="36734"/>
                  </a:cubicBezTo>
                  <a:cubicBezTo>
                    <a:pt x="80335" y="32638"/>
                    <a:pt x="79668" y="26733"/>
                    <a:pt x="77382" y="27209"/>
                  </a:cubicBezTo>
                  <a:cubicBezTo>
                    <a:pt x="75006" y="27589"/>
                    <a:pt x="72844" y="28805"/>
                    <a:pt x="71286" y="30638"/>
                  </a:cubicBezTo>
                  <a:cubicBezTo>
                    <a:pt x="69213" y="33084"/>
                    <a:pt x="67949" y="36112"/>
                    <a:pt x="67666" y="39306"/>
                  </a:cubicBezTo>
                  <a:cubicBezTo>
                    <a:pt x="68228" y="41278"/>
                    <a:pt x="68672" y="43282"/>
                    <a:pt x="69000" y="45307"/>
                  </a:cubicBezTo>
                  <a:cubicBezTo>
                    <a:pt x="69313" y="51240"/>
                    <a:pt x="69313" y="57185"/>
                    <a:pt x="69000" y="63118"/>
                  </a:cubicBezTo>
                  <a:cubicBezTo>
                    <a:pt x="69000" y="66452"/>
                    <a:pt x="71476" y="71786"/>
                    <a:pt x="71095" y="75691"/>
                  </a:cubicBezTo>
                  <a:cubicBezTo>
                    <a:pt x="71095" y="77596"/>
                    <a:pt x="70333" y="92169"/>
                    <a:pt x="70428" y="94170"/>
                  </a:cubicBezTo>
                  <a:cubicBezTo>
                    <a:pt x="70163" y="97822"/>
                    <a:pt x="72014" y="101302"/>
                    <a:pt x="75191" y="103123"/>
                  </a:cubicBezTo>
                  <a:cubicBezTo>
                    <a:pt x="77286" y="103980"/>
                    <a:pt x="78525" y="101694"/>
                    <a:pt x="79858" y="100647"/>
                  </a:cubicBezTo>
                  <a:cubicBezTo>
                    <a:pt x="81191" y="99599"/>
                    <a:pt x="83383" y="98932"/>
                    <a:pt x="83192" y="95980"/>
                  </a:cubicBezTo>
                  <a:cubicBezTo>
                    <a:pt x="83001" y="93027"/>
                    <a:pt x="83192" y="89026"/>
                    <a:pt x="85954" y="88169"/>
                  </a:cubicBezTo>
                  <a:cubicBezTo>
                    <a:pt x="88717" y="87312"/>
                    <a:pt x="90621" y="91312"/>
                    <a:pt x="90145" y="93408"/>
                  </a:cubicBezTo>
                  <a:cubicBezTo>
                    <a:pt x="89105" y="95735"/>
                    <a:pt x="89963" y="98472"/>
                    <a:pt x="92145" y="99789"/>
                  </a:cubicBezTo>
                  <a:cubicBezTo>
                    <a:pt x="93384" y="101028"/>
                    <a:pt x="97193" y="97694"/>
                    <a:pt x="99098" y="96932"/>
                  </a:cubicBezTo>
                  <a:cubicBezTo>
                    <a:pt x="102623" y="95694"/>
                    <a:pt x="105385" y="94360"/>
                    <a:pt x="106718" y="97694"/>
                  </a:cubicBezTo>
                  <a:cubicBezTo>
                    <a:pt x="107418" y="99075"/>
                    <a:pt x="107106" y="100753"/>
                    <a:pt x="105956" y="101790"/>
                  </a:cubicBezTo>
                  <a:cubicBezTo>
                    <a:pt x="104382" y="103317"/>
                    <a:pt x="102542" y="104543"/>
                    <a:pt x="100527" y="105409"/>
                  </a:cubicBezTo>
                  <a:cubicBezTo>
                    <a:pt x="98813" y="105409"/>
                    <a:pt x="95479" y="107695"/>
                    <a:pt x="93574" y="107790"/>
                  </a:cubicBezTo>
                  <a:cubicBezTo>
                    <a:pt x="89248" y="108078"/>
                    <a:pt x="84967" y="108844"/>
                    <a:pt x="80810" y="110076"/>
                  </a:cubicBezTo>
                  <a:cubicBezTo>
                    <a:pt x="78225" y="110461"/>
                    <a:pt x="75612" y="110620"/>
                    <a:pt x="72999" y="110553"/>
                  </a:cubicBezTo>
                  <a:cubicBezTo>
                    <a:pt x="70904" y="110553"/>
                    <a:pt x="66523" y="113601"/>
                    <a:pt x="63951" y="113029"/>
                  </a:cubicBezTo>
                  <a:cubicBezTo>
                    <a:pt x="61859" y="112156"/>
                    <a:pt x="60209" y="110472"/>
                    <a:pt x="59379" y="108362"/>
                  </a:cubicBezTo>
                  <a:cubicBezTo>
                    <a:pt x="58522" y="106076"/>
                    <a:pt x="62046" y="102933"/>
                    <a:pt x="62618" y="98837"/>
                  </a:cubicBezTo>
                  <a:cubicBezTo>
                    <a:pt x="62618" y="96932"/>
                    <a:pt x="62618" y="92836"/>
                    <a:pt x="62618" y="90836"/>
                  </a:cubicBezTo>
                  <a:cubicBezTo>
                    <a:pt x="63189" y="85883"/>
                    <a:pt x="60522" y="82263"/>
                    <a:pt x="60522" y="79977"/>
                  </a:cubicBezTo>
                  <a:cubicBezTo>
                    <a:pt x="60522" y="77691"/>
                    <a:pt x="59856" y="67023"/>
                    <a:pt x="59570" y="63785"/>
                  </a:cubicBezTo>
                  <a:cubicBezTo>
                    <a:pt x="59284" y="60546"/>
                    <a:pt x="60332" y="57975"/>
                    <a:pt x="59570" y="55498"/>
                  </a:cubicBezTo>
                  <a:cubicBezTo>
                    <a:pt x="59173" y="53325"/>
                    <a:pt x="59173" y="51099"/>
                    <a:pt x="59570" y="48926"/>
                  </a:cubicBezTo>
                  <a:cubicBezTo>
                    <a:pt x="60402" y="47012"/>
                    <a:pt x="60402" y="44839"/>
                    <a:pt x="59570" y="42925"/>
                  </a:cubicBezTo>
                  <a:cubicBezTo>
                    <a:pt x="58236" y="41115"/>
                    <a:pt x="59570" y="36543"/>
                    <a:pt x="58713" y="33400"/>
                  </a:cubicBezTo>
                  <a:cubicBezTo>
                    <a:pt x="57855" y="30257"/>
                    <a:pt x="58713" y="28638"/>
                    <a:pt x="57570" y="25590"/>
                  </a:cubicBezTo>
                  <a:cubicBezTo>
                    <a:pt x="56427" y="22542"/>
                    <a:pt x="56807" y="22161"/>
                    <a:pt x="54712" y="21303"/>
                  </a:cubicBezTo>
                  <a:cubicBezTo>
                    <a:pt x="52616" y="20446"/>
                    <a:pt x="52807" y="23399"/>
                    <a:pt x="51378" y="23494"/>
                  </a:cubicBezTo>
                  <a:cubicBezTo>
                    <a:pt x="49192" y="23305"/>
                    <a:pt x="46992" y="23305"/>
                    <a:pt x="44806" y="23494"/>
                  </a:cubicBezTo>
                  <a:cubicBezTo>
                    <a:pt x="41092" y="24351"/>
                    <a:pt x="37853" y="29971"/>
                    <a:pt x="40234" y="31400"/>
                  </a:cubicBezTo>
                  <a:cubicBezTo>
                    <a:pt x="41892" y="35775"/>
                    <a:pt x="42638" y="40442"/>
                    <a:pt x="42425" y="45116"/>
                  </a:cubicBezTo>
                  <a:cubicBezTo>
                    <a:pt x="42425" y="58260"/>
                    <a:pt x="44616" y="64166"/>
                    <a:pt x="44044" y="69119"/>
                  </a:cubicBezTo>
                  <a:cubicBezTo>
                    <a:pt x="43187" y="77977"/>
                    <a:pt x="42329" y="89788"/>
                    <a:pt x="42329" y="91788"/>
                  </a:cubicBezTo>
                  <a:cubicBezTo>
                    <a:pt x="42578" y="95528"/>
                    <a:pt x="43216" y="99231"/>
                    <a:pt x="44234" y="102838"/>
                  </a:cubicBezTo>
                  <a:cubicBezTo>
                    <a:pt x="45476" y="105259"/>
                    <a:pt x="46435" y="107816"/>
                    <a:pt x="47092" y="110458"/>
                  </a:cubicBezTo>
                  <a:cubicBezTo>
                    <a:pt x="47092" y="112363"/>
                    <a:pt x="44044" y="113696"/>
                    <a:pt x="43377" y="114172"/>
                  </a:cubicBezTo>
                  <a:cubicBezTo>
                    <a:pt x="39992" y="116204"/>
                    <a:pt x="36290" y="117653"/>
                    <a:pt x="32423" y="118458"/>
                  </a:cubicBezTo>
                  <a:cubicBezTo>
                    <a:pt x="30249" y="119252"/>
                    <a:pt x="27843" y="118132"/>
                    <a:pt x="27050" y="115958"/>
                  </a:cubicBezTo>
                  <a:cubicBezTo>
                    <a:pt x="26853" y="115417"/>
                    <a:pt x="26769" y="114842"/>
                    <a:pt x="26804" y="114267"/>
                  </a:cubicBezTo>
                  <a:cubicBezTo>
                    <a:pt x="26758" y="108710"/>
                    <a:pt x="25891" y="103189"/>
                    <a:pt x="24232" y="97884"/>
                  </a:cubicBezTo>
                  <a:cubicBezTo>
                    <a:pt x="22708" y="96646"/>
                    <a:pt x="20613" y="97884"/>
                    <a:pt x="20613" y="97884"/>
                  </a:cubicBezTo>
                  <a:cubicBezTo>
                    <a:pt x="16744" y="105159"/>
                    <a:pt x="12483" y="112218"/>
                    <a:pt x="7849" y="119030"/>
                  </a:cubicBezTo>
                  <a:cubicBezTo>
                    <a:pt x="6323" y="120478"/>
                    <a:pt x="4548" y="121640"/>
                    <a:pt x="2610" y="122459"/>
                  </a:cubicBezTo>
                  <a:cubicBezTo>
                    <a:pt x="355" y="124215"/>
                    <a:pt x="-744" y="127074"/>
                    <a:pt x="-247" y="129888"/>
                  </a:cubicBezTo>
                  <a:cubicBezTo>
                    <a:pt x="3086" y="140938"/>
                    <a:pt x="-247" y="142366"/>
                    <a:pt x="-247" y="148176"/>
                  </a:cubicBezTo>
                  <a:cubicBezTo>
                    <a:pt x="270" y="154606"/>
                    <a:pt x="2258" y="160830"/>
                    <a:pt x="5563" y="166369"/>
                  </a:cubicBezTo>
                  <a:cubicBezTo>
                    <a:pt x="7058" y="169121"/>
                    <a:pt x="10286" y="170437"/>
                    <a:pt x="13278" y="169513"/>
                  </a:cubicBezTo>
                  <a:cubicBezTo>
                    <a:pt x="20613" y="168179"/>
                    <a:pt x="25375" y="159988"/>
                    <a:pt x="33090" y="154368"/>
                  </a:cubicBezTo>
                  <a:cubicBezTo>
                    <a:pt x="34783" y="152707"/>
                    <a:pt x="36314" y="150889"/>
                    <a:pt x="37662" y="148938"/>
                  </a:cubicBezTo>
                  <a:cubicBezTo>
                    <a:pt x="40197" y="144270"/>
                    <a:pt x="43407" y="140001"/>
                    <a:pt x="47187" y="136270"/>
                  </a:cubicBezTo>
                  <a:cubicBezTo>
                    <a:pt x="52034" y="133442"/>
                    <a:pt x="57263" y="131325"/>
                    <a:pt x="62713" y="129984"/>
                  </a:cubicBezTo>
                  <a:cubicBezTo>
                    <a:pt x="66618" y="128936"/>
                    <a:pt x="72905" y="127984"/>
                    <a:pt x="75857" y="127317"/>
                  </a:cubicBezTo>
                  <a:cubicBezTo>
                    <a:pt x="81532" y="126295"/>
                    <a:pt x="87254" y="125564"/>
                    <a:pt x="93002" y="125126"/>
                  </a:cubicBezTo>
                  <a:cubicBezTo>
                    <a:pt x="96589" y="124741"/>
                    <a:pt x="100130" y="124007"/>
                    <a:pt x="103575" y="122935"/>
                  </a:cubicBezTo>
                  <a:cubicBezTo>
                    <a:pt x="106921" y="121478"/>
                    <a:pt x="110503" y="120639"/>
                    <a:pt x="114148" y="120459"/>
                  </a:cubicBezTo>
                  <a:cubicBezTo>
                    <a:pt x="121208" y="121346"/>
                    <a:pt x="128378" y="120596"/>
                    <a:pt x="135103" y="118268"/>
                  </a:cubicBezTo>
                  <a:cubicBezTo>
                    <a:pt x="137008" y="117315"/>
                    <a:pt x="145581" y="117506"/>
                    <a:pt x="148438" y="116363"/>
                  </a:cubicBezTo>
                  <a:cubicBezTo>
                    <a:pt x="152572" y="115290"/>
                    <a:pt x="156837" y="114809"/>
                    <a:pt x="161106" y="114934"/>
                  </a:cubicBezTo>
                  <a:cubicBezTo>
                    <a:pt x="161812" y="119143"/>
                    <a:pt x="159633" y="123307"/>
                    <a:pt x="155772" y="125126"/>
                  </a:cubicBezTo>
                  <a:cubicBezTo>
                    <a:pt x="153677" y="125126"/>
                    <a:pt x="148248" y="129698"/>
                    <a:pt x="146247" y="129793"/>
                  </a:cubicBezTo>
                  <a:cubicBezTo>
                    <a:pt x="143228" y="129604"/>
                    <a:pt x="140263" y="128895"/>
                    <a:pt x="137485" y="127698"/>
                  </a:cubicBezTo>
                  <a:cubicBezTo>
                    <a:pt x="135960" y="127698"/>
                    <a:pt x="132151" y="128364"/>
                    <a:pt x="129007" y="127698"/>
                  </a:cubicBezTo>
                  <a:cubicBezTo>
                    <a:pt x="125566" y="127174"/>
                    <a:pt x="122066" y="127174"/>
                    <a:pt x="118625" y="127698"/>
                  </a:cubicBezTo>
                  <a:cubicBezTo>
                    <a:pt x="116815" y="128745"/>
                    <a:pt x="113672" y="130651"/>
                    <a:pt x="114243" y="130841"/>
                  </a:cubicBezTo>
                  <a:cubicBezTo>
                    <a:pt x="107957" y="132746"/>
                    <a:pt x="108528" y="132460"/>
                    <a:pt x="106814" y="133508"/>
                  </a:cubicBezTo>
                  <a:cubicBezTo>
                    <a:pt x="105099" y="134556"/>
                    <a:pt x="99385" y="134556"/>
                    <a:pt x="97956" y="135032"/>
                  </a:cubicBezTo>
                  <a:cubicBezTo>
                    <a:pt x="94097" y="136307"/>
                    <a:pt x="90149" y="137294"/>
                    <a:pt x="86145" y="137985"/>
                  </a:cubicBezTo>
                  <a:cubicBezTo>
                    <a:pt x="83383" y="138651"/>
                    <a:pt x="78048" y="137985"/>
                    <a:pt x="75762" y="138937"/>
                  </a:cubicBezTo>
                  <a:cubicBezTo>
                    <a:pt x="74319" y="139787"/>
                    <a:pt x="72920" y="140709"/>
                    <a:pt x="71571" y="141699"/>
                  </a:cubicBezTo>
                  <a:cubicBezTo>
                    <a:pt x="69000" y="143223"/>
                    <a:pt x="62618" y="140461"/>
                    <a:pt x="60332" y="142461"/>
                  </a:cubicBezTo>
                  <a:cubicBezTo>
                    <a:pt x="53379" y="148843"/>
                    <a:pt x="54045" y="159511"/>
                    <a:pt x="52331" y="161511"/>
                  </a:cubicBezTo>
                  <a:cubicBezTo>
                    <a:pt x="50665" y="164705"/>
                    <a:pt x="49939" y="168304"/>
                    <a:pt x="50236" y="171894"/>
                  </a:cubicBezTo>
                  <a:cubicBezTo>
                    <a:pt x="50235" y="175323"/>
                    <a:pt x="50235" y="177323"/>
                    <a:pt x="53093" y="178847"/>
                  </a:cubicBezTo>
                  <a:cubicBezTo>
                    <a:pt x="55560" y="179703"/>
                    <a:pt x="58245" y="179703"/>
                    <a:pt x="60712" y="178847"/>
                  </a:cubicBezTo>
                  <a:cubicBezTo>
                    <a:pt x="64078" y="178090"/>
                    <a:pt x="67193" y="176483"/>
                    <a:pt x="69761" y="174180"/>
                  </a:cubicBezTo>
                  <a:cubicBezTo>
                    <a:pt x="71815" y="171640"/>
                    <a:pt x="74613" y="169808"/>
                    <a:pt x="77763" y="168941"/>
                  </a:cubicBezTo>
                  <a:cubicBezTo>
                    <a:pt x="79763" y="168941"/>
                    <a:pt x="85478" y="166941"/>
                    <a:pt x="85002" y="169608"/>
                  </a:cubicBezTo>
                  <a:cubicBezTo>
                    <a:pt x="84192" y="172906"/>
                    <a:pt x="83010" y="176102"/>
                    <a:pt x="81477" y="179133"/>
                  </a:cubicBezTo>
                  <a:cubicBezTo>
                    <a:pt x="80525" y="181133"/>
                    <a:pt x="80906" y="186562"/>
                    <a:pt x="80144" y="188658"/>
                  </a:cubicBezTo>
                  <a:cubicBezTo>
                    <a:pt x="79382" y="190753"/>
                    <a:pt x="79572" y="191801"/>
                    <a:pt x="77477" y="193039"/>
                  </a:cubicBezTo>
                  <a:cubicBezTo>
                    <a:pt x="75203" y="194728"/>
                    <a:pt x="72659" y="196017"/>
                    <a:pt x="69952" y="196849"/>
                  </a:cubicBezTo>
                  <a:cubicBezTo>
                    <a:pt x="65700" y="197579"/>
                    <a:pt x="61523" y="198695"/>
                    <a:pt x="57474" y="200183"/>
                  </a:cubicBezTo>
                  <a:cubicBezTo>
                    <a:pt x="54141" y="201993"/>
                    <a:pt x="49473" y="206469"/>
                    <a:pt x="47378" y="206469"/>
                  </a:cubicBezTo>
                  <a:cubicBezTo>
                    <a:pt x="45283" y="206469"/>
                    <a:pt x="38996" y="203802"/>
                    <a:pt x="36995" y="203802"/>
                  </a:cubicBezTo>
                  <a:cubicBezTo>
                    <a:pt x="31205" y="204632"/>
                    <a:pt x="26025" y="207843"/>
                    <a:pt x="22708" y="212661"/>
                  </a:cubicBezTo>
                  <a:cubicBezTo>
                    <a:pt x="21406" y="216478"/>
                    <a:pt x="20606" y="220448"/>
                    <a:pt x="20327" y="224472"/>
                  </a:cubicBezTo>
                  <a:cubicBezTo>
                    <a:pt x="20327" y="226472"/>
                    <a:pt x="18993" y="231711"/>
                    <a:pt x="21565" y="233044"/>
                  </a:cubicBezTo>
                  <a:cubicBezTo>
                    <a:pt x="23425" y="233641"/>
                    <a:pt x="25213" y="234440"/>
                    <a:pt x="26899" y="235426"/>
                  </a:cubicBezTo>
                  <a:cubicBezTo>
                    <a:pt x="31471" y="239902"/>
                    <a:pt x="34805" y="238378"/>
                    <a:pt x="38615" y="238283"/>
                  </a:cubicBezTo>
                  <a:cubicBezTo>
                    <a:pt x="40710" y="238283"/>
                    <a:pt x="48140" y="233806"/>
                    <a:pt x="51664" y="233616"/>
                  </a:cubicBezTo>
                  <a:cubicBezTo>
                    <a:pt x="57035" y="233147"/>
                    <a:pt x="62357" y="232223"/>
                    <a:pt x="67571" y="230854"/>
                  </a:cubicBezTo>
                  <a:cubicBezTo>
                    <a:pt x="72618" y="229457"/>
                    <a:pt x="77784" y="228532"/>
                    <a:pt x="83001" y="228091"/>
                  </a:cubicBezTo>
                  <a:cubicBezTo>
                    <a:pt x="88526" y="228091"/>
                    <a:pt x="88907" y="232092"/>
                    <a:pt x="87573" y="234568"/>
                  </a:cubicBezTo>
                  <a:cubicBezTo>
                    <a:pt x="83287" y="242474"/>
                    <a:pt x="79668" y="260000"/>
                    <a:pt x="71095" y="263143"/>
                  </a:cubicBezTo>
                  <a:cubicBezTo>
                    <a:pt x="66999" y="264477"/>
                    <a:pt x="58808" y="265429"/>
                    <a:pt x="50140" y="266953"/>
                  </a:cubicBezTo>
                  <a:cubicBezTo>
                    <a:pt x="45092" y="267906"/>
                    <a:pt x="40043" y="267810"/>
                    <a:pt x="41472" y="271239"/>
                  </a:cubicBezTo>
                  <a:cubicBezTo>
                    <a:pt x="42901" y="274668"/>
                    <a:pt x="57570" y="280764"/>
                    <a:pt x="57665" y="286575"/>
                  </a:cubicBezTo>
                  <a:cubicBezTo>
                    <a:pt x="57665" y="289718"/>
                    <a:pt x="56712" y="295052"/>
                    <a:pt x="58713" y="296671"/>
                  </a:cubicBezTo>
                  <a:cubicBezTo>
                    <a:pt x="64187" y="298264"/>
                    <a:pt x="70002" y="298264"/>
                    <a:pt x="75477" y="296671"/>
                  </a:cubicBezTo>
                  <a:cubicBezTo>
                    <a:pt x="79035" y="295152"/>
                    <a:pt x="82785" y="294127"/>
                    <a:pt x="86621" y="293623"/>
                  </a:cubicBezTo>
                  <a:cubicBezTo>
                    <a:pt x="91359" y="292277"/>
                    <a:pt x="96004" y="290622"/>
                    <a:pt x="100527" y="288670"/>
                  </a:cubicBezTo>
                  <a:cubicBezTo>
                    <a:pt x="107481" y="286480"/>
                    <a:pt x="107004" y="276764"/>
                    <a:pt x="110052" y="270192"/>
                  </a:cubicBezTo>
                  <a:cubicBezTo>
                    <a:pt x="110624" y="269430"/>
                    <a:pt x="115291" y="265620"/>
                    <a:pt x="115005" y="261619"/>
                  </a:cubicBezTo>
                  <a:cubicBezTo>
                    <a:pt x="115143" y="257211"/>
                    <a:pt x="116046" y="252860"/>
                    <a:pt x="117672" y="248760"/>
                  </a:cubicBezTo>
                  <a:cubicBezTo>
                    <a:pt x="118405" y="245051"/>
                    <a:pt x="118883" y="241296"/>
                    <a:pt x="119101" y="237521"/>
                  </a:cubicBezTo>
                  <a:cubicBezTo>
                    <a:pt x="119047" y="233128"/>
                    <a:pt x="118761" y="228740"/>
                    <a:pt x="118244" y="224376"/>
                  </a:cubicBezTo>
                  <a:cubicBezTo>
                    <a:pt x="118244" y="219328"/>
                    <a:pt x="133389" y="216471"/>
                    <a:pt x="137294" y="215804"/>
                  </a:cubicBezTo>
                  <a:cubicBezTo>
                    <a:pt x="141199" y="215137"/>
                    <a:pt x="143009" y="213709"/>
                    <a:pt x="145485" y="213042"/>
                  </a:cubicBezTo>
                  <a:cubicBezTo>
                    <a:pt x="150438" y="211708"/>
                    <a:pt x="153105" y="211613"/>
                    <a:pt x="157582" y="210756"/>
                  </a:cubicBezTo>
                  <a:cubicBezTo>
                    <a:pt x="160059" y="210184"/>
                    <a:pt x="162440" y="207231"/>
                    <a:pt x="164440" y="204850"/>
                  </a:cubicBezTo>
                  <a:cubicBezTo>
                    <a:pt x="166239" y="201095"/>
                    <a:pt x="167244" y="197010"/>
                    <a:pt x="167393" y="192849"/>
                  </a:cubicBezTo>
                  <a:cubicBezTo>
                    <a:pt x="168250" y="189420"/>
                    <a:pt x="163678" y="188467"/>
                    <a:pt x="162916" y="188277"/>
                  </a:cubicBezTo>
                  <a:cubicBezTo>
                    <a:pt x="157106" y="186467"/>
                    <a:pt x="153391" y="184086"/>
                    <a:pt x="151391" y="183514"/>
                  </a:cubicBezTo>
                  <a:cubicBezTo>
                    <a:pt x="144914" y="181990"/>
                    <a:pt x="141866" y="177704"/>
                    <a:pt x="139580" y="177513"/>
                  </a:cubicBezTo>
                  <a:cubicBezTo>
                    <a:pt x="137294" y="177323"/>
                    <a:pt x="135579" y="180752"/>
                    <a:pt x="132817" y="181133"/>
                  </a:cubicBezTo>
                  <a:cubicBezTo>
                    <a:pt x="129318" y="182316"/>
                    <a:pt x="125884" y="183683"/>
                    <a:pt x="122530" y="185229"/>
                  </a:cubicBezTo>
                  <a:cubicBezTo>
                    <a:pt x="119768" y="185895"/>
                    <a:pt x="117196" y="185229"/>
                    <a:pt x="116815" y="184086"/>
                  </a:cubicBezTo>
                  <a:cubicBezTo>
                    <a:pt x="116006" y="180202"/>
                    <a:pt x="116685" y="176156"/>
                    <a:pt x="118720" y="172751"/>
                  </a:cubicBezTo>
                  <a:cubicBezTo>
                    <a:pt x="122137" y="168481"/>
                    <a:pt x="126183" y="164755"/>
                    <a:pt x="130722" y="161702"/>
                  </a:cubicBezTo>
                  <a:cubicBezTo>
                    <a:pt x="133850" y="159695"/>
                    <a:pt x="136435" y="156947"/>
                    <a:pt x="138246" y="153701"/>
                  </a:cubicBezTo>
                  <a:cubicBezTo>
                    <a:pt x="143124" y="146565"/>
                    <a:pt x="150384" y="141399"/>
                    <a:pt x="158725" y="139128"/>
                  </a:cubicBezTo>
                  <a:cubicBezTo>
                    <a:pt x="162636" y="138171"/>
                    <a:pt x="166721" y="138171"/>
                    <a:pt x="170631" y="139128"/>
                  </a:cubicBezTo>
                  <a:cubicBezTo>
                    <a:pt x="173563" y="140678"/>
                    <a:pt x="176995" y="140986"/>
                    <a:pt x="180156" y="139985"/>
                  </a:cubicBezTo>
                  <a:cubicBezTo>
                    <a:pt x="182102" y="137969"/>
                    <a:pt x="184785" y="136834"/>
                    <a:pt x="187586" y="136842"/>
                  </a:cubicBezTo>
                  <a:cubicBezTo>
                    <a:pt x="196035" y="137074"/>
                    <a:pt x="204371" y="134858"/>
                    <a:pt x="211589" y="130460"/>
                  </a:cubicBezTo>
                  <a:cubicBezTo>
                    <a:pt x="214312" y="125589"/>
                    <a:pt x="215815" y="120131"/>
                    <a:pt x="215971" y="114553"/>
                  </a:cubicBezTo>
                  <a:cubicBezTo>
                    <a:pt x="216477" y="108396"/>
                    <a:pt x="215044" y="102235"/>
                    <a:pt x="211875" y="96932"/>
                  </a:cubicBezTo>
                </a:path>
              </a:pathLst>
            </a:custGeom>
            <a:grpFill/>
            <a:ln w="9525" cap="flat">
              <a:noFill/>
              <a:prstDash val="solid"/>
              <a:miter/>
            </a:ln>
          </p:spPr>
          <p:txBody>
            <a:bodyPr rtlCol="0" anchor="ctr"/>
            <a:lstStyle/>
            <a:p>
              <a:endParaRPr lang="zh-CN" altLang="en-US"/>
            </a:p>
          </p:txBody>
        </p:sp>
        <p:sp>
          <p:nvSpPr>
            <p:cNvPr id="89" name="任意多边形: 形状 88"/>
            <p:cNvSpPr/>
            <p:nvPr/>
          </p:nvSpPr>
          <p:spPr>
            <a:xfrm>
              <a:off x="5084503" y="4370158"/>
              <a:ext cx="487995" cy="769228"/>
            </a:xfrm>
            <a:custGeom>
              <a:avLst/>
              <a:gdLst>
                <a:gd name="connsiteX0" fmla="*/ 135938 w 136302"/>
                <a:gd name="connsiteY0" fmla="*/ 21062 h 214853"/>
                <a:gd name="connsiteX1" fmla="*/ 128889 w 136302"/>
                <a:gd name="connsiteY1" fmla="*/ 10108 h 214853"/>
                <a:gd name="connsiteX2" fmla="*/ 122317 w 136302"/>
                <a:gd name="connsiteY2" fmla="*/ 6965 h 214853"/>
                <a:gd name="connsiteX3" fmla="*/ 114888 w 136302"/>
                <a:gd name="connsiteY3" fmla="*/ 5060 h 214853"/>
                <a:gd name="connsiteX4" fmla="*/ 103457 w 136302"/>
                <a:gd name="connsiteY4" fmla="*/ 5060 h 214853"/>
                <a:gd name="connsiteX5" fmla="*/ 92218 w 136302"/>
                <a:gd name="connsiteY5" fmla="*/ 3821 h 214853"/>
                <a:gd name="connsiteX6" fmla="*/ 85170 w 136302"/>
                <a:gd name="connsiteY6" fmla="*/ -84 h 214853"/>
                <a:gd name="connsiteX7" fmla="*/ 80788 w 136302"/>
                <a:gd name="connsiteY7" fmla="*/ 1821 h 214853"/>
                <a:gd name="connsiteX8" fmla="*/ 73644 w 136302"/>
                <a:gd name="connsiteY8" fmla="*/ 7346 h 214853"/>
                <a:gd name="connsiteX9" fmla="*/ 73644 w 136302"/>
                <a:gd name="connsiteY9" fmla="*/ 11918 h 214853"/>
                <a:gd name="connsiteX10" fmla="*/ 80026 w 136302"/>
                <a:gd name="connsiteY10" fmla="*/ 28110 h 214853"/>
                <a:gd name="connsiteX11" fmla="*/ 76121 w 136302"/>
                <a:gd name="connsiteY11" fmla="*/ 53161 h 214853"/>
                <a:gd name="connsiteX12" fmla="*/ 69930 w 136302"/>
                <a:gd name="connsiteY12" fmla="*/ 64782 h 214853"/>
                <a:gd name="connsiteX13" fmla="*/ 57166 w 136302"/>
                <a:gd name="connsiteY13" fmla="*/ 70592 h 214853"/>
                <a:gd name="connsiteX14" fmla="*/ 47641 w 136302"/>
                <a:gd name="connsiteY14" fmla="*/ 71259 h 214853"/>
                <a:gd name="connsiteX15" fmla="*/ 34973 w 136302"/>
                <a:gd name="connsiteY15" fmla="*/ 75259 h 214853"/>
                <a:gd name="connsiteX16" fmla="*/ 25448 w 136302"/>
                <a:gd name="connsiteY16" fmla="*/ 84308 h 214853"/>
                <a:gd name="connsiteX17" fmla="*/ 24590 w 136302"/>
                <a:gd name="connsiteY17" fmla="*/ 99929 h 214853"/>
                <a:gd name="connsiteX18" fmla="*/ 26496 w 136302"/>
                <a:gd name="connsiteY18" fmla="*/ 107644 h 214853"/>
                <a:gd name="connsiteX19" fmla="*/ 28496 w 136302"/>
                <a:gd name="connsiteY19" fmla="*/ 118693 h 214853"/>
                <a:gd name="connsiteX20" fmla="*/ 32877 w 136302"/>
                <a:gd name="connsiteY20" fmla="*/ 122408 h 214853"/>
                <a:gd name="connsiteX21" fmla="*/ 39640 w 136302"/>
                <a:gd name="connsiteY21" fmla="*/ 121550 h 214853"/>
                <a:gd name="connsiteX22" fmla="*/ 48594 w 136302"/>
                <a:gd name="connsiteY22" fmla="*/ 118312 h 214853"/>
                <a:gd name="connsiteX23" fmla="*/ 58119 w 136302"/>
                <a:gd name="connsiteY23" fmla="*/ 117074 h 214853"/>
                <a:gd name="connsiteX24" fmla="*/ 63167 w 136302"/>
                <a:gd name="connsiteY24" fmla="*/ 120122 h 214853"/>
                <a:gd name="connsiteX25" fmla="*/ 63738 w 136302"/>
                <a:gd name="connsiteY25" fmla="*/ 141648 h 214853"/>
                <a:gd name="connsiteX26" fmla="*/ 54213 w 136302"/>
                <a:gd name="connsiteY26" fmla="*/ 151173 h 214853"/>
                <a:gd name="connsiteX27" fmla="*/ 33925 w 136302"/>
                <a:gd name="connsiteY27" fmla="*/ 162413 h 214853"/>
                <a:gd name="connsiteX28" fmla="*/ 22209 w 136302"/>
                <a:gd name="connsiteY28" fmla="*/ 166889 h 214853"/>
                <a:gd name="connsiteX29" fmla="*/ 11256 w 136302"/>
                <a:gd name="connsiteY29" fmla="*/ 173366 h 214853"/>
                <a:gd name="connsiteX30" fmla="*/ 4207 w 136302"/>
                <a:gd name="connsiteY30" fmla="*/ 174033 h 214853"/>
                <a:gd name="connsiteX31" fmla="*/ -365 w 136302"/>
                <a:gd name="connsiteY31" fmla="*/ 180320 h 214853"/>
                <a:gd name="connsiteX32" fmla="*/ 2302 w 136302"/>
                <a:gd name="connsiteY32" fmla="*/ 188607 h 214853"/>
                <a:gd name="connsiteX33" fmla="*/ 4398 w 136302"/>
                <a:gd name="connsiteY33" fmla="*/ 198132 h 214853"/>
                <a:gd name="connsiteX34" fmla="*/ 11922 w 136302"/>
                <a:gd name="connsiteY34" fmla="*/ 203942 h 214853"/>
                <a:gd name="connsiteX35" fmla="*/ 23638 w 136302"/>
                <a:gd name="connsiteY35" fmla="*/ 214515 h 214853"/>
                <a:gd name="connsiteX36" fmla="*/ 41926 w 136302"/>
                <a:gd name="connsiteY36" fmla="*/ 201370 h 214853"/>
                <a:gd name="connsiteX37" fmla="*/ 53642 w 136302"/>
                <a:gd name="connsiteY37" fmla="*/ 196417 h 214853"/>
                <a:gd name="connsiteX38" fmla="*/ 72692 w 136302"/>
                <a:gd name="connsiteY38" fmla="*/ 185082 h 214853"/>
                <a:gd name="connsiteX39" fmla="*/ 87646 w 136302"/>
                <a:gd name="connsiteY39" fmla="*/ 178319 h 214853"/>
                <a:gd name="connsiteX40" fmla="*/ 101838 w 136302"/>
                <a:gd name="connsiteY40" fmla="*/ 164889 h 214853"/>
                <a:gd name="connsiteX41" fmla="*/ 118031 w 136302"/>
                <a:gd name="connsiteY41" fmla="*/ 155364 h 214853"/>
                <a:gd name="connsiteX42" fmla="*/ 123460 w 136302"/>
                <a:gd name="connsiteY42" fmla="*/ 146982 h 214853"/>
                <a:gd name="connsiteX43" fmla="*/ 127746 w 136302"/>
                <a:gd name="connsiteY43" fmla="*/ 131647 h 214853"/>
                <a:gd name="connsiteX44" fmla="*/ 126222 w 136302"/>
                <a:gd name="connsiteY44" fmla="*/ 124503 h 214853"/>
                <a:gd name="connsiteX45" fmla="*/ 125460 w 136302"/>
                <a:gd name="connsiteY45" fmla="*/ 119931 h 214853"/>
                <a:gd name="connsiteX46" fmla="*/ 122793 w 136302"/>
                <a:gd name="connsiteY46" fmla="*/ 112025 h 214853"/>
                <a:gd name="connsiteX47" fmla="*/ 123650 w 136302"/>
                <a:gd name="connsiteY47" fmla="*/ 100405 h 214853"/>
                <a:gd name="connsiteX48" fmla="*/ 125651 w 136302"/>
                <a:gd name="connsiteY48" fmla="*/ 86689 h 214853"/>
                <a:gd name="connsiteX49" fmla="*/ 126889 w 136302"/>
                <a:gd name="connsiteY49" fmla="*/ 64210 h 214853"/>
                <a:gd name="connsiteX50" fmla="*/ 128508 w 136302"/>
                <a:gd name="connsiteY50" fmla="*/ 51828 h 214853"/>
                <a:gd name="connsiteX51" fmla="*/ 134128 w 136302"/>
                <a:gd name="connsiteY51" fmla="*/ 39826 h 214853"/>
                <a:gd name="connsiteX52" fmla="*/ 134128 w 136302"/>
                <a:gd name="connsiteY52" fmla="*/ 28777 h 214853"/>
                <a:gd name="connsiteX53" fmla="*/ 134699 w 136302"/>
                <a:gd name="connsiteY53" fmla="*/ 21538 h 21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36302" h="214853">
                  <a:moveTo>
                    <a:pt x="135938" y="21062"/>
                  </a:moveTo>
                  <a:cubicBezTo>
                    <a:pt x="134548" y="16875"/>
                    <a:pt x="132124" y="13107"/>
                    <a:pt x="128889" y="10108"/>
                  </a:cubicBezTo>
                  <a:cubicBezTo>
                    <a:pt x="127461" y="8489"/>
                    <a:pt x="123460" y="7632"/>
                    <a:pt x="122317" y="6965"/>
                  </a:cubicBezTo>
                  <a:cubicBezTo>
                    <a:pt x="119984" y="5863"/>
                    <a:pt x="117463" y="5217"/>
                    <a:pt x="114888" y="5060"/>
                  </a:cubicBezTo>
                  <a:cubicBezTo>
                    <a:pt x="112982" y="5060"/>
                    <a:pt x="105363" y="5060"/>
                    <a:pt x="103457" y="5060"/>
                  </a:cubicBezTo>
                  <a:cubicBezTo>
                    <a:pt x="99838" y="4393"/>
                    <a:pt x="95361" y="4488"/>
                    <a:pt x="92218" y="3821"/>
                  </a:cubicBezTo>
                  <a:cubicBezTo>
                    <a:pt x="89075" y="3155"/>
                    <a:pt x="86979" y="107"/>
                    <a:pt x="85170" y="-84"/>
                  </a:cubicBezTo>
                  <a:cubicBezTo>
                    <a:pt x="83464" y="-346"/>
                    <a:pt x="81759" y="395"/>
                    <a:pt x="80788" y="1821"/>
                  </a:cubicBezTo>
                  <a:cubicBezTo>
                    <a:pt x="78698" y="4012"/>
                    <a:pt x="76290" y="5874"/>
                    <a:pt x="73644" y="7346"/>
                  </a:cubicBezTo>
                  <a:cubicBezTo>
                    <a:pt x="72740" y="8736"/>
                    <a:pt x="72740" y="10528"/>
                    <a:pt x="73644" y="11918"/>
                  </a:cubicBezTo>
                  <a:cubicBezTo>
                    <a:pt x="78108" y="16074"/>
                    <a:pt x="80454" y="22026"/>
                    <a:pt x="80026" y="28110"/>
                  </a:cubicBezTo>
                  <a:cubicBezTo>
                    <a:pt x="80026" y="37635"/>
                    <a:pt x="76692" y="42398"/>
                    <a:pt x="76121" y="53161"/>
                  </a:cubicBezTo>
                  <a:cubicBezTo>
                    <a:pt x="76121" y="58876"/>
                    <a:pt x="72406" y="61162"/>
                    <a:pt x="69930" y="64782"/>
                  </a:cubicBezTo>
                  <a:cubicBezTo>
                    <a:pt x="65980" y="67329"/>
                    <a:pt x="61681" y="69286"/>
                    <a:pt x="57166" y="70592"/>
                  </a:cubicBezTo>
                  <a:cubicBezTo>
                    <a:pt x="54022" y="71133"/>
                    <a:pt x="50830" y="71356"/>
                    <a:pt x="47641" y="71259"/>
                  </a:cubicBezTo>
                  <a:cubicBezTo>
                    <a:pt x="43259" y="71258"/>
                    <a:pt x="39354" y="74497"/>
                    <a:pt x="34973" y="75259"/>
                  </a:cubicBezTo>
                  <a:cubicBezTo>
                    <a:pt x="30591" y="76021"/>
                    <a:pt x="25448" y="78116"/>
                    <a:pt x="25448" y="84308"/>
                  </a:cubicBezTo>
                  <a:cubicBezTo>
                    <a:pt x="25751" y="89530"/>
                    <a:pt x="25463" y="94771"/>
                    <a:pt x="24590" y="99929"/>
                  </a:cubicBezTo>
                  <a:cubicBezTo>
                    <a:pt x="24708" y="102601"/>
                    <a:pt x="25356" y="105224"/>
                    <a:pt x="26496" y="107644"/>
                  </a:cubicBezTo>
                  <a:cubicBezTo>
                    <a:pt x="26576" y="111409"/>
                    <a:pt x="27251" y="115138"/>
                    <a:pt x="28496" y="118693"/>
                  </a:cubicBezTo>
                  <a:cubicBezTo>
                    <a:pt x="29321" y="120529"/>
                    <a:pt x="30931" y="121894"/>
                    <a:pt x="32877" y="122408"/>
                  </a:cubicBezTo>
                  <a:cubicBezTo>
                    <a:pt x="34592" y="123265"/>
                    <a:pt x="37830" y="122408"/>
                    <a:pt x="39640" y="121550"/>
                  </a:cubicBezTo>
                  <a:cubicBezTo>
                    <a:pt x="42538" y="120244"/>
                    <a:pt x="45531" y="119161"/>
                    <a:pt x="48594" y="118312"/>
                  </a:cubicBezTo>
                  <a:cubicBezTo>
                    <a:pt x="51814" y="118391"/>
                    <a:pt x="55026" y="117973"/>
                    <a:pt x="58119" y="117074"/>
                  </a:cubicBezTo>
                  <a:cubicBezTo>
                    <a:pt x="58118" y="117074"/>
                    <a:pt x="62119" y="117931"/>
                    <a:pt x="63167" y="120122"/>
                  </a:cubicBezTo>
                  <a:cubicBezTo>
                    <a:pt x="63808" y="127278"/>
                    <a:pt x="63999" y="134468"/>
                    <a:pt x="63738" y="141648"/>
                  </a:cubicBezTo>
                  <a:cubicBezTo>
                    <a:pt x="63738" y="146316"/>
                    <a:pt x="57547" y="149363"/>
                    <a:pt x="54213" y="151173"/>
                  </a:cubicBezTo>
                  <a:cubicBezTo>
                    <a:pt x="47724" y="155393"/>
                    <a:pt x="40944" y="159149"/>
                    <a:pt x="33925" y="162413"/>
                  </a:cubicBezTo>
                  <a:cubicBezTo>
                    <a:pt x="29810" y="163283"/>
                    <a:pt x="25856" y="164793"/>
                    <a:pt x="22209" y="166889"/>
                  </a:cubicBezTo>
                  <a:cubicBezTo>
                    <a:pt x="18743" y="169348"/>
                    <a:pt x="15080" y="171514"/>
                    <a:pt x="11256" y="173366"/>
                  </a:cubicBezTo>
                  <a:cubicBezTo>
                    <a:pt x="9255" y="174319"/>
                    <a:pt x="6303" y="173366"/>
                    <a:pt x="4207" y="174033"/>
                  </a:cubicBezTo>
                  <a:cubicBezTo>
                    <a:pt x="1607" y="175083"/>
                    <a:pt x="-168" y="177523"/>
                    <a:pt x="-365" y="180320"/>
                  </a:cubicBezTo>
                  <a:cubicBezTo>
                    <a:pt x="-365" y="181653"/>
                    <a:pt x="1540" y="185654"/>
                    <a:pt x="2302" y="188607"/>
                  </a:cubicBezTo>
                  <a:cubicBezTo>
                    <a:pt x="3064" y="191559"/>
                    <a:pt x="2302" y="196417"/>
                    <a:pt x="4398" y="198132"/>
                  </a:cubicBezTo>
                  <a:cubicBezTo>
                    <a:pt x="7051" y="199873"/>
                    <a:pt x="9566" y="201815"/>
                    <a:pt x="11922" y="203942"/>
                  </a:cubicBezTo>
                  <a:cubicBezTo>
                    <a:pt x="15447" y="207657"/>
                    <a:pt x="19923" y="216134"/>
                    <a:pt x="23638" y="214515"/>
                  </a:cubicBezTo>
                  <a:cubicBezTo>
                    <a:pt x="30077" y="210631"/>
                    <a:pt x="36193" y="206236"/>
                    <a:pt x="41926" y="201370"/>
                  </a:cubicBezTo>
                  <a:cubicBezTo>
                    <a:pt x="45976" y="200085"/>
                    <a:pt x="49898" y="198427"/>
                    <a:pt x="53642" y="196417"/>
                  </a:cubicBezTo>
                  <a:cubicBezTo>
                    <a:pt x="59475" y="191830"/>
                    <a:pt x="65878" y="188020"/>
                    <a:pt x="72692" y="185082"/>
                  </a:cubicBezTo>
                  <a:cubicBezTo>
                    <a:pt x="77805" y="183124"/>
                    <a:pt x="82799" y="180866"/>
                    <a:pt x="87646" y="178319"/>
                  </a:cubicBezTo>
                  <a:cubicBezTo>
                    <a:pt x="91361" y="175938"/>
                    <a:pt x="95361" y="166985"/>
                    <a:pt x="101838" y="164889"/>
                  </a:cubicBezTo>
                  <a:cubicBezTo>
                    <a:pt x="107724" y="162629"/>
                    <a:pt x="113196" y="159411"/>
                    <a:pt x="118031" y="155364"/>
                  </a:cubicBezTo>
                  <a:cubicBezTo>
                    <a:pt x="120830" y="153352"/>
                    <a:pt x="122768" y="150359"/>
                    <a:pt x="123460" y="146982"/>
                  </a:cubicBezTo>
                  <a:cubicBezTo>
                    <a:pt x="124793" y="139553"/>
                    <a:pt x="127270" y="134600"/>
                    <a:pt x="127746" y="131647"/>
                  </a:cubicBezTo>
                  <a:cubicBezTo>
                    <a:pt x="128223" y="128694"/>
                    <a:pt x="126603" y="127361"/>
                    <a:pt x="126222" y="124503"/>
                  </a:cubicBezTo>
                  <a:cubicBezTo>
                    <a:pt x="125841" y="121646"/>
                    <a:pt x="125746" y="121360"/>
                    <a:pt x="125460" y="119931"/>
                  </a:cubicBezTo>
                  <a:cubicBezTo>
                    <a:pt x="125174" y="118503"/>
                    <a:pt x="122698" y="117455"/>
                    <a:pt x="122793" y="112025"/>
                  </a:cubicBezTo>
                  <a:cubicBezTo>
                    <a:pt x="122793" y="108406"/>
                    <a:pt x="123365" y="102500"/>
                    <a:pt x="123650" y="100405"/>
                  </a:cubicBezTo>
                  <a:cubicBezTo>
                    <a:pt x="124317" y="94785"/>
                    <a:pt x="125460" y="90880"/>
                    <a:pt x="125651" y="86689"/>
                  </a:cubicBezTo>
                  <a:cubicBezTo>
                    <a:pt x="126508" y="74307"/>
                    <a:pt x="126794" y="70020"/>
                    <a:pt x="126889" y="64210"/>
                  </a:cubicBezTo>
                  <a:cubicBezTo>
                    <a:pt x="127155" y="60051"/>
                    <a:pt x="127695" y="55915"/>
                    <a:pt x="128508" y="51828"/>
                  </a:cubicBezTo>
                  <a:cubicBezTo>
                    <a:pt x="130794" y="46398"/>
                    <a:pt x="133652" y="41731"/>
                    <a:pt x="134128" y="39826"/>
                  </a:cubicBezTo>
                  <a:cubicBezTo>
                    <a:pt x="134548" y="36155"/>
                    <a:pt x="134548" y="32448"/>
                    <a:pt x="134128" y="28777"/>
                  </a:cubicBezTo>
                  <a:cubicBezTo>
                    <a:pt x="134128" y="26110"/>
                    <a:pt x="135176" y="24967"/>
                    <a:pt x="134699" y="21538"/>
                  </a:cubicBezTo>
                </a:path>
              </a:pathLst>
            </a:custGeom>
            <a:grpFill/>
            <a:ln w="9525" cap="flat">
              <a:noFill/>
              <a:prstDash val="solid"/>
              <a:miter/>
            </a:ln>
          </p:spPr>
          <p:txBody>
            <a:bodyPr rtlCol="0" anchor="ctr"/>
            <a:lstStyle/>
            <a:p>
              <a:endParaRPr lang="zh-CN" altLang="en-US"/>
            </a:p>
          </p:txBody>
        </p:sp>
        <p:sp>
          <p:nvSpPr>
            <p:cNvPr id="90" name="任意多边形: 形状 89"/>
            <p:cNvSpPr/>
            <p:nvPr/>
          </p:nvSpPr>
          <p:spPr>
            <a:xfrm>
              <a:off x="5645364" y="4324990"/>
              <a:ext cx="415782" cy="768655"/>
            </a:xfrm>
            <a:custGeom>
              <a:avLst/>
              <a:gdLst>
                <a:gd name="connsiteX0" fmla="*/ 108824 w 116132"/>
                <a:gd name="connsiteY0" fmla="*/ 169409 h 214693"/>
                <a:gd name="connsiteX1" fmla="*/ 97775 w 116132"/>
                <a:gd name="connsiteY1" fmla="*/ 168266 h 214693"/>
                <a:gd name="connsiteX2" fmla="*/ 90726 w 116132"/>
                <a:gd name="connsiteY2" fmla="*/ 165504 h 214693"/>
                <a:gd name="connsiteX3" fmla="*/ 83583 w 116132"/>
                <a:gd name="connsiteY3" fmla="*/ 163980 h 214693"/>
                <a:gd name="connsiteX4" fmla="*/ 73486 w 116132"/>
                <a:gd name="connsiteY4" fmla="*/ 162646 h 214693"/>
                <a:gd name="connsiteX5" fmla="*/ 59389 w 116132"/>
                <a:gd name="connsiteY5" fmla="*/ 156360 h 214693"/>
                <a:gd name="connsiteX6" fmla="*/ 54246 w 116132"/>
                <a:gd name="connsiteY6" fmla="*/ 139500 h 214693"/>
                <a:gd name="connsiteX7" fmla="*/ 53579 w 116132"/>
                <a:gd name="connsiteY7" fmla="*/ 129975 h 214693"/>
                <a:gd name="connsiteX8" fmla="*/ 59961 w 116132"/>
                <a:gd name="connsiteY8" fmla="*/ 109592 h 214693"/>
                <a:gd name="connsiteX9" fmla="*/ 78439 w 116132"/>
                <a:gd name="connsiteY9" fmla="*/ 100638 h 214693"/>
                <a:gd name="connsiteX10" fmla="*/ 90060 w 116132"/>
                <a:gd name="connsiteY10" fmla="*/ 94161 h 214693"/>
                <a:gd name="connsiteX11" fmla="*/ 98346 w 116132"/>
                <a:gd name="connsiteY11" fmla="*/ 88351 h 214693"/>
                <a:gd name="connsiteX12" fmla="*/ 107871 w 116132"/>
                <a:gd name="connsiteY12" fmla="*/ 85875 h 214693"/>
                <a:gd name="connsiteX13" fmla="*/ 112538 w 116132"/>
                <a:gd name="connsiteY13" fmla="*/ 80541 h 214693"/>
                <a:gd name="connsiteX14" fmla="*/ 110919 w 116132"/>
                <a:gd name="connsiteY14" fmla="*/ 70254 h 214693"/>
                <a:gd name="connsiteX15" fmla="*/ 103204 w 116132"/>
                <a:gd name="connsiteY15" fmla="*/ 55871 h 214693"/>
                <a:gd name="connsiteX16" fmla="*/ 89393 w 116132"/>
                <a:gd name="connsiteY16" fmla="*/ 51013 h 214693"/>
                <a:gd name="connsiteX17" fmla="*/ 80820 w 116132"/>
                <a:gd name="connsiteY17" fmla="*/ 55871 h 214693"/>
                <a:gd name="connsiteX18" fmla="*/ 72248 w 116132"/>
                <a:gd name="connsiteY18" fmla="*/ 52918 h 214693"/>
                <a:gd name="connsiteX19" fmla="*/ 74248 w 116132"/>
                <a:gd name="connsiteY19" fmla="*/ 43393 h 214693"/>
                <a:gd name="connsiteX20" fmla="*/ 84630 w 116132"/>
                <a:gd name="connsiteY20" fmla="*/ 24343 h 214693"/>
                <a:gd name="connsiteX21" fmla="*/ 81011 w 116132"/>
                <a:gd name="connsiteY21" fmla="*/ 10341 h 214693"/>
                <a:gd name="connsiteX22" fmla="*/ 76534 w 116132"/>
                <a:gd name="connsiteY22" fmla="*/ 5293 h 214693"/>
                <a:gd name="connsiteX23" fmla="*/ 70724 w 116132"/>
                <a:gd name="connsiteY23" fmla="*/ 3960 h 214693"/>
                <a:gd name="connsiteX24" fmla="*/ 63771 w 116132"/>
                <a:gd name="connsiteY24" fmla="*/ -136 h 214693"/>
                <a:gd name="connsiteX25" fmla="*/ 54246 w 116132"/>
                <a:gd name="connsiteY25" fmla="*/ 1674 h 214693"/>
                <a:gd name="connsiteX26" fmla="*/ 46626 w 116132"/>
                <a:gd name="connsiteY26" fmla="*/ 150 h 214693"/>
                <a:gd name="connsiteX27" fmla="*/ 38148 w 116132"/>
                <a:gd name="connsiteY27" fmla="*/ 1960 h 214693"/>
                <a:gd name="connsiteX28" fmla="*/ 28623 w 116132"/>
                <a:gd name="connsiteY28" fmla="*/ -41 h 214693"/>
                <a:gd name="connsiteX29" fmla="*/ 21099 w 116132"/>
                <a:gd name="connsiteY29" fmla="*/ 5293 h 214693"/>
                <a:gd name="connsiteX30" fmla="*/ 20623 w 116132"/>
                <a:gd name="connsiteY30" fmla="*/ 18342 h 214693"/>
                <a:gd name="connsiteX31" fmla="*/ 16527 w 116132"/>
                <a:gd name="connsiteY31" fmla="*/ 37392 h 214693"/>
                <a:gd name="connsiteX32" fmla="*/ 13670 w 116132"/>
                <a:gd name="connsiteY32" fmla="*/ 49394 h 214693"/>
                <a:gd name="connsiteX33" fmla="*/ 12526 w 116132"/>
                <a:gd name="connsiteY33" fmla="*/ 69111 h 214693"/>
                <a:gd name="connsiteX34" fmla="*/ 9859 w 116132"/>
                <a:gd name="connsiteY34" fmla="*/ 81779 h 214693"/>
                <a:gd name="connsiteX35" fmla="*/ 7002 w 116132"/>
                <a:gd name="connsiteY35" fmla="*/ 94161 h 214693"/>
                <a:gd name="connsiteX36" fmla="*/ 3668 w 116132"/>
                <a:gd name="connsiteY36" fmla="*/ 101686 h 214693"/>
                <a:gd name="connsiteX37" fmla="*/ -333 w 116132"/>
                <a:gd name="connsiteY37" fmla="*/ 125785 h 214693"/>
                <a:gd name="connsiteX38" fmla="*/ 1192 w 116132"/>
                <a:gd name="connsiteY38" fmla="*/ 140739 h 214693"/>
                <a:gd name="connsiteX39" fmla="*/ 2430 w 116132"/>
                <a:gd name="connsiteY39" fmla="*/ 150264 h 214693"/>
                <a:gd name="connsiteX40" fmla="*/ 3096 w 116132"/>
                <a:gd name="connsiteY40" fmla="*/ 160360 h 214693"/>
                <a:gd name="connsiteX41" fmla="*/ 6430 w 116132"/>
                <a:gd name="connsiteY41" fmla="*/ 176457 h 214693"/>
                <a:gd name="connsiteX42" fmla="*/ 7383 w 116132"/>
                <a:gd name="connsiteY42" fmla="*/ 189983 h 214693"/>
                <a:gd name="connsiteX43" fmla="*/ 14622 w 116132"/>
                <a:gd name="connsiteY43" fmla="*/ 201603 h 214693"/>
                <a:gd name="connsiteX44" fmla="*/ 22432 w 116132"/>
                <a:gd name="connsiteY44" fmla="*/ 205890 h 214693"/>
                <a:gd name="connsiteX45" fmla="*/ 37863 w 116132"/>
                <a:gd name="connsiteY45" fmla="*/ 206747 h 214693"/>
                <a:gd name="connsiteX46" fmla="*/ 48435 w 116132"/>
                <a:gd name="connsiteY46" fmla="*/ 209795 h 214693"/>
                <a:gd name="connsiteX47" fmla="*/ 60913 w 116132"/>
                <a:gd name="connsiteY47" fmla="*/ 209795 h 214693"/>
                <a:gd name="connsiteX48" fmla="*/ 73581 w 116132"/>
                <a:gd name="connsiteY48" fmla="*/ 211033 h 214693"/>
                <a:gd name="connsiteX49" fmla="*/ 81773 w 116132"/>
                <a:gd name="connsiteY49" fmla="*/ 214557 h 214693"/>
                <a:gd name="connsiteX50" fmla="*/ 93489 w 116132"/>
                <a:gd name="connsiteY50" fmla="*/ 211795 h 214693"/>
                <a:gd name="connsiteX51" fmla="*/ 105395 w 116132"/>
                <a:gd name="connsiteY51" fmla="*/ 209986 h 214693"/>
                <a:gd name="connsiteX52" fmla="*/ 109967 w 116132"/>
                <a:gd name="connsiteY52" fmla="*/ 199603 h 214693"/>
                <a:gd name="connsiteX53" fmla="*/ 115491 w 116132"/>
                <a:gd name="connsiteY53" fmla="*/ 183792 h 214693"/>
                <a:gd name="connsiteX54" fmla="*/ 109300 w 116132"/>
                <a:gd name="connsiteY54" fmla="*/ 169599 h 214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132" h="214693">
                  <a:moveTo>
                    <a:pt x="108824" y="169409"/>
                  </a:moveTo>
                  <a:cubicBezTo>
                    <a:pt x="105215" y="168497"/>
                    <a:pt x="101494" y="168112"/>
                    <a:pt x="97775" y="168266"/>
                  </a:cubicBezTo>
                  <a:cubicBezTo>
                    <a:pt x="95250" y="167879"/>
                    <a:pt x="92842" y="166935"/>
                    <a:pt x="90726" y="165504"/>
                  </a:cubicBezTo>
                  <a:cubicBezTo>
                    <a:pt x="88296" y="165260"/>
                    <a:pt x="85901" y="164749"/>
                    <a:pt x="83583" y="163980"/>
                  </a:cubicBezTo>
                  <a:cubicBezTo>
                    <a:pt x="80279" y="163153"/>
                    <a:pt x="76892" y="162705"/>
                    <a:pt x="73486" y="162646"/>
                  </a:cubicBezTo>
                  <a:cubicBezTo>
                    <a:pt x="68210" y="162210"/>
                    <a:pt x="63239" y="159994"/>
                    <a:pt x="59389" y="156360"/>
                  </a:cubicBezTo>
                  <a:cubicBezTo>
                    <a:pt x="54436" y="150645"/>
                    <a:pt x="55865" y="145215"/>
                    <a:pt x="54246" y="139500"/>
                  </a:cubicBezTo>
                  <a:cubicBezTo>
                    <a:pt x="53377" y="136404"/>
                    <a:pt x="53150" y="133163"/>
                    <a:pt x="53579" y="129975"/>
                  </a:cubicBezTo>
                  <a:cubicBezTo>
                    <a:pt x="54374" y="122833"/>
                    <a:pt x="56541" y="115912"/>
                    <a:pt x="59961" y="109592"/>
                  </a:cubicBezTo>
                  <a:cubicBezTo>
                    <a:pt x="66655" y="107867"/>
                    <a:pt x="72937" y="104823"/>
                    <a:pt x="78439" y="100638"/>
                  </a:cubicBezTo>
                  <a:cubicBezTo>
                    <a:pt x="82439" y="97400"/>
                    <a:pt x="86345" y="96828"/>
                    <a:pt x="90060" y="94161"/>
                  </a:cubicBezTo>
                  <a:cubicBezTo>
                    <a:pt x="92396" y="91679"/>
                    <a:pt x="95216" y="89702"/>
                    <a:pt x="98346" y="88351"/>
                  </a:cubicBezTo>
                  <a:cubicBezTo>
                    <a:pt x="102537" y="87113"/>
                    <a:pt x="104538" y="86637"/>
                    <a:pt x="107871" y="85875"/>
                  </a:cubicBezTo>
                  <a:cubicBezTo>
                    <a:pt x="110475" y="85393"/>
                    <a:pt x="112406" y="83185"/>
                    <a:pt x="112538" y="80541"/>
                  </a:cubicBezTo>
                  <a:cubicBezTo>
                    <a:pt x="112585" y="77045"/>
                    <a:pt x="112038" y="73566"/>
                    <a:pt x="110919" y="70254"/>
                  </a:cubicBezTo>
                  <a:cubicBezTo>
                    <a:pt x="108443" y="65967"/>
                    <a:pt x="106919" y="56728"/>
                    <a:pt x="103204" y="55871"/>
                  </a:cubicBezTo>
                  <a:cubicBezTo>
                    <a:pt x="96537" y="54347"/>
                    <a:pt x="92346" y="49585"/>
                    <a:pt x="89393" y="51013"/>
                  </a:cubicBezTo>
                  <a:cubicBezTo>
                    <a:pt x="86440" y="52442"/>
                    <a:pt x="85107" y="54919"/>
                    <a:pt x="80820" y="55871"/>
                  </a:cubicBezTo>
                  <a:cubicBezTo>
                    <a:pt x="78534" y="59586"/>
                    <a:pt x="73200" y="58157"/>
                    <a:pt x="72248" y="52918"/>
                  </a:cubicBezTo>
                  <a:cubicBezTo>
                    <a:pt x="72528" y="49674"/>
                    <a:pt x="73200" y="46476"/>
                    <a:pt x="74248" y="43393"/>
                  </a:cubicBezTo>
                  <a:cubicBezTo>
                    <a:pt x="76915" y="37011"/>
                    <a:pt x="84249" y="34725"/>
                    <a:pt x="84630" y="24343"/>
                  </a:cubicBezTo>
                  <a:cubicBezTo>
                    <a:pt x="84360" y="19483"/>
                    <a:pt x="83130" y="14724"/>
                    <a:pt x="81011" y="10341"/>
                  </a:cubicBezTo>
                  <a:cubicBezTo>
                    <a:pt x="80058" y="8151"/>
                    <a:pt x="78344" y="5579"/>
                    <a:pt x="76534" y="5293"/>
                  </a:cubicBezTo>
                  <a:cubicBezTo>
                    <a:pt x="74527" y="5246"/>
                    <a:pt x="72551" y="4792"/>
                    <a:pt x="70724" y="3960"/>
                  </a:cubicBezTo>
                  <a:cubicBezTo>
                    <a:pt x="68724" y="2531"/>
                    <a:pt x="68152" y="54"/>
                    <a:pt x="63771" y="-136"/>
                  </a:cubicBezTo>
                  <a:cubicBezTo>
                    <a:pt x="60553" y="216"/>
                    <a:pt x="57368" y="821"/>
                    <a:pt x="54246" y="1674"/>
                  </a:cubicBezTo>
                  <a:cubicBezTo>
                    <a:pt x="51740" y="1009"/>
                    <a:pt x="49195" y="500"/>
                    <a:pt x="46626" y="150"/>
                  </a:cubicBezTo>
                  <a:cubicBezTo>
                    <a:pt x="44721" y="150"/>
                    <a:pt x="40911" y="2055"/>
                    <a:pt x="38148" y="1960"/>
                  </a:cubicBezTo>
                  <a:cubicBezTo>
                    <a:pt x="35386" y="1864"/>
                    <a:pt x="30338" y="-136"/>
                    <a:pt x="28623" y="-41"/>
                  </a:cubicBezTo>
                  <a:cubicBezTo>
                    <a:pt x="24813" y="-41"/>
                    <a:pt x="22432" y="721"/>
                    <a:pt x="21099" y="5293"/>
                  </a:cubicBezTo>
                  <a:cubicBezTo>
                    <a:pt x="20462" y="9612"/>
                    <a:pt x="20302" y="13988"/>
                    <a:pt x="20623" y="18342"/>
                  </a:cubicBezTo>
                  <a:cubicBezTo>
                    <a:pt x="19662" y="24773"/>
                    <a:pt x="18295" y="31136"/>
                    <a:pt x="16527" y="37392"/>
                  </a:cubicBezTo>
                  <a:cubicBezTo>
                    <a:pt x="15014" y="41239"/>
                    <a:pt x="14052" y="45279"/>
                    <a:pt x="13670" y="49394"/>
                  </a:cubicBezTo>
                  <a:cubicBezTo>
                    <a:pt x="13669" y="51394"/>
                    <a:pt x="13669" y="61395"/>
                    <a:pt x="12526" y="69111"/>
                  </a:cubicBezTo>
                  <a:cubicBezTo>
                    <a:pt x="12526" y="70635"/>
                    <a:pt x="10526" y="76731"/>
                    <a:pt x="9859" y="81779"/>
                  </a:cubicBezTo>
                  <a:cubicBezTo>
                    <a:pt x="9192" y="86827"/>
                    <a:pt x="7573" y="86732"/>
                    <a:pt x="7002" y="94161"/>
                  </a:cubicBezTo>
                  <a:cubicBezTo>
                    <a:pt x="7002" y="95590"/>
                    <a:pt x="3858" y="100162"/>
                    <a:pt x="3668" y="101686"/>
                  </a:cubicBezTo>
                  <a:cubicBezTo>
                    <a:pt x="1858" y="116736"/>
                    <a:pt x="-428" y="117974"/>
                    <a:pt x="-333" y="125785"/>
                  </a:cubicBezTo>
                  <a:cubicBezTo>
                    <a:pt x="-505" y="130815"/>
                    <a:pt x="8" y="135846"/>
                    <a:pt x="1192" y="140739"/>
                  </a:cubicBezTo>
                  <a:cubicBezTo>
                    <a:pt x="2005" y="143849"/>
                    <a:pt x="2420" y="147049"/>
                    <a:pt x="2430" y="150264"/>
                  </a:cubicBezTo>
                  <a:lnTo>
                    <a:pt x="3096" y="160360"/>
                  </a:lnTo>
                  <a:cubicBezTo>
                    <a:pt x="3096" y="162265"/>
                    <a:pt x="6049" y="173886"/>
                    <a:pt x="6430" y="176457"/>
                  </a:cubicBezTo>
                  <a:cubicBezTo>
                    <a:pt x="6371" y="180985"/>
                    <a:pt x="6690" y="185509"/>
                    <a:pt x="7383" y="189983"/>
                  </a:cubicBezTo>
                  <a:cubicBezTo>
                    <a:pt x="9224" y="194185"/>
                    <a:pt x="11662" y="198099"/>
                    <a:pt x="14622" y="201603"/>
                  </a:cubicBezTo>
                  <a:cubicBezTo>
                    <a:pt x="16985" y="203432"/>
                    <a:pt x="19621" y="204878"/>
                    <a:pt x="22432" y="205890"/>
                  </a:cubicBezTo>
                  <a:cubicBezTo>
                    <a:pt x="25766" y="206937"/>
                    <a:pt x="33291" y="205890"/>
                    <a:pt x="37863" y="206747"/>
                  </a:cubicBezTo>
                  <a:cubicBezTo>
                    <a:pt x="42435" y="207604"/>
                    <a:pt x="46530" y="209795"/>
                    <a:pt x="48435" y="209795"/>
                  </a:cubicBezTo>
                  <a:cubicBezTo>
                    <a:pt x="48435" y="209795"/>
                    <a:pt x="57484" y="209795"/>
                    <a:pt x="60913" y="209795"/>
                  </a:cubicBezTo>
                  <a:cubicBezTo>
                    <a:pt x="65176" y="209390"/>
                    <a:pt x="69477" y="209811"/>
                    <a:pt x="73581" y="211033"/>
                  </a:cubicBezTo>
                  <a:cubicBezTo>
                    <a:pt x="75391" y="211795"/>
                    <a:pt x="78915" y="214557"/>
                    <a:pt x="81773" y="214557"/>
                  </a:cubicBezTo>
                  <a:cubicBezTo>
                    <a:pt x="85808" y="214321"/>
                    <a:pt x="89772" y="213386"/>
                    <a:pt x="93489" y="211795"/>
                  </a:cubicBezTo>
                  <a:cubicBezTo>
                    <a:pt x="96918" y="210462"/>
                    <a:pt x="103013" y="211795"/>
                    <a:pt x="105395" y="209986"/>
                  </a:cubicBezTo>
                  <a:cubicBezTo>
                    <a:pt x="107776" y="208176"/>
                    <a:pt x="108633" y="203794"/>
                    <a:pt x="109967" y="199603"/>
                  </a:cubicBezTo>
                  <a:cubicBezTo>
                    <a:pt x="112100" y="194439"/>
                    <a:pt x="113945" y="189161"/>
                    <a:pt x="115491" y="183792"/>
                  </a:cubicBezTo>
                  <a:cubicBezTo>
                    <a:pt x="116637" y="178228"/>
                    <a:pt x="114158" y="172545"/>
                    <a:pt x="109300" y="169599"/>
                  </a:cubicBezTo>
                </a:path>
              </a:pathLst>
            </a:custGeom>
            <a:grpFill/>
            <a:ln w="9525" cap="flat">
              <a:noFill/>
              <a:prstDash val="solid"/>
              <a:miter/>
            </a:ln>
          </p:spPr>
          <p:txBody>
            <a:bodyPr rtlCol="0" anchor="ctr"/>
            <a:lstStyle/>
            <a:p>
              <a:endParaRPr lang="zh-CN" altLang="en-US"/>
            </a:p>
          </p:txBody>
        </p:sp>
        <p:sp>
          <p:nvSpPr>
            <p:cNvPr id="91" name="任意多边形: 形状 90"/>
            <p:cNvSpPr/>
            <p:nvPr/>
          </p:nvSpPr>
          <p:spPr>
            <a:xfrm>
              <a:off x="8567668" y="4422179"/>
              <a:ext cx="864731" cy="696391"/>
            </a:xfrm>
            <a:custGeom>
              <a:avLst/>
              <a:gdLst>
                <a:gd name="connsiteX0" fmla="*/ 240808 w 241528"/>
                <a:gd name="connsiteY0" fmla="*/ 148359 h 194509"/>
                <a:gd name="connsiteX1" fmla="*/ 239760 w 241528"/>
                <a:gd name="connsiteY1" fmla="*/ 140548 h 194509"/>
                <a:gd name="connsiteX2" fmla="*/ 228330 w 241528"/>
                <a:gd name="connsiteY2" fmla="*/ 131023 h 194509"/>
                <a:gd name="connsiteX3" fmla="*/ 219568 w 241528"/>
                <a:gd name="connsiteY3" fmla="*/ 126166 h 194509"/>
                <a:gd name="connsiteX4" fmla="*/ 210614 w 241528"/>
                <a:gd name="connsiteY4" fmla="*/ 123784 h 194509"/>
                <a:gd name="connsiteX5" fmla="*/ 202423 w 241528"/>
                <a:gd name="connsiteY5" fmla="*/ 124642 h 194509"/>
                <a:gd name="connsiteX6" fmla="*/ 193850 w 241528"/>
                <a:gd name="connsiteY6" fmla="*/ 127975 h 194509"/>
                <a:gd name="connsiteX7" fmla="*/ 160893 w 241528"/>
                <a:gd name="connsiteY7" fmla="*/ 128737 h 194509"/>
                <a:gd name="connsiteX8" fmla="*/ 159941 w 241528"/>
                <a:gd name="connsiteY8" fmla="*/ 110449 h 194509"/>
                <a:gd name="connsiteX9" fmla="*/ 161179 w 241528"/>
                <a:gd name="connsiteY9" fmla="*/ 103401 h 194509"/>
                <a:gd name="connsiteX10" fmla="*/ 162989 w 241528"/>
                <a:gd name="connsiteY10" fmla="*/ 96733 h 194509"/>
                <a:gd name="connsiteX11" fmla="*/ 165370 w 241528"/>
                <a:gd name="connsiteY11" fmla="*/ 90447 h 194509"/>
                <a:gd name="connsiteX12" fmla="*/ 168323 w 241528"/>
                <a:gd name="connsiteY12" fmla="*/ 83589 h 194509"/>
                <a:gd name="connsiteX13" fmla="*/ 164037 w 241528"/>
                <a:gd name="connsiteY13" fmla="*/ 68730 h 194509"/>
                <a:gd name="connsiteX14" fmla="*/ 181848 w 241528"/>
                <a:gd name="connsiteY14" fmla="*/ 56252 h 194509"/>
                <a:gd name="connsiteX15" fmla="*/ 190802 w 241528"/>
                <a:gd name="connsiteY15" fmla="*/ 50251 h 194509"/>
                <a:gd name="connsiteX16" fmla="*/ 202422 w 241528"/>
                <a:gd name="connsiteY16" fmla="*/ 40726 h 194509"/>
                <a:gd name="connsiteX17" fmla="*/ 217186 w 241528"/>
                <a:gd name="connsiteY17" fmla="*/ 27010 h 194509"/>
                <a:gd name="connsiteX18" fmla="*/ 213471 w 241528"/>
                <a:gd name="connsiteY18" fmla="*/ 21200 h 194509"/>
                <a:gd name="connsiteX19" fmla="*/ 210614 w 241528"/>
                <a:gd name="connsiteY19" fmla="*/ 12437 h 194509"/>
                <a:gd name="connsiteX20" fmla="*/ 201089 w 241528"/>
                <a:gd name="connsiteY20" fmla="*/ 3579 h 194509"/>
                <a:gd name="connsiteX21" fmla="*/ 194707 w 241528"/>
                <a:gd name="connsiteY21" fmla="*/ -136 h 194509"/>
                <a:gd name="connsiteX22" fmla="*/ 187373 w 241528"/>
                <a:gd name="connsiteY22" fmla="*/ 912 h 194509"/>
                <a:gd name="connsiteX23" fmla="*/ 178896 w 241528"/>
                <a:gd name="connsiteY23" fmla="*/ 1960 h 194509"/>
                <a:gd name="connsiteX24" fmla="*/ 148892 w 241528"/>
                <a:gd name="connsiteY24" fmla="*/ 14628 h 194509"/>
                <a:gd name="connsiteX25" fmla="*/ 143939 w 241528"/>
                <a:gd name="connsiteY25" fmla="*/ 16533 h 194509"/>
                <a:gd name="connsiteX26" fmla="*/ 136986 w 241528"/>
                <a:gd name="connsiteY26" fmla="*/ 18438 h 194509"/>
                <a:gd name="connsiteX27" fmla="*/ 96981 w 241528"/>
                <a:gd name="connsiteY27" fmla="*/ 25105 h 194509"/>
                <a:gd name="connsiteX28" fmla="*/ 80217 w 241528"/>
                <a:gd name="connsiteY28" fmla="*/ 21105 h 194509"/>
                <a:gd name="connsiteX29" fmla="*/ 70692 w 241528"/>
                <a:gd name="connsiteY29" fmla="*/ 29011 h 194509"/>
                <a:gd name="connsiteX30" fmla="*/ 71644 w 241528"/>
                <a:gd name="connsiteY30" fmla="*/ 39583 h 194509"/>
                <a:gd name="connsiteX31" fmla="*/ 73549 w 241528"/>
                <a:gd name="connsiteY31" fmla="*/ 50537 h 194509"/>
                <a:gd name="connsiteX32" fmla="*/ 80979 w 241528"/>
                <a:gd name="connsiteY32" fmla="*/ 64158 h 194509"/>
                <a:gd name="connsiteX33" fmla="*/ 84789 w 241528"/>
                <a:gd name="connsiteY33" fmla="*/ 75493 h 194509"/>
                <a:gd name="connsiteX34" fmla="*/ 97266 w 241528"/>
                <a:gd name="connsiteY34" fmla="*/ 74635 h 194509"/>
                <a:gd name="connsiteX35" fmla="*/ 106791 w 241528"/>
                <a:gd name="connsiteY35" fmla="*/ 73111 h 194509"/>
                <a:gd name="connsiteX36" fmla="*/ 108792 w 241528"/>
                <a:gd name="connsiteY36" fmla="*/ 81970 h 194509"/>
                <a:gd name="connsiteX37" fmla="*/ 106791 w 241528"/>
                <a:gd name="connsiteY37" fmla="*/ 93209 h 194509"/>
                <a:gd name="connsiteX38" fmla="*/ 87170 w 241528"/>
                <a:gd name="connsiteY38" fmla="*/ 126737 h 194509"/>
                <a:gd name="connsiteX39" fmla="*/ 62119 w 241528"/>
                <a:gd name="connsiteY39" fmla="*/ 137215 h 194509"/>
                <a:gd name="connsiteX40" fmla="*/ 52594 w 241528"/>
                <a:gd name="connsiteY40" fmla="*/ 139024 h 194509"/>
                <a:gd name="connsiteX41" fmla="*/ 29734 w 241528"/>
                <a:gd name="connsiteY41" fmla="*/ 147692 h 194509"/>
                <a:gd name="connsiteX42" fmla="*/ 18685 w 241528"/>
                <a:gd name="connsiteY42" fmla="*/ 146644 h 194509"/>
                <a:gd name="connsiteX43" fmla="*/ -365 w 241528"/>
                <a:gd name="connsiteY43" fmla="*/ 157027 h 194509"/>
                <a:gd name="connsiteX44" fmla="*/ 683 w 241528"/>
                <a:gd name="connsiteY44" fmla="*/ 168647 h 194509"/>
                <a:gd name="connsiteX45" fmla="*/ 683 w 241528"/>
                <a:gd name="connsiteY45" fmla="*/ 178172 h 194509"/>
                <a:gd name="connsiteX46" fmla="*/ 17828 w 241528"/>
                <a:gd name="connsiteY46" fmla="*/ 194365 h 194509"/>
                <a:gd name="connsiteX47" fmla="*/ 62786 w 241528"/>
                <a:gd name="connsiteY47" fmla="*/ 177220 h 194509"/>
                <a:gd name="connsiteX48" fmla="*/ 99457 w 241528"/>
                <a:gd name="connsiteY48" fmla="*/ 169695 h 194509"/>
                <a:gd name="connsiteX49" fmla="*/ 120126 w 241528"/>
                <a:gd name="connsiteY49" fmla="*/ 170171 h 194509"/>
                <a:gd name="connsiteX50" fmla="*/ 138319 w 241528"/>
                <a:gd name="connsiteY50" fmla="*/ 167599 h 194509"/>
                <a:gd name="connsiteX51" fmla="*/ 157369 w 241528"/>
                <a:gd name="connsiteY51" fmla="*/ 166075 h 194509"/>
                <a:gd name="connsiteX52" fmla="*/ 176419 w 241528"/>
                <a:gd name="connsiteY52" fmla="*/ 166075 h 194509"/>
                <a:gd name="connsiteX53" fmla="*/ 196898 w 241528"/>
                <a:gd name="connsiteY53" fmla="*/ 167790 h 194509"/>
                <a:gd name="connsiteX54" fmla="*/ 209280 w 241528"/>
                <a:gd name="connsiteY54" fmla="*/ 166742 h 194509"/>
                <a:gd name="connsiteX55" fmla="*/ 221377 w 241528"/>
                <a:gd name="connsiteY55" fmla="*/ 168838 h 194509"/>
                <a:gd name="connsiteX56" fmla="*/ 232521 w 241528"/>
                <a:gd name="connsiteY56" fmla="*/ 168171 h 194509"/>
                <a:gd name="connsiteX57" fmla="*/ 238236 w 241528"/>
                <a:gd name="connsiteY57" fmla="*/ 162361 h 194509"/>
                <a:gd name="connsiteX58" fmla="*/ 241094 w 241528"/>
                <a:gd name="connsiteY58" fmla="*/ 155598 h 194509"/>
                <a:gd name="connsiteX59" fmla="*/ 240331 w 241528"/>
                <a:gd name="connsiteY59" fmla="*/ 151407 h 194509"/>
                <a:gd name="connsiteX60" fmla="*/ 239188 w 241528"/>
                <a:gd name="connsiteY60" fmla="*/ 148549 h 19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1528" h="194509">
                  <a:moveTo>
                    <a:pt x="240808" y="148359"/>
                  </a:moveTo>
                  <a:cubicBezTo>
                    <a:pt x="240841" y="145718"/>
                    <a:pt x="240488" y="143087"/>
                    <a:pt x="239760" y="140548"/>
                  </a:cubicBezTo>
                  <a:cubicBezTo>
                    <a:pt x="237379" y="134548"/>
                    <a:pt x="231569" y="133309"/>
                    <a:pt x="228330" y="131023"/>
                  </a:cubicBezTo>
                  <a:cubicBezTo>
                    <a:pt x="225544" y="129172"/>
                    <a:pt x="222614" y="127547"/>
                    <a:pt x="219568" y="126166"/>
                  </a:cubicBezTo>
                  <a:cubicBezTo>
                    <a:pt x="216662" y="125101"/>
                    <a:pt x="213665" y="124304"/>
                    <a:pt x="210614" y="123784"/>
                  </a:cubicBezTo>
                  <a:cubicBezTo>
                    <a:pt x="207860" y="123758"/>
                    <a:pt x="205111" y="124046"/>
                    <a:pt x="202423" y="124642"/>
                  </a:cubicBezTo>
                  <a:cubicBezTo>
                    <a:pt x="199470" y="125308"/>
                    <a:pt x="197850" y="127975"/>
                    <a:pt x="193850" y="127975"/>
                  </a:cubicBezTo>
                  <a:cubicBezTo>
                    <a:pt x="182859" y="127598"/>
                    <a:pt x="171855" y="127852"/>
                    <a:pt x="160893" y="128737"/>
                  </a:cubicBezTo>
                  <a:cubicBezTo>
                    <a:pt x="158322" y="126547"/>
                    <a:pt x="159750" y="119212"/>
                    <a:pt x="159941" y="110449"/>
                  </a:cubicBezTo>
                  <a:cubicBezTo>
                    <a:pt x="159708" y="108031"/>
                    <a:pt x="160136" y="105595"/>
                    <a:pt x="161179" y="103401"/>
                  </a:cubicBezTo>
                  <a:cubicBezTo>
                    <a:pt x="162341" y="101369"/>
                    <a:pt x="162965" y="99074"/>
                    <a:pt x="162989" y="96733"/>
                  </a:cubicBezTo>
                  <a:cubicBezTo>
                    <a:pt x="163129" y="94445"/>
                    <a:pt x="163959" y="92253"/>
                    <a:pt x="165370" y="90447"/>
                  </a:cubicBezTo>
                  <a:cubicBezTo>
                    <a:pt x="166885" y="88427"/>
                    <a:pt x="167897" y="86077"/>
                    <a:pt x="168323" y="83589"/>
                  </a:cubicBezTo>
                  <a:cubicBezTo>
                    <a:pt x="168323" y="74064"/>
                    <a:pt x="163370" y="77683"/>
                    <a:pt x="164037" y="68730"/>
                  </a:cubicBezTo>
                  <a:cubicBezTo>
                    <a:pt x="164703" y="59776"/>
                    <a:pt x="172799" y="60157"/>
                    <a:pt x="181848" y="56252"/>
                  </a:cubicBezTo>
                  <a:cubicBezTo>
                    <a:pt x="185207" y="54877"/>
                    <a:pt x="188253" y="52836"/>
                    <a:pt x="190802" y="50251"/>
                  </a:cubicBezTo>
                  <a:cubicBezTo>
                    <a:pt x="194042" y="46374"/>
                    <a:pt x="197985" y="43143"/>
                    <a:pt x="202422" y="40726"/>
                  </a:cubicBezTo>
                  <a:cubicBezTo>
                    <a:pt x="210519" y="35011"/>
                    <a:pt x="216519" y="35202"/>
                    <a:pt x="217186" y="27010"/>
                  </a:cubicBezTo>
                  <a:cubicBezTo>
                    <a:pt x="217186" y="25867"/>
                    <a:pt x="214043" y="23296"/>
                    <a:pt x="213471" y="21200"/>
                  </a:cubicBezTo>
                  <a:cubicBezTo>
                    <a:pt x="213056" y="18130"/>
                    <a:pt x="212088" y="15161"/>
                    <a:pt x="210614" y="12437"/>
                  </a:cubicBezTo>
                  <a:cubicBezTo>
                    <a:pt x="208042" y="8818"/>
                    <a:pt x="204423" y="7103"/>
                    <a:pt x="201089" y="3579"/>
                  </a:cubicBezTo>
                  <a:cubicBezTo>
                    <a:pt x="199451" y="1645"/>
                    <a:pt x="197197" y="334"/>
                    <a:pt x="194707" y="-136"/>
                  </a:cubicBezTo>
                  <a:cubicBezTo>
                    <a:pt x="192284" y="351"/>
                    <a:pt x="189836" y="701"/>
                    <a:pt x="187373" y="912"/>
                  </a:cubicBezTo>
                  <a:cubicBezTo>
                    <a:pt x="184505" y="667"/>
                    <a:pt x="181618" y="1024"/>
                    <a:pt x="178896" y="1960"/>
                  </a:cubicBezTo>
                  <a:cubicBezTo>
                    <a:pt x="169410" y="7312"/>
                    <a:pt x="159343" y="11562"/>
                    <a:pt x="148892" y="14628"/>
                  </a:cubicBezTo>
                  <a:cubicBezTo>
                    <a:pt x="147463" y="15104"/>
                    <a:pt x="144701" y="16342"/>
                    <a:pt x="143939" y="16533"/>
                  </a:cubicBezTo>
                  <a:cubicBezTo>
                    <a:pt x="143177" y="16723"/>
                    <a:pt x="139939" y="17771"/>
                    <a:pt x="136986" y="18438"/>
                  </a:cubicBezTo>
                  <a:cubicBezTo>
                    <a:pt x="123789" y="21422"/>
                    <a:pt x="110432" y="23648"/>
                    <a:pt x="96981" y="25105"/>
                  </a:cubicBezTo>
                  <a:cubicBezTo>
                    <a:pt x="91480" y="23430"/>
                    <a:pt x="85881" y="22094"/>
                    <a:pt x="80217" y="21105"/>
                  </a:cubicBezTo>
                  <a:cubicBezTo>
                    <a:pt x="75645" y="23391"/>
                    <a:pt x="70692" y="23772"/>
                    <a:pt x="70692" y="29011"/>
                  </a:cubicBezTo>
                  <a:cubicBezTo>
                    <a:pt x="70692" y="31011"/>
                    <a:pt x="71739" y="37583"/>
                    <a:pt x="71644" y="39583"/>
                  </a:cubicBezTo>
                  <a:cubicBezTo>
                    <a:pt x="71470" y="43330"/>
                    <a:pt x="72120" y="47069"/>
                    <a:pt x="73549" y="50537"/>
                  </a:cubicBezTo>
                  <a:cubicBezTo>
                    <a:pt x="77195" y="54334"/>
                    <a:pt x="79760" y="59036"/>
                    <a:pt x="80979" y="64158"/>
                  </a:cubicBezTo>
                  <a:cubicBezTo>
                    <a:pt x="81550" y="69206"/>
                    <a:pt x="80979" y="73683"/>
                    <a:pt x="84789" y="75493"/>
                  </a:cubicBezTo>
                  <a:cubicBezTo>
                    <a:pt x="88950" y="76310"/>
                    <a:pt x="93255" y="76014"/>
                    <a:pt x="97266" y="74635"/>
                  </a:cubicBezTo>
                  <a:cubicBezTo>
                    <a:pt x="100399" y="73894"/>
                    <a:pt x="103583" y="73384"/>
                    <a:pt x="106791" y="73111"/>
                  </a:cubicBezTo>
                  <a:cubicBezTo>
                    <a:pt x="108601" y="73778"/>
                    <a:pt x="108887" y="78255"/>
                    <a:pt x="108792" y="81970"/>
                  </a:cubicBezTo>
                  <a:cubicBezTo>
                    <a:pt x="108774" y="85803"/>
                    <a:pt x="108098" y="89605"/>
                    <a:pt x="106791" y="93209"/>
                  </a:cubicBezTo>
                  <a:cubicBezTo>
                    <a:pt x="104315" y="100639"/>
                    <a:pt x="103458" y="120260"/>
                    <a:pt x="87170" y="126737"/>
                  </a:cubicBezTo>
                  <a:cubicBezTo>
                    <a:pt x="79550" y="129785"/>
                    <a:pt x="69167" y="135024"/>
                    <a:pt x="62119" y="137215"/>
                  </a:cubicBezTo>
                  <a:cubicBezTo>
                    <a:pt x="59833" y="137881"/>
                    <a:pt x="55547" y="138072"/>
                    <a:pt x="52594" y="139024"/>
                  </a:cubicBezTo>
                  <a:cubicBezTo>
                    <a:pt x="45165" y="141691"/>
                    <a:pt x="31639" y="147216"/>
                    <a:pt x="29734" y="147692"/>
                  </a:cubicBezTo>
                  <a:cubicBezTo>
                    <a:pt x="26115" y="148549"/>
                    <a:pt x="20209" y="146263"/>
                    <a:pt x="18685" y="146644"/>
                  </a:cubicBezTo>
                  <a:cubicBezTo>
                    <a:pt x="17161" y="147025"/>
                    <a:pt x="2207" y="152550"/>
                    <a:pt x="-365" y="157027"/>
                  </a:cubicBezTo>
                  <a:cubicBezTo>
                    <a:pt x="951" y="160751"/>
                    <a:pt x="1310" y="164747"/>
                    <a:pt x="683" y="168647"/>
                  </a:cubicBezTo>
                  <a:cubicBezTo>
                    <a:pt x="111" y="171796"/>
                    <a:pt x="111" y="175023"/>
                    <a:pt x="683" y="178172"/>
                  </a:cubicBezTo>
                  <a:cubicBezTo>
                    <a:pt x="7446" y="184554"/>
                    <a:pt x="14494" y="193984"/>
                    <a:pt x="17828" y="194365"/>
                  </a:cubicBezTo>
                  <a:cubicBezTo>
                    <a:pt x="21162" y="194746"/>
                    <a:pt x="47641" y="182458"/>
                    <a:pt x="62786" y="177220"/>
                  </a:cubicBezTo>
                  <a:cubicBezTo>
                    <a:pt x="74698" y="173380"/>
                    <a:pt x="86995" y="170857"/>
                    <a:pt x="99457" y="169695"/>
                  </a:cubicBezTo>
                  <a:cubicBezTo>
                    <a:pt x="105268" y="169695"/>
                    <a:pt x="113650" y="171124"/>
                    <a:pt x="120126" y="170171"/>
                  </a:cubicBezTo>
                  <a:lnTo>
                    <a:pt x="138319" y="167599"/>
                  </a:lnTo>
                  <a:cubicBezTo>
                    <a:pt x="144533" y="165992"/>
                    <a:pt x="150979" y="165477"/>
                    <a:pt x="157369" y="166075"/>
                  </a:cubicBezTo>
                  <a:cubicBezTo>
                    <a:pt x="161084" y="166552"/>
                    <a:pt x="172705" y="165599"/>
                    <a:pt x="176419" y="166075"/>
                  </a:cubicBezTo>
                  <a:cubicBezTo>
                    <a:pt x="182230" y="166742"/>
                    <a:pt x="191659" y="167695"/>
                    <a:pt x="196898" y="167790"/>
                  </a:cubicBezTo>
                  <a:cubicBezTo>
                    <a:pt x="202137" y="167885"/>
                    <a:pt x="205089" y="166742"/>
                    <a:pt x="209280" y="166742"/>
                  </a:cubicBezTo>
                  <a:cubicBezTo>
                    <a:pt x="213471" y="166742"/>
                    <a:pt x="219377" y="168742"/>
                    <a:pt x="221377" y="168838"/>
                  </a:cubicBezTo>
                  <a:cubicBezTo>
                    <a:pt x="223377" y="168933"/>
                    <a:pt x="226425" y="168361"/>
                    <a:pt x="232521" y="168171"/>
                  </a:cubicBezTo>
                  <a:cubicBezTo>
                    <a:pt x="234807" y="168171"/>
                    <a:pt x="236712" y="164742"/>
                    <a:pt x="238236" y="162361"/>
                  </a:cubicBezTo>
                  <a:cubicBezTo>
                    <a:pt x="239674" y="160343"/>
                    <a:pt x="240649" y="158035"/>
                    <a:pt x="241094" y="155598"/>
                  </a:cubicBezTo>
                  <a:cubicBezTo>
                    <a:pt x="241305" y="154155"/>
                    <a:pt x="241037" y="152683"/>
                    <a:pt x="240331" y="151407"/>
                  </a:cubicBezTo>
                  <a:cubicBezTo>
                    <a:pt x="239602" y="150634"/>
                    <a:pt x="239193" y="149612"/>
                    <a:pt x="239188" y="148549"/>
                  </a:cubicBezTo>
                </a:path>
              </a:pathLst>
            </a:custGeom>
            <a:grpFill/>
            <a:ln w="9525" cap="flat">
              <a:noFill/>
              <a:prstDash val="solid"/>
              <a:miter/>
            </a:ln>
          </p:spPr>
          <p:txBody>
            <a:bodyPr rtlCol="0" anchor="ctr"/>
            <a:lstStyle/>
            <a:p>
              <a:endParaRPr lang="zh-CN" altLang="en-US"/>
            </a:p>
          </p:txBody>
        </p:sp>
        <p:sp>
          <p:nvSpPr>
            <p:cNvPr id="92" name="任意多边形: 形状 91"/>
            <p:cNvSpPr/>
            <p:nvPr/>
          </p:nvSpPr>
          <p:spPr>
            <a:xfrm>
              <a:off x="9687431" y="4380641"/>
              <a:ext cx="932487" cy="781891"/>
            </a:xfrm>
            <a:custGeom>
              <a:avLst/>
              <a:gdLst>
                <a:gd name="connsiteX0" fmla="*/ 260089 w 260453"/>
                <a:gd name="connsiteY0" fmla="*/ 192536 h 218390"/>
                <a:gd name="connsiteX1" fmla="*/ 252850 w 260453"/>
                <a:gd name="connsiteY1" fmla="*/ 189202 h 218390"/>
                <a:gd name="connsiteX2" fmla="*/ 231800 w 260453"/>
                <a:gd name="connsiteY2" fmla="*/ 181392 h 218390"/>
                <a:gd name="connsiteX3" fmla="*/ 222275 w 260453"/>
                <a:gd name="connsiteY3" fmla="*/ 175391 h 218390"/>
                <a:gd name="connsiteX4" fmla="*/ 210083 w 260453"/>
                <a:gd name="connsiteY4" fmla="*/ 170628 h 218390"/>
                <a:gd name="connsiteX5" fmla="*/ 188842 w 260453"/>
                <a:gd name="connsiteY5" fmla="*/ 156055 h 218390"/>
                <a:gd name="connsiteX6" fmla="*/ 168173 w 260453"/>
                <a:gd name="connsiteY6" fmla="*/ 132719 h 218390"/>
                <a:gd name="connsiteX7" fmla="*/ 140169 w 260453"/>
                <a:gd name="connsiteY7" fmla="*/ 104144 h 218390"/>
                <a:gd name="connsiteX8" fmla="*/ 138169 w 260453"/>
                <a:gd name="connsiteY8" fmla="*/ 90999 h 218390"/>
                <a:gd name="connsiteX9" fmla="*/ 143789 w 260453"/>
                <a:gd name="connsiteY9" fmla="*/ 82808 h 218390"/>
                <a:gd name="connsiteX10" fmla="*/ 160744 w 260453"/>
                <a:gd name="connsiteY10" fmla="*/ 76331 h 218390"/>
                <a:gd name="connsiteX11" fmla="*/ 171792 w 260453"/>
                <a:gd name="connsiteY11" fmla="*/ 74902 h 218390"/>
                <a:gd name="connsiteX12" fmla="*/ 181317 w 260453"/>
                <a:gd name="connsiteY12" fmla="*/ 70806 h 218390"/>
                <a:gd name="connsiteX13" fmla="*/ 197796 w 260453"/>
                <a:gd name="connsiteY13" fmla="*/ 63758 h 218390"/>
                <a:gd name="connsiteX14" fmla="*/ 204939 w 260453"/>
                <a:gd name="connsiteY14" fmla="*/ 58424 h 218390"/>
                <a:gd name="connsiteX15" fmla="*/ 208368 w 260453"/>
                <a:gd name="connsiteY15" fmla="*/ 54138 h 218390"/>
                <a:gd name="connsiteX16" fmla="*/ 199415 w 260453"/>
                <a:gd name="connsiteY16" fmla="*/ 37088 h 218390"/>
                <a:gd name="connsiteX17" fmla="*/ 186461 w 260453"/>
                <a:gd name="connsiteY17" fmla="*/ 32897 h 218390"/>
                <a:gd name="connsiteX18" fmla="*/ 171602 w 260453"/>
                <a:gd name="connsiteY18" fmla="*/ 32897 h 218390"/>
                <a:gd name="connsiteX19" fmla="*/ 162077 w 260453"/>
                <a:gd name="connsiteY19" fmla="*/ 39755 h 218390"/>
                <a:gd name="connsiteX20" fmla="*/ 153790 w 260453"/>
                <a:gd name="connsiteY20" fmla="*/ 42612 h 218390"/>
                <a:gd name="connsiteX21" fmla="*/ 146742 w 260453"/>
                <a:gd name="connsiteY21" fmla="*/ 45756 h 218390"/>
                <a:gd name="connsiteX22" fmla="*/ 141122 w 260453"/>
                <a:gd name="connsiteY22" fmla="*/ 47184 h 218390"/>
                <a:gd name="connsiteX23" fmla="*/ 141122 w 260453"/>
                <a:gd name="connsiteY23" fmla="*/ 38993 h 218390"/>
                <a:gd name="connsiteX24" fmla="*/ 146932 w 260453"/>
                <a:gd name="connsiteY24" fmla="*/ 24991 h 218390"/>
                <a:gd name="connsiteX25" fmla="*/ 145408 w 260453"/>
                <a:gd name="connsiteY25" fmla="*/ 17466 h 218390"/>
                <a:gd name="connsiteX26" fmla="*/ 142836 w 260453"/>
                <a:gd name="connsiteY26" fmla="*/ 9656 h 218390"/>
                <a:gd name="connsiteX27" fmla="*/ 131787 w 260453"/>
                <a:gd name="connsiteY27" fmla="*/ 607 h 218390"/>
                <a:gd name="connsiteX28" fmla="*/ 117976 w 260453"/>
                <a:gd name="connsiteY28" fmla="*/ 36 h 218390"/>
                <a:gd name="connsiteX29" fmla="*/ 110547 w 260453"/>
                <a:gd name="connsiteY29" fmla="*/ 2417 h 218390"/>
                <a:gd name="connsiteX30" fmla="*/ 101022 w 260453"/>
                <a:gd name="connsiteY30" fmla="*/ 1655 h 218390"/>
                <a:gd name="connsiteX31" fmla="*/ 97212 w 260453"/>
                <a:gd name="connsiteY31" fmla="*/ 6036 h 218390"/>
                <a:gd name="connsiteX32" fmla="*/ 97878 w 260453"/>
                <a:gd name="connsiteY32" fmla="*/ 18324 h 218390"/>
                <a:gd name="connsiteX33" fmla="*/ 96259 w 260453"/>
                <a:gd name="connsiteY33" fmla="*/ 32611 h 218390"/>
                <a:gd name="connsiteX34" fmla="*/ 91592 w 260453"/>
                <a:gd name="connsiteY34" fmla="*/ 55185 h 218390"/>
                <a:gd name="connsiteX35" fmla="*/ 67113 w 260453"/>
                <a:gd name="connsiteY35" fmla="*/ 63853 h 218390"/>
                <a:gd name="connsiteX36" fmla="*/ 52253 w 260453"/>
                <a:gd name="connsiteY36" fmla="*/ 63853 h 218390"/>
                <a:gd name="connsiteX37" fmla="*/ 46158 w 260453"/>
                <a:gd name="connsiteY37" fmla="*/ 67854 h 218390"/>
                <a:gd name="connsiteX38" fmla="*/ 38919 w 260453"/>
                <a:gd name="connsiteY38" fmla="*/ 70616 h 218390"/>
                <a:gd name="connsiteX39" fmla="*/ 33203 w 260453"/>
                <a:gd name="connsiteY39" fmla="*/ 76521 h 218390"/>
                <a:gd name="connsiteX40" fmla="*/ 29964 w 260453"/>
                <a:gd name="connsiteY40" fmla="*/ 86046 h 218390"/>
                <a:gd name="connsiteX41" fmla="*/ 42061 w 260453"/>
                <a:gd name="connsiteY41" fmla="*/ 101096 h 218390"/>
                <a:gd name="connsiteX42" fmla="*/ 52444 w 260453"/>
                <a:gd name="connsiteY42" fmla="*/ 105954 h 218390"/>
                <a:gd name="connsiteX43" fmla="*/ 59207 w 260453"/>
                <a:gd name="connsiteY43" fmla="*/ 105954 h 218390"/>
                <a:gd name="connsiteX44" fmla="*/ 66255 w 260453"/>
                <a:gd name="connsiteY44" fmla="*/ 104049 h 218390"/>
                <a:gd name="connsiteX45" fmla="*/ 71494 w 260453"/>
                <a:gd name="connsiteY45" fmla="*/ 104049 h 218390"/>
                <a:gd name="connsiteX46" fmla="*/ 78352 w 260453"/>
                <a:gd name="connsiteY46" fmla="*/ 104049 h 218390"/>
                <a:gd name="connsiteX47" fmla="*/ 75590 w 260453"/>
                <a:gd name="connsiteY47" fmla="*/ 113574 h 218390"/>
                <a:gd name="connsiteX48" fmla="*/ 62350 w 260453"/>
                <a:gd name="connsiteY48" fmla="*/ 136815 h 218390"/>
                <a:gd name="connsiteX49" fmla="*/ 28061 w 260453"/>
                <a:gd name="connsiteY49" fmla="*/ 169676 h 218390"/>
                <a:gd name="connsiteX50" fmla="*/ 22917 w 260453"/>
                <a:gd name="connsiteY50" fmla="*/ 171962 h 218390"/>
                <a:gd name="connsiteX51" fmla="*/ 15582 w 260453"/>
                <a:gd name="connsiteY51" fmla="*/ 177391 h 218390"/>
                <a:gd name="connsiteX52" fmla="*/ 4914 w 260453"/>
                <a:gd name="connsiteY52" fmla="*/ 183678 h 218390"/>
                <a:gd name="connsiteX53" fmla="*/ 247 w 260453"/>
                <a:gd name="connsiteY53" fmla="*/ 189107 h 218390"/>
                <a:gd name="connsiteX54" fmla="*/ 7486 w 260453"/>
                <a:gd name="connsiteY54" fmla="*/ 191583 h 218390"/>
                <a:gd name="connsiteX55" fmla="*/ 11772 w 260453"/>
                <a:gd name="connsiteY55" fmla="*/ 200156 h 218390"/>
                <a:gd name="connsiteX56" fmla="*/ 17392 w 260453"/>
                <a:gd name="connsiteY56" fmla="*/ 205014 h 218390"/>
                <a:gd name="connsiteX57" fmla="*/ 25679 w 260453"/>
                <a:gd name="connsiteY57" fmla="*/ 203490 h 218390"/>
                <a:gd name="connsiteX58" fmla="*/ 40824 w 260453"/>
                <a:gd name="connsiteY58" fmla="*/ 199584 h 218390"/>
                <a:gd name="connsiteX59" fmla="*/ 57302 w 260453"/>
                <a:gd name="connsiteY59" fmla="*/ 190631 h 218390"/>
                <a:gd name="connsiteX60" fmla="*/ 79495 w 260453"/>
                <a:gd name="connsiteY60" fmla="*/ 177105 h 218390"/>
                <a:gd name="connsiteX61" fmla="*/ 101117 w 260453"/>
                <a:gd name="connsiteY61" fmla="*/ 155960 h 218390"/>
                <a:gd name="connsiteX62" fmla="*/ 116071 w 260453"/>
                <a:gd name="connsiteY62" fmla="*/ 133290 h 218390"/>
                <a:gd name="connsiteX63" fmla="*/ 137693 w 260453"/>
                <a:gd name="connsiteY63" fmla="*/ 152340 h 218390"/>
                <a:gd name="connsiteX64" fmla="*/ 147218 w 260453"/>
                <a:gd name="connsiteY64" fmla="*/ 163104 h 218390"/>
                <a:gd name="connsiteX65" fmla="*/ 162744 w 260453"/>
                <a:gd name="connsiteY65" fmla="*/ 182820 h 218390"/>
                <a:gd name="connsiteX66" fmla="*/ 176460 w 260453"/>
                <a:gd name="connsiteY66" fmla="*/ 207300 h 218390"/>
                <a:gd name="connsiteX67" fmla="*/ 185413 w 260453"/>
                <a:gd name="connsiteY67" fmla="*/ 213491 h 218390"/>
                <a:gd name="connsiteX68" fmla="*/ 201224 w 260453"/>
                <a:gd name="connsiteY68" fmla="*/ 215682 h 218390"/>
                <a:gd name="connsiteX69" fmla="*/ 211321 w 260453"/>
                <a:gd name="connsiteY69" fmla="*/ 217587 h 218390"/>
                <a:gd name="connsiteX70" fmla="*/ 222846 w 260453"/>
                <a:gd name="connsiteY70" fmla="*/ 217587 h 218390"/>
                <a:gd name="connsiteX71" fmla="*/ 233990 w 260453"/>
                <a:gd name="connsiteY71" fmla="*/ 218253 h 218390"/>
                <a:gd name="connsiteX72" fmla="*/ 238944 w 260453"/>
                <a:gd name="connsiteY72" fmla="*/ 217206 h 218390"/>
                <a:gd name="connsiteX73" fmla="*/ 243897 w 260453"/>
                <a:gd name="connsiteY73" fmla="*/ 213110 h 218390"/>
                <a:gd name="connsiteX74" fmla="*/ 255994 w 260453"/>
                <a:gd name="connsiteY74" fmla="*/ 206823 h 218390"/>
                <a:gd name="connsiteX75" fmla="*/ 257041 w 260453"/>
                <a:gd name="connsiteY75" fmla="*/ 199013 h 218390"/>
                <a:gd name="connsiteX76" fmla="*/ 259327 w 260453"/>
                <a:gd name="connsiteY76" fmla="*/ 193488 h 21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0453" h="218390">
                  <a:moveTo>
                    <a:pt x="260089" y="192536"/>
                  </a:moveTo>
                  <a:cubicBezTo>
                    <a:pt x="258946" y="190440"/>
                    <a:pt x="255136" y="190155"/>
                    <a:pt x="252850" y="189202"/>
                  </a:cubicBezTo>
                  <a:cubicBezTo>
                    <a:pt x="243325" y="185392"/>
                    <a:pt x="237991" y="183487"/>
                    <a:pt x="231800" y="181392"/>
                  </a:cubicBezTo>
                  <a:cubicBezTo>
                    <a:pt x="229419" y="180534"/>
                    <a:pt x="226085" y="177010"/>
                    <a:pt x="222275" y="175391"/>
                  </a:cubicBezTo>
                  <a:cubicBezTo>
                    <a:pt x="218042" y="174276"/>
                    <a:pt x="213951" y="172677"/>
                    <a:pt x="210083" y="170628"/>
                  </a:cubicBezTo>
                  <a:cubicBezTo>
                    <a:pt x="203523" y="165053"/>
                    <a:pt x="196404" y="160169"/>
                    <a:pt x="188842" y="156055"/>
                  </a:cubicBezTo>
                  <a:cubicBezTo>
                    <a:pt x="180365" y="151769"/>
                    <a:pt x="173221" y="137005"/>
                    <a:pt x="168173" y="132719"/>
                  </a:cubicBezTo>
                  <a:cubicBezTo>
                    <a:pt x="157531" y="124570"/>
                    <a:pt x="148102" y="114948"/>
                    <a:pt x="140169" y="104144"/>
                  </a:cubicBezTo>
                  <a:cubicBezTo>
                    <a:pt x="137578" y="100279"/>
                    <a:pt x="136845" y="95460"/>
                    <a:pt x="138169" y="90999"/>
                  </a:cubicBezTo>
                  <a:cubicBezTo>
                    <a:pt x="139607" y="87995"/>
                    <a:pt x="141503" y="85231"/>
                    <a:pt x="143789" y="82808"/>
                  </a:cubicBezTo>
                  <a:cubicBezTo>
                    <a:pt x="149150" y="79954"/>
                    <a:pt x="154845" y="77779"/>
                    <a:pt x="160744" y="76331"/>
                  </a:cubicBezTo>
                  <a:cubicBezTo>
                    <a:pt x="163887" y="75664"/>
                    <a:pt x="167601" y="75474"/>
                    <a:pt x="171792" y="74902"/>
                  </a:cubicBezTo>
                  <a:cubicBezTo>
                    <a:pt x="175191" y="74129"/>
                    <a:pt x="178419" y="72741"/>
                    <a:pt x="181317" y="70806"/>
                  </a:cubicBezTo>
                  <a:cubicBezTo>
                    <a:pt x="187068" y="69113"/>
                    <a:pt x="192599" y="66747"/>
                    <a:pt x="197796" y="63758"/>
                  </a:cubicBezTo>
                  <a:cubicBezTo>
                    <a:pt x="201129" y="61567"/>
                    <a:pt x="203130" y="58519"/>
                    <a:pt x="204939" y="58424"/>
                  </a:cubicBezTo>
                  <a:cubicBezTo>
                    <a:pt x="208273" y="58424"/>
                    <a:pt x="208463" y="57186"/>
                    <a:pt x="208368" y="54138"/>
                  </a:cubicBezTo>
                  <a:cubicBezTo>
                    <a:pt x="208368" y="46708"/>
                    <a:pt x="204844" y="37945"/>
                    <a:pt x="199415" y="37088"/>
                  </a:cubicBezTo>
                  <a:cubicBezTo>
                    <a:pt x="193985" y="36231"/>
                    <a:pt x="188651" y="36612"/>
                    <a:pt x="186461" y="32897"/>
                  </a:cubicBezTo>
                  <a:cubicBezTo>
                    <a:pt x="184270" y="29182"/>
                    <a:pt x="171602" y="32897"/>
                    <a:pt x="171602" y="32897"/>
                  </a:cubicBezTo>
                  <a:cubicBezTo>
                    <a:pt x="169601" y="32897"/>
                    <a:pt x="165316" y="37469"/>
                    <a:pt x="162077" y="39755"/>
                  </a:cubicBezTo>
                  <a:cubicBezTo>
                    <a:pt x="159431" y="41017"/>
                    <a:pt x="156651" y="41975"/>
                    <a:pt x="153790" y="42612"/>
                  </a:cubicBezTo>
                  <a:cubicBezTo>
                    <a:pt x="151409" y="43470"/>
                    <a:pt x="147599" y="45375"/>
                    <a:pt x="146742" y="45756"/>
                  </a:cubicBezTo>
                  <a:cubicBezTo>
                    <a:pt x="145063" y="46804"/>
                    <a:pt x="143098" y="47304"/>
                    <a:pt x="141122" y="47184"/>
                  </a:cubicBezTo>
                  <a:cubicBezTo>
                    <a:pt x="139407" y="47184"/>
                    <a:pt x="141122" y="40326"/>
                    <a:pt x="141122" y="38993"/>
                  </a:cubicBezTo>
                  <a:cubicBezTo>
                    <a:pt x="143313" y="32897"/>
                    <a:pt x="145884" y="27849"/>
                    <a:pt x="146932" y="24991"/>
                  </a:cubicBezTo>
                  <a:cubicBezTo>
                    <a:pt x="147980" y="22134"/>
                    <a:pt x="145884" y="20800"/>
                    <a:pt x="145408" y="17466"/>
                  </a:cubicBezTo>
                  <a:cubicBezTo>
                    <a:pt x="144932" y="14133"/>
                    <a:pt x="146551" y="11561"/>
                    <a:pt x="142836" y="9656"/>
                  </a:cubicBezTo>
                  <a:cubicBezTo>
                    <a:pt x="138361" y="7761"/>
                    <a:pt x="134526" y="4620"/>
                    <a:pt x="131787" y="607"/>
                  </a:cubicBezTo>
                  <a:cubicBezTo>
                    <a:pt x="130930" y="-1012"/>
                    <a:pt x="121500" y="607"/>
                    <a:pt x="117976" y="36"/>
                  </a:cubicBezTo>
                  <a:cubicBezTo>
                    <a:pt x="114452" y="-536"/>
                    <a:pt x="113880" y="2512"/>
                    <a:pt x="110547" y="2417"/>
                  </a:cubicBezTo>
                  <a:cubicBezTo>
                    <a:pt x="107213" y="2322"/>
                    <a:pt x="107308" y="-60"/>
                    <a:pt x="101022" y="1655"/>
                  </a:cubicBezTo>
                  <a:cubicBezTo>
                    <a:pt x="99021" y="2226"/>
                    <a:pt x="97116" y="2607"/>
                    <a:pt x="97212" y="6036"/>
                  </a:cubicBezTo>
                  <a:cubicBezTo>
                    <a:pt x="98175" y="10058"/>
                    <a:pt x="98401" y="14221"/>
                    <a:pt x="97878" y="18324"/>
                  </a:cubicBezTo>
                  <a:cubicBezTo>
                    <a:pt x="97930" y="23135"/>
                    <a:pt x="97385" y="27933"/>
                    <a:pt x="96259" y="32611"/>
                  </a:cubicBezTo>
                  <a:cubicBezTo>
                    <a:pt x="92933" y="39658"/>
                    <a:pt x="91333" y="47397"/>
                    <a:pt x="91592" y="55185"/>
                  </a:cubicBezTo>
                  <a:cubicBezTo>
                    <a:pt x="84130" y="59760"/>
                    <a:pt x="75790" y="62713"/>
                    <a:pt x="67113" y="63853"/>
                  </a:cubicBezTo>
                  <a:cubicBezTo>
                    <a:pt x="62064" y="63853"/>
                    <a:pt x="55016" y="62805"/>
                    <a:pt x="52253" y="63853"/>
                  </a:cubicBezTo>
                  <a:cubicBezTo>
                    <a:pt x="49491" y="64901"/>
                    <a:pt x="47777" y="66806"/>
                    <a:pt x="46158" y="67854"/>
                  </a:cubicBezTo>
                  <a:cubicBezTo>
                    <a:pt x="44538" y="68901"/>
                    <a:pt x="40919" y="69092"/>
                    <a:pt x="38919" y="70616"/>
                  </a:cubicBezTo>
                  <a:cubicBezTo>
                    <a:pt x="36918" y="72140"/>
                    <a:pt x="35680" y="74712"/>
                    <a:pt x="33203" y="76521"/>
                  </a:cubicBezTo>
                  <a:cubicBezTo>
                    <a:pt x="30398" y="78821"/>
                    <a:pt x="29142" y="82514"/>
                    <a:pt x="29964" y="86046"/>
                  </a:cubicBezTo>
                  <a:cubicBezTo>
                    <a:pt x="30825" y="92947"/>
                    <a:pt x="35507" y="98771"/>
                    <a:pt x="42061" y="101096"/>
                  </a:cubicBezTo>
                  <a:cubicBezTo>
                    <a:pt x="46919" y="101763"/>
                    <a:pt x="48824" y="104811"/>
                    <a:pt x="52444" y="105954"/>
                  </a:cubicBezTo>
                  <a:cubicBezTo>
                    <a:pt x="54634" y="106716"/>
                    <a:pt x="57017" y="106716"/>
                    <a:pt x="59207" y="105954"/>
                  </a:cubicBezTo>
                  <a:cubicBezTo>
                    <a:pt x="61493" y="105954"/>
                    <a:pt x="64255" y="104144"/>
                    <a:pt x="66255" y="104049"/>
                  </a:cubicBezTo>
                  <a:cubicBezTo>
                    <a:pt x="68256" y="103953"/>
                    <a:pt x="69494" y="104049"/>
                    <a:pt x="71494" y="104049"/>
                  </a:cubicBezTo>
                  <a:cubicBezTo>
                    <a:pt x="73494" y="104049"/>
                    <a:pt x="78066" y="102525"/>
                    <a:pt x="78352" y="104049"/>
                  </a:cubicBezTo>
                  <a:cubicBezTo>
                    <a:pt x="78155" y="107390"/>
                    <a:pt x="77212" y="110645"/>
                    <a:pt x="75590" y="113574"/>
                  </a:cubicBezTo>
                  <a:cubicBezTo>
                    <a:pt x="73028" y="122238"/>
                    <a:pt x="68497" y="130192"/>
                    <a:pt x="62350" y="136815"/>
                  </a:cubicBezTo>
                  <a:cubicBezTo>
                    <a:pt x="51600" y="148456"/>
                    <a:pt x="40149" y="159430"/>
                    <a:pt x="28061" y="169676"/>
                  </a:cubicBezTo>
                  <a:cubicBezTo>
                    <a:pt x="26822" y="170438"/>
                    <a:pt x="23774" y="170914"/>
                    <a:pt x="22917" y="171962"/>
                  </a:cubicBezTo>
                  <a:cubicBezTo>
                    <a:pt x="20658" y="174010"/>
                    <a:pt x="18201" y="175829"/>
                    <a:pt x="15582" y="177391"/>
                  </a:cubicBezTo>
                  <a:cubicBezTo>
                    <a:pt x="12495" y="180197"/>
                    <a:pt x="8864" y="182337"/>
                    <a:pt x="4914" y="183678"/>
                  </a:cubicBezTo>
                  <a:cubicBezTo>
                    <a:pt x="-39" y="185297"/>
                    <a:pt x="-1277" y="187678"/>
                    <a:pt x="247" y="189107"/>
                  </a:cubicBezTo>
                  <a:cubicBezTo>
                    <a:pt x="2582" y="190145"/>
                    <a:pt x="5004" y="190974"/>
                    <a:pt x="7486" y="191583"/>
                  </a:cubicBezTo>
                  <a:cubicBezTo>
                    <a:pt x="10058" y="192726"/>
                    <a:pt x="10058" y="198918"/>
                    <a:pt x="11772" y="200156"/>
                  </a:cubicBezTo>
                  <a:cubicBezTo>
                    <a:pt x="13487" y="201394"/>
                    <a:pt x="15106" y="204633"/>
                    <a:pt x="17392" y="205014"/>
                  </a:cubicBezTo>
                  <a:cubicBezTo>
                    <a:pt x="20226" y="205039"/>
                    <a:pt x="23039" y="204522"/>
                    <a:pt x="25679" y="203490"/>
                  </a:cubicBezTo>
                  <a:cubicBezTo>
                    <a:pt x="29013" y="201870"/>
                    <a:pt x="36537" y="202251"/>
                    <a:pt x="40824" y="199584"/>
                  </a:cubicBezTo>
                  <a:cubicBezTo>
                    <a:pt x="45110" y="196917"/>
                    <a:pt x="53587" y="193107"/>
                    <a:pt x="57302" y="190631"/>
                  </a:cubicBezTo>
                  <a:cubicBezTo>
                    <a:pt x="65445" y="187478"/>
                    <a:pt x="72960" y="182897"/>
                    <a:pt x="79495" y="177105"/>
                  </a:cubicBezTo>
                  <a:cubicBezTo>
                    <a:pt x="88449" y="167580"/>
                    <a:pt x="93783" y="163866"/>
                    <a:pt x="101117" y="155960"/>
                  </a:cubicBezTo>
                  <a:cubicBezTo>
                    <a:pt x="108451" y="148054"/>
                    <a:pt x="114928" y="132624"/>
                    <a:pt x="116071" y="133290"/>
                  </a:cubicBezTo>
                  <a:cubicBezTo>
                    <a:pt x="119310" y="135291"/>
                    <a:pt x="127977" y="145197"/>
                    <a:pt x="137693" y="152340"/>
                  </a:cubicBezTo>
                  <a:cubicBezTo>
                    <a:pt x="141130" y="155688"/>
                    <a:pt x="144313" y="159285"/>
                    <a:pt x="147218" y="163104"/>
                  </a:cubicBezTo>
                  <a:cubicBezTo>
                    <a:pt x="151989" y="169984"/>
                    <a:pt x="157174" y="176569"/>
                    <a:pt x="162744" y="182820"/>
                  </a:cubicBezTo>
                  <a:cubicBezTo>
                    <a:pt x="177507" y="196346"/>
                    <a:pt x="173412" y="198822"/>
                    <a:pt x="176460" y="207300"/>
                  </a:cubicBezTo>
                  <a:cubicBezTo>
                    <a:pt x="178409" y="210560"/>
                    <a:pt x="181674" y="212818"/>
                    <a:pt x="185413" y="213491"/>
                  </a:cubicBezTo>
                  <a:cubicBezTo>
                    <a:pt x="190176" y="214729"/>
                    <a:pt x="194938" y="212062"/>
                    <a:pt x="201224" y="215682"/>
                  </a:cubicBezTo>
                  <a:cubicBezTo>
                    <a:pt x="204450" y="216911"/>
                    <a:pt x="207869" y="217556"/>
                    <a:pt x="211321" y="217587"/>
                  </a:cubicBezTo>
                  <a:cubicBezTo>
                    <a:pt x="215160" y="217797"/>
                    <a:pt x="219007" y="217797"/>
                    <a:pt x="222846" y="217587"/>
                  </a:cubicBezTo>
                  <a:cubicBezTo>
                    <a:pt x="226543" y="218045"/>
                    <a:pt x="230266" y="218268"/>
                    <a:pt x="233990" y="218253"/>
                  </a:cubicBezTo>
                  <a:cubicBezTo>
                    <a:pt x="235419" y="218253"/>
                    <a:pt x="237515" y="218253"/>
                    <a:pt x="238944" y="217206"/>
                  </a:cubicBezTo>
                  <a:cubicBezTo>
                    <a:pt x="240372" y="216158"/>
                    <a:pt x="241896" y="213300"/>
                    <a:pt x="243897" y="213110"/>
                  </a:cubicBezTo>
                  <a:cubicBezTo>
                    <a:pt x="248651" y="212871"/>
                    <a:pt x="253066" y="210577"/>
                    <a:pt x="255994" y="206823"/>
                  </a:cubicBezTo>
                  <a:cubicBezTo>
                    <a:pt x="257803" y="204633"/>
                    <a:pt x="256851" y="201108"/>
                    <a:pt x="257041" y="199013"/>
                  </a:cubicBezTo>
                  <a:cubicBezTo>
                    <a:pt x="257231" y="196917"/>
                    <a:pt x="260280" y="195298"/>
                    <a:pt x="259327" y="193488"/>
                  </a:cubicBezTo>
                </a:path>
              </a:pathLst>
            </a:custGeom>
            <a:grpFill/>
            <a:ln w="9525" cap="flat">
              <a:noFill/>
              <a:prstDash val="solid"/>
              <a:miter/>
            </a:ln>
          </p:spPr>
          <p:txBody>
            <a:bodyPr rtlCol="0" anchor="ctr"/>
            <a:lstStyle/>
            <a:p>
              <a:endParaRPr lang="zh-CN" altLang="en-US"/>
            </a:p>
          </p:txBody>
        </p:sp>
        <p:pic>
          <p:nvPicPr>
            <p:cNvPr id="93" name="Graphic 3_1_1"/>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38949" y="3863116"/>
              <a:ext cx="1985674" cy="1985674"/>
            </a:xfrm>
            <a:prstGeom prst="rect">
              <a:avLst/>
            </a:prstGeom>
          </p:spPr>
        </p:pic>
      </p:gr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目录样式4">
    <p:spTree>
      <p:nvGrpSpPr>
        <p:cNvPr id="1" name=""/>
        <p:cNvGrpSpPr/>
        <p:nvPr/>
      </p:nvGrpSpPr>
      <p:grpSpPr>
        <a:xfrm>
          <a:off x="0" y="0"/>
          <a:ext cx="0" cy="0"/>
          <a:chOff x="0" y="0"/>
          <a:chExt cx="0" cy="0"/>
        </a:xfrm>
      </p:grpSpPr>
      <p:sp>
        <p:nvSpPr>
          <p:cNvPr id="23" name="任意多边形: 形状 22"/>
          <p:cNvSpPr/>
          <p:nvPr userDrawn="1"/>
        </p:nvSpPr>
        <p:spPr>
          <a:xfrm>
            <a:off x="0" y="1"/>
            <a:ext cx="4880907" cy="6857999"/>
          </a:xfrm>
          <a:custGeom>
            <a:avLst/>
            <a:gdLst>
              <a:gd name="connsiteX0" fmla="*/ 0 w 4880907"/>
              <a:gd name="connsiteY0" fmla="*/ 0 h 6857999"/>
              <a:gd name="connsiteX1" fmla="*/ 3726289 w 4880907"/>
              <a:gd name="connsiteY1" fmla="*/ 0 h 6857999"/>
              <a:gd name="connsiteX2" fmla="*/ 3751180 w 4880907"/>
              <a:gd name="connsiteY2" fmla="*/ 30346 h 6857999"/>
              <a:gd name="connsiteX3" fmla="*/ 4880907 w 4880907"/>
              <a:gd name="connsiteY3" fmla="*/ 3429000 h 6857999"/>
              <a:gd name="connsiteX4" fmla="*/ 3751180 w 4880907"/>
              <a:gd name="connsiteY4" fmla="*/ 6827654 h 6857999"/>
              <a:gd name="connsiteX5" fmla="*/ 3726289 w 4880907"/>
              <a:gd name="connsiteY5" fmla="*/ 6857999 h 6857999"/>
              <a:gd name="connsiteX6" fmla="*/ 0 w 4880907"/>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0907" h="6857999">
                <a:moveTo>
                  <a:pt x="0" y="0"/>
                </a:moveTo>
                <a:lnTo>
                  <a:pt x="3726289" y="0"/>
                </a:lnTo>
                <a:lnTo>
                  <a:pt x="3751180" y="30346"/>
                </a:lnTo>
                <a:cubicBezTo>
                  <a:pt x="4453099" y="927993"/>
                  <a:pt x="4880907" y="2120426"/>
                  <a:pt x="4880907" y="3429000"/>
                </a:cubicBezTo>
                <a:cubicBezTo>
                  <a:pt x="4880907" y="4737574"/>
                  <a:pt x="4453099" y="5930008"/>
                  <a:pt x="3751180" y="6827654"/>
                </a:cubicBezTo>
                <a:lnTo>
                  <a:pt x="3726289" y="6857999"/>
                </a:lnTo>
                <a:lnTo>
                  <a:pt x="0" y="6857999"/>
                </a:lnTo>
                <a:close/>
              </a:path>
            </a:pathLst>
          </a:custGeom>
          <a:solidFill>
            <a:schemeClr val="accent4"/>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sp>
        <p:nvSpPr>
          <p:cNvPr id="19" name="任意多边形: 形状 18"/>
          <p:cNvSpPr/>
          <p:nvPr userDrawn="1"/>
        </p:nvSpPr>
        <p:spPr>
          <a:xfrm>
            <a:off x="0" y="1"/>
            <a:ext cx="4697938" cy="6857999"/>
          </a:xfrm>
          <a:custGeom>
            <a:avLst/>
            <a:gdLst>
              <a:gd name="connsiteX0" fmla="*/ 0 w 4697938"/>
              <a:gd name="connsiteY0" fmla="*/ 0 h 6857999"/>
              <a:gd name="connsiteX1" fmla="*/ 3514742 w 4697938"/>
              <a:gd name="connsiteY1" fmla="*/ 0 h 6857999"/>
              <a:gd name="connsiteX2" fmla="*/ 3568211 w 4697938"/>
              <a:gd name="connsiteY2" fmla="*/ 64531 h 6857999"/>
              <a:gd name="connsiteX3" fmla="*/ 4697938 w 4697938"/>
              <a:gd name="connsiteY3" fmla="*/ 3429000 h 6857999"/>
              <a:gd name="connsiteX4" fmla="*/ 3568211 w 4697938"/>
              <a:gd name="connsiteY4" fmla="*/ 6793470 h 6857999"/>
              <a:gd name="connsiteX5" fmla="*/ 3514742 w 4697938"/>
              <a:gd name="connsiteY5" fmla="*/ 6857999 h 6857999"/>
              <a:gd name="connsiteX6" fmla="*/ 0 w 4697938"/>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97938" h="6857999">
                <a:moveTo>
                  <a:pt x="0" y="0"/>
                </a:moveTo>
                <a:lnTo>
                  <a:pt x="3514742" y="0"/>
                </a:lnTo>
                <a:lnTo>
                  <a:pt x="3568211" y="64531"/>
                </a:lnTo>
                <a:cubicBezTo>
                  <a:pt x="4270130" y="953148"/>
                  <a:pt x="4697938" y="2133589"/>
                  <a:pt x="4697938" y="3429000"/>
                </a:cubicBezTo>
                <a:cubicBezTo>
                  <a:pt x="4697938" y="4724412"/>
                  <a:pt x="4270130" y="5904852"/>
                  <a:pt x="3568211" y="6793470"/>
                </a:cubicBezTo>
                <a:lnTo>
                  <a:pt x="3514742" y="6857999"/>
                </a:lnTo>
                <a:lnTo>
                  <a:pt x="0" y="6857999"/>
                </a:lnTo>
                <a:close/>
              </a:path>
            </a:pathLst>
          </a:cu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pic>
        <p:nvPicPr>
          <p:cNvPr id="21" name="图片 20"/>
          <p:cNvPicPr>
            <a:picLocks noChangeAspect="1"/>
          </p:cNvPicPr>
          <p:nvPr userDrawn="1"/>
        </p:nvPicPr>
        <p:blipFill rotWithShape="1">
          <a:blip r:embed="rId2" cstate="print"/>
          <a:srcRect l="28830" t="7030" r="31559" b="11337"/>
          <a:stretch>
            <a:fillRect/>
          </a:stretch>
        </p:blipFill>
        <p:spPr>
          <a:xfrm>
            <a:off x="0" y="1"/>
            <a:ext cx="4658905" cy="6857999"/>
          </a:xfrm>
          <a:custGeom>
            <a:avLst/>
            <a:gdLst>
              <a:gd name="connsiteX0" fmla="*/ 0 w 4658905"/>
              <a:gd name="connsiteY0" fmla="*/ 0 h 6857999"/>
              <a:gd name="connsiteX1" fmla="*/ 3454289 w 4658905"/>
              <a:gd name="connsiteY1" fmla="*/ 0 h 6857999"/>
              <a:gd name="connsiteX2" fmla="*/ 3526778 w 4658905"/>
              <a:gd name="connsiteY2" fmla="*/ 86723 h 6857999"/>
              <a:gd name="connsiteX3" fmla="*/ 4658905 w 4658905"/>
              <a:gd name="connsiteY3" fmla="*/ 3429000 h 6857999"/>
              <a:gd name="connsiteX4" fmla="*/ 3526778 w 4658905"/>
              <a:gd name="connsiteY4" fmla="*/ 6771276 h 6857999"/>
              <a:gd name="connsiteX5" fmla="*/ 3454289 w 4658905"/>
              <a:gd name="connsiteY5" fmla="*/ 6857999 h 6857999"/>
              <a:gd name="connsiteX6" fmla="*/ 0 w 4658905"/>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8905" h="6857999">
                <a:moveTo>
                  <a:pt x="0" y="0"/>
                </a:moveTo>
                <a:lnTo>
                  <a:pt x="3454289" y="0"/>
                </a:lnTo>
                <a:lnTo>
                  <a:pt x="3526778" y="86723"/>
                </a:lnTo>
                <a:cubicBezTo>
                  <a:pt x="4230188" y="969480"/>
                  <a:pt x="4658905" y="2142133"/>
                  <a:pt x="4658905" y="3429000"/>
                </a:cubicBezTo>
                <a:cubicBezTo>
                  <a:pt x="4658905" y="4715867"/>
                  <a:pt x="4230188" y="5888520"/>
                  <a:pt x="3526778" y="6771276"/>
                </a:cubicBezTo>
                <a:lnTo>
                  <a:pt x="3454289" y="6857999"/>
                </a:lnTo>
                <a:lnTo>
                  <a:pt x="0" y="6857999"/>
                </a:lnTo>
                <a:close/>
              </a:path>
            </a:pathLst>
          </a:custGeom>
        </p:spPr>
      </p:pic>
      <p:sp>
        <p:nvSpPr>
          <p:cNvPr id="17" name="任意多边形: 形状 16"/>
          <p:cNvSpPr/>
          <p:nvPr userDrawn="1"/>
        </p:nvSpPr>
        <p:spPr>
          <a:xfrm>
            <a:off x="0" y="1"/>
            <a:ext cx="4658906" cy="6857999"/>
          </a:xfrm>
          <a:custGeom>
            <a:avLst/>
            <a:gdLst>
              <a:gd name="connsiteX0" fmla="*/ 0 w 4658906"/>
              <a:gd name="connsiteY0" fmla="*/ 0 h 6857999"/>
              <a:gd name="connsiteX1" fmla="*/ 3456844 w 4658906"/>
              <a:gd name="connsiteY1" fmla="*/ 0 h 6857999"/>
              <a:gd name="connsiteX2" fmla="*/ 3529179 w 4658906"/>
              <a:gd name="connsiteY2" fmla="*/ 86723 h 6857999"/>
              <a:gd name="connsiteX3" fmla="*/ 4658906 w 4658906"/>
              <a:gd name="connsiteY3" fmla="*/ 3429000 h 6857999"/>
              <a:gd name="connsiteX4" fmla="*/ 3529179 w 4658906"/>
              <a:gd name="connsiteY4" fmla="*/ 6771277 h 6857999"/>
              <a:gd name="connsiteX5" fmla="*/ 3456844 w 4658906"/>
              <a:gd name="connsiteY5" fmla="*/ 6857999 h 6857999"/>
              <a:gd name="connsiteX6" fmla="*/ 0 w 4658906"/>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8906" h="6857999">
                <a:moveTo>
                  <a:pt x="0" y="0"/>
                </a:moveTo>
                <a:lnTo>
                  <a:pt x="3456844" y="0"/>
                </a:lnTo>
                <a:lnTo>
                  <a:pt x="3529179" y="86723"/>
                </a:lnTo>
                <a:cubicBezTo>
                  <a:pt x="4231098" y="969480"/>
                  <a:pt x="4658906" y="2142133"/>
                  <a:pt x="4658906" y="3429000"/>
                </a:cubicBezTo>
                <a:cubicBezTo>
                  <a:pt x="4658906" y="4715867"/>
                  <a:pt x="4231098" y="5888521"/>
                  <a:pt x="3529179" y="6771277"/>
                </a:cubicBezTo>
                <a:lnTo>
                  <a:pt x="3456844" y="6857999"/>
                </a:lnTo>
                <a:lnTo>
                  <a:pt x="0" y="6857999"/>
                </a:lnTo>
                <a:close/>
              </a:path>
            </a:pathLst>
          </a:custGeom>
          <a:solidFill>
            <a:schemeClr val="accent1">
              <a:alpha val="88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charset="-122"/>
              <a:ea typeface="微软雅黑" charset="-122"/>
              <a:cs typeface="+mn-cs"/>
            </a:endParaRPr>
          </a:p>
        </p:txBody>
      </p:sp>
      <p:grpSp>
        <p:nvGrpSpPr>
          <p:cNvPr id="2" name="组合 1"/>
          <p:cNvGrpSpPr/>
          <p:nvPr userDrawn="1"/>
        </p:nvGrpSpPr>
        <p:grpSpPr>
          <a:xfrm>
            <a:off x="9840475" y="249561"/>
            <a:ext cx="1970224" cy="432990"/>
            <a:chOff x="9840475" y="249561"/>
            <a:chExt cx="1970224" cy="432990"/>
          </a:xfrm>
        </p:grpSpPr>
        <p:grpSp>
          <p:nvGrpSpPr>
            <p:cNvPr id="153" name="图形 4"/>
            <p:cNvGrpSpPr/>
            <p:nvPr/>
          </p:nvGrpSpPr>
          <p:grpSpPr>
            <a:xfrm>
              <a:off x="9840475" y="249561"/>
              <a:ext cx="432990" cy="432990"/>
              <a:chOff x="5088399" y="243406"/>
              <a:chExt cx="540067" cy="540067"/>
            </a:xfrm>
          </p:grpSpPr>
          <p:sp>
            <p:nvSpPr>
              <p:cNvPr id="272" name="任意多边形: 形状 271"/>
              <p:cNvSpPr/>
              <p:nvPr/>
            </p:nvSpPr>
            <p:spPr>
              <a:xfrm>
                <a:off x="5092018" y="246835"/>
                <a:ext cx="533400" cy="533400"/>
              </a:xfrm>
              <a:custGeom>
                <a:avLst/>
                <a:gdLst>
                  <a:gd name="connsiteX0" fmla="*/ -365 w 533400"/>
                  <a:gd name="connsiteY0" fmla="*/ 266564 h 533400"/>
                  <a:gd name="connsiteX1" fmla="*/ 266335 w 533400"/>
                  <a:gd name="connsiteY1" fmla="*/ -136 h 533400"/>
                  <a:gd name="connsiteX2" fmla="*/ 533035 w 533400"/>
                  <a:gd name="connsiteY2" fmla="*/ 266564 h 533400"/>
                  <a:gd name="connsiteX3" fmla="*/ 266335 w 533400"/>
                  <a:gd name="connsiteY3" fmla="*/ 533264 h 533400"/>
                  <a:gd name="connsiteX4" fmla="*/ -365 w 533400"/>
                  <a:gd name="connsiteY4" fmla="*/ 266564 h 53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400" h="533400">
                    <a:moveTo>
                      <a:pt x="-365" y="266564"/>
                    </a:moveTo>
                    <a:cubicBezTo>
                      <a:pt x="-365" y="119270"/>
                      <a:pt x="119041" y="-136"/>
                      <a:pt x="266335" y="-136"/>
                    </a:cubicBezTo>
                    <a:cubicBezTo>
                      <a:pt x="413629" y="-136"/>
                      <a:pt x="533035" y="119270"/>
                      <a:pt x="533035" y="266564"/>
                    </a:cubicBezTo>
                    <a:cubicBezTo>
                      <a:pt x="533035" y="413858"/>
                      <a:pt x="413629" y="533264"/>
                      <a:pt x="266335" y="533264"/>
                    </a:cubicBezTo>
                    <a:cubicBezTo>
                      <a:pt x="119041" y="533264"/>
                      <a:pt x="-365" y="413858"/>
                      <a:pt x="-365" y="266564"/>
                    </a:cubicBezTo>
                  </a:path>
                </a:pathLst>
              </a:custGeom>
              <a:solidFill>
                <a:srgbClr val="A13F0B"/>
              </a:solidFill>
              <a:ln w="9525" cap="flat">
                <a:noFill/>
                <a:prstDash val="solid"/>
                <a:miter/>
              </a:ln>
            </p:spPr>
            <p:txBody>
              <a:bodyPr rtlCol="0" anchor="ctr"/>
              <a:lstStyle/>
              <a:p>
                <a:endParaRPr lang="zh-CN" altLang="en-US"/>
              </a:p>
            </p:txBody>
          </p:sp>
          <p:sp>
            <p:nvSpPr>
              <p:cNvPr id="273" name="任意多边形: 形状 272"/>
              <p:cNvSpPr/>
              <p:nvPr/>
            </p:nvSpPr>
            <p:spPr>
              <a:xfrm>
                <a:off x="5088399" y="243406"/>
                <a:ext cx="540067" cy="540067"/>
              </a:xfrm>
              <a:custGeom>
                <a:avLst/>
                <a:gdLst>
                  <a:gd name="connsiteX0" fmla="*/ 269669 w 540067"/>
                  <a:gd name="connsiteY0" fmla="*/ 539932 h 540067"/>
                  <a:gd name="connsiteX1" fmla="*/ -365 w 540067"/>
                  <a:gd name="connsiteY1" fmla="*/ 269898 h 540067"/>
                  <a:gd name="connsiteX2" fmla="*/ 269669 w 540067"/>
                  <a:gd name="connsiteY2" fmla="*/ -136 h 540067"/>
                  <a:gd name="connsiteX3" fmla="*/ 539703 w 540067"/>
                  <a:gd name="connsiteY3" fmla="*/ 269898 h 540067"/>
                  <a:gd name="connsiteX4" fmla="*/ 539703 w 540067"/>
                  <a:gd name="connsiteY4" fmla="*/ 269993 h 540067"/>
                  <a:gd name="connsiteX5" fmla="*/ 269669 w 540067"/>
                  <a:gd name="connsiteY5" fmla="*/ 539932 h 540067"/>
                  <a:gd name="connsiteX6" fmla="*/ 269669 w 540067"/>
                  <a:gd name="connsiteY6" fmla="*/ 7198 h 540067"/>
                  <a:gd name="connsiteX7" fmla="*/ 6874 w 540067"/>
                  <a:gd name="connsiteY7" fmla="*/ 269993 h 540067"/>
                  <a:gd name="connsiteX8" fmla="*/ 269669 w 540067"/>
                  <a:gd name="connsiteY8" fmla="*/ 532788 h 540067"/>
                  <a:gd name="connsiteX9" fmla="*/ 532464 w 540067"/>
                  <a:gd name="connsiteY9" fmla="*/ 269993 h 540067"/>
                  <a:gd name="connsiteX10" fmla="*/ 269669 w 540067"/>
                  <a:gd name="connsiteY10" fmla="*/ 7198 h 540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0067" h="540067">
                    <a:moveTo>
                      <a:pt x="269669" y="539932"/>
                    </a:moveTo>
                    <a:cubicBezTo>
                      <a:pt x="120533" y="539932"/>
                      <a:pt x="-365" y="419033"/>
                      <a:pt x="-365" y="269898"/>
                    </a:cubicBezTo>
                    <a:cubicBezTo>
                      <a:pt x="-365" y="120762"/>
                      <a:pt x="120533" y="-136"/>
                      <a:pt x="269669" y="-136"/>
                    </a:cubicBezTo>
                    <a:cubicBezTo>
                      <a:pt x="418804" y="-136"/>
                      <a:pt x="539703" y="120762"/>
                      <a:pt x="539703" y="269898"/>
                    </a:cubicBezTo>
                    <a:cubicBezTo>
                      <a:pt x="539703" y="269930"/>
                      <a:pt x="539703" y="269961"/>
                      <a:pt x="539703" y="269993"/>
                    </a:cubicBezTo>
                    <a:cubicBezTo>
                      <a:pt x="539493" y="419026"/>
                      <a:pt x="418702" y="539774"/>
                      <a:pt x="269669" y="539932"/>
                    </a:cubicBezTo>
                    <a:moveTo>
                      <a:pt x="269669" y="7198"/>
                    </a:moveTo>
                    <a:cubicBezTo>
                      <a:pt x="124531" y="7198"/>
                      <a:pt x="6874" y="124855"/>
                      <a:pt x="6874" y="269993"/>
                    </a:cubicBezTo>
                    <a:cubicBezTo>
                      <a:pt x="6874" y="415130"/>
                      <a:pt x="124531" y="532788"/>
                      <a:pt x="269669" y="532788"/>
                    </a:cubicBezTo>
                    <a:cubicBezTo>
                      <a:pt x="414806" y="532788"/>
                      <a:pt x="532464" y="415130"/>
                      <a:pt x="532464" y="269993"/>
                    </a:cubicBezTo>
                    <a:cubicBezTo>
                      <a:pt x="532306" y="124921"/>
                      <a:pt x="414741" y="7356"/>
                      <a:pt x="269669" y="7198"/>
                    </a:cubicBezTo>
                  </a:path>
                </a:pathLst>
              </a:custGeom>
              <a:solidFill>
                <a:srgbClr val="DAB293"/>
              </a:solidFill>
              <a:ln w="9525" cap="flat">
                <a:noFill/>
                <a:prstDash val="solid"/>
                <a:miter/>
              </a:ln>
            </p:spPr>
            <p:txBody>
              <a:bodyPr rtlCol="0" anchor="ctr"/>
              <a:lstStyle/>
              <a:p>
                <a:endParaRPr lang="zh-CN" altLang="en-US"/>
              </a:p>
            </p:txBody>
          </p:sp>
          <p:sp>
            <p:nvSpPr>
              <p:cNvPr id="274" name="任意多边形: 形状 273"/>
              <p:cNvSpPr/>
              <p:nvPr/>
            </p:nvSpPr>
            <p:spPr>
              <a:xfrm>
                <a:off x="5156407" y="311510"/>
                <a:ext cx="404050" cy="404050"/>
              </a:xfrm>
              <a:custGeom>
                <a:avLst/>
                <a:gdLst>
                  <a:gd name="connsiteX0" fmla="*/ -365 w 404050"/>
                  <a:gd name="connsiteY0" fmla="*/ 201889 h 404050"/>
                  <a:gd name="connsiteX1" fmla="*/ 201660 w 404050"/>
                  <a:gd name="connsiteY1" fmla="*/ -136 h 404050"/>
                  <a:gd name="connsiteX2" fmla="*/ 403685 w 404050"/>
                  <a:gd name="connsiteY2" fmla="*/ 201889 h 404050"/>
                  <a:gd name="connsiteX3" fmla="*/ 201660 w 404050"/>
                  <a:gd name="connsiteY3" fmla="*/ 403915 h 404050"/>
                  <a:gd name="connsiteX4" fmla="*/ -365 w 404050"/>
                  <a:gd name="connsiteY4" fmla="*/ 202080 h 404050"/>
                  <a:gd name="connsiteX5" fmla="*/ -365 w 404050"/>
                  <a:gd name="connsiteY5" fmla="*/ 201889 h 40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4050" h="404050">
                    <a:moveTo>
                      <a:pt x="-365" y="201889"/>
                    </a:moveTo>
                    <a:cubicBezTo>
                      <a:pt x="-365" y="90314"/>
                      <a:pt x="90085" y="-136"/>
                      <a:pt x="201660" y="-136"/>
                    </a:cubicBezTo>
                    <a:cubicBezTo>
                      <a:pt x="313236" y="-136"/>
                      <a:pt x="403685" y="90314"/>
                      <a:pt x="403685" y="201889"/>
                    </a:cubicBezTo>
                    <a:cubicBezTo>
                      <a:pt x="403685" y="313465"/>
                      <a:pt x="313236" y="403915"/>
                      <a:pt x="201660" y="403915"/>
                    </a:cubicBezTo>
                    <a:cubicBezTo>
                      <a:pt x="90137" y="403967"/>
                      <a:pt x="-312" y="313603"/>
                      <a:pt x="-365" y="202080"/>
                    </a:cubicBezTo>
                    <a:cubicBezTo>
                      <a:pt x="-365" y="202016"/>
                      <a:pt x="-365" y="201953"/>
                      <a:pt x="-365" y="201889"/>
                    </a:cubicBezTo>
                  </a:path>
                </a:pathLst>
              </a:custGeom>
              <a:solidFill>
                <a:srgbClr val="005C30"/>
              </a:solidFill>
              <a:ln w="9525" cap="flat">
                <a:noFill/>
                <a:prstDash val="solid"/>
                <a:miter/>
              </a:ln>
            </p:spPr>
            <p:txBody>
              <a:bodyPr rtlCol="0" anchor="ctr"/>
              <a:lstStyle/>
              <a:p>
                <a:endParaRPr lang="zh-CN" altLang="en-US"/>
              </a:p>
            </p:txBody>
          </p:sp>
        </p:grpSp>
        <p:grpSp>
          <p:nvGrpSpPr>
            <p:cNvPr id="154" name="图形 4"/>
            <p:cNvGrpSpPr/>
            <p:nvPr/>
          </p:nvGrpSpPr>
          <p:grpSpPr>
            <a:xfrm>
              <a:off x="9994733" y="567927"/>
              <a:ext cx="125086" cy="58458"/>
              <a:chOff x="5280804" y="640503"/>
              <a:chExt cx="156019" cy="72915"/>
            </a:xfrm>
            <a:solidFill>
              <a:srgbClr val="009944"/>
            </a:solidFill>
          </p:grpSpPr>
          <p:sp>
            <p:nvSpPr>
              <p:cNvPr id="260" name="任意多边形: 形状 259"/>
              <p:cNvSpPr/>
              <p:nvPr/>
            </p:nvSpPr>
            <p:spPr>
              <a:xfrm>
                <a:off x="5280804" y="640503"/>
                <a:ext cx="156019" cy="52387"/>
              </a:xfrm>
              <a:custGeom>
                <a:avLst/>
                <a:gdLst>
                  <a:gd name="connsiteX0" fmla="*/ 76978 w 156019"/>
                  <a:gd name="connsiteY0" fmla="*/ -136 h 52387"/>
                  <a:gd name="connsiteX1" fmla="*/ 75073 w 156019"/>
                  <a:gd name="connsiteY1" fmla="*/ 2340 h 52387"/>
                  <a:gd name="connsiteX2" fmla="*/ 72882 w 156019"/>
                  <a:gd name="connsiteY2" fmla="*/ 4722 h 52387"/>
                  <a:gd name="connsiteX3" fmla="*/ 73740 w 156019"/>
                  <a:gd name="connsiteY3" fmla="*/ 5484 h 52387"/>
                  <a:gd name="connsiteX4" fmla="*/ 73740 w 156019"/>
                  <a:gd name="connsiteY4" fmla="*/ 22248 h 52387"/>
                  <a:gd name="connsiteX5" fmla="*/ 64881 w 156019"/>
                  <a:gd name="connsiteY5" fmla="*/ 22248 h 52387"/>
                  <a:gd name="connsiteX6" fmla="*/ 59262 w 156019"/>
                  <a:gd name="connsiteY6" fmla="*/ 25677 h 52387"/>
                  <a:gd name="connsiteX7" fmla="*/ 52880 w 156019"/>
                  <a:gd name="connsiteY7" fmla="*/ 27391 h 52387"/>
                  <a:gd name="connsiteX8" fmla="*/ 48022 w 156019"/>
                  <a:gd name="connsiteY8" fmla="*/ 30820 h 52387"/>
                  <a:gd name="connsiteX9" fmla="*/ 42879 w 156019"/>
                  <a:gd name="connsiteY9" fmla="*/ 32725 h 52387"/>
                  <a:gd name="connsiteX10" fmla="*/ 39545 w 156019"/>
                  <a:gd name="connsiteY10" fmla="*/ 37202 h 52387"/>
                  <a:gd name="connsiteX11" fmla="*/ 35640 w 156019"/>
                  <a:gd name="connsiteY11" fmla="*/ 39393 h 52387"/>
                  <a:gd name="connsiteX12" fmla="*/ 31258 w 156019"/>
                  <a:gd name="connsiteY12" fmla="*/ 41584 h 52387"/>
                  <a:gd name="connsiteX13" fmla="*/ 26876 w 156019"/>
                  <a:gd name="connsiteY13" fmla="*/ 45679 h 52387"/>
                  <a:gd name="connsiteX14" fmla="*/ 18685 w 156019"/>
                  <a:gd name="connsiteY14" fmla="*/ 50061 h 52387"/>
                  <a:gd name="connsiteX15" fmla="*/ -365 w 156019"/>
                  <a:gd name="connsiteY15" fmla="*/ 52252 h 52387"/>
                  <a:gd name="connsiteX16" fmla="*/ 155655 w 156019"/>
                  <a:gd name="connsiteY16" fmla="*/ 52252 h 52387"/>
                  <a:gd name="connsiteX17" fmla="*/ 140319 w 156019"/>
                  <a:gd name="connsiteY17" fmla="*/ 49775 h 52387"/>
                  <a:gd name="connsiteX18" fmla="*/ 132509 w 156019"/>
                  <a:gd name="connsiteY18" fmla="*/ 45394 h 52387"/>
                  <a:gd name="connsiteX19" fmla="*/ 127175 w 156019"/>
                  <a:gd name="connsiteY19" fmla="*/ 43203 h 52387"/>
                  <a:gd name="connsiteX20" fmla="*/ 122984 w 156019"/>
                  <a:gd name="connsiteY20" fmla="*/ 43203 h 52387"/>
                  <a:gd name="connsiteX21" fmla="*/ 119364 w 156019"/>
                  <a:gd name="connsiteY21" fmla="*/ 41774 h 52387"/>
                  <a:gd name="connsiteX22" fmla="*/ 117364 w 156019"/>
                  <a:gd name="connsiteY22" fmla="*/ 39298 h 52387"/>
                  <a:gd name="connsiteX23" fmla="*/ 113459 w 156019"/>
                  <a:gd name="connsiteY23" fmla="*/ 36821 h 52387"/>
                  <a:gd name="connsiteX24" fmla="*/ 108410 w 156019"/>
                  <a:gd name="connsiteY24" fmla="*/ 33106 h 52387"/>
                  <a:gd name="connsiteX25" fmla="*/ 104791 w 156019"/>
                  <a:gd name="connsiteY25" fmla="*/ 33106 h 52387"/>
                  <a:gd name="connsiteX26" fmla="*/ 101552 w 156019"/>
                  <a:gd name="connsiteY26" fmla="*/ 29963 h 52387"/>
                  <a:gd name="connsiteX27" fmla="*/ 95171 w 156019"/>
                  <a:gd name="connsiteY27" fmla="*/ 28249 h 52387"/>
                  <a:gd name="connsiteX28" fmla="*/ 88598 w 156019"/>
                  <a:gd name="connsiteY28" fmla="*/ 24248 h 52387"/>
                  <a:gd name="connsiteX29" fmla="*/ 80216 w 156019"/>
                  <a:gd name="connsiteY29" fmla="*/ 22724 h 52387"/>
                  <a:gd name="connsiteX30" fmla="*/ 80216 w 156019"/>
                  <a:gd name="connsiteY30" fmla="*/ 5103 h 52387"/>
                  <a:gd name="connsiteX31" fmla="*/ 80788 w 156019"/>
                  <a:gd name="connsiteY31" fmla="*/ 4436 h 52387"/>
                  <a:gd name="connsiteX32" fmla="*/ 78597 w 156019"/>
                  <a:gd name="connsiteY32" fmla="*/ 2341 h 52387"/>
                  <a:gd name="connsiteX33" fmla="*/ 76597 w 156019"/>
                  <a:gd name="connsiteY33" fmla="*/ -136 h 5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019" h="52387">
                    <a:moveTo>
                      <a:pt x="76978" y="-136"/>
                    </a:moveTo>
                    <a:cubicBezTo>
                      <a:pt x="76457" y="772"/>
                      <a:pt x="75816" y="1605"/>
                      <a:pt x="75073" y="2340"/>
                    </a:cubicBezTo>
                    <a:cubicBezTo>
                      <a:pt x="74121" y="3388"/>
                      <a:pt x="72597" y="4341"/>
                      <a:pt x="72882" y="4722"/>
                    </a:cubicBezTo>
                    <a:lnTo>
                      <a:pt x="73740" y="5484"/>
                    </a:lnTo>
                    <a:lnTo>
                      <a:pt x="73740" y="22248"/>
                    </a:lnTo>
                    <a:cubicBezTo>
                      <a:pt x="70800" y="21847"/>
                      <a:pt x="67820" y="21847"/>
                      <a:pt x="64881" y="22248"/>
                    </a:cubicBezTo>
                    <a:cubicBezTo>
                      <a:pt x="63072" y="23296"/>
                      <a:pt x="61071" y="24439"/>
                      <a:pt x="59262" y="25677"/>
                    </a:cubicBezTo>
                    <a:cubicBezTo>
                      <a:pt x="57290" y="26720"/>
                      <a:pt x="55109" y="27306"/>
                      <a:pt x="52880" y="27391"/>
                    </a:cubicBezTo>
                    <a:cubicBezTo>
                      <a:pt x="51641" y="27391"/>
                      <a:pt x="49832" y="30154"/>
                      <a:pt x="48022" y="30820"/>
                    </a:cubicBezTo>
                    <a:cubicBezTo>
                      <a:pt x="46212" y="31487"/>
                      <a:pt x="43831" y="32249"/>
                      <a:pt x="42879" y="32725"/>
                    </a:cubicBezTo>
                    <a:cubicBezTo>
                      <a:pt x="41926" y="33202"/>
                      <a:pt x="40688" y="36726"/>
                      <a:pt x="39545" y="37202"/>
                    </a:cubicBezTo>
                    <a:cubicBezTo>
                      <a:pt x="38402" y="37678"/>
                      <a:pt x="36306" y="37202"/>
                      <a:pt x="35640" y="39393"/>
                    </a:cubicBezTo>
                    <a:cubicBezTo>
                      <a:pt x="34973" y="41584"/>
                      <a:pt x="31639" y="41012"/>
                      <a:pt x="31258" y="41584"/>
                    </a:cubicBezTo>
                    <a:cubicBezTo>
                      <a:pt x="30877" y="42155"/>
                      <a:pt x="27829" y="45584"/>
                      <a:pt x="26876" y="45679"/>
                    </a:cubicBezTo>
                    <a:cubicBezTo>
                      <a:pt x="23886" y="46590"/>
                      <a:pt x="21103" y="48079"/>
                      <a:pt x="18685" y="50061"/>
                    </a:cubicBezTo>
                    <a:cubicBezTo>
                      <a:pt x="5159" y="51204"/>
                      <a:pt x="-365" y="52252"/>
                      <a:pt x="-365" y="52252"/>
                    </a:cubicBezTo>
                    <a:lnTo>
                      <a:pt x="155655" y="52252"/>
                    </a:lnTo>
                    <a:cubicBezTo>
                      <a:pt x="150641" y="50906"/>
                      <a:pt x="145502" y="50076"/>
                      <a:pt x="140319" y="49775"/>
                    </a:cubicBezTo>
                    <a:cubicBezTo>
                      <a:pt x="137907" y="47997"/>
                      <a:pt x="135284" y="46525"/>
                      <a:pt x="132509" y="45394"/>
                    </a:cubicBezTo>
                    <a:cubicBezTo>
                      <a:pt x="130794" y="44917"/>
                      <a:pt x="127937" y="43489"/>
                      <a:pt x="127175" y="43203"/>
                    </a:cubicBezTo>
                    <a:cubicBezTo>
                      <a:pt x="126413" y="42917"/>
                      <a:pt x="123555" y="43203"/>
                      <a:pt x="122984" y="43203"/>
                    </a:cubicBezTo>
                    <a:cubicBezTo>
                      <a:pt x="122066" y="42188"/>
                      <a:pt x="120728" y="41659"/>
                      <a:pt x="119364" y="41774"/>
                    </a:cubicBezTo>
                    <a:cubicBezTo>
                      <a:pt x="117650" y="41774"/>
                      <a:pt x="118031" y="40917"/>
                      <a:pt x="117364" y="39298"/>
                    </a:cubicBezTo>
                    <a:cubicBezTo>
                      <a:pt x="116697" y="37678"/>
                      <a:pt x="114983" y="37583"/>
                      <a:pt x="113459" y="36821"/>
                    </a:cubicBezTo>
                    <a:cubicBezTo>
                      <a:pt x="111935" y="36059"/>
                      <a:pt x="109744" y="33487"/>
                      <a:pt x="108410" y="33106"/>
                    </a:cubicBezTo>
                    <a:cubicBezTo>
                      <a:pt x="107077" y="32725"/>
                      <a:pt x="105648" y="33106"/>
                      <a:pt x="104791" y="33106"/>
                    </a:cubicBezTo>
                    <a:cubicBezTo>
                      <a:pt x="103934" y="33106"/>
                      <a:pt x="103172" y="30439"/>
                      <a:pt x="101552" y="29963"/>
                    </a:cubicBezTo>
                    <a:cubicBezTo>
                      <a:pt x="99933" y="29487"/>
                      <a:pt x="96123" y="29296"/>
                      <a:pt x="95171" y="28249"/>
                    </a:cubicBezTo>
                    <a:cubicBezTo>
                      <a:pt x="93066" y="26779"/>
                      <a:pt x="90871" y="25442"/>
                      <a:pt x="88598" y="24248"/>
                    </a:cubicBezTo>
                    <a:cubicBezTo>
                      <a:pt x="85955" y="23114"/>
                      <a:pt x="83090" y="22593"/>
                      <a:pt x="80216" y="22724"/>
                    </a:cubicBezTo>
                    <a:lnTo>
                      <a:pt x="80216" y="5103"/>
                    </a:lnTo>
                    <a:cubicBezTo>
                      <a:pt x="80216" y="5103"/>
                      <a:pt x="80883" y="5103"/>
                      <a:pt x="80788" y="4436"/>
                    </a:cubicBezTo>
                    <a:cubicBezTo>
                      <a:pt x="80693" y="3769"/>
                      <a:pt x="79455" y="3198"/>
                      <a:pt x="78597" y="2341"/>
                    </a:cubicBezTo>
                    <a:cubicBezTo>
                      <a:pt x="77884" y="1554"/>
                      <a:pt x="77216" y="727"/>
                      <a:pt x="76597" y="-136"/>
                    </a:cubicBezTo>
                  </a:path>
                </a:pathLst>
              </a:custGeom>
              <a:solidFill>
                <a:srgbClr val="009944"/>
              </a:solidFill>
              <a:ln w="9525" cap="flat">
                <a:noFill/>
                <a:prstDash val="solid"/>
                <a:miter/>
              </a:ln>
            </p:spPr>
            <p:txBody>
              <a:bodyPr rtlCol="0" anchor="ctr"/>
              <a:lstStyle/>
              <a:p>
                <a:endParaRPr lang="zh-CN" altLang="en-US"/>
              </a:p>
            </p:txBody>
          </p:sp>
          <p:sp>
            <p:nvSpPr>
              <p:cNvPr id="261" name="任意多边形: 形状 260"/>
              <p:cNvSpPr/>
              <p:nvPr/>
            </p:nvSpPr>
            <p:spPr>
              <a:xfrm>
                <a:off x="5286519" y="693622"/>
                <a:ext cx="33866" cy="18946"/>
              </a:xfrm>
              <a:custGeom>
                <a:avLst/>
                <a:gdLst>
                  <a:gd name="connsiteX0" fmla="*/ 206 w 33866"/>
                  <a:gd name="connsiteY0" fmla="*/ 85 h 18946"/>
                  <a:gd name="connsiteX1" fmla="*/ 1540 w 33866"/>
                  <a:gd name="connsiteY1" fmla="*/ 1324 h 18946"/>
                  <a:gd name="connsiteX2" fmla="*/ 9065 w 33866"/>
                  <a:gd name="connsiteY2" fmla="*/ 3991 h 18946"/>
                  <a:gd name="connsiteX3" fmla="*/ 14018 w 33866"/>
                  <a:gd name="connsiteY3" fmla="*/ 15230 h 18946"/>
                  <a:gd name="connsiteX4" fmla="*/ 20399 w 33866"/>
                  <a:gd name="connsiteY4" fmla="*/ 15230 h 18946"/>
                  <a:gd name="connsiteX5" fmla="*/ 20399 w 33866"/>
                  <a:gd name="connsiteY5" fmla="*/ 17421 h 18946"/>
                  <a:gd name="connsiteX6" fmla="*/ 25733 w 33866"/>
                  <a:gd name="connsiteY6" fmla="*/ 17421 h 18946"/>
                  <a:gd name="connsiteX7" fmla="*/ 24019 w 33866"/>
                  <a:gd name="connsiteY7" fmla="*/ 17992 h 18946"/>
                  <a:gd name="connsiteX8" fmla="*/ 29353 w 33866"/>
                  <a:gd name="connsiteY8" fmla="*/ 17992 h 18946"/>
                  <a:gd name="connsiteX9" fmla="*/ 24400 w 33866"/>
                  <a:gd name="connsiteY9" fmla="*/ 18564 h 18946"/>
                  <a:gd name="connsiteX10" fmla="*/ 33163 w 33866"/>
                  <a:gd name="connsiteY10" fmla="*/ 18564 h 18946"/>
                  <a:gd name="connsiteX11" fmla="*/ 33163 w 33866"/>
                  <a:gd name="connsiteY11" fmla="*/ 15135 h 18946"/>
                  <a:gd name="connsiteX12" fmla="*/ 23638 w 33866"/>
                  <a:gd name="connsiteY12" fmla="*/ 15135 h 18946"/>
                  <a:gd name="connsiteX13" fmla="*/ 22590 w 33866"/>
                  <a:gd name="connsiteY13" fmla="*/ 13706 h 18946"/>
                  <a:gd name="connsiteX14" fmla="*/ 19066 w 33866"/>
                  <a:gd name="connsiteY14" fmla="*/ 13706 h 18946"/>
                  <a:gd name="connsiteX15" fmla="*/ 11541 w 33866"/>
                  <a:gd name="connsiteY15" fmla="*/ 1895 h 18946"/>
                  <a:gd name="connsiteX16" fmla="*/ -365 w 33866"/>
                  <a:gd name="connsiteY16" fmla="*/ -105 h 18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866" h="18946">
                    <a:moveTo>
                      <a:pt x="206" y="85"/>
                    </a:moveTo>
                    <a:cubicBezTo>
                      <a:pt x="297" y="764"/>
                      <a:pt x="856" y="1284"/>
                      <a:pt x="1540" y="1324"/>
                    </a:cubicBezTo>
                    <a:cubicBezTo>
                      <a:pt x="4161" y="1856"/>
                      <a:pt x="6694" y="2754"/>
                      <a:pt x="9065" y="3991"/>
                    </a:cubicBezTo>
                    <a:cubicBezTo>
                      <a:pt x="13351" y="6562"/>
                      <a:pt x="14018" y="15230"/>
                      <a:pt x="14018" y="15230"/>
                    </a:cubicBezTo>
                    <a:lnTo>
                      <a:pt x="20399" y="15230"/>
                    </a:lnTo>
                    <a:lnTo>
                      <a:pt x="20399" y="17421"/>
                    </a:lnTo>
                    <a:lnTo>
                      <a:pt x="25733" y="17421"/>
                    </a:lnTo>
                    <a:cubicBezTo>
                      <a:pt x="25733" y="17421"/>
                      <a:pt x="22495" y="17897"/>
                      <a:pt x="24019" y="17992"/>
                    </a:cubicBezTo>
                    <a:cubicBezTo>
                      <a:pt x="25543" y="18088"/>
                      <a:pt x="29734" y="17992"/>
                      <a:pt x="29353" y="17992"/>
                    </a:cubicBezTo>
                    <a:cubicBezTo>
                      <a:pt x="28972" y="17992"/>
                      <a:pt x="23066" y="18564"/>
                      <a:pt x="24400" y="18564"/>
                    </a:cubicBezTo>
                    <a:cubicBezTo>
                      <a:pt x="27312" y="18893"/>
                      <a:pt x="30251" y="18893"/>
                      <a:pt x="33163" y="18564"/>
                    </a:cubicBezTo>
                    <a:cubicBezTo>
                      <a:pt x="33925" y="17897"/>
                      <a:pt x="33163" y="15135"/>
                      <a:pt x="33163" y="15135"/>
                    </a:cubicBezTo>
                    <a:lnTo>
                      <a:pt x="23638" y="15135"/>
                    </a:lnTo>
                    <a:cubicBezTo>
                      <a:pt x="23638" y="15135"/>
                      <a:pt x="23638" y="13801"/>
                      <a:pt x="22590" y="13706"/>
                    </a:cubicBezTo>
                    <a:lnTo>
                      <a:pt x="19066" y="13706"/>
                    </a:lnTo>
                    <a:cubicBezTo>
                      <a:pt x="19066" y="13706"/>
                      <a:pt x="17256" y="4181"/>
                      <a:pt x="11541" y="1895"/>
                    </a:cubicBezTo>
                    <a:cubicBezTo>
                      <a:pt x="7760" y="388"/>
                      <a:pt x="3701" y="-294"/>
                      <a:pt x="-365" y="-105"/>
                    </a:cubicBezTo>
                  </a:path>
                </a:pathLst>
              </a:custGeom>
              <a:solidFill>
                <a:srgbClr val="009944"/>
              </a:solidFill>
              <a:ln w="9525" cap="flat">
                <a:noFill/>
                <a:prstDash val="solid"/>
                <a:miter/>
              </a:ln>
            </p:spPr>
            <p:txBody>
              <a:bodyPr rtlCol="0" anchor="ctr"/>
              <a:lstStyle/>
              <a:p>
                <a:endParaRPr lang="zh-CN" altLang="en-US"/>
              </a:p>
            </p:txBody>
          </p:sp>
          <p:sp>
            <p:nvSpPr>
              <p:cNvPr id="262" name="任意多边形: 形状 261"/>
              <p:cNvSpPr/>
              <p:nvPr/>
            </p:nvSpPr>
            <p:spPr>
              <a:xfrm>
                <a:off x="5309330" y="696648"/>
                <a:ext cx="1905" cy="9713"/>
              </a:xfrm>
              <a:custGeom>
                <a:avLst/>
                <a:gdLst>
                  <a:gd name="connsiteX0" fmla="*/ -221 w 1905"/>
                  <a:gd name="connsiteY0" fmla="*/ -83 h 9713"/>
                  <a:gd name="connsiteX1" fmla="*/ -221 w 1905"/>
                  <a:gd name="connsiteY1" fmla="*/ 8966 h 9713"/>
                  <a:gd name="connsiteX2" fmla="*/ 1398 w 1905"/>
                  <a:gd name="connsiteY2" fmla="*/ 8966 h 9713"/>
                  <a:gd name="connsiteX3" fmla="*/ 1398 w 1905"/>
                  <a:gd name="connsiteY3" fmla="*/ 203 h 9713"/>
                  <a:gd name="connsiteX4" fmla="*/ -31 w 1905"/>
                  <a:gd name="connsiteY4" fmla="*/ 203 h 9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 h="9713">
                    <a:moveTo>
                      <a:pt x="-221" y="-83"/>
                    </a:moveTo>
                    <a:cubicBezTo>
                      <a:pt x="-413" y="2930"/>
                      <a:pt x="-413" y="5952"/>
                      <a:pt x="-221" y="8966"/>
                    </a:cubicBezTo>
                    <a:cubicBezTo>
                      <a:pt x="-221" y="9918"/>
                      <a:pt x="1398" y="9633"/>
                      <a:pt x="1398" y="8966"/>
                    </a:cubicBezTo>
                    <a:cubicBezTo>
                      <a:pt x="1588" y="6048"/>
                      <a:pt x="1588" y="3121"/>
                      <a:pt x="1398" y="203"/>
                    </a:cubicBezTo>
                    <a:cubicBezTo>
                      <a:pt x="1398" y="-559"/>
                      <a:pt x="-31" y="203"/>
                      <a:pt x="-31" y="203"/>
                    </a:cubicBezTo>
                  </a:path>
                </a:pathLst>
              </a:custGeom>
              <a:solidFill>
                <a:srgbClr val="009944"/>
              </a:solidFill>
              <a:ln w="9525" cap="flat">
                <a:noFill/>
                <a:prstDash val="solid"/>
                <a:miter/>
              </a:ln>
            </p:spPr>
            <p:txBody>
              <a:bodyPr rtlCol="0" anchor="ctr"/>
              <a:lstStyle/>
              <a:p>
                <a:endParaRPr lang="zh-CN" altLang="en-US"/>
              </a:p>
            </p:txBody>
          </p:sp>
          <p:sp>
            <p:nvSpPr>
              <p:cNvPr id="263" name="任意多边形: 形状 262"/>
              <p:cNvSpPr/>
              <p:nvPr/>
            </p:nvSpPr>
            <p:spPr>
              <a:xfrm>
                <a:off x="5312744" y="694762"/>
                <a:ext cx="2158" cy="11928"/>
              </a:xfrm>
              <a:custGeom>
                <a:avLst/>
                <a:gdLst>
                  <a:gd name="connsiteX0" fmla="*/ -111 w 2158"/>
                  <a:gd name="connsiteY0" fmla="*/ 564 h 11928"/>
                  <a:gd name="connsiteX1" fmla="*/ -111 w 2158"/>
                  <a:gd name="connsiteY1" fmla="*/ 11328 h 11928"/>
                  <a:gd name="connsiteX2" fmla="*/ 1794 w 2158"/>
                  <a:gd name="connsiteY2" fmla="*/ 11328 h 11928"/>
                  <a:gd name="connsiteX3" fmla="*/ 1794 w 2158"/>
                  <a:gd name="connsiteY3" fmla="*/ 374 h 11928"/>
                  <a:gd name="connsiteX4" fmla="*/ -111 w 2158"/>
                  <a:gd name="connsiteY4" fmla="*/ 374 h 11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 h="11928">
                    <a:moveTo>
                      <a:pt x="-111" y="564"/>
                    </a:moveTo>
                    <a:cubicBezTo>
                      <a:pt x="-450" y="4144"/>
                      <a:pt x="-450" y="7748"/>
                      <a:pt x="-111" y="11328"/>
                    </a:cubicBezTo>
                    <a:cubicBezTo>
                      <a:pt x="-111" y="11899"/>
                      <a:pt x="1794" y="11994"/>
                      <a:pt x="1794" y="11328"/>
                    </a:cubicBezTo>
                    <a:cubicBezTo>
                      <a:pt x="1794" y="10661"/>
                      <a:pt x="1794" y="850"/>
                      <a:pt x="1794" y="374"/>
                    </a:cubicBezTo>
                    <a:cubicBezTo>
                      <a:pt x="1794" y="-102"/>
                      <a:pt x="175" y="-483"/>
                      <a:pt x="-111" y="374"/>
                    </a:cubicBezTo>
                  </a:path>
                </a:pathLst>
              </a:custGeom>
              <a:solidFill>
                <a:srgbClr val="009944"/>
              </a:solidFill>
              <a:ln w="9525" cap="flat">
                <a:noFill/>
                <a:prstDash val="solid"/>
                <a:miter/>
              </a:ln>
            </p:spPr>
            <p:txBody>
              <a:bodyPr rtlCol="0" anchor="ctr"/>
              <a:lstStyle/>
              <a:p>
                <a:endParaRPr lang="zh-CN" altLang="en-US"/>
              </a:p>
            </p:txBody>
          </p:sp>
          <p:sp>
            <p:nvSpPr>
              <p:cNvPr id="264" name="任意多边形: 形状 263"/>
              <p:cNvSpPr/>
              <p:nvPr/>
            </p:nvSpPr>
            <p:spPr>
              <a:xfrm>
                <a:off x="5316509" y="696032"/>
                <a:ext cx="1635" cy="9622"/>
              </a:xfrm>
              <a:custGeom>
                <a:avLst/>
                <a:gdLst>
                  <a:gd name="connsiteX0" fmla="*/ 506 w 1635"/>
                  <a:gd name="connsiteY0" fmla="*/ -133 h 9622"/>
                  <a:gd name="connsiteX1" fmla="*/ -351 w 1635"/>
                  <a:gd name="connsiteY1" fmla="*/ 3105 h 9622"/>
                  <a:gd name="connsiteX2" fmla="*/ 506 w 1635"/>
                  <a:gd name="connsiteY2" fmla="*/ 9487 h 9622"/>
                  <a:gd name="connsiteX3" fmla="*/ 1268 w 1635"/>
                  <a:gd name="connsiteY3" fmla="*/ 3105 h 9622"/>
                  <a:gd name="connsiteX4" fmla="*/ 506 w 1635"/>
                  <a:gd name="connsiteY4" fmla="*/ -133 h 9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 h="9622">
                    <a:moveTo>
                      <a:pt x="506" y="-133"/>
                    </a:moveTo>
                    <a:cubicBezTo>
                      <a:pt x="-542" y="-133"/>
                      <a:pt x="-351" y="1486"/>
                      <a:pt x="-351" y="3105"/>
                    </a:cubicBezTo>
                    <a:cubicBezTo>
                      <a:pt x="-351" y="4724"/>
                      <a:pt x="-351" y="9487"/>
                      <a:pt x="506" y="9487"/>
                    </a:cubicBezTo>
                    <a:cubicBezTo>
                      <a:pt x="1363" y="9487"/>
                      <a:pt x="1268" y="3867"/>
                      <a:pt x="1268" y="3105"/>
                    </a:cubicBezTo>
                    <a:cubicBezTo>
                      <a:pt x="1268" y="2343"/>
                      <a:pt x="1268" y="-229"/>
                      <a:pt x="506" y="-133"/>
                    </a:cubicBezTo>
                  </a:path>
                </a:pathLst>
              </a:custGeom>
              <a:solidFill>
                <a:srgbClr val="009944"/>
              </a:solidFill>
              <a:ln w="9525" cap="flat">
                <a:noFill/>
                <a:prstDash val="solid"/>
                <a:miter/>
              </a:ln>
            </p:spPr>
            <p:txBody>
              <a:bodyPr rtlCol="0" anchor="ctr"/>
              <a:lstStyle/>
              <a:p>
                <a:endParaRPr lang="zh-CN" altLang="en-US"/>
              </a:p>
            </p:txBody>
          </p:sp>
          <p:sp>
            <p:nvSpPr>
              <p:cNvPr id="265" name="任意多边形: 形状 264"/>
              <p:cNvSpPr/>
              <p:nvPr/>
            </p:nvSpPr>
            <p:spPr>
              <a:xfrm>
                <a:off x="5355194" y="696606"/>
                <a:ext cx="2273" cy="9525"/>
              </a:xfrm>
              <a:custGeom>
                <a:avLst/>
                <a:gdLst>
                  <a:gd name="connsiteX0" fmla="*/ 778 w 2273"/>
                  <a:gd name="connsiteY0" fmla="*/ -136 h 9525"/>
                  <a:gd name="connsiteX1" fmla="*/ -365 w 2273"/>
                  <a:gd name="connsiteY1" fmla="*/ 2722 h 9525"/>
                  <a:gd name="connsiteX2" fmla="*/ 968 w 2273"/>
                  <a:gd name="connsiteY2" fmla="*/ 9389 h 9525"/>
                  <a:gd name="connsiteX3" fmla="*/ 1826 w 2273"/>
                  <a:gd name="connsiteY3" fmla="*/ 2531 h 9525"/>
                  <a:gd name="connsiteX4" fmla="*/ 778 w 2273"/>
                  <a:gd name="connsiteY4" fmla="*/ -136 h 9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3" h="9525">
                    <a:moveTo>
                      <a:pt x="778" y="-136"/>
                    </a:moveTo>
                    <a:cubicBezTo>
                      <a:pt x="-365" y="-136"/>
                      <a:pt x="-365" y="721"/>
                      <a:pt x="-365" y="2722"/>
                    </a:cubicBezTo>
                    <a:cubicBezTo>
                      <a:pt x="-365" y="4722"/>
                      <a:pt x="-365" y="9389"/>
                      <a:pt x="968" y="9389"/>
                    </a:cubicBezTo>
                    <a:cubicBezTo>
                      <a:pt x="2302" y="9389"/>
                      <a:pt x="1826" y="3674"/>
                      <a:pt x="1826" y="2531"/>
                    </a:cubicBezTo>
                    <a:cubicBezTo>
                      <a:pt x="1826" y="1388"/>
                      <a:pt x="1826" y="-136"/>
                      <a:pt x="778" y="-136"/>
                    </a:cubicBezTo>
                  </a:path>
                </a:pathLst>
              </a:custGeom>
              <a:solidFill>
                <a:srgbClr val="009944"/>
              </a:solidFill>
              <a:ln w="9525" cap="flat">
                <a:noFill/>
                <a:prstDash val="solid"/>
                <a:miter/>
              </a:ln>
            </p:spPr>
            <p:txBody>
              <a:bodyPr rtlCol="0" anchor="ctr"/>
              <a:lstStyle/>
              <a:p>
                <a:endParaRPr lang="zh-CN" altLang="en-US"/>
              </a:p>
            </p:txBody>
          </p:sp>
          <p:sp>
            <p:nvSpPr>
              <p:cNvPr id="266" name="任意多边形: 形状 265"/>
              <p:cNvSpPr/>
              <p:nvPr/>
            </p:nvSpPr>
            <p:spPr>
              <a:xfrm>
                <a:off x="5359159" y="694701"/>
                <a:ext cx="2321" cy="12001"/>
              </a:xfrm>
              <a:custGeom>
                <a:avLst/>
                <a:gdLst>
                  <a:gd name="connsiteX0" fmla="*/ 1004 w 2321"/>
                  <a:gd name="connsiteY0" fmla="*/ -136 h 12001"/>
                  <a:gd name="connsiteX1" fmla="*/ -329 w 2321"/>
                  <a:gd name="connsiteY1" fmla="*/ 3769 h 12001"/>
                  <a:gd name="connsiteX2" fmla="*/ 814 w 2321"/>
                  <a:gd name="connsiteY2" fmla="*/ 11866 h 12001"/>
                  <a:gd name="connsiteX3" fmla="*/ 1957 w 2321"/>
                  <a:gd name="connsiteY3" fmla="*/ 3865 h 12001"/>
                  <a:gd name="connsiteX4" fmla="*/ 1004 w 2321"/>
                  <a:gd name="connsiteY4" fmla="*/ -136 h 1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1" h="12001">
                    <a:moveTo>
                      <a:pt x="1004" y="-136"/>
                    </a:moveTo>
                    <a:cubicBezTo>
                      <a:pt x="-710" y="-136"/>
                      <a:pt x="-329" y="1864"/>
                      <a:pt x="-329" y="3769"/>
                    </a:cubicBezTo>
                    <a:cubicBezTo>
                      <a:pt x="-329" y="5674"/>
                      <a:pt x="-329" y="11866"/>
                      <a:pt x="814" y="11866"/>
                    </a:cubicBezTo>
                    <a:cubicBezTo>
                      <a:pt x="1957" y="11866"/>
                      <a:pt x="1957" y="6055"/>
                      <a:pt x="1957" y="3865"/>
                    </a:cubicBezTo>
                    <a:cubicBezTo>
                      <a:pt x="1957" y="1674"/>
                      <a:pt x="1957" y="-136"/>
                      <a:pt x="1004" y="-136"/>
                    </a:cubicBezTo>
                  </a:path>
                </a:pathLst>
              </a:custGeom>
              <a:solidFill>
                <a:srgbClr val="009944"/>
              </a:solidFill>
              <a:ln w="9525" cap="flat">
                <a:noFill/>
                <a:prstDash val="solid"/>
                <a:miter/>
              </a:ln>
            </p:spPr>
            <p:txBody>
              <a:bodyPr rtlCol="0" anchor="ctr"/>
              <a:lstStyle/>
              <a:p>
                <a:endParaRPr lang="zh-CN" altLang="en-US"/>
              </a:p>
            </p:txBody>
          </p:sp>
          <p:sp>
            <p:nvSpPr>
              <p:cNvPr id="267" name="任意多边形: 形状 266"/>
              <p:cNvSpPr/>
              <p:nvPr/>
            </p:nvSpPr>
            <p:spPr>
              <a:xfrm>
                <a:off x="5363290" y="696987"/>
                <a:ext cx="1742" cy="9143"/>
              </a:xfrm>
              <a:custGeom>
                <a:avLst/>
                <a:gdLst>
                  <a:gd name="connsiteX0" fmla="*/ 302 w 1742"/>
                  <a:gd name="connsiteY0" fmla="*/ -136 h 9143"/>
                  <a:gd name="connsiteX1" fmla="*/ -365 w 1742"/>
                  <a:gd name="connsiteY1" fmla="*/ 2436 h 9143"/>
                  <a:gd name="connsiteX2" fmla="*/ 302 w 1742"/>
                  <a:gd name="connsiteY2" fmla="*/ 9008 h 9143"/>
                  <a:gd name="connsiteX3" fmla="*/ 1349 w 1742"/>
                  <a:gd name="connsiteY3" fmla="*/ 2150 h 9143"/>
                  <a:gd name="connsiteX4" fmla="*/ 302 w 1742"/>
                  <a:gd name="connsiteY4" fmla="*/ -136 h 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2" h="9143">
                    <a:moveTo>
                      <a:pt x="302" y="-136"/>
                    </a:moveTo>
                    <a:cubicBezTo>
                      <a:pt x="-365" y="-136"/>
                      <a:pt x="-365" y="436"/>
                      <a:pt x="-365" y="2436"/>
                    </a:cubicBezTo>
                    <a:cubicBezTo>
                      <a:pt x="-365" y="4436"/>
                      <a:pt x="-365" y="9008"/>
                      <a:pt x="302" y="9008"/>
                    </a:cubicBezTo>
                    <a:cubicBezTo>
                      <a:pt x="968" y="9008"/>
                      <a:pt x="1254" y="3388"/>
                      <a:pt x="1349" y="2150"/>
                    </a:cubicBezTo>
                    <a:cubicBezTo>
                      <a:pt x="1445" y="912"/>
                      <a:pt x="1349" y="-136"/>
                      <a:pt x="302" y="-136"/>
                    </a:cubicBezTo>
                  </a:path>
                </a:pathLst>
              </a:custGeom>
              <a:solidFill>
                <a:srgbClr val="009944"/>
              </a:solidFill>
              <a:ln w="9525" cap="flat">
                <a:noFill/>
                <a:prstDash val="solid"/>
                <a:miter/>
              </a:ln>
            </p:spPr>
            <p:txBody>
              <a:bodyPr rtlCol="0" anchor="ctr"/>
              <a:lstStyle/>
              <a:p>
                <a:endParaRPr lang="zh-CN" altLang="en-US"/>
              </a:p>
            </p:txBody>
          </p:sp>
          <p:sp>
            <p:nvSpPr>
              <p:cNvPr id="268" name="任意多边形: 形状 267"/>
              <p:cNvSpPr/>
              <p:nvPr/>
            </p:nvSpPr>
            <p:spPr>
              <a:xfrm>
                <a:off x="5401200" y="696606"/>
                <a:ext cx="2095" cy="9429"/>
              </a:xfrm>
              <a:custGeom>
                <a:avLst/>
                <a:gdLst>
                  <a:gd name="connsiteX0" fmla="*/ 778 w 2095"/>
                  <a:gd name="connsiteY0" fmla="*/ -136 h 9429"/>
                  <a:gd name="connsiteX1" fmla="*/ -365 w 2095"/>
                  <a:gd name="connsiteY1" fmla="*/ 2722 h 9429"/>
                  <a:gd name="connsiteX2" fmla="*/ 873 w 2095"/>
                  <a:gd name="connsiteY2" fmla="*/ 9294 h 9429"/>
                  <a:gd name="connsiteX3" fmla="*/ 1731 w 2095"/>
                  <a:gd name="connsiteY3" fmla="*/ 2531 h 9429"/>
                  <a:gd name="connsiteX4" fmla="*/ 778 w 2095"/>
                  <a:gd name="connsiteY4" fmla="*/ -136 h 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 h="9429">
                    <a:moveTo>
                      <a:pt x="778" y="-136"/>
                    </a:moveTo>
                    <a:cubicBezTo>
                      <a:pt x="-365" y="-136"/>
                      <a:pt x="-365" y="721"/>
                      <a:pt x="-365" y="2722"/>
                    </a:cubicBezTo>
                    <a:cubicBezTo>
                      <a:pt x="-365" y="4722"/>
                      <a:pt x="111" y="9294"/>
                      <a:pt x="873" y="9294"/>
                    </a:cubicBezTo>
                    <a:cubicBezTo>
                      <a:pt x="1635" y="9294"/>
                      <a:pt x="1731" y="3674"/>
                      <a:pt x="1731" y="2531"/>
                    </a:cubicBezTo>
                    <a:cubicBezTo>
                      <a:pt x="1731" y="1388"/>
                      <a:pt x="1731" y="-136"/>
                      <a:pt x="778" y="-136"/>
                    </a:cubicBezTo>
                  </a:path>
                </a:pathLst>
              </a:custGeom>
              <a:solidFill>
                <a:srgbClr val="009944"/>
              </a:solidFill>
              <a:ln w="9525" cap="flat">
                <a:noFill/>
                <a:prstDash val="solid"/>
                <a:miter/>
              </a:ln>
            </p:spPr>
            <p:txBody>
              <a:bodyPr rtlCol="0" anchor="ctr"/>
              <a:lstStyle/>
              <a:p>
                <a:endParaRPr lang="zh-CN" altLang="en-US"/>
              </a:p>
            </p:txBody>
          </p:sp>
          <p:sp>
            <p:nvSpPr>
              <p:cNvPr id="269" name="任意多边形: 形状 268"/>
              <p:cNvSpPr/>
              <p:nvPr/>
            </p:nvSpPr>
            <p:spPr>
              <a:xfrm>
                <a:off x="5405085" y="694701"/>
                <a:ext cx="2402" cy="12001"/>
              </a:xfrm>
              <a:custGeom>
                <a:avLst/>
                <a:gdLst>
                  <a:gd name="connsiteX0" fmla="*/ 988 w 2402"/>
                  <a:gd name="connsiteY0" fmla="*/ -136 h 12001"/>
                  <a:gd name="connsiteX1" fmla="*/ -346 w 2402"/>
                  <a:gd name="connsiteY1" fmla="*/ 3769 h 12001"/>
                  <a:gd name="connsiteX2" fmla="*/ 893 w 2402"/>
                  <a:gd name="connsiteY2" fmla="*/ 11866 h 12001"/>
                  <a:gd name="connsiteX3" fmla="*/ 2036 w 2402"/>
                  <a:gd name="connsiteY3" fmla="*/ 3865 h 12001"/>
                  <a:gd name="connsiteX4" fmla="*/ 988 w 2402"/>
                  <a:gd name="connsiteY4" fmla="*/ -136 h 12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2" h="12001">
                    <a:moveTo>
                      <a:pt x="988" y="-136"/>
                    </a:moveTo>
                    <a:cubicBezTo>
                      <a:pt x="-631" y="-136"/>
                      <a:pt x="-346" y="1864"/>
                      <a:pt x="-346" y="3769"/>
                    </a:cubicBezTo>
                    <a:cubicBezTo>
                      <a:pt x="-346" y="5674"/>
                      <a:pt x="-346" y="11866"/>
                      <a:pt x="893" y="11866"/>
                    </a:cubicBezTo>
                    <a:cubicBezTo>
                      <a:pt x="2131" y="11866"/>
                      <a:pt x="2036" y="6055"/>
                      <a:pt x="2036" y="3865"/>
                    </a:cubicBezTo>
                    <a:cubicBezTo>
                      <a:pt x="2036" y="1674"/>
                      <a:pt x="2036" y="-136"/>
                      <a:pt x="988" y="-136"/>
                    </a:cubicBezTo>
                  </a:path>
                </a:pathLst>
              </a:custGeom>
              <a:solidFill>
                <a:srgbClr val="009944"/>
              </a:solidFill>
              <a:ln w="9525" cap="flat">
                <a:noFill/>
                <a:prstDash val="solid"/>
                <a:miter/>
              </a:ln>
            </p:spPr>
            <p:txBody>
              <a:bodyPr rtlCol="0" anchor="ctr"/>
              <a:lstStyle/>
              <a:p>
                <a:endParaRPr lang="zh-CN" altLang="en-US"/>
              </a:p>
            </p:txBody>
          </p:sp>
          <p:sp>
            <p:nvSpPr>
              <p:cNvPr id="270" name="任意多边形: 形状 269"/>
              <p:cNvSpPr/>
              <p:nvPr/>
            </p:nvSpPr>
            <p:spPr>
              <a:xfrm>
                <a:off x="5409296" y="696987"/>
                <a:ext cx="1779" cy="9143"/>
              </a:xfrm>
              <a:custGeom>
                <a:avLst/>
                <a:gdLst>
                  <a:gd name="connsiteX0" fmla="*/ 302 w 1779"/>
                  <a:gd name="connsiteY0" fmla="*/ -136 h 9143"/>
                  <a:gd name="connsiteX1" fmla="*/ -365 w 1779"/>
                  <a:gd name="connsiteY1" fmla="*/ 2436 h 9143"/>
                  <a:gd name="connsiteX2" fmla="*/ 302 w 1779"/>
                  <a:gd name="connsiteY2" fmla="*/ 9008 h 9143"/>
                  <a:gd name="connsiteX3" fmla="*/ 1349 w 1779"/>
                  <a:gd name="connsiteY3" fmla="*/ 2150 h 9143"/>
                  <a:gd name="connsiteX4" fmla="*/ 302 w 1779"/>
                  <a:gd name="connsiteY4" fmla="*/ -136 h 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9" h="9143">
                    <a:moveTo>
                      <a:pt x="302" y="-136"/>
                    </a:moveTo>
                    <a:cubicBezTo>
                      <a:pt x="-365" y="-136"/>
                      <a:pt x="-365" y="436"/>
                      <a:pt x="-365" y="2436"/>
                    </a:cubicBezTo>
                    <a:cubicBezTo>
                      <a:pt x="-365" y="4436"/>
                      <a:pt x="-365" y="9008"/>
                      <a:pt x="302" y="9008"/>
                    </a:cubicBezTo>
                    <a:cubicBezTo>
                      <a:pt x="969" y="9008"/>
                      <a:pt x="1159" y="3388"/>
                      <a:pt x="1349" y="2150"/>
                    </a:cubicBezTo>
                    <a:cubicBezTo>
                      <a:pt x="1540" y="912"/>
                      <a:pt x="1349" y="-136"/>
                      <a:pt x="302" y="-136"/>
                    </a:cubicBezTo>
                  </a:path>
                </a:pathLst>
              </a:custGeom>
              <a:solidFill>
                <a:srgbClr val="009944"/>
              </a:solidFill>
              <a:ln w="9525" cap="flat">
                <a:noFill/>
                <a:prstDash val="solid"/>
                <a:miter/>
              </a:ln>
            </p:spPr>
            <p:txBody>
              <a:bodyPr rtlCol="0" anchor="ctr"/>
              <a:lstStyle/>
              <a:p>
                <a:endParaRPr lang="zh-CN" altLang="en-US"/>
              </a:p>
            </p:txBody>
          </p:sp>
          <p:sp>
            <p:nvSpPr>
              <p:cNvPr id="271" name="任意多边形: 形状 270"/>
              <p:cNvSpPr/>
              <p:nvPr/>
            </p:nvSpPr>
            <p:spPr>
              <a:xfrm>
                <a:off x="5320618" y="694315"/>
                <a:ext cx="108585" cy="19103"/>
              </a:xfrm>
              <a:custGeom>
                <a:avLst/>
                <a:gdLst>
                  <a:gd name="connsiteX0" fmla="*/ 45831 w 108585"/>
                  <a:gd name="connsiteY0" fmla="*/ 14632 h 19103"/>
                  <a:gd name="connsiteX1" fmla="*/ 45831 w 108585"/>
                  <a:gd name="connsiteY1" fmla="*/ 18823 h 19103"/>
                  <a:gd name="connsiteX2" fmla="*/ 40878 w 108585"/>
                  <a:gd name="connsiteY2" fmla="*/ 18823 h 19103"/>
                  <a:gd name="connsiteX3" fmla="*/ 42974 w 108585"/>
                  <a:gd name="connsiteY3" fmla="*/ 18061 h 19103"/>
                  <a:gd name="connsiteX4" fmla="*/ 41260 w 108585"/>
                  <a:gd name="connsiteY4" fmla="*/ 18061 h 19103"/>
                  <a:gd name="connsiteX5" fmla="*/ 42021 w 108585"/>
                  <a:gd name="connsiteY5" fmla="*/ 17204 h 19103"/>
                  <a:gd name="connsiteX6" fmla="*/ 39259 w 108585"/>
                  <a:gd name="connsiteY6" fmla="*/ 17204 h 19103"/>
                  <a:gd name="connsiteX7" fmla="*/ 40307 w 108585"/>
                  <a:gd name="connsiteY7" fmla="*/ 16537 h 19103"/>
                  <a:gd name="connsiteX8" fmla="*/ 35640 w 108585"/>
                  <a:gd name="connsiteY8" fmla="*/ 16537 h 19103"/>
                  <a:gd name="connsiteX9" fmla="*/ 36592 w 108585"/>
                  <a:gd name="connsiteY9" fmla="*/ 15871 h 19103"/>
                  <a:gd name="connsiteX10" fmla="*/ 27067 w 108585"/>
                  <a:gd name="connsiteY10" fmla="*/ 15871 h 19103"/>
                  <a:gd name="connsiteX11" fmla="*/ 21733 w 108585"/>
                  <a:gd name="connsiteY11" fmla="*/ 3488 h 19103"/>
                  <a:gd name="connsiteX12" fmla="*/ 7827 w 108585"/>
                  <a:gd name="connsiteY12" fmla="*/ 2917 h 19103"/>
                  <a:gd name="connsiteX13" fmla="*/ 873 w 108585"/>
                  <a:gd name="connsiteY13" fmla="*/ 13489 h 19103"/>
                  <a:gd name="connsiteX14" fmla="*/ -339 w 108585"/>
                  <a:gd name="connsiteY14" fmla="*/ 13515 h 19103"/>
                  <a:gd name="connsiteX15" fmla="*/ -365 w 108585"/>
                  <a:gd name="connsiteY15" fmla="*/ 13489 h 19103"/>
                  <a:gd name="connsiteX16" fmla="*/ 2683 w 108585"/>
                  <a:gd name="connsiteY16" fmla="*/ 4726 h 19103"/>
                  <a:gd name="connsiteX17" fmla="*/ 14399 w 108585"/>
                  <a:gd name="connsiteY17" fmla="*/ 59 h 19103"/>
                  <a:gd name="connsiteX18" fmla="*/ 30592 w 108585"/>
                  <a:gd name="connsiteY18" fmla="*/ 4345 h 19103"/>
                  <a:gd name="connsiteX19" fmla="*/ 33735 w 108585"/>
                  <a:gd name="connsiteY19" fmla="*/ 14918 h 19103"/>
                  <a:gd name="connsiteX20" fmla="*/ 44593 w 108585"/>
                  <a:gd name="connsiteY20" fmla="*/ 14918 h 19103"/>
                  <a:gd name="connsiteX21" fmla="*/ 48689 w 108585"/>
                  <a:gd name="connsiteY21" fmla="*/ 5393 h 19103"/>
                  <a:gd name="connsiteX22" fmla="*/ 60309 w 108585"/>
                  <a:gd name="connsiteY22" fmla="*/ 726 h 19103"/>
                  <a:gd name="connsiteX23" fmla="*/ 76502 w 108585"/>
                  <a:gd name="connsiteY23" fmla="*/ 5012 h 19103"/>
                  <a:gd name="connsiteX24" fmla="*/ 79645 w 108585"/>
                  <a:gd name="connsiteY24" fmla="*/ 15585 h 19103"/>
                  <a:gd name="connsiteX25" fmla="*/ 90599 w 108585"/>
                  <a:gd name="connsiteY25" fmla="*/ 15585 h 19103"/>
                  <a:gd name="connsiteX26" fmla="*/ 96885 w 108585"/>
                  <a:gd name="connsiteY26" fmla="*/ 3107 h 19103"/>
                  <a:gd name="connsiteX27" fmla="*/ 108220 w 108585"/>
                  <a:gd name="connsiteY27" fmla="*/ 440 h 19103"/>
                  <a:gd name="connsiteX28" fmla="*/ 108220 w 108585"/>
                  <a:gd name="connsiteY28" fmla="*/ 4536 h 19103"/>
                  <a:gd name="connsiteX29" fmla="*/ 96885 w 108585"/>
                  <a:gd name="connsiteY29" fmla="*/ 6155 h 19103"/>
                  <a:gd name="connsiteX30" fmla="*/ 92313 w 108585"/>
                  <a:gd name="connsiteY30" fmla="*/ 15680 h 19103"/>
                  <a:gd name="connsiteX31" fmla="*/ 92313 w 108585"/>
                  <a:gd name="connsiteY31" fmla="*/ 17204 h 19103"/>
                  <a:gd name="connsiteX32" fmla="*/ 86408 w 108585"/>
                  <a:gd name="connsiteY32" fmla="*/ 18252 h 19103"/>
                  <a:gd name="connsiteX33" fmla="*/ 89361 w 108585"/>
                  <a:gd name="connsiteY33" fmla="*/ 16918 h 19103"/>
                  <a:gd name="connsiteX34" fmla="*/ 83455 w 108585"/>
                  <a:gd name="connsiteY34" fmla="*/ 18157 h 19103"/>
                  <a:gd name="connsiteX35" fmla="*/ 86694 w 108585"/>
                  <a:gd name="connsiteY35" fmla="*/ 18157 h 19103"/>
                  <a:gd name="connsiteX36" fmla="*/ 81550 w 108585"/>
                  <a:gd name="connsiteY36" fmla="*/ 18157 h 19103"/>
                  <a:gd name="connsiteX37" fmla="*/ 83074 w 108585"/>
                  <a:gd name="connsiteY37" fmla="*/ 17680 h 19103"/>
                  <a:gd name="connsiteX38" fmla="*/ 73549 w 108585"/>
                  <a:gd name="connsiteY38" fmla="*/ 17680 h 19103"/>
                  <a:gd name="connsiteX39" fmla="*/ 68120 w 108585"/>
                  <a:gd name="connsiteY39" fmla="*/ 5298 h 19103"/>
                  <a:gd name="connsiteX40" fmla="*/ 54308 w 108585"/>
                  <a:gd name="connsiteY40" fmla="*/ 4726 h 19103"/>
                  <a:gd name="connsiteX41" fmla="*/ 47355 w 108585"/>
                  <a:gd name="connsiteY41" fmla="*/ 15299 h 19103"/>
                  <a:gd name="connsiteX42" fmla="*/ 46689 w 108585"/>
                  <a:gd name="connsiteY42" fmla="*/ 17014 h 1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8585" h="19103">
                    <a:moveTo>
                      <a:pt x="45831" y="14632"/>
                    </a:moveTo>
                    <a:cubicBezTo>
                      <a:pt x="45424" y="16000"/>
                      <a:pt x="45424" y="17456"/>
                      <a:pt x="45831" y="18823"/>
                    </a:cubicBezTo>
                    <a:cubicBezTo>
                      <a:pt x="44186" y="19016"/>
                      <a:pt x="42524" y="19016"/>
                      <a:pt x="40878" y="18823"/>
                    </a:cubicBezTo>
                    <a:cubicBezTo>
                      <a:pt x="40212" y="18823"/>
                      <a:pt x="43640" y="18823"/>
                      <a:pt x="42974" y="18061"/>
                    </a:cubicBezTo>
                    <a:cubicBezTo>
                      <a:pt x="42403" y="18023"/>
                      <a:pt x="41830" y="18023"/>
                      <a:pt x="41260" y="18061"/>
                    </a:cubicBezTo>
                    <a:cubicBezTo>
                      <a:pt x="40497" y="18061"/>
                      <a:pt x="41926" y="17585"/>
                      <a:pt x="42021" y="17204"/>
                    </a:cubicBezTo>
                    <a:cubicBezTo>
                      <a:pt x="42116" y="16823"/>
                      <a:pt x="39640" y="17204"/>
                      <a:pt x="39259" y="17204"/>
                    </a:cubicBezTo>
                    <a:cubicBezTo>
                      <a:pt x="38878" y="17204"/>
                      <a:pt x="40307" y="16537"/>
                      <a:pt x="40307" y="16537"/>
                    </a:cubicBezTo>
                    <a:lnTo>
                      <a:pt x="35640" y="16537"/>
                    </a:lnTo>
                    <a:lnTo>
                      <a:pt x="36592" y="15871"/>
                    </a:lnTo>
                    <a:lnTo>
                      <a:pt x="27067" y="15871"/>
                    </a:lnTo>
                    <a:cubicBezTo>
                      <a:pt x="27067" y="15871"/>
                      <a:pt x="27543" y="5774"/>
                      <a:pt x="21733" y="3488"/>
                    </a:cubicBezTo>
                    <a:cubicBezTo>
                      <a:pt x="17306" y="1680"/>
                      <a:pt x="12387" y="1478"/>
                      <a:pt x="7827" y="2917"/>
                    </a:cubicBezTo>
                    <a:cubicBezTo>
                      <a:pt x="2873" y="4631"/>
                      <a:pt x="1635" y="13013"/>
                      <a:pt x="873" y="13489"/>
                    </a:cubicBezTo>
                    <a:cubicBezTo>
                      <a:pt x="546" y="13831"/>
                      <a:pt x="3" y="13843"/>
                      <a:pt x="-339" y="13515"/>
                    </a:cubicBezTo>
                    <a:cubicBezTo>
                      <a:pt x="-348" y="13507"/>
                      <a:pt x="-357" y="13498"/>
                      <a:pt x="-365" y="13489"/>
                    </a:cubicBezTo>
                    <a:cubicBezTo>
                      <a:pt x="94" y="10403"/>
                      <a:pt x="1128" y="7431"/>
                      <a:pt x="2683" y="4726"/>
                    </a:cubicBezTo>
                    <a:cubicBezTo>
                      <a:pt x="5772" y="1613"/>
                      <a:pt x="10015" y="-77"/>
                      <a:pt x="14399" y="59"/>
                    </a:cubicBezTo>
                    <a:cubicBezTo>
                      <a:pt x="20151" y="-713"/>
                      <a:pt x="25975" y="828"/>
                      <a:pt x="30592" y="4345"/>
                    </a:cubicBezTo>
                    <a:cubicBezTo>
                      <a:pt x="32544" y="7535"/>
                      <a:pt x="33627" y="11180"/>
                      <a:pt x="33735" y="14918"/>
                    </a:cubicBezTo>
                    <a:lnTo>
                      <a:pt x="44593" y="14918"/>
                    </a:lnTo>
                    <a:cubicBezTo>
                      <a:pt x="45484" y="11560"/>
                      <a:pt x="46864" y="8350"/>
                      <a:pt x="48689" y="5393"/>
                    </a:cubicBezTo>
                    <a:cubicBezTo>
                      <a:pt x="51755" y="2304"/>
                      <a:pt x="55958" y="616"/>
                      <a:pt x="60309" y="726"/>
                    </a:cubicBezTo>
                    <a:cubicBezTo>
                      <a:pt x="66064" y="-79"/>
                      <a:pt x="71899" y="1466"/>
                      <a:pt x="76502" y="5012"/>
                    </a:cubicBezTo>
                    <a:cubicBezTo>
                      <a:pt x="78497" y="8183"/>
                      <a:pt x="79584" y="11839"/>
                      <a:pt x="79645" y="15585"/>
                    </a:cubicBezTo>
                    <a:lnTo>
                      <a:pt x="90599" y="15585"/>
                    </a:lnTo>
                    <a:cubicBezTo>
                      <a:pt x="91630" y="10969"/>
                      <a:pt x="93790" y="6682"/>
                      <a:pt x="96885" y="3107"/>
                    </a:cubicBezTo>
                    <a:cubicBezTo>
                      <a:pt x="100293" y="1057"/>
                      <a:pt x="104256" y="124"/>
                      <a:pt x="108220" y="440"/>
                    </a:cubicBezTo>
                    <a:lnTo>
                      <a:pt x="108220" y="4536"/>
                    </a:lnTo>
                    <a:cubicBezTo>
                      <a:pt x="104366" y="4126"/>
                      <a:pt x="100470" y="4682"/>
                      <a:pt x="96885" y="6155"/>
                    </a:cubicBezTo>
                    <a:cubicBezTo>
                      <a:pt x="94462" y="8814"/>
                      <a:pt x="92872" y="12126"/>
                      <a:pt x="92313" y="15680"/>
                    </a:cubicBezTo>
                    <a:cubicBezTo>
                      <a:pt x="92313" y="16823"/>
                      <a:pt x="92980" y="16537"/>
                      <a:pt x="92313" y="17204"/>
                    </a:cubicBezTo>
                    <a:cubicBezTo>
                      <a:pt x="90413" y="17863"/>
                      <a:pt x="88419" y="18217"/>
                      <a:pt x="86408" y="18252"/>
                    </a:cubicBezTo>
                    <a:cubicBezTo>
                      <a:pt x="85646" y="18252"/>
                      <a:pt x="89265" y="17109"/>
                      <a:pt x="89361" y="16918"/>
                    </a:cubicBezTo>
                    <a:cubicBezTo>
                      <a:pt x="89456" y="16728"/>
                      <a:pt x="84217" y="18157"/>
                      <a:pt x="83455" y="18157"/>
                    </a:cubicBezTo>
                    <a:lnTo>
                      <a:pt x="86694" y="18157"/>
                    </a:lnTo>
                    <a:lnTo>
                      <a:pt x="81550" y="18157"/>
                    </a:lnTo>
                    <a:lnTo>
                      <a:pt x="83074" y="17680"/>
                    </a:lnTo>
                    <a:lnTo>
                      <a:pt x="73549" y="17680"/>
                    </a:lnTo>
                    <a:cubicBezTo>
                      <a:pt x="73549" y="17680"/>
                      <a:pt x="74025" y="7584"/>
                      <a:pt x="68120" y="5298"/>
                    </a:cubicBezTo>
                    <a:cubicBezTo>
                      <a:pt x="63725" y="3496"/>
                      <a:pt x="58837" y="3294"/>
                      <a:pt x="54308" y="4726"/>
                    </a:cubicBezTo>
                    <a:cubicBezTo>
                      <a:pt x="49356" y="6441"/>
                      <a:pt x="48117" y="14823"/>
                      <a:pt x="47355" y="15299"/>
                    </a:cubicBezTo>
                    <a:cubicBezTo>
                      <a:pt x="47060" y="15839"/>
                      <a:pt x="46836" y="16416"/>
                      <a:pt x="46689" y="17014"/>
                    </a:cubicBezTo>
                  </a:path>
                </a:pathLst>
              </a:custGeom>
              <a:solidFill>
                <a:srgbClr val="009944"/>
              </a:solidFill>
              <a:ln w="9525" cap="flat">
                <a:noFill/>
                <a:prstDash val="solid"/>
                <a:miter/>
              </a:ln>
            </p:spPr>
            <p:txBody>
              <a:bodyPr rtlCol="0" anchor="ctr"/>
              <a:lstStyle/>
              <a:p>
                <a:endParaRPr lang="zh-CN" altLang="en-US"/>
              </a:p>
            </p:txBody>
          </p:sp>
        </p:grpSp>
        <p:sp>
          <p:nvSpPr>
            <p:cNvPr id="155" name="任意多边形: 形状 154"/>
            <p:cNvSpPr/>
            <p:nvPr/>
          </p:nvSpPr>
          <p:spPr>
            <a:xfrm>
              <a:off x="9892937" y="302024"/>
              <a:ext cx="328065" cy="328064"/>
            </a:xfrm>
            <a:custGeom>
              <a:avLst/>
              <a:gdLst>
                <a:gd name="connsiteX0" fmla="*/ 204232 w 409194"/>
                <a:gd name="connsiteY0" fmla="*/ 409058 h 409193"/>
                <a:gd name="connsiteX1" fmla="*/ -365 w 409194"/>
                <a:gd name="connsiteY1" fmla="*/ 204461 h 409193"/>
                <a:gd name="connsiteX2" fmla="*/ 204232 w 409194"/>
                <a:gd name="connsiteY2" fmla="*/ -136 h 409193"/>
                <a:gd name="connsiteX3" fmla="*/ 408829 w 409194"/>
                <a:gd name="connsiteY3" fmla="*/ 204461 h 409193"/>
                <a:gd name="connsiteX4" fmla="*/ 408829 w 409194"/>
                <a:gd name="connsiteY4" fmla="*/ 204556 h 409193"/>
                <a:gd name="connsiteX5" fmla="*/ 204232 w 409194"/>
                <a:gd name="connsiteY5" fmla="*/ 409058 h 409193"/>
                <a:gd name="connsiteX6" fmla="*/ 204232 w 409194"/>
                <a:gd name="connsiteY6" fmla="*/ 5007 h 409193"/>
                <a:gd name="connsiteX7" fmla="*/ 4588 w 409194"/>
                <a:gd name="connsiteY7" fmla="*/ 204461 h 409193"/>
                <a:gd name="connsiteX8" fmla="*/ 204042 w 409194"/>
                <a:gd name="connsiteY8" fmla="*/ 404105 h 409193"/>
                <a:gd name="connsiteX9" fmla="*/ 403686 w 409194"/>
                <a:gd name="connsiteY9" fmla="*/ 204651 h 409193"/>
                <a:gd name="connsiteX10" fmla="*/ 403686 w 409194"/>
                <a:gd name="connsiteY10" fmla="*/ 204556 h 409193"/>
                <a:gd name="connsiteX11" fmla="*/ 204232 w 409194"/>
                <a:gd name="connsiteY11" fmla="*/ 5007 h 409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9194" h="409193">
                  <a:moveTo>
                    <a:pt x="204232" y="409058"/>
                  </a:moveTo>
                  <a:cubicBezTo>
                    <a:pt x="91236" y="409058"/>
                    <a:pt x="-365" y="317457"/>
                    <a:pt x="-365" y="204461"/>
                  </a:cubicBezTo>
                  <a:cubicBezTo>
                    <a:pt x="-365" y="91465"/>
                    <a:pt x="91236" y="-136"/>
                    <a:pt x="204232" y="-136"/>
                  </a:cubicBezTo>
                  <a:cubicBezTo>
                    <a:pt x="317228" y="-136"/>
                    <a:pt x="408829" y="91465"/>
                    <a:pt x="408829" y="204461"/>
                  </a:cubicBezTo>
                  <a:cubicBezTo>
                    <a:pt x="408829" y="204493"/>
                    <a:pt x="408829" y="204525"/>
                    <a:pt x="408829" y="204556"/>
                  </a:cubicBezTo>
                  <a:cubicBezTo>
                    <a:pt x="408672" y="317471"/>
                    <a:pt x="317147" y="408953"/>
                    <a:pt x="204232" y="409058"/>
                  </a:cubicBezTo>
                  <a:moveTo>
                    <a:pt x="204232" y="5007"/>
                  </a:moveTo>
                  <a:cubicBezTo>
                    <a:pt x="94024" y="4955"/>
                    <a:pt x="4641" y="94253"/>
                    <a:pt x="4588" y="204461"/>
                  </a:cubicBezTo>
                  <a:cubicBezTo>
                    <a:pt x="4536" y="314669"/>
                    <a:pt x="93834" y="404052"/>
                    <a:pt x="204042" y="404105"/>
                  </a:cubicBezTo>
                  <a:cubicBezTo>
                    <a:pt x="314250" y="404158"/>
                    <a:pt x="403633" y="314859"/>
                    <a:pt x="403686" y="204651"/>
                  </a:cubicBezTo>
                  <a:cubicBezTo>
                    <a:pt x="403686" y="204620"/>
                    <a:pt x="403686" y="204588"/>
                    <a:pt x="403686" y="204556"/>
                  </a:cubicBezTo>
                  <a:cubicBezTo>
                    <a:pt x="403424" y="94494"/>
                    <a:pt x="314294" y="5322"/>
                    <a:pt x="204232" y="5007"/>
                  </a:cubicBezTo>
                </a:path>
              </a:pathLst>
            </a:custGeom>
            <a:solidFill>
              <a:srgbClr val="DAB293"/>
            </a:solidFill>
            <a:ln w="9525" cap="flat">
              <a:noFill/>
              <a:prstDash val="solid"/>
              <a:miter/>
            </a:ln>
          </p:spPr>
          <p:txBody>
            <a:bodyPr rtlCol="0" anchor="ctr"/>
            <a:lstStyle/>
            <a:p>
              <a:endParaRPr lang="zh-CN" altLang="en-US"/>
            </a:p>
          </p:txBody>
        </p:sp>
        <p:sp>
          <p:nvSpPr>
            <p:cNvPr id="156" name="任意多边形: 形状 155"/>
            <p:cNvSpPr/>
            <p:nvPr/>
          </p:nvSpPr>
          <p:spPr>
            <a:xfrm>
              <a:off x="10032304" y="594350"/>
              <a:ext cx="5651" cy="12829"/>
            </a:xfrm>
            <a:custGeom>
              <a:avLst/>
              <a:gdLst>
                <a:gd name="connsiteX0" fmla="*/ 6684 w 7048"/>
                <a:gd name="connsiteY0" fmla="*/ -136 h 16001"/>
                <a:gd name="connsiteX1" fmla="*/ 4779 w 7048"/>
                <a:gd name="connsiteY1" fmla="*/ -136 h 16001"/>
                <a:gd name="connsiteX2" fmla="*/ -365 w 7048"/>
                <a:gd name="connsiteY2" fmla="*/ 2912 h 16001"/>
                <a:gd name="connsiteX3" fmla="*/ -365 w 7048"/>
                <a:gd name="connsiteY3" fmla="*/ 4531 h 16001"/>
                <a:gd name="connsiteX4" fmla="*/ 4112 w 7048"/>
                <a:gd name="connsiteY4" fmla="*/ 4531 h 16001"/>
                <a:gd name="connsiteX5" fmla="*/ 4112 w 7048"/>
                <a:gd name="connsiteY5" fmla="*/ 15866 h 16001"/>
                <a:gd name="connsiteX6" fmla="*/ 6684 w 7048"/>
                <a:gd name="connsiteY6" fmla="*/ 15866 h 1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48" h="16001">
                  <a:moveTo>
                    <a:pt x="6684" y="-136"/>
                  </a:moveTo>
                  <a:lnTo>
                    <a:pt x="4779" y="-136"/>
                  </a:lnTo>
                  <a:cubicBezTo>
                    <a:pt x="4017" y="2436"/>
                    <a:pt x="2683" y="2722"/>
                    <a:pt x="-365" y="2912"/>
                  </a:cubicBezTo>
                  <a:lnTo>
                    <a:pt x="-365" y="4531"/>
                  </a:lnTo>
                  <a:lnTo>
                    <a:pt x="4112" y="4531"/>
                  </a:lnTo>
                  <a:lnTo>
                    <a:pt x="4112" y="15866"/>
                  </a:lnTo>
                  <a:lnTo>
                    <a:pt x="6684" y="15866"/>
                  </a:lnTo>
                  <a:close/>
                </a:path>
              </a:pathLst>
            </a:custGeom>
            <a:solidFill>
              <a:srgbClr val="FFFFFF"/>
            </a:solidFill>
            <a:ln w="9525" cap="flat">
              <a:noFill/>
              <a:prstDash val="solid"/>
              <a:miter/>
            </a:ln>
          </p:spPr>
          <p:txBody>
            <a:bodyPr rtlCol="0" anchor="ctr"/>
            <a:lstStyle/>
            <a:p>
              <a:endParaRPr lang="zh-CN" altLang="en-US"/>
            </a:p>
          </p:txBody>
        </p:sp>
        <p:sp>
          <p:nvSpPr>
            <p:cNvPr id="157" name="任意多边形: 形状 156"/>
            <p:cNvSpPr/>
            <p:nvPr/>
          </p:nvSpPr>
          <p:spPr>
            <a:xfrm>
              <a:off x="10044293" y="593935"/>
              <a:ext cx="10443" cy="13625"/>
            </a:xfrm>
            <a:custGeom>
              <a:avLst/>
              <a:gdLst>
                <a:gd name="connsiteX0" fmla="*/ 5731 w 13026"/>
                <a:gd name="connsiteY0" fmla="*/ 11049 h 16995"/>
                <a:gd name="connsiteX1" fmla="*/ 10112 w 13026"/>
                <a:gd name="connsiteY1" fmla="*/ 9144 h 16995"/>
                <a:gd name="connsiteX2" fmla="*/ 10112 w 13026"/>
                <a:gd name="connsiteY2" fmla="*/ 9144 h 16995"/>
                <a:gd name="connsiteX3" fmla="*/ 5540 w 13026"/>
                <a:gd name="connsiteY3" fmla="*/ 15145 h 16995"/>
                <a:gd name="connsiteX4" fmla="*/ 2302 w 13026"/>
                <a:gd name="connsiteY4" fmla="*/ 12573 h 16995"/>
                <a:gd name="connsiteX5" fmla="*/ -175 w 13026"/>
                <a:gd name="connsiteY5" fmla="*/ 12573 h 16995"/>
                <a:gd name="connsiteX6" fmla="*/ 5540 w 13026"/>
                <a:gd name="connsiteY6" fmla="*/ 16860 h 16995"/>
                <a:gd name="connsiteX7" fmla="*/ 12589 w 13026"/>
                <a:gd name="connsiteY7" fmla="*/ 7335 h 16995"/>
                <a:gd name="connsiteX8" fmla="*/ 7146 w 13026"/>
                <a:gd name="connsiteY8" fmla="*/ -33 h 16995"/>
                <a:gd name="connsiteX9" fmla="*/ 5826 w 13026"/>
                <a:gd name="connsiteY9" fmla="*/ -95 h 16995"/>
                <a:gd name="connsiteX10" fmla="*/ -325 w 13026"/>
                <a:gd name="connsiteY10" fmla="*/ 4722 h 16995"/>
                <a:gd name="connsiteX11" fmla="*/ -365 w 13026"/>
                <a:gd name="connsiteY11" fmla="*/ 5334 h 16995"/>
                <a:gd name="connsiteX12" fmla="*/ 5731 w 13026"/>
                <a:gd name="connsiteY12" fmla="*/ 10573 h 16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026" h="16995">
                  <a:moveTo>
                    <a:pt x="5731" y="11049"/>
                  </a:moveTo>
                  <a:cubicBezTo>
                    <a:pt x="7410" y="11140"/>
                    <a:pt x="9034" y="10434"/>
                    <a:pt x="10112" y="9144"/>
                  </a:cubicBezTo>
                  <a:lnTo>
                    <a:pt x="10112" y="9144"/>
                  </a:lnTo>
                  <a:cubicBezTo>
                    <a:pt x="9541" y="13335"/>
                    <a:pt x="8112" y="15145"/>
                    <a:pt x="5540" y="15145"/>
                  </a:cubicBezTo>
                  <a:cubicBezTo>
                    <a:pt x="2969" y="15145"/>
                    <a:pt x="2397" y="14193"/>
                    <a:pt x="2302" y="12573"/>
                  </a:cubicBezTo>
                  <a:lnTo>
                    <a:pt x="-175" y="12573"/>
                  </a:lnTo>
                  <a:cubicBezTo>
                    <a:pt x="-175" y="14097"/>
                    <a:pt x="1063" y="16860"/>
                    <a:pt x="5540" y="16860"/>
                  </a:cubicBezTo>
                  <a:cubicBezTo>
                    <a:pt x="12208" y="16860"/>
                    <a:pt x="12589" y="9525"/>
                    <a:pt x="12589" y="7335"/>
                  </a:cubicBezTo>
                  <a:cubicBezTo>
                    <a:pt x="13121" y="3797"/>
                    <a:pt x="10683" y="499"/>
                    <a:pt x="7146" y="-33"/>
                  </a:cubicBezTo>
                  <a:cubicBezTo>
                    <a:pt x="6710" y="-99"/>
                    <a:pt x="6267" y="-119"/>
                    <a:pt x="5826" y="-95"/>
                  </a:cubicBezTo>
                  <a:cubicBezTo>
                    <a:pt x="2797" y="-463"/>
                    <a:pt x="43" y="1693"/>
                    <a:pt x="-325" y="4722"/>
                  </a:cubicBezTo>
                  <a:cubicBezTo>
                    <a:pt x="-350" y="4925"/>
                    <a:pt x="-363" y="5130"/>
                    <a:pt x="-365" y="5334"/>
                  </a:cubicBezTo>
                  <a:cubicBezTo>
                    <a:pt x="-365" y="8573"/>
                    <a:pt x="2111" y="10573"/>
                    <a:pt x="5731" y="10573"/>
                  </a:cubicBezTo>
                </a:path>
              </a:pathLst>
            </a:custGeom>
            <a:solidFill>
              <a:srgbClr val="FFFFFF"/>
            </a:solidFill>
            <a:ln w="9525" cap="flat">
              <a:noFill/>
              <a:prstDash val="solid"/>
              <a:miter/>
            </a:ln>
          </p:spPr>
          <p:txBody>
            <a:bodyPr rtlCol="0" anchor="ctr"/>
            <a:lstStyle/>
            <a:p>
              <a:endParaRPr lang="zh-CN" altLang="en-US"/>
            </a:p>
          </p:txBody>
        </p:sp>
        <p:sp>
          <p:nvSpPr>
            <p:cNvPr id="158" name="任意多边形: 形状 157"/>
            <p:cNvSpPr/>
            <p:nvPr/>
          </p:nvSpPr>
          <p:spPr>
            <a:xfrm>
              <a:off x="10046278" y="595486"/>
              <a:ext cx="6115" cy="5670"/>
            </a:xfrm>
            <a:custGeom>
              <a:avLst/>
              <a:gdLst>
                <a:gd name="connsiteX0" fmla="*/ 3542 w 7627"/>
                <a:gd name="connsiteY0" fmla="*/ 6925 h 7072"/>
                <a:gd name="connsiteX1" fmla="*/ -363 w 7627"/>
                <a:gd name="connsiteY1" fmla="*/ 3400 h 7072"/>
                <a:gd name="connsiteX2" fmla="*/ 2957 w 7627"/>
                <a:gd name="connsiteY2" fmla="*/ -134 h 7072"/>
                <a:gd name="connsiteX3" fmla="*/ 3352 w 7627"/>
                <a:gd name="connsiteY3" fmla="*/ -124 h 7072"/>
                <a:gd name="connsiteX4" fmla="*/ 7257 w 7627"/>
                <a:gd name="connsiteY4" fmla="*/ 3305 h 7072"/>
                <a:gd name="connsiteX5" fmla="*/ 4036 w 7627"/>
                <a:gd name="connsiteY5" fmla="*/ 6931 h 7072"/>
                <a:gd name="connsiteX6" fmla="*/ 3542 w 7627"/>
                <a:gd name="connsiteY6" fmla="*/ 6925 h 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7" h="7072">
                  <a:moveTo>
                    <a:pt x="3542" y="6925"/>
                  </a:moveTo>
                  <a:cubicBezTo>
                    <a:pt x="1923" y="6925"/>
                    <a:pt x="-363" y="6925"/>
                    <a:pt x="-363" y="3400"/>
                  </a:cubicBezTo>
                  <a:cubicBezTo>
                    <a:pt x="-423" y="1507"/>
                    <a:pt x="1064" y="-75"/>
                    <a:pt x="2957" y="-134"/>
                  </a:cubicBezTo>
                  <a:cubicBezTo>
                    <a:pt x="3089" y="-138"/>
                    <a:pt x="3220" y="-135"/>
                    <a:pt x="3352" y="-124"/>
                  </a:cubicBezTo>
                  <a:cubicBezTo>
                    <a:pt x="6114" y="-124"/>
                    <a:pt x="7257" y="1400"/>
                    <a:pt x="7257" y="3305"/>
                  </a:cubicBezTo>
                  <a:cubicBezTo>
                    <a:pt x="7369" y="5195"/>
                    <a:pt x="5927" y="6819"/>
                    <a:pt x="4036" y="6931"/>
                  </a:cubicBezTo>
                  <a:cubicBezTo>
                    <a:pt x="3872" y="6941"/>
                    <a:pt x="3706" y="6939"/>
                    <a:pt x="3542" y="6925"/>
                  </a:cubicBezTo>
                </a:path>
              </a:pathLst>
            </a:custGeom>
            <a:solidFill>
              <a:srgbClr val="009944"/>
            </a:solidFill>
            <a:ln w="9525" cap="flat">
              <a:noFill/>
              <a:prstDash val="solid"/>
              <a:miter/>
            </a:ln>
          </p:spPr>
          <p:txBody>
            <a:bodyPr rtlCol="0" anchor="ctr"/>
            <a:lstStyle/>
            <a:p>
              <a:endParaRPr lang="zh-CN" altLang="en-US"/>
            </a:p>
          </p:txBody>
        </p:sp>
        <p:sp>
          <p:nvSpPr>
            <p:cNvPr id="159" name="任意多边形: 形状 158"/>
            <p:cNvSpPr/>
            <p:nvPr/>
          </p:nvSpPr>
          <p:spPr>
            <a:xfrm>
              <a:off x="10057199" y="594350"/>
              <a:ext cx="10920" cy="12829"/>
            </a:xfrm>
            <a:custGeom>
              <a:avLst/>
              <a:gdLst>
                <a:gd name="connsiteX0" fmla="*/ 13621 w 13620"/>
                <a:gd name="connsiteY0" fmla="*/ 12097 h 16002"/>
                <a:gd name="connsiteX1" fmla="*/ 13621 w 13620"/>
                <a:gd name="connsiteY1" fmla="*/ 10382 h 16002"/>
                <a:gd name="connsiteX2" fmla="*/ 10859 w 13620"/>
                <a:gd name="connsiteY2" fmla="*/ 10382 h 16002"/>
                <a:gd name="connsiteX3" fmla="*/ 10859 w 13620"/>
                <a:gd name="connsiteY3" fmla="*/ 0 h 16002"/>
                <a:gd name="connsiteX4" fmla="*/ 8858 w 13620"/>
                <a:gd name="connsiteY4" fmla="*/ 0 h 16002"/>
                <a:gd name="connsiteX5" fmla="*/ 0 w 13620"/>
                <a:gd name="connsiteY5" fmla="*/ 10097 h 16002"/>
                <a:gd name="connsiteX6" fmla="*/ 0 w 13620"/>
                <a:gd name="connsiteY6" fmla="*/ 12097 h 16002"/>
                <a:gd name="connsiteX7" fmla="*/ 8477 w 13620"/>
                <a:gd name="connsiteY7" fmla="*/ 12097 h 16002"/>
                <a:gd name="connsiteX8" fmla="*/ 8477 w 13620"/>
                <a:gd name="connsiteY8" fmla="*/ 16002 h 16002"/>
                <a:gd name="connsiteX9" fmla="*/ 10859 w 13620"/>
                <a:gd name="connsiteY9" fmla="*/ 16002 h 16002"/>
                <a:gd name="connsiteX10" fmla="*/ 10859 w 13620"/>
                <a:gd name="connsiteY10" fmla="*/ 12097 h 16002"/>
                <a:gd name="connsiteX11" fmla="*/ 13621 w 13620"/>
                <a:gd name="connsiteY11" fmla="*/ 12097 h 16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20" h="16002">
                  <a:moveTo>
                    <a:pt x="13621" y="12097"/>
                  </a:moveTo>
                  <a:lnTo>
                    <a:pt x="13621" y="10382"/>
                  </a:lnTo>
                  <a:lnTo>
                    <a:pt x="10859" y="10382"/>
                  </a:lnTo>
                  <a:lnTo>
                    <a:pt x="10859" y="0"/>
                  </a:lnTo>
                  <a:lnTo>
                    <a:pt x="8858" y="0"/>
                  </a:lnTo>
                  <a:lnTo>
                    <a:pt x="0" y="10097"/>
                  </a:lnTo>
                  <a:lnTo>
                    <a:pt x="0" y="12097"/>
                  </a:lnTo>
                  <a:lnTo>
                    <a:pt x="8477" y="12097"/>
                  </a:lnTo>
                  <a:lnTo>
                    <a:pt x="8477" y="16002"/>
                  </a:lnTo>
                  <a:lnTo>
                    <a:pt x="10859" y="16002"/>
                  </a:lnTo>
                  <a:lnTo>
                    <a:pt x="10859" y="12097"/>
                  </a:lnTo>
                  <a:lnTo>
                    <a:pt x="13621" y="12097"/>
                  </a:lnTo>
                  <a:close/>
                </a:path>
              </a:pathLst>
            </a:custGeom>
            <a:solidFill>
              <a:srgbClr val="FFFFFF"/>
            </a:solidFill>
            <a:ln w="9525" cap="flat">
              <a:noFill/>
              <a:prstDash val="solid"/>
              <a:miter/>
            </a:ln>
          </p:spPr>
          <p:txBody>
            <a:bodyPr rtlCol="0" anchor="ctr"/>
            <a:lstStyle/>
            <a:p>
              <a:endParaRPr lang="zh-CN" altLang="en-US"/>
            </a:p>
          </p:txBody>
        </p:sp>
        <p:sp>
          <p:nvSpPr>
            <p:cNvPr id="160" name="任意多边形: 形状 159"/>
            <p:cNvSpPr/>
            <p:nvPr/>
          </p:nvSpPr>
          <p:spPr>
            <a:xfrm>
              <a:off x="10059032" y="596870"/>
              <a:ext cx="4964" cy="5803"/>
            </a:xfrm>
            <a:custGeom>
              <a:avLst/>
              <a:gdLst>
                <a:gd name="connsiteX0" fmla="*/ 6096 w 6191"/>
                <a:gd name="connsiteY0" fmla="*/ 0 h 7238"/>
                <a:gd name="connsiteX1" fmla="*/ 6191 w 6191"/>
                <a:gd name="connsiteY1" fmla="*/ 0 h 7238"/>
                <a:gd name="connsiteX2" fmla="*/ 6191 w 6191"/>
                <a:gd name="connsiteY2" fmla="*/ 7239 h 7238"/>
                <a:gd name="connsiteX3" fmla="*/ 0 w 6191"/>
                <a:gd name="connsiteY3" fmla="*/ 7239 h 7238"/>
                <a:gd name="connsiteX4" fmla="*/ 6096 w 6191"/>
                <a:gd name="connsiteY4" fmla="*/ 0 h 7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 h="7238">
                  <a:moveTo>
                    <a:pt x="6096" y="0"/>
                  </a:moveTo>
                  <a:lnTo>
                    <a:pt x="6191" y="0"/>
                  </a:lnTo>
                  <a:lnTo>
                    <a:pt x="6191" y="7239"/>
                  </a:lnTo>
                  <a:lnTo>
                    <a:pt x="0" y="7239"/>
                  </a:lnTo>
                  <a:lnTo>
                    <a:pt x="6096" y="0"/>
                  </a:lnTo>
                  <a:close/>
                </a:path>
              </a:pathLst>
            </a:custGeom>
            <a:solidFill>
              <a:srgbClr val="009944"/>
            </a:solidFill>
            <a:ln w="9525" cap="flat">
              <a:noFill/>
              <a:prstDash val="solid"/>
              <a:miter/>
            </a:ln>
          </p:spPr>
          <p:txBody>
            <a:bodyPr rtlCol="0" anchor="ctr"/>
            <a:lstStyle/>
            <a:p>
              <a:endParaRPr lang="zh-CN" altLang="en-US"/>
            </a:p>
          </p:txBody>
        </p:sp>
        <p:sp>
          <p:nvSpPr>
            <p:cNvPr id="161" name="任意多边形: 形状 160"/>
            <p:cNvSpPr/>
            <p:nvPr/>
          </p:nvSpPr>
          <p:spPr>
            <a:xfrm>
              <a:off x="10070868" y="594579"/>
              <a:ext cx="10538" cy="13211"/>
            </a:xfrm>
            <a:custGeom>
              <a:avLst/>
              <a:gdLst>
                <a:gd name="connsiteX0" fmla="*/ 12780 w 13144"/>
                <a:gd name="connsiteY0" fmla="*/ 8056 h 16478"/>
                <a:gd name="connsiteX1" fmla="*/ 6207 w 13144"/>
                <a:gd name="connsiteY1" fmla="*/ -136 h 16478"/>
                <a:gd name="connsiteX2" fmla="*/ -365 w 13144"/>
                <a:gd name="connsiteY2" fmla="*/ 8056 h 16478"/>
                <a:gd name="connsiteX3" fmla="*/ 6207 w 13144"/>
                <a:gd name="connsiteY3" fmla="*/ 16342 h 16478"/>
                <a:gd name="connsiteX4" fmla="*/ 12780 w 13144"/>
                <a:gd name="connsiteY4" fmla="*/ 8056 h 16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144" h="16478">
                  <a:moveTo>
                    <a:pt x="12780" y="8056"/>
                  </a:moveTo>
                  <a:cubicBezTo>
                    <a:pt x="12780" y="4722"/>
                    <a:pt x="11732" y="-136"/>
                    <a:pt x="6207" y="-136"/>
                  </a:cubicBezTo>
                  <a:cubicBezTo>
                    <a:pt x="683" y="-136"/>
                    <a:pt x="-365" y="4722"/>
                    <a:pt x="-365" y="8056"/>
                  </a:cubicBezTo>
                  <a:cubicBezTo>
                    <a:pt x="-365" y="11389"/>
                    <a:pt x="683" y="16342"/>
                    <a:pt x="6207" y="16342"/>
                  </a:cubicBezTo>
                  <a:cubicBezTo>
                    <a:pt x="11732" y="16342"/>
                    <a:pt x="12780" y="11389"/>
                    <a:pt x="12780" y="8056"/>
                  </a:cubicBezTo>
                </a:path>
              </a:pathLst>
            </a:custGeom>
            <a:solidFill>
              <a:srgbClr val="FFFFFF"/>
            </a:solidFill>
            <a:ln w="9525" cap="flat">
              <a:noFill/>
              <a:prstDash val="solid"/>
              <a:miter/>
            </a:ln>
          </p:spPr>
          <p:txBody>
            <a:bodyPr rtlCol="0" anchor="ctr"/>
            <a:lstStyle/>
            <a:p>
              <a:endParaRPr lang="zh-CN" altLang="en-US"/>
            </a:p>
          </p:txBody>
        </p:sp>
        <p:sp>
          <p:nvSpPr>
            <p:cNvPr id="162" name="任意多边形: 形状 161"/>
            <p:cNvSpPr/>
            <p:nvPr/>
          </p:nvSpPr>
          <p:spPr>
            <a:xfrm>
              <a:off x="10072931" y="596030"/>
              <a:ext cx="6414" cy="10309"/>
            </a:xfrm>
            <a:custGeom>
              <a:avLst/>
              <a:gdLst>
                <a:gd name="connsiteX0" fmla="*/ 7636 w 8000"/>
                <a:gd name="connsiteY0" fmla="*/ 6246 h 12858"/>
                <a:gd name="connsiteX1" fmla="*/ 3636 w 8000"/>
                <a:gd name="connsiteY1" fmla="*/ 12723 h 12858"/>
                <a:gd name="connsiteX2" fmla="*/ -365 w 8000"/>
                <a:gd name="connsiteY2" fmla="*/ 6246 h 12858"/>
                <a:gd name="connsiteX3" fmla="*/ 3636 w 8000"/>
                <a:gd name="connsiteY3" fmla="*/ -136 h 12858"/>
                <a:gd name="connsiteX4" fmla="*/ 7636 w 8000"/>
                <a:gd name="connsiteY4" fmla="*/ 6246 h 128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0" h="12858">
                  <a:moveTo>
                    <a:pt x="7636" y="6246"/>
                  </a:moveTo>
                  <a:cubicBezTo>
                    <a:pt x="7636" y="10246"/>
                    <a:pt x="6398" y="12723"/>
                    <a:pt x="3636" y="12723"/>
                  </a:cubicBezTo>
                  <a:cubicBezTo>
                    <a:pt x="873" y="12723"/>
                    <a:pt x="-365" y="10246"/>
                    <a:pt x="-365" y="6246"/>
                  </a:cubicBezTo>
                  <a:cubicBezTo>
                    <a:pt x="-365" y="2245"/>
                    <a:pt x="873" y="-136"/>
                    <a:pt x="3636" y="-136"/>
                  </a:cubicBezTo>
                  <a:cubicBezTo>
                    <a:pt x="6398" y="-136"/>
                    <a:pt x="7636" y="2245"/>
                    <a:pt x="7636" y="6246"/>
                  </a:cubicBezTo>
                </a:path>
              </a:pathLst>
            </a:custGeom>
            <a:solidFill>
              <a:srgbClr val="009944"/>
            </a:solidFill>
            <a:ln w="9525" cap="flat">
              <a:noFill/>
              <a:prstDash val="solid"/>
              <a:miter/>
            </a:ln>
          </p:spPr>
          <p:txBody>
            <a:bodyPr rtlCol="0" anchor="ctr"/>
            <a:lstStyle/>
            <a:p>
              <a:endParaRPr lang="zh-CN" altLang="en-US"/>
            </a:p>
          </p:txBody>
        </p:sp>
        <p:sp>
          <p:nvSpPr>
            <p:cNvPr id="163" name="任意多边形: 形状 162"/>
            <p:cNvSpPr/>
            <p:nvPr/>
          </p:nvSpPr>
          <p:spPr>
            <a:xfrm>
              <a:off x="10023370" y="266380"/>
              <a:ext cx="21619" cy="31139"/>
            </a:xfrm>
            <a:custGeom>
              <a:avLst/>
              <a:gdLst>
                <a:gd name="connsiteX0" fmla="*/ -365 w 26965"/>
                <a:gd name="connsiteY0" fmla="*/ 7843 h 38839"/>
                <a:gd name="connsiteX1" fmla="*/ 397 w 26965"/>
                <a:gd name="connsiteY1" fmla="*/ 5461 h 38839"/>
                <a:gd name="connsiteX2" fmla="*/ 1921 w 26965"/>
                <a:gd name="connsiteY2" fmla="*/ 6128 h 38839"/>
                <a:gd name="connsiteX3" fmla="*/ 3255 w 26965"/>
                <a:gd name="connsiteY3" fmla="*/ 6128 h 38839"/>
                <a:gd name="connsiteX4" fmla="*/ 4874 w 26965"/>
                <a:gd name="connsiteY4" fmla="*/ 5366 h 38839"/>
                <a:gd name="connsiteX5" fmla="*/ 7541 w 26965"/>
                <a:gd name="connsiteY5" fmla="*/ 3747 h 38839"/>
                <a:gd name="connsiteX6" fmla="*/ 9827 w 26965"/>
                <a:gd name="connsiteY6" fmla="*/ 3271 h 38839"/>
                <a:gd name="connsiteX7" fmla="*/ 16399 w 26965"/>
                <a:gd name="connsiteY7" fmla="*/ 32 h 38839"/>
                <a:gd name="connsiteX8" fmla="*/ 18114 w 26965"/>
                <a:gd name="connsiteY8" fmla="*/ 32 h 38839"/>
                <a:gd name="connsiteX9" fmla="*/ 21257 w 26965"/>
                <a:gd name="connsiteY9" fmla="*/ 32 h 38839"/>
                <a:gd name="connsiteX10" fmla="*/ 22019 w 26965"/>
                <a:gd name="connsiteY10" fmla="*/ 1175 h 38839"/>
                <a:gd name="connsiteX11" fmla="*/ 23352 w 26965"/>
                <a:gd name="connsiteY11" fmla="*/ 3175 h 38839"/>
                <a:gd name="connsiteX12" fmla="*/ 22781 w 26965"/>
                <a:gd name="connsiteY12" fmla="*/ 5176 h 38839"/>
                <a:gd name="connsiteX13" fmla="*/ 22781 w 26965"/>
                <a:gd name="connsiteY13" fmla="*/ 6890 h 38839"/>
                <a:gd name="connsiteX14" fmla="*/ 21733 w 26965"/>
                <a:gd name="connsiteY14" fmla="*/ 9843 h 38839"/>
                <a:gd name="connsiteX15" fmla="*/ 20495 w 26965"/>
                <a:gd name="connsiteY15" fmla="*/ 11653 h 38839"/>
                <a:gd name="connsiteX16" fmla="*/ 18304 w 26965"/>
                <a:gd name="connsiteY16" fmla="*/ 18606 h 38839"/>
                <a:gd name="connsiteX17" fmla="*/ 17447 w 26965"/>
                <a:gd name="connsiteY17" fmla="*/ 19749 h 38839"/>
                <a:gd name="connsiteX18" fmla="*/ 16208 w 26965"/>
                <a:gd name="connsiteY18" fmla="*/ 19749 h 38839"/>
                <a:gd name="connsiteX19" fmla="*/ 14875 w 26965"/>
                <a:gd name="connsiteY19" fmla="*/ 20320 h 38839"/>
                <a:gd name="connsiteX20" fmla="*/ 12970 w 26965"/>
                <a:gd name="connsiteY20" fmla="*/ 21178 h 38839"/>
                <a:gd name="connsiteX21" fmla="*/ 12970 w 26965"/>
                <a:gd name="connsiteY21" fmla="*/ 22702 h 38839"/>
                <a:gd name="connsiteX22" fmla="*/ 14399 w 26965"/>
                <a:gd name="connsiteY22" fmla="*/ 22225 h 38839"/>
                <a:gd name="connsiteX23" fmla="*/ 15542 w 26965"/>
                <a:gd name="connsiteY23" fmla="*/ 21559 h 38839"/>
                <a:gd name="connsiteX24" fmla="*/ 17256 w 26965"/>
                <a:gd name="connsiteY24" fmla="*/ 21559 h 38839"/>
                <a:gd name="connsiteX25" fmla="*/ 18018 w 26965"/>
                <a:gd name="connsiteY25" fmla="*/ 22226 h 38839"/>
                <a:gd name="connsiteX26" fmla="*/ 18780 w 26965"/>
                <a:gd name="connsiteY26" fmla="*/ 24226 h 38839"/>
                <a:gd name="connsiteX27" fmla="*/ 18780 w 26965"/>
                <a:gd name="connsiteY27" fmla="*/ 25178 h 38839"/>
                <a:gd name="connsiteX28" fmla="*/ 17446 w 26965"/>
                <a:gd name="connsiteY28" fmla="*/ 26417 h 38839"/>
                <a:gd name="connsiteX29" fmla="*/ 15827 w 26965"/>
                <a:gd name="connsiteY29" fmla="*/ 27369 h 38839"/>
                <a:gd name="connsiteX30" fmla="*/ 15827 w 26965"/>
                <a:gd name="connsiteY30" fmla="*/ 28417 h 38839"/>
                <a:gd name="connsiteX31" fmla="*/ 16780 w 26965"/>
                <a:gd name="connsiteY31" fmla="*/ 28988 h 38839"/>
                <a:gd name="connsiteX32" fmla="*/ 18971 w 26965"/>
                <a:gd name="connsiteY32" fmla="*/ 28226 h 38839"/>
                <a:gd name="connsiteX33" fmla="*/ 20685 w 26965"/>
                <a:gd name="connsiteY33" fmla="*/ 28226 h 38839"/>
                <a:gd name="connsiteX34" fmla="*/ 22781 w 26965"/>
                <a:gd name="connsiteY34" fmla="*/ 27464 h 38839"/>
                <a:gd name="connsiteX35" fmla="*/ 24686 w 26965"/>
                <a:gd name="connsiteY35" fmla="*/ 27464 h 38839"/>
                <a:gd name="connsiteX36" fmla="*/ 26496 w 26965"/>
                <a:gd name="connsiteY36" fmla="*/ 29655 h 38839"/>
                <a:gd name="connsiteX37" fmla="*/ 24305 w 26965"/>
                <a:gd name="connsiteY37" fmla="*/ 34036 h 38839"/>
                <a:gd name="connsiteX38" fmla="*/ 21733 w 26965"/>
                <a:gd name="connsiteY38" fmla="*/ 34036 h 38839"/>
                <a:gd name="connsiteX39" fmla="*/ 17637 w 26965"/>
                <a:gd name="connsiteY39" fmla="*/ 34798 h 38839"/>
                <a:gd name="connsiteX40" fmla="*/ 15446 w 26965"/>
                <a:gd name="connsiteY40" fmla="*/ 34798 h 38839"/>
                <a:gd name="connsiteX41" fmla="*/ 13446 w 26965"/>
                <a:gd name="connsiteY41" fmla="*/ 35275 h 38839"/>
                <a:gd name="connsiteX42" fmla="*/ 11351 w 26965"/>
                <a:gd name="connsiteY42" fmla="*/ 35941 h 38839"/>
                <a:gd name="connsiteX43" fmla="*/ 8684 w 26965"/>
                <a:gd name="connsiteY43" fmla="*/ 36799 h 38839"/>
                <a:gd name="connsiteX44" fmla="*/ 6017 w 26965"/>
                <a:gd name="connsiteY44" fmla="*/ 37465 h 38839"/>
                <a:gd name="connsiteX45" fmla="*/ 3255 w 26965"/>
                <a:gd name="connsiteY45" fmla="*/ 38704 h 38839"/>
                <a:gd name="connsiteX46" fmla="*/ 1349 w 26965"/>
                <a:gd name="connsiteY46" fmla="*/ 38037 h 38839"/>
                <a:gd name="connsiteX47" fmla="*/ 588 w 26965"/>
                <a:gd name="connsiteY47" fmla="*/ 35751 h 38839"/>
                <a:gd name="connsiteX48" fmla="*/ 588 w 26965"/>
                <a:gd name="connsiteY48" fmla="*/ 34608 h 38839"/>
                <a:gd name="connsiteX49" fmla="*/ 588 w 26965"/>
                <a:gd name="connsiteY49" fmla="*/ 33274 h 38839"/>
                <a:gd name="connsiteX50" fmla="*/ 1159 w 26965"/>
                <a:gd name="connsiteY50" fmla="*/ 32608 h 38839"/>
                <a:gd name="connsiteX51" fmla="*/ 2112 w 26965"/>
                <a:gd name="connsiteY51" fmla="*/ 32608 h 38839"/>
                <a:gd name="connsiteX52" fmla="*/ 4398 w 26965"/>
                <a:gd name="connsiteY52" fmla="*/ 31465 h 38839"/>
                <a:gd name="connsiteX53" fmla="*/ 7350 w 26965"/>
                <a:gd name="connsiteY53" fmla="*/ 29655 h 38839"/>
                <a:gd name="connsiteX54" fmla="*/ 6683 w 26965"/>
                <a:gd name="connsiteY54" fmla="*/ 28798 h 38839"/>
                <a:gd name="connsiteX55" fmla="*/ 5350 w 26965"/>
                <a:gd name="connsiteY55" fmla="*/ 28798 h 38839"/>
                <a:gd name="connsiteX56" fmla="*/ 4207 w 26965"/>
                <a:gd name="connsiteY56" fmla="*/ 28798 h 38839"/>
                <a:gd name="connsiteX57" fmla="*/ 4207 w 26965"/>
                <a:gd name="connsiteY57" fmla="*/ 27750 h 38839"/>
                <a:gd name="connsiteX58" fmla="*/ 4207 w 26965"/>
                <a:gd name="connsiteY58" fmla="*/ 26416 h 38839"/>
                <a:gd name="connsiteX59" fmla="*/ 4779 w 26965"/>
                <a:gd name="connsiteY59" fmla="*/ 25369 h 38839"/>
                <a:gd name="connsiteX60" fmla="*/ 5445 w 26965"/>
                <a:gd name="connsiteY60" fmla="*/ 25369 h 38839"/>
                <a:gd name="connsiteX61" fmla="*/ 6207 w 26965"/>
                <a:gd name="connsiteY61" fmla="*/ 25369 h 38839"/>
                <a:gd name="connsiteX62" fmla="*/ 6969 w 26965"/>
                <a:gd name="connsiteY62" fmla="*/ 25369 h 38839"/>
                <a:gd name="connsiteX63" fmla="*/ 7541 w 26965"/>
                <a:gd name="connsiteY63" fmla="*/ 24607 h 38839"/>
                <a:gd name="connsiteX64" fmla="*/ 7541 w 26965"/>
                <a:gd name="connsiteY64" fmla="*/ 23083 h 38839"/>
                <a:gd name="connsiteX65" fmla="*/ 6588 w 26965"/>
                <a:gd name="connsiteY65" fmla="*/ 23083 h 38839"/>
                <a:gd name="connsiteX66" fmla="*/ 5445 w 26965"/>
                <a:gd name="connsiteY66" fmla="*/ 23559 h 38839"/>
                <a:gd name="connsiteX67" fmla="*/ 4398 w 26965"/>
                <a:gd name="connsiteY67" fmla="*/ 23559 h 38839"/>
                <a:gd name="connsiteX68" fmla="*/ 3540 w 26965"/>
                <a:gd name="connsiteY68" fmla="*/ 23559 h 38839"/>
                <a:gd name="connsiteX69" fmla="*/ 2969 w 26965"/>
                <a:gd name="connsiteY69" fmla="*/ 22987 h 38839"/>
                <a:gd name="connsiteX70" fmla="*/ 2969 w 26965"/>
                <a:gd name="connsiteY70" fmla="*/ 22035 h 38839"/>
                <a:gd name="connsiteX71" fmla="*/ 1921 w 26965"/>
                <a:gd name="connsiteY71" fmla="*/ 20701 h 38839"/>
                <a:gd name="connsiteX72" fmla="*/ 1254 w 26965"/>
                <a:gd name="connsiteY72" fmla="*/ 19177 h 38839"/>
                <a:gd name="connsiteX73" fmla="*/ 1826 w 26965"/>
                <a:gd name="connsiteY73" fmla="*/ 16606 h 38839"/>
                <a:gd name="connsiteX74" fmla="*/ 873 w 26965"/>
                <a:gd name="connsiteY74" fmla="*/ 12796 h 38839"/>
                <a:gd name="connsiteX75" fmla="*/ 111 w 26965"/>
                <a:gd name="connsiteY75" fmla="*/ 11176 h 38839"/>
                <a:gd name="connsiteX76" fmla="*/ 111 w 26965"/>
                <a:gd name="connsiteY76" fmla="*/ 9843 h 38839"/>
                <a:gd name="connsiteX77" fmla="*/ 111 w 26965"/>
                <a:gd name="connsiteY77" fmla="*/ 7652 h 3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26965" h="38839">
                  <a:moveTo>
                    <a:pt x="-365" y="7843"/>
                  </a:moveTo>
                  <a:cubicBezTo>
                    <a:pt x="-365" y="6890"/>
                    <a:pt x="-365" y="5557"/>
                    <a:pt x="397" y="5461"/>
                  </a:cubicBezTo>
                  <a:cubicBezTo>
                    <a:pt x="1159" y="5366"/>
                    <a:pt x="1159" y="6223"/>
                    <a:pt x="1921" y="6128"/>
                  </a:cubicBezTo>
                  <a:cubicBezTo>
                    <a:pt x="2364" y="6170"/>
                    <a:pt x="2811" y="6170"/>
                    <a:pt x="3255" y="6128"/>
                  </a:cubicBezTo>
                  <a:lnTo>
                    <a:pt x="4874" y="5366"/>
                  </a:lnTo>
                  <a:cubicBezTo>
                    <a:pt x="5826" y="5366"/>
                    <a:pt x="6493" y="4318"/>
                    <a:pt x="7541" y="3747"/>
                  </a:cubicBezTo>
                  <a:cubicBezTo>
                    <a:pt x="8589" y="3175"/>
                    <a:pt x="9255" y="3747"/>
                    <a:pt x="9827" y="3271"/>
                  </a:cubicBezTo>
                  <a:cubicBezTo>
                    <a:pt x="10398" y="2794"/>
                    <a:pt x="15827" y="127"/>
                    <a:pt x="16399" y="32"/>
                  </a:cubicBezTo>
                  <a:cubicBezTo>
                    <a:pt x="16971" y="-63"/>
                    <a:pt x="17637" y="508"/>
                    <a:pt x="18114" y="32"/>
                  </a:cubicBezTo>
                  <a:cubicBezTo>
                    <a:pt x="19149" y="-192"/>
                    <a:pt x="20221" y="-192"/>
                    <a:pt x="21257" y="32"/>
                  </a:cubicBezTo>
                  <a:cubicBezTo>
                    <a:pt x="21257" y="32"/>
                    <a:pt x="21733" y="985"/>
                    <a:pt x="22019" y="1175"/>
                  </a:cubicBezTo>
                  <a:cubicBezTo>
                    <a:pt x="22305" y="1366"/>
                    <a:pt x="23352" y="2413"/>
                    <a:pt x="23352" y="3175"/>
                  </a:cubicBezTo>
                  <a:cubicBezTo>
                    <a:pt x="23352" y="3937"/>
                    <a:pt x="22685" y="4985"/>
                    <a:pt x="22781" y="5176"/>
                  </a:cubicBezTo>
                  <a:cubicBezTo>
                    <a:pt x="22969" y="5732"/>
                    <a:pt x="22969" y="6334"/>
                    <a:pt x="22781" y="6890"/>
                  </a:cubicBezTo>
                  <a:cubicBezTo>
                    <a:pt x="22288" y="7817"/>
                    <a:pt x="21935" y="8812"/>
                    <a:pt x="21733" y="9843"/>
                  </a:cubicBezTo>
                  <a:cubicBezTo>
                    <a:pt x="21733" y="9843"/>
                    <a:pt x="20590" y="11272"/>
                    <a:pt x="20495" y="11653"/>
                  </a:cubicBezTo>
                  <a:cubicBezTo>
                    <a:pt x="19828" y="14224"/>
                    <a:pt x="18875" y="16034"/>
                    <a:pt x="18304" y="18606"/>
                  </a:cubicBezTo>
                  <a:cubicBezTo>
                    <a:pt x="18304" y="18606"/>
                    <a:pt x="17732" y="19844"/>
                    <a:pt x="17447" y="19749"/>
                  </a:cubicBezTo>
                  <a:cubicBezTo>
                    <a:pt x="17055" y="19561"/>
                    <a:pt x="16600" y="19561"/>
                    <a:pt x="16208" y="19749"/>
                  </a:cubicBezTo>
                  <a:cubicBezTo>
                    <a:pt x="16208" y="19749"/>
                    <a:pt x="15256" y="19749"/>
                    <a:pt x="14875" y="20320"/>
                  </a:cubicBezTo>
                  <a:cubicBezTo>
                    <a:pt x="14494" y="20892"/>
                    <a:pt x="13160" y="20320"/>
                    <a:pt x="12970" y="21178"/>
                  </a:cubicBezTo>
                  <a:cubicBezTo>
                    <a:pt x="12780" y="22035"/>
                    <a:pt x="12970" y="22416"/>
                    <a:pt x="12970" y="22702"/>
                  </a:cubicBezTo>
                  <a:cubicBezTo>
                    <a:pt x="12970" y="22987"/>
                    <a:pt x="14208" y="22702"/>
                    <a:pt x="14399" y="22225"/>
                  </a:cubicBezTo>
                  <a:cubicBezTo>
                    <a:pt x="14589" y="21749"/>
                    <a:pt x="15065" y="21463"/>
                    <a:pt x="15542" y="21559"/>
                  </a:cubicBezTo>
                  <a:cubicBezTo>
                    <a:pt x="16112" y="21598"/>
                    <a:pt x="16685" y="21598"/>
                    <a:pt x="17256" y="21559"/>
                  </a:cubicBezTo>
                  <a:cubicBezTo>
                    <a:pt x="17642" y="21556"/>
                    <a:pt x="17970" y="21842"/>
                    <a:pt x="18018" y="22226"/>
                  </a:cubicBezTo>
                  <a:cubicBezTo>
                    <a:pt x="18114" y="22942"/>
                    <a:pt x="18374" y="23627"/>
                    <a:pt x="18780" y="24226"/>
                  </a:cubicBezTo>
                  <a:cubicBezTo>
                    <a:pt x="18882" y="24535"/>
                    <a:pt x="18882" y="24869"/>
                    <a:pt x="18780" y="25178"/>
                  </a:cubicBezTo>
                  <a:cubicBezTo>
                    <a:pt x="18429" y="25682"/>
                    <a:pt x="17974" y="26104"/>
                    <a:pt x="17446" y="26417"/>
                  </a:cubicBezTo>
                  <a:cubicBezTo>
                    <a:pt x="17447" y="26416"/>
                    <a:pt x="16304" y="26893"/>
                    <a:pt x="15827" y="27369"/>
                  </a:cubicBezTo>
                  <a:cubicBezTo>
                    <a:pt x="15684" y="27704"/>
                    <a:pt x="15684" y="28082"/>
                    <a:pt x="15827" y="28417"/>
                  </a:cubicBezTo>
                  <a:cubicBezTo>
                    <a:pt x="15827" y="28988"/>
                    <a:pt x="16399" y="28988"/>
                    <a:pt x="16780" y="28988"/>
                  </a:cubicBezTo>
                  <a:cubicBezTo>
                    <a:pt x="17488" y="28675"/>
                    <a:pt x="18221" y="28420"/>
                    <a:pt x="18971" y="28226"/>
                  </a:cubicBezTo>
                  <a:lnTo>
                    <a:pt x="20685" y="28226"/>
                  </a:lnTo>
                  <a:cubicBezTo>
                    <a:pt x="21362" y="27915"/>
                    <a:pt x="22062" y="27661"/>
                    <a:pt x="22781" y="27464"/>
                  </a:cubicBezTo>
                  <a:cubicBezTo>
                    <a:pt x="23448" y="27464"/>
                    <a:pt x="24209" y="26797"/>
                    <a:pt x="24686" y="27464"/>
                  </a:cubicBezTo>
                  <a:cubicBezTo>
                    <a:pt x="25162" y="28131"/>
                    <a:pt x="26305" y="28417"/>
                    <a:pt x="26496" y="29655"/>
                  </a:cubicBezTo>
                  <a:cubicBezTo>
                    <a:pt x="26925" y="31453"/>
                    <a:pt x="26002" y="33301"/>
                    <a:pt x="24305" y="34036"/>
                  </a:cubicBezTo>
                  <a:cubicBezTo>
                    <a:pt x="23638" y="34036"/>
                    <a:pt x="24305" y="34036"/>
                    <a:pt x="21733" y="34036"/>
                  </a:cubicBezTo>
                  <a:lnTo>
                    <a:pt x="17637" y="34798"/>
                  </a:lnTo>
                  <a:cubicBezTo>
                    <a:pt x="16908" y="34854"/>
                    <a:pt x="16176" y="34854"/>
                    <a:pt x="15446" y="34798"/>
                  </a:cubicBezTo>
                  <a:cubicBezTo>
                    <a:pt x="14759" y="34854"/>
                    <a:pt x="14085" y="35015"/>
                    <a:pt x="13446" y="35275"/>
                  </a:cubicBezTo>
                  <a:cubicBezTo>
                    <a:pt x="12780" y="35275"/>
                    <a:pt x="12208" y="35846"/>
                    <a:pt x="11351" y="35941"/>
                  </a:cubicBezTo>
                  <a:cubicBezTo>
                    <a:pt x="10415" y="36053"/>
                    <a:pt x="9509" y="36344"/>
                    <a:pt x="8684" y="36799"/>
                  </a:cubicBezTo>
                  <a:cubicBezTo>
                    <a:pt x="7826" y="37132"/>
                    <a:pt x="6930" y="37356"/>
                    <a:pt x="6017" y="37465"/>
                  </a:cubicBezTo>
                  <a:cubicBezTo>
                    <a:pt x="5178" y="38041"/>
                    <a:pt x="4242" y="38460"/>
                    <a:pt x="3255" y="38704"/>
                  </a:cubicBezTo>
                  <a:cubicBezTo>
                    <a:pt x="2778" y="38704"/>
                    <a:pt x="1445" y="38704"/>
                    <a:pt x="1349" y="38037"/>
                  </a:cubicBezTo>
                  <a:cubicBezTo>
                    <a:pt x="1010" y="37306"/>
                    <a:pt x="754" y="36539"/>
                    <a:pt x="588" y="35751"/>
                  </a:cubicBezTo>
                  <a:lnTo>
                    <a:pt x="588" y="34608"/>
                  </a:lnTo>
                  <a:cubicBezTo>
                    <a:pt x="350" y="34195"/>
                    <a:pt x="350" y="33687"/>
                    <a:pt x="588" y="33274"/>
                  </a:cubicBezTo>
                  <a:cubicBezTo>
                    <a:pt x="588" y="33274"/>
                    <a:pt x="588" y="32608"/>
                    <a:pt x="1159" y="32608"/>
                  </a:cubicBezTo>
                  <a:cubicBezTo>
                    <a:pt x="1731" y="32608"/>
                    <a:pt x="1635" y="33084"/>
                    <a:pt x="2112" y="32608"/>
                  </a:cubicBezTo>
                  <a:cubicBezTo>
                    <a:pt x="2911" y="32306"/>
                    <a:pt x="3677" y="31923"/>
                    <a:pt x="4398" y="31465"/>
                  </a:cubicBezTo>
                  <a:cubicBezTo>
                    <a:pt x="5338" y="30793"/>
                    <a:pt x="6325" y="30188"/>
                    <a:pt x="7350" y="29655"/>
                  </a:cubicBezTo>
                  <a:cubicBezTo>
                    <a:pt x="7350" y="28988"/>
                    <a:pt x="7350" y="28798"/>
                    <a:pt x="6683" y="28798"/>
                  </a:cubicBezTo>
                  <a:cubicBezTo>
                    <a:pt x="6260" y="28989"/>
                    <a:pt x="5774" y="28989"/>
                    <a:pt x="5350" y="28798"/>
                  </a:cubicBezTo>
                  <a:cubicBezTo>
                    <a:pt x="4975" y="28894"/>
                    <a:pt x="4582" y="28894"/>
                    <a:pt x="4207" y="28798"/>
                  </a:cubicBezTo>
                  <a:cubicBezTo>
                    <a:pt x="4164" y="28450"/>
                    <a:pt x="4164" y="28098"/>
                    <a:pt x="4207" y="27750"/>
                  </a:cubicBezTo>
                  <a:lnTo>
                    <a:pt x="4207" y="26416"/>
                  </a:lnTo>
                  <a:cubicBezTo>
                    <a:pt x="4207" y="26416"/>
                    <a:pt x="4207" y="25464"/>
                    <a:pt x="4779" y="25369"/>
                  </a:cubicBezTo>
                  <a:lnTo>
                    <a:pt x="5445" y="25369"/>
                  </a:lnTo>
                  <a:lnTo>
                    <a:pt x="6207" y="25369"/>
                  </a:lnTo>
                  <a:lnTo>
                    <a:pt x="6969" y="25369"/>
                  </a:lnTo>
                  <a:cubicBezTo>
                    <a:pt x="7232" y="25178"/>
                    <a:pt x="7431" y="24912"/>
                    <a:pt x="7541" y="24607"/>
                  </a:cubicBezTo>
                  <a:cubicBezTo>
                    <a:pt x="7592" y="24100"/>
                    <a:pt x="7592" y="23589"/>
                    <a:pt x="7541" y="23083"/>
                  </a:cubicBezTo>
                  <a:cubicBezTo>
                    <a:pt x="7541" y="23083"/>
                    <a:pt x="7064" y="23083"/>
                    <a:pt x="6588" y="23083"/>
                  </a:cubicBezTo>
                  <a:lnTo>
                    <a:pt x="5445" y="23559"/>
                  </a:lnTo>
                  <a:lnTo>
                    <a:pt x="4398" y="23559"/>
                  </a:lnTo>
                  <a:lnTo>
                    <a:pt x="3540" y="23559"/>
                  </a:lnTo>
                  <a:cubicBezTo>
                    <a:pt x="3540" y="23559"/>
                    <a:pt x="3540" y="23559"/>
                    <a:pt x="2969" y="22987"/>
                  </a:cubicBezTo>
                  <a:cubicBezTo>
                    <a:pt x="2397" y="22416"/>
                    <a:pt x="2969" y="22321"/>
                    <a:pt x="2969" y="22035"/>
                  </a:cubicBezTo>
                  <a:cubicBezTo>
                    <a:pt x="2969" y="21749"/>
                    <a:pt x="2112" y="20892"/>
                    <a:pt x="1921" y="20701"/>
                  </a:cubicBezTo>
                  <a:cubicBezTo>
                    <a:pt x="1655" y="20214"/>
                    <a:pt x="1431" y="19704"/>
                    <a:pt x="1254" y="19177"/>
                  </a:cubicBezTo>
                  <a:cubicBezTo>
                    <a:pt x="1254" y="18130"/>
                    <a:pt x="2016" y="17272"/>
                    <a:pt x="1826" y="16606"/>
                  </a:cubicBezTo>
                  <a:cubicBezTo>
                    <a:pt x="1315" y="15392"/>
                    <a:pt x="994" y="14107"/>
                    <a:pt x="873" y="12796"/>
                  </a:cubicBezTo>
                  <a:cubicBezTo>
                    <a:pt x="873" y="12796"/>
                    <a:pt x="206" y="11843"/>
                    <a:pt x="111" y="11176"/>
                  </a:cubicBezTo>
                  <a:cubicBezTo>
                    <a:pt x="63" y="10733"/>
                    <a:pt x="63" y="10286"/>
                    <a:pt x="111" y="9843"/>
                  </a:cubicBezTo>
                  <a:cubicBezTo>
                    <a:pt x="213" y="9116"/>
                    <a:pt x="213" y="8379"/>
                    <a:pt x="111" y="7652"/>
                  </a:cubicBezTo>
                </a:path>
              </a:pathLst>
            </a:custGeom>
            <a:solidFill>
              <a:srgbClr val="FFFFFF"/>
            </a:solidFill>
            <a:ln w="9525" cap="flat">
              <a:noFill/>
              <a:prstDash val="solid"/>
              <a:miter/>
            </a:ln>
          </p:spPr>
          <p:txBody>
            <a:bodyPr rtlCol="0" anchor="ctr"/>
            <a:lstStyle/>
            <a:p>
              <a:endParaRPr lang="zh-CN" altLang="en-US"/>
            </a:p>
          </p:txBody>
        </p:sp>
        <p:sp>
          <p:nvSpPr>
            <p:cNvPr id="164" name="任意多边形: 形状 163"/>
            <p:cNvSpPr/>
            <p:nvPr/>
          </p:nvSpPr>
          <p:spPr>
            <a:xfrm>
              <a:off x="10009776" y="271534"/>
              <a:ext cx="12905" cy="27799"/>
            </a:xfrm>
            <a:custGeom>
              <a:avLst/>
              <a:gdLst>
                <a:gd name="connsiteX0" fmla="*/ 15447 w 16096"/>
                <a:gd name="connsiteY0" fmla="*/ 365 h 34674"/>
                <a:gd name="connsiteX1" fmla="*/ 15447 w 16096"/>
                <a:gd name="connsiteY1" fmla="*/ 2270 h 34674"/>
                <a:gd name="connsiteX2" fmla="*/ 15447 w 16096"/>
                <a:gd name="connsiteY2" fmla="*/ 4461 h 34674"/>
                <a:gd name="connsiteX3" fmla="*/ 14494 w 16096"/>
                <a:gd name="connsiteY3" fmla="*/ 6080 h 34674"/>
                <a:gd name="connsiteX4" fmla="*/ 12875 w 16096"/>
                <a:gd name="connsiteY4" fmla="*/ 8462 h 34674"/>
                <a:gd name="connsiteX5" fmla="*/ 12875 w 16096"/>
                <a:gd name="connsiteY5" fmla="*/ 10843 h 34674"/>
                <a:gd name="connsiteX6" fmla="*/ 12875 w 16096"/>
                <a:gd name="connsiteY6" fmla="*/ 12367 h 34674"/>
                <a:gd name="connsiteX7" fmla="*/ 14018 w 16096"/>
                <a:gd name="connsiteY7" fmla="*/ 12367 h 34674"/>
                <a:gd name="connsiteX8" fmla="*/ 14589 w 16096"/>
                <a:gd name="connsiteY8" fmla="*/ 13510 h 34674"/>
                <a:gd name="connsiteX9" fmla="*/ 15637 w 16096"/>
                <a:gd name="connsiteY9" fmla="*/ 15129 h 34674"/>
                <a:gd name="connsiteX10" fmla="*/ 15637 w 16096"/>
                <a:gd name="connsiteY10" fmla="*/ 15986 h 34674"/>
                <a:gd name="connsiteX11" fmla="*/ 12494 w 16096"/>
                <a:gd name="connsiteY11" fmla="*/ 19892 h 34674"/>
                <a:gd name="connsiteX12" fmla="*/ 12494 w 16096"/>
                <a:gd name="connsiteY12" fmla="*/ 21320 h 34674"/>
                <a:gd name="connsiteX13" fmla="*/ 13827 w 16096"/>
                <a:gd name="connsiteY13" fmla="*/ 21320 h 34674"/>
                <a:gd name="connsiteX14" fmla="*/ 15256 w 16096"/>
                <a:gd name="connsiteY14" fmla="*/ 21892 h 34674"/>
                <a:gd name="connsiteX15" fmla="*/ 15732 w 16096"/>
                <a:gd name="connsiteY15" fmla="*/ 23225 h 34674"/>
                <a:gd name="connsiteX16" fmla="*/ 12875 w 16096"/>
                <a:gd name="connsiteY16" fmla="*/ 27893 h 34674"/>
                <a:gd name="connsiteX17" fmla="*/ 7636 w 16096"/>
                <a:gd name="connsiteY17" fmla="*/ 31512 h 34674"/>
                <a:gd name="connsiteX18" fmla="*/ 5159 w 16096"/>
                <a:gd name="connsiteY18" fmla="*/ 34370 h 34674"/>
                <a:gd name="connsiteX19" fmla="*/ 4112 w 16096"/>
                <a:gd name="connsiteY19" fmla="*/ 34370 h 34674"/>
                <a:gd name="connsiteX20" fmla="*/ 2492 w 16096"/>
                <a:gd name="connsiteY20" fmla="*/ 34370 h 34674"/>
                <a:gd name="connsiteX21" fmla="*/ 1635 w 16096"/>
                <a:gd name="connsiteY21" fmla="*/ 33036 h 34674"/>
                <a:gd name="connsiteX22" fmla="*/ 397 w 16096"/>
                <a:gd name="connsiteY22" fmla="*/ 31798 h 34674"/>
                <a:gd name="connsiteX23" fmla="*/ -365 w 16096"/>
                <a:gd name="connsiteY23" fmla="*/ 29417 h 34674"/>
                <a:gd name="connsiteX24" fmla="*/ 1826 w 16096"/>
                <a:gd name="connsiteY24" fmla="*/ 26654 h 34674"/>
                <a:gd name="connsiteX25" fmla="*/ 3064 w 16096"/>
                <a:gd name="connsiteY25" fmla="*/ 25416 h 34674"/>
                <a:gd name="connsiteX26" fmla="*/ 3921 w 16096"/>
                <a:gd name="connsiteY26" fmla="*/ 24273 h 34674"/>
                <a:gd name="connsiteX27" fmla="*/ 3921 w 16096"/>
                <a:gd name="connsiteY27" fmla="*/ 23225 h 34674"/>
                <a:gd name="connsiteX28" fmla="*/ 3921 w 16096"/>
                <a:gd name="connsiteY28" fmla="*/ 21892 h 34674"/>
                <a:gd name="connsiteX29" fmla="*/ 3350 w 16096"/>
                <a:gd name="connsiteY29" fmla="*/ 20844 h 34674"/>
                <a:gd name="connsiteX30" fmla="*/ 2683 w 16096"/>
                <a:gd name="connsiteY30" fmla="*/ 20082 h 34674"/>
                <a:gd name="connsiteX31" fmla="*/ 1254 w 16096"/>
                <a:gd name="connsiteY31" fmla="*/ 18272 h 34674"/>
                <a:gd name="connsiteX32" fmla="*/ 2778 w 16096"/>
                <a:gd name="connsiteY32" fmla="*/ 16177 h 34674"/>
                <a:gd name="connsiteX33" fmla="*/ 4016 w 16096"/>
                <a:gd name="connsiteY33" fmla="*/ 16177 h 34674"/>
                <a:gd name="connsiteX34" fmla="*/ 5445 w 16096"/>
                <a:gd name="connsiteY34" fmla="*/ 14558 h 34674"/>
                <a:gd name="connsiteX35" fmla="*/ 5445 w 16096"/>
                <a:gd name="connsiteY35" fmla="*/ 11986 h 34674"/>
                <a:gd name="connsiteX36" fmla="*/ 4016 w 16096"/>
                <a:gd name="connsiteY36" fmla="*/ 10938 h 34674"/>
                <a:gd name="connsiteX37" fmla="*/ 2397 w 16096"/>
                <a:gd name="connsiteY37" fmla="*/ 10938 h 34674"/>
                <a:gd name="connsiteX38" fmla="*/ 1349 w 16096"/>
                <a:gd name="connsiteY38" fmla="*/ 9986 h 34674"/>
                <a:gd name="connsiteX39" fmla="*/ 397 w 16096"/>
                <a:gd name="connsiteY39" fmla="*/ 9986 h 34674"/>
                <a:gd name="connsiteX40" fmla="*/ -270 w 16096"/>
                <a:gd name="connsiteY40" fmla="*/ 8271 h 34674"/>
                <a:gd name="connsiteX41" fmla="*/ 492 w 16096"/>
                <a:gd name="connsiteY41" fmla="*/ 7604 h 34674"/>
                <a:gd name="connsiteX42" fmla="*/ 968 w 16096"/>
                <a:gd name="connsiteY42" fmla="*/ 6557 h 34674"/>
                <a:gd name="connsiteX43" fmla="*/ 2207 w 16096"/>
                <a:gd name="connsiteY43" fmla="*/ 5604 h 34674"/>
                <a:gd name="connsiteX44" fmla="*/ 3921 w 16096"/>
                <a:gd name="connsiteY44" fmla="*/ 5128 h 34674"/>
                <a:gd name="connsiteX45" fmla="*/ 11065 w 16096"/>
                <a:gd name="connsiteY45" fmla="*/ 461 h 34674"/>
                <a:gd name="connsiteX46" fmla="*/ 13256 w 16096"/>
                <a:gd name="connsiteY46" fmla="*/ -16 h 34674"/>
                <a:gd name="connsiteX47" fmla="*/ 14875 w 16096"/>
                <a:gd name="connsiteY47" fmla="*/ 1604 h 34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6096" h="34674">
                  <a:moveTo>
                    <a:pt x="15447" y="365"/>
                  </a:moveTo>
                  <a:cubicBezTo>
                    <a:pt x="15447" y="365"/>
                    <a:pt x="15447" y="1699"/>
                    <a:pt x="15447" y="2270"/>
                  </a:cubicBezTo>
                  <a:cubicBezTo>
                    <a:pt x="15273" y="2990"/>
                    <a:pt x="15273" y="3741"/>
                    <a:pt x="15447" y="4461"/>
                  </a:cubicBezTo>
                  <a:cubicBezTo>
                    <a:pt x="15447" y="4937"/>
                    <a:pt x="15447" y="5414"/>
                    <a:pt x="14494" y="6080"/>
                  </a:cubicBezTo>
                  <a:lnTo>
                    <a:pt x="12875" y="8462"/>
                  </a:lnTo>
                  <a:cubicBezTo>
                    <a:pt x="12598" y="9231"/>
                    <a:pt x="12598" y="10073"/>
                    <a:pt x="12875" y="10843"/>
                  </a:cubicBezTo>
                  <a:cubicBezTo>
                    <a:pt x="12875" y="10843"/>
                    <a:pt x="12875" y="12081"/>
                    <a:pt x="12875" y="12367"/>
                  </a:cubicBezTo>
                  <a:cubicBezTo>
                    <a:pt x="12875" y="12653"/>
                    <a:pt x="13637" y="12367"/>
                    <a:pt x="14018" y="12367"/>
                  </a:cubicBezTo>
                  <a:cubicBezTo>
                    <a:pt x="14399" y="12367"/>
                    <a:pt x="14018" y="12938"/>
                    <a:pt x="14589" y="13510"/>
                  </a:cubicBezTo>
                  <a:cubicBezTo>
                    <a:pt x="15161" y="14081"/>
                    <a:pt x="15637" y="14653"/>
                    <a:pt x="15637" y="15129"/>
                  </a:cubicBezTo>
                  <a:cubicBezTo>
                    <a:pt x="15637" y="15605"/>
                    <a:pt x="15637" y="15796"/>
                    <a:pt x="15637" y="15986"/>
                  </a:cubicBezTo>
                  <a:cubicBezTo>
                    <a:pt x="14309" y="17035"/>
                    <a:pt x="13234" y="18370"/>
                    <a:pt x="12494" y="19892"/>
                  </a:cubicBezTo>
                  <a:cubicBezTo>
                    <a:pt x="12341" y="20356"/>
                    <a:pt x="12341" y="20856"/>
                    <a:pt x="12494" y="21320"/>
                  </a:cubicBezTo>
                  <a:lnTo>
                    <a:pt x="13827" y="21320"/>
                  </a:lnTo>
                  <a:cubicBezTo>
                    <a:pt x="13827" y="21320"/>
                    <a:pt x="14970" y="21320"/>
                    <a:pt x="15256" y="21892"/>
                  </a:cubicBezTo>
                  <a:cubicBezTo>
                    <a:pt x="15511" y="22296"/>
                    <a:pt x="15674" y="22751"/>
                    <a:pt x="15732" y="23225"/>
                  </a:cubicBezTo>
                  <a:cubicBezTo>
                    <a:pt x="15732" y="25226"/>
                    <a:pt x="14399" y="26559"/>
                    <a:pt x="12875" y="27893"/>
                  </a:cubicBezTo>
                  <a:cubicBezTo>
                    <a:pt x="11351" y="29226"/>
                    <a:pt x="8779" y="30560"/>
                    <a:pt x="7636" y="31512"/>
                  </a:cubicBezTo>
                  <a:cubicBezTo>
                    <a:pt x="6493" y="32465"/>
                    <a:pt x="5731" y="33989"/>
                    <a:pt x="5159" y="34370"/>
                  </a:cubicBezTo>
                  <a:cubicBezTo>
                    <a:pt x="4588" y="34751"/>
                    <a:pt x="4493" y="34370"/>
                    <a:pt x="4112" y="34370"/>
                  </a:cubicBezTo>
                  <a:cubicBezTo>
                    <a:pt x="3731" y="34370"/>
                    <a:pt x="3159" y="34370"/>
                    <a:pt x="2492" y="34370"/>
                  </a:cubicBezTo>
                  <a:cubicBezTo>
                    <a:pt x="1826" y="34370"/>
                    <a:pt x="2016" y="33417"/>
                    <a:pt x="1635" y="33036"/>
                  </a:cubicBezTo>
                  <a:cubicBezTo>
                    <a:pt x="1154" y="32699"/>
                    <a:pt x="734" y="32280"/>
                    <a:pt x="397" y="31798"/>
                  </a:cubicBezTo>
                  <a:cubicBezTo>
                    <a:pt x="-27" y="31069"/>
                    <a:pt x="-287" y="30256"/>
                    <a:pt x="-365" y="29417"/>
                  </a:cubicBezTo>
                  <a:cubicBezTo>
                    <a:pt x="-76" y="28219"/>
                    <a:pt x="725" y="27208"/>
                    <a:pt x="1826" y="26654"/>
                  </a:cubicBezTo>
                  <a:cubicBezTo>
                    <a:pt x="1826" y="26654"/>
                    <a:pt x="2778" y="25607"/>
                    <a:pt x="3064" y="25416"/>
                  </a:cubicBezTo>
                  <a:cubicBezTo>
                    <a:pt x="3464" y="25137"/>
                    <a:pt x="3765" y="24736"/>
                    <a:pt x="3921" y="24273"/>
                  </a:cubicBezTo>
                  <a:cubicBezTo>
                    <a:pt x="3964" y="23925"/>
                    <a:pt x="3964" y="23573"/>
                    <a:pt x="3921" y="23225"/>
                  </a:cubicBezTo>
                  <a:cubicBezTo>
                    <a:pt x="3962" y="22782"/>
                    <a:pt x="3962" y="22336"/>
                    <a:pt x="3921" y="21892"/>
                  </a:cubicBezTo>
                  <a:cubicBezTo>
                    <a:pt x="3848" y="21491"/>
                    <a:pt x="3647" y="21123"/>
                    <a:pt x="3350" y="20844"/>
                  </a:cubicBezTo>
                  <a:cubicBezTo>
                    <a:pt x="3350" y="20844"/>
                    <a:pt x="2873" y="20368"/>
                    <a:pt x="2683" y="20082"/>
                  </a:cubicBezTo>
                  <a:cubicBezTo>
                    <a:pt x="2492" y="19796"/>
                    <a:pt x="1349" y="18939"/>
                    <a:pt x="1254" y="18272"/>
                  </a:cubicBezTo>
                  <a:cubicBezTo>
                    <a:pt x="1180" y="17295"/>
                    <a:pt x="1825" y="16408"/>
                    <a:pt x="2778" y="16177"/>
                  </a:cubicBezTo>
                  <a:lnTo>
                    <a:pt x="4016" y="16177"/>
                  </a:lnTo>
                  <a:cubicBezTo>
                    <a:pt x="4700" y="15863"/>
                    <a:pt x="5218" y="15275"/>
                    <a:pt x="5445" y="14558"/>
                  </a:cubicBezTo>
                  <a:cubicBezTo>
                    <a:pt x="5445" y="14081"/>
                    <a:pt x="5445" y="12748"/>
                    <a:pt x="5445" y="11986"/>
                  </a:cubicBezTo>
                  <a:cubicBezTo>
                    <a:pt x="5445" y="11224"/>
                    <a:pt x="4588" y="11129"/>
                    <a:pt x="4016" y="10938"/>
                  </a:cubicBezTo>
                  <a:cubicBezTo>
                    <a:pt x="3480" y="10848"/>
                    <a:pt x="2933" y="10848"/>
                    <a:pt x="2397" y="10938"/>
                  </a:cubicBezTo>
                  <a:cubicBezTo>
                    <a:pt x="1912" y="10812"/>
                    <a:pt x="1521" y="10456"/>
                    <a:pt x="1349" y="9986"/>
                  </a:cubicBezTo>
                  <a:cubicBezTo>
                    <a:pt x="1349" y="9414"/>
                    <a:pt x="778" y="9986"/>
                    <a:pt x="397" y="9986"/>
                  </a:cubicBezTo>
                  <a:cubicBezTo>
                    <a:pt x="16" y="9986"/>
                    <a:pt x="-175" y="8652"/>
                    <a:pt x="-270" y="8271"/>
                  </a:cubicBezTo>
                  <a:cubicBezTo>
                    <a:pt x="-365" y="7890"/>
                    <a:pt x="-270" y="8271"/>
                    <a:pt x="492" y="7604"/>
                  </a:cubicBezTo>
                  <a:cubicBezTo>
                    <a:pt x="1254" y="6938"/>
                    <a:pt x="492" y="6938"/>
                    <a:pt x="968" y="6557"/>
                  </a:cubicBezTo>
                  <a:cubicBezTo>
                    <a:pt x="1445" y="6176"/>
                    <a:pt x="1731" y="5795"/>
                    <a:pt x="2207" y="5604"/>
                  </a:cubicBezTo>
                  <a:cubicBezTo>
                    <a:pt x="2683" y="5414"/>
                    <a:pt x="3540" y="5604"/>
                    <a:pt x="3921" y="5128"/>
                  </a:cubicBezTo>
                  <a:cubicBezTo>
                    <a:pt x="6302" y="3794"/>
                    <a:pt x="8684" y="651"/>
                    <a:pt x="11065" y="461"/>
                  </a:cubicBezTo>
                  <a:cubicBezTo>
                    <a:pt x="11823" y="482"/>
                    <a:pt x="12575" y="319"/>
                    <a:pt x="13256" y="-16"/>
                  </a:cubicBezTo>
                  <a:cubicBezTo>
                    <a:pt x="13923" y="-587"/>
                    <a:pt x="14589" y="1032"/>
                    <a:pt x="14875" y="1604"/>
                  </a:cubicBezTo>
                </a:path>
              </a:pathLst>
            </a:custGeom>
            <a:solidFill>
              <a:srgbClr val="FFFFFF"/>
            </a:solidFill>
            <a:ln w="9525" cap="flat">
              <a:noFill/>
              <a:prstDash val="solid"/>
              <a:miter/>
            </a:ln>
          </p:spPr>
          <p:txBody>
            <a:bodyPr rtlCol="0" anchor="ctr"/>
            <a:lstStyle/>
            <a:p>
              <a:endParaRPr lang="zh-CN" altLang="en-US"/>
            </a:p>
          </p:txBody>
        </p:sp>
        <p:sp>
          <p:nvSpPr>
            <p:cNvPr id="165" name="任意多边形: 形状 164"/>
            <p:cNvSpPr/>
            <p:nvPr/>
          </p:nvSpPr>
          <p:spPr>
            <a:xfrm>
              <a:off x="10032686" y="270256"/>
              <a:ext cx="2978" cy="2825"/>
            </a:xfrm>
            <a:custGeom>
              <a:avLst/>
              <a:gdLst>
                <a:gd name="connsiteX0" fmla="*/ 3350 w 3714"/>
                <a:gd name="connsiteY0" fmla="*/ -41 h 3523"/>
                <a:gd name="connsiteX1" fmla="*/ 3350 w 3714"/>
                <a:gd name="connsiteY1" fmla="*/ 1293 h 3523"/>
                <a:gd name="connsiteX2" fmla="*/ 2302 w 3714"/>
                <a:gd name="connsiteY2" fmla="*/ 3293 h 3523"/>
                <a:gd name="connsiteX3" fmla="*/ 397 w 3714"/>
                <a:gd name="connsiteY3" fmla="*/ 3293 h 3523"/>
                <a:gd name="connsiteX4" fmla="*/ -365 w 3714"/>
                <a:gd name="connsiteY4" fmla="*/ 1769 h 3523"/>
                <a:gd name="connsiteX5" fmla="*/ 2969 w 3714"/>
                <a:gd name="connsiteY5" fmla="*/ -136 h 3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4" h="3523">
                  <a:moveTo>
                    <a:pt x="3350" y="-41"/>
                  </a:moveTo>
                  <a:cubicBezTo>
                    <a:pt x="3350" y="-41"/>
                    <a:pt x="3350" y="1007"/>
                    <a:pt x="3350" y="1293"/>
                  </a:cubicBezTo>
                  <a:cubicBezTo>
                    <a:pt x="3195" y="2045"/>
                    <a:pt x="2832" y="2738"/>
                    <a:pt x="2302" y="3293"/>
                  </a:cubicBezTo>
                  <a:cubicBezTo>
                    <a:pt x="1673" y="3419"/>
                    <a:pt x="1026" y="3419"/>
                    <a:pt x="397" y="3293"/>
                  </a:cubicBezTo>
                  <a:cubicBezTo>
                    <a:pt x="-175" y="3293"/>
                    <a:pt x="-365" y="2245"/>
                    <a:pt x="-365" y="1769"/>
                  </a:cubicBezTo>
                  <a:cubicBezTo>
                    <a:pt x="-365" y="1293"/>
                    <a:pt x="1731" y="436"/>
                    <a:pt x="2969" y="-136"/>
                  </a:cubicBezTo>
                </a:path>
              </a:pathLst>
            </a:custGeom>
            <a:solidFill>
              <a:srgbClr val="914623"/>
            </a:solidFill>
            <a:ln w="9525" cap="flat">
              <a:noFill/>
              <a:prstDash val="solid"/>
              <a:miter/>
            </a:ln>
          </p:spPr>
          <p:txBody>
            <a:bodyPr rtlCol="0" anchor="ctr"/>
            <a:lstStyle/>
            <a:p>
              <a:endParaRPr lang="zh-CN" altLang="en-US"/>
            </a:p>
          </p:txBody>
        </p:sp>
        <p:sp>
          <p:nvSpPr>
            <p:cNvPr id="166" name="任意多边形: 形状 165"/>
            <p:cNvSpPr/>
            <p:nvPr/>
          </p:nvSpPr>
          <p:spPr>
            <a:xfrm>
              <a:off x="10028256" y="272776"/>
              <a:ext cx="1838" cy="2681"/>
            </a:xfrm>
            <a:custGeom>
              <a:avLst/>
              <a:gdLst>
                <a:gd name="connsiteX0" fmla="*/ 588 w 2292"/>
                <a:gd name="connsiteY0" fmla="*/ -136 h 3344"/>
                <a:gd name="connsiteX1" fmla="*/ 1921 w 2292"/>
                <a:gd name="connsiteY1" fmla="*/ 1007 h 3344"/>
                <a:gd name="connsiteX2" fmla="*/ 397 w 2292"/>
                <a:gd name="connsiteY2" fmla="*/ 2912 h 3344"/>
                <a:gd name="connsiteX3" fmla="*/ -365 w 2292"/>
                <a:gd name="connsiteY3" fmla="*/ 2912 h 3344"/>
                <a:gd name="connsiteX4" fmla="*/ -365 w 2292"/>
                <a:gd name="connsiteY4" fmla="*/ 1388 h 3344"/>
                <a:gd name="connsiteX5" fmla="*/ 969 w 2292"/>
                <a:gd name="connsiteY5" fmla="*/ 150 h 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2" h="3344">
                  <a:moveTo>
                    <a:pt x="588" y="-136"/>
                  </a:moveTo>
                  <a:cubicBezTo>
                    <a:pt x="1540" y="-136"/>
                    <a:pt x="1826" y="-136"/>
                    <a:pt x="1921" y="1007"/>
                  </a:cubicBezTo>
                  <a:cubicBezTo>
                    <a:pt x="2016" y="2150"/>
                    <a:pt x="969" y="2245"/>
                    <a:pt x="397" y="2912"/>
                  </a:cubicBezTo>
                  <a:cubicBezTo>
                    <a:pt x="-174" y="3579"/>
                    <a:pt x="-365" y="2912"/>
                    <a:pt x="-365" y="2912"/>
                  </a:cubicBezTo>
                  <a:cubicBezTo>
                    <a:pt x="-365" y="2912"/>
                    <a:pt x="-365" y="1864"/>
                    <a:pt x="-365" y="1388"/>
                  </a:cubicBezTo>
                  <a:cubicBezTo>
                    <a:pt x="-365" y="912"/>
                    <a:pt x="683" y="531"/>
                    <a:pt x="969" y="150"/>
                  </a:cubicBezTo>
                </a:path>
              </a:pathLst>
            </a:custGeom>
            <a:solidFill>
              <a:srgbClr val="914623"/>
            </a:solidFill>
            <a:ln w="9525" cap="flat">
              <a:noFill/>
              <a:prstDash val="solid"/>
              <a:miter/>
            </a:ln>
          </p:spPr>
          <p:txBody>
            <a:bodyPr rtlCol="0" anchor="ctr"/>
            <a:lstStyle/>
            <a:p>
              <a:endParaRPr lang="zh-CN" altLang="en-US"/>
            </a:p>
          </p:txBody>
        </p:sp>
        <p:sp>
          <p:nvSpPr>
            <p:cNvPr id="167" name="任意多边形: 形状 166"/>
            <p:cNvSpPr/>
            <p:nvPr/>
          </p:nvSpPr>
          <p:spPr>
            <a:xfrm>
              <a:off x="10033067" y="275746"/>
              <a:ext cx="1929" cy="2222"/>
            </a:xfrm>
            <a:custGeom>
              <a:avLst/>
              <a:gdLst>
                <a:gd name="connsiteX0" fmla="*/ 1064 w 2406"/>
                <a:gd name="connsiteY0" fmla="*/ 64 h 2771"/>
                <a:gd name="connsiteX1" fmla="*/ 2007 w 2406"/>
                <a:gd name="connsiteY1" fmla="*/ 55 h 2771"/>
                <a:gd name="connsiteX2" fmla="*/ 2016 w 2406"/>
                <a:gd name="connsiteY2" fmla="*/ 64 h 2771"/>
                <a:gd name="connsiteX3" fmla="*/ 2016 w 2406"/>
                <a:gd name="connsiteY3" fmla="*/ 1207 h 2771"/>
                <a:gd name="connsiteX4" fmla="*/ 588 w 2406"/>
                <a:gd name="connsiteY4" fmla="*/ 2636 h 2771"/>
                <a:gd name="connsiteX5" fmla="*/ -365 w 2406"/>
                <a:gd name="connsiteY5" fmla="*/ 1969 h 2771"/>
                <a:gd name="connsiteX6" fmla="*/ -365 w 2406"/>
                <a:gd name="connsiteY6" fmla="*/ 540 h 2771"/>
                <a:gd name="connsiteX7" fmla="*/ 969 w 2406"/>
                <a:gd name="connsiteY7" fmla="*/ -126 h 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6" h="2771">
                  <a:moveTo>
                    <a:pt x="1064" y="64"/>
                  </a:moveTo>
                  <a:cubicBezTo>
                    <a:pt x="1322" y="-199"/>
                    <a:pt x="1744" y="-203"/>
                    <a:pt x="2007" y="55"/>
                  </a:cubicBezTo>
                  <a:cubicBezTo>
                    <a:pt x="2010" y="58"/>
                    <a:pt x="2013" y="61"/>
                    <a:pt x="2016" y="64"/>
                  </a:cubicBezTo>
                  <a:cubicBezTo>
                    <a:pt x="2050" y="444"/>
                    <a:pt x="2050" y="827"/>
                    <a:pt x="2016" y="1207"/>
                  </a:cubicBezTo>
                  <a:cubicBezTo>
                    <a:pt x="1776" y="1872"/>
                    <a:pt x="1252" y="2395"/>
                    <a:pt x="588" y="2636"/>
                  </a:cubicBezTo>
                  <a:cubicBezTo>
                    <a:pt x="588" y="2636"/>
                    <a:pt x="-365" y="2636"/>
                    <a:pt x="-365" y="1969"/>
                  </a:cubicBezTo>
                  <a:cubicBezTo>
                    <a:pt x="-365" y="1302"/>
                    <a:pt x="-365" y="921"/>
                    <a:pt x="-365" y="540"/>
                  </a:cubicBezTo>
                  <a:cubicBezTo>
                    <a:pt x="-365" y="159"/>
                    <a:pt x="492" y="540"/>
                    <a:pt x="969" y="-126"/>
                  </a:cubicBezTo>
                </a:path>
              </a:pathLst>
            </a:custGeom>
            <a:solidFill>
              <a:srgbClr val="914623"/>
            </a:solidFill>
            <a:ln w="9525" cap="flat">
              <a:noFill/>
              <a:prstDash val="solid"/>
              <a:miter/>
            </a:ln>
          </p:spPr>
          <p:txBody>
            <a:bodyPr rtlCol="0" anchor="ctr"/>
            <a:lstStyle/>
            <a:p>
              <a:endParaRPr lang="zh-CN" altLang="en-US"/>
            </a:p>
          </p:txBody>
        </p:sp>
        <p:sp>
          <p:nvSpPr>
            <p:cNvPr id="168" name="任意多边形: 形状 167"/>
            <p:cNvSpPr/>
            <p:nvPr/>
          </p:nvSpPr>
          <p:spPr>
            <a:xfrm>
              <a:off x="10028526" y="277282"/>
              <a:ext cx="2022" cy="1985"/>
            </a:xfrm>
            <a:custGeom>
              <a:avLst/>
              <a:gdLst>
                <a:gd name="connsiteX0" fmla="*/ 1585 w 2522"/>
                <a:gd name="connsiteY0" fmla="*/ 436 h 2476"/>
                <a:gd name="connsiteX1" fmla="*/ 2157 w 2522"/>
                <a:gd name="connsiteY1" fmla="*/ 436 h 2476"/>
                <a:gd name="connsiteX2" fmla="*/ 1395 w 2522"/>
                <a:gd name="connsiteY2" fmla="*/ 2340 h 2476"/>
                <a:gd name="connsiteX3" fmla="*/ -225 w 2522"/>
                <a:gd name="connsiteY3" fmla="*/ 2341 h 2476"/>
                <a:gd name="connsiteX4" fmla="*/ -225 w 2522"/>
                <a:gd name="connsiteY4" fmla="*/ 1483 h 2476"/>
                <a:gd name="connsiteX5" fmla="*/ -225 w 2522"/>
                <a:gd name="connsiteY5" fmla="*/ 436 h 2476"/>
                <a:gd name="connsiteX6" fmla="*/ 1490 w 2522"/>
                <a:gd name="connsiteY6" fmla="*/ -136 h 2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2" h="2476">
                  <a:moveTo>
                    <a:pt x="1585" y="436"/>
                  </a:moveTo>
                  <a:lnTo>
                    <a:pt x="2157" y="436"/>
                  </a:lnTo>
                  <a:cubicBezTo>
                    <a:pt x="2178" y="1149"/>
                    <a:pt x="1902" y="1839"/>
                    <a:pt x="1395" y="2340"/>
                  </a:cubicBezTo>
                  <a:cubicBezTo>
                    <a:pt x="1394" y="2341"/>
                    <a:pt x="347" y="2341"/>
                    <a:pt x="-225" y="2341"/>
                  </a:cubicBezTo>
                  <a:cubicBezTo>
                    <a:pt x="-312" y="2062"/>
                    <a:pt x="-312" y="1762"/>
                    <a:pt x="-225" y="1483"/>
                  </a:cubicBezTo>
                  <a:cubicBezTo>
                    <a:pt x="-412" y="1159"/>
                    <a:pt x="-412" y="760"/>
                    <a:pt x="-225" y="436"/>
                  </a:cubicBezTo>
                  <a:lnTo>
                    <a:pt x="1490" y="-136"/>
                  </a:lnTo>
                </a:path>
              </a:pathLst>
            </a:custGeom>
            <a:solidFill>
              <a:srgbClr val="914623"/>
            </a:solidFill>
            <a:ln w="9525" cap="flat">
              <a:noFill/>
              <a:prstDash val="solid"/>
              <a:miter/>
            </a:ln>
          </p:spPr>
          <p:txBody>
            <a:bodyPr rtlCol="0" anchor="ctr"/>
            <a:lstStyle/>
            <a:p>
              <a:endParaRPr lang="zh-CN" altLang="en-US"/>
            </a:p>
          </p:txBody>
        </p:sp>
        <p:sp>
          <p:nvSpPr>
            <p:cNvPr id="169" name="任意多边形: 形状 168"/>
            <p:cNvSpPr/>
            <p:nvPr/>
          </p:nvSpPr>
          <p:spPr>
            <a:xfrm>
              <a:off x="9958230" y="294404"/>
              <a:ext cx="18417" cy="25570"/>
            </a:xfrm>
            <a:custGeom>
              <a:avLst/>
              <a:gdLst>
                <a:gd name="connsiteX0" fmla="*/ 10589 w 22972"/>
                <a:gd name="connsiteY0" fmla="*/ 605 h 31894"/>
                <a:gd name="connsiteX1" fmla="*/ 12018 w 22972"/>
                <a:gd name="connsiteY1" fmla="*/ 605 h 31894"/>
                <a:gd name="connsiteX2" fmla="*/ 13351 w 22972"/>
                <a:gd name="connsiteY2" fmla="*/ -62 h 31894"/>
                <a:gd name="connsiteX3" fmla="*/ 16018 w 22972"/>
                <a:gd name="connsiteY3" fmla="*/ -62 h 31894"/>
                <a:gd name="connsiteX4" fmla="*/ 17447 w 22972"/>
                <a:gd name="connsiteY4" fmla="*/ 1177 h 31894"/>
                <a:gd name="connsiteX5" fmla="*/ 18209 w 22972"/>
                <a:gd name="connsiteY5" fmla="*/ 2320 h 31894"/>
                <a:gd name="connsiteX6" fmla="*/ 17637 w 22972"/>
                <a:gd name="connsiteY6" fmla="*/ 4891 h 31894"/>
                <a:gd name="connsiteX7" fmla="*/ 17637 w 22972"/>
                <a:gd name="connsiteY7" fmla="*/ 6701 h 31894"/>
                <a:gd name="connsiteX8" fmla="*/ 17637 w 22972"/>
                <a:gd name="connsiteY8" fmla="*/ 12511 h 31894"/>
                <a:gd name="connsiteX9" fmla="*/ 17637 w 22972"/>
                <a:gd name="connsiteY9" fmla="*/ 14607 h 31894"/>
                <a:gd name="connsiteX10" fmla="*/ 16875 w 22972"/>
                <a:gd name="connsiteY10" fmla="*/ 15178 h 31894"/>
                <a:gd name="connsiteX11" fmla="*/ 16875 w 22972"/>
                <a:gd name="connsiteY11" fmla="*/ 16607 h 31894"/>
                <a:gd name="connsiteX12" fmla="*/ 18018 w 22972"/>
                <a:gd name="connsiteY12" fmla="*/ 18036 h 31894"/>
                <a:gd name="connsiteX13" fmla="*/ 22305 w 22972"/>
                <a:gd name="connsiteY13" fmla="*/ 25084 h 31894"/>
                <a:gd name="connsiteX14" fmla="*/ 22305 w 22972"/>
                <a:gd name="connsiteY14" fmla="*/ 27942 h 31894"/>
                <a:gd name="connsiteX15" fmla="*/ 21733 w 22972"/>
                <a:gd name="connsiteY15" fmla="*/ 30228 h 31894"/>
                <a:gd name="connsiteX16" fmla="*/ 20781 w 22972"/>
                <a:gd name="connsiteY16" fmla="*/ 31657 h 31894"/>
                <a:gd name="connsiteX17" fmla="*/ 19923 w 22972"/>
                <a:gd name="connsiteY17" fmla="*/ 31657 h 31894"/>
                <a:gd name="connsiteX18" fmla="*/ 18780 w 22972"/>
                <a:gd name="connsiteY18" fmla="*/ 31657 h 31894"/>
                <a:gd name="connsiteX19" fmla="*/ 17637 w 22972"/>
                <a:gd name="connsiteY19" fmla="*/ 31657 h 31894"/>
                <a:gd name="connsiteX20" fmla="*/ 16113 w 22972"/>
                <a:gd name="connsiteY20" fmla="*/ 31657 h 31894"/>
                <a:gd name="connsiteX21" fmla="*/ 14685 w 22972"/>
                <a:gd name="connsiteY21" fmla="*/ 30799 h 31894"/>
                <a:gd name="connsiteX22" fmla="*/ 11637 w 22972"/>
                <a:gd name="connsiteY22" fmla="*/ 30037 h 31894"/>
                <a:gd name="connsiteX23" fmla="*/ 12494 w 22972"/>
                <a:gd name="connsiteY23" fmla="*/ 28799 h 31894"/>
                <a:gd name="connsiteX24" fmla="*/ 14685 w 22972"/>
                <a:gd name="connsiteY24" fmla="*/ 28323 h 31894"/>
                <a:gd name="connsiteX25" fmla="*/ 14685 w 22972"/>
                <a:gd name="connsiteY25" fmla="*/ 25846 h 31894"/>
                <a:gd name="connsiteX26" fmla="*/ 14018 w 22972"/>
                <a:gd name="connsiteY26" fmla="*/ 24608 h 31894"/>
                <a:gd name="connsiteX27" fmla="*/ 13065 w 22972"/>
                <a:gd name="connsiteY27" fmla="*/ 23084 h 31894"/>
                <a:gd name="connsiteX28" fmla="*/ 12018 w 22972"/>
                <a:gd name="connsiteY28" fmla="*/ 20798 h 31894"/>
                <a:gd name="connsiteX29" fmla="*/ 11256 w 22972"/>
                <a:gd name="connsiteY29" fmla="*/ 20227 h 31894"/>
                <a:gd name="connsiteX30" fmla="*/ 9922 w 22972"/>
                <a:gd name="connsiteY30" fmla="*/ 20227 h 31894"/>
                <a:gd name="connsiteX31" fmla="*/ 9065 w 22972"/>
                <a:gd name="connsiteY31" fmla="*/ 20989 h 31894"/>
                <a:gd name="connsiteX32" fmla="*/ 7541 w 22972"/>
                <a:gd name="connsiteY32" fmla="*/ 21656 h 31894"/>
                <a:gd name="connsiteX33" fmla="*/ 6684 w 22972"/>
                <a:gd name="connsiteY33" fmla="*/ 21655 h 31894"/>
                <a:gd name="connsiteX34" fmla="*/ 5826 w 22972"/>
                <a:gd name="connsiteY34" fmla="*/ 20798 h 31894"/>
                <a:gd name="connsiteX35" fmla="*/ 5160 w 22972"/>
                <a:gd name="connsiteY35" fmla="*/ 20322 h 31894"/>
                <a:gd name="connsiteX36" fmla="*/ 4398 w 22972"/>
                <a:gd name="connsiteY36" fmla="*/ 19274 h 31894"/>
                <a:gd name="connsiteX37" fmla="*/ 3064 w 22972"/>
                <a:gd name="connsiteY37" fmla="*/ 17845 h 31894"/>
                <a:gd name="connsiteX38" fmla="*/ 1445 w 22972"/>
                <a:gd name="connsiteY38" fmla="*/ 15940 h 31894"/>
                <a:gd name="connsiteX39" fmla="*/ 16 w 22972"/>
                <a:gd name="connsiteY39" fmla="*/ 13845 h 31894"/>
                <a:gd name="connsiteX40" fmla="*/ 16 w 22972"/>
                <a:gd name="connsiteY40" fmla="*/ 10702 h 31894"/>
                <a:gd name="connsiteX41" fmla="*/ 968 w 22972"/>
                <a:gd name="connsiteY41" fmla="*/ 9368 h 31894"/>
                <a:gd name="connsiteX42" fmla="*/ 2397 w 22972"/>
                <a:gd name="connsiteY42" fmla="*/ 9368 h 31894"/>
                <a:gd name="connsiteX43" fmla="*/ 3350 w 22972"/>
                <a:gd name="connsiteY43" fmla="*/ 9368 h 31894"/>
                <a:gd name="connsiteX44" fmla="*/ 5160 w 22972"/>
                <a:gd name="connsiteY44" fmla="*/ 7368 h 31894"/>
                <a:gd name="connsiteX45" fmla="*/ 6588 w 22972"/>
                <a:gd name="connsiteY45" fmla="*/ 5844 h 31894"/>
                <a:gd name="connsiteX46" fmla="*/ 7541 w 22972"/>
                <a:gd name="connsiteY46" fmla="*/ 4701 h 31894"/>
                <a:gd name="connsiteX47" fmla="*/ 8398 w 22972"/>
                <a:gd name="connsiteY47" fmla="*/ 3844 h 31894"/>
                <a:gd name="connsiteX48" fmla="*/ 9351 w 22972"/>
                <a:gd name="connsiteY48" fmla="*/ 2510 h 31894"/>
                <a:gd name="connsiteX49" fmla="*/ 9827 w 22972"/>
                <a:gd name="connsiteY49" fmla="*/ 1558 h 31894"/>
                <a:gd name="connsiteX50" fmla="*/ 10303 w 22972"/>
                <a:gd name="connsiteY50" fmla="*/ 796 h 31894"/>
                <a:gd name="connsiteX51" fmla="*/ 10875 w 22972"/>
                <a:gd name="connsiteY51" fmla="*/ 129 h 31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2972" h="31894">
                  <a:moveTo>
                    <a:pt x="10589" y="605"/>
                  </a:moveTo>
                  <a:cubicBezTo>
                    <a:pt x="11062" y="532"/>
                    <a:pt x="11544" y="532"/>
                    <a:pt x="12018" y="605"/>
                  </a:cubicBezTo>
                  <a:cubicBezTo>
                    <a:pt x="12018" y="605"/>
                    <a:pt x="12970" y="-62"/>
                    <a:pt x="13351" y="-62"/>
                  </a:cubicBezTo>
                  <a:cubicBezTo>
                    <a:pt x="14237" y="-161"/>
                    <a:pt x="15132" y="-161"/>
                    <a:pt x="16018" y="-62"/>
                  </a:cubicBezTo>
                  <a:cubicBezTo>
                    <a:pt x="16018" y="-62"/>
                    <a:pt x="17161" y="986"/>
                    <a:pt x="17447" y="1177"/>
                  </a:cubicBezTo>
                  <a:cubicBezTo>
                    <a:pt x="17828" y="1456"/>
                    <a:pt x="18098" y="1861"/>
                    <a:pt x="18209" y="2320"/>
                  </a:cubicBezTo>
                  <a:cubicBezTo>
                    <a:pt x="17959" y="3163"/>
                    <a:pt x="17768" y="4022"/>
                    <a:pt x="17637" y="4891"/>
                  </a:cubicBezTo>
                  <a:lnTo>
                    <a:pt x="17637" y="6701"/>
                  </a:lnTo>
                  <a:cubicBezTo>
                    <a:pt x="17637" y="8606"/>
                    <a:pt x="17637" y="10511"/>
                    <a:pt x="17637" y="12511"/>
                  </a:cubicBezTo>
                  <a:cubicBezTo>
                    <a:pt x="17677" y="13209"/>
                    <a:pt x="17677" y="13909"/>
                    <a:pt x="17637" y="14607"/>
                  </a:cubicBezTo>
                  <a:cubicBezTo>
                    <a:pt x="17637" y="14607"/>
                    <a:pt x="17637" y="15178"/>
                    <a:pt x="16875" y="15178"/>
                  </a:cubicBezTo>
                  <a:cubicBezTo>
                    <a:pt x="16541" y="15596"/>
                    <a:pt x="16541" y="16190"/>
                    <a:pt x="16875" y="16607"/>
                  </a:cubicBezTo>
                  <a:cubicBezTo>
                    <a:pt x="17166" y="17149"/>
                    <a:pt x="17554" y="17633"/>
                    <a:pt x="18018" y="18036"/>
                  </a:cubicBezTo>
                  <a:cubicBezTo>
                    <a:pt x="19607" y="20284"/>
                    <a:pt x="21039" y="22639"/>
                    <a:pt x="22305" y="25084"/>
                  </a:cubicBezTo>
                  <a:cubicBezTo>
                    <a:pt x="22708" y="25994"/>
                    <a:pt x="22708" y="27032"/>
                    <a:pt x="22305" y="27942"/>
                  </a:cubicBezTo>
                  <a:cubicBezTo>
                    <a:pt x="22305" y="27942"/>
                    <a:pt x="22305" y="29466"/>
                    <a:pt x="21733" y="30228"/>
                  </a:cubicBezTo>
                  <a:cubicBezTo>
                    <a:pt x="21162" y="30990"/>
                    <a:pt x="21066" y="31466"/>
                    <a:pt x="20781" y="31657"/>
                  </a:cubicBezTo>
                  <a:cubicBezTo>
                    <a:pt x="20511" y="31793"/>
                    <a:pt x="20193" y="31793"/>
                    <a:pt x="19923" y="31657"/>
                  </a:cubicBezTo>
                  <a:cubicBezTo>
                    <a:pt x="19923" y="31657"/>
                    <a:pt x="19066" y="31657"/>
                    <a:pt x="18780" y="31657"/>
                  </a:cubicBezTo>
                  <a:cubicBezTo>
                    <a:pt x="18494" y="31657"/>
                    <a:pt x="18114" y="31657"/>
                    <a:pt x="17637" y="31657"/>
                  </a:cubicBezTo>
                  <a:cubicBezTo>
                    <a:pt x="17161" y="31657"/>
                    <a:pt x="16590" y="31657"/>
                    <a:pt x="16113" y="31657"/>
                  </a:cubicBezTo>
                  <a:cubicBezTo>
                    <a:pt x="15637" y="31657"/>
                    <a:pt x="15256" y="31657"/>
                    <a:pt x="14685" y="30799"/>
                  </a:cubicBezTo>
                  <a:cubicBezTo>
                    <a:pt x="14113" y="29942"/>
                    <a:pt x="11827" y="30799"/>
                    <a:pt x="11637" y="30037"/>
                  </a:cubicBezTo>
                  <a:cubicBezTo>
                    <a:pt x="11446" y="29275"/>
                    <a:pt x="12399" y="28894"/>
                    <a:pt x="12494" y="28799"/>
                  </a:cubicBezTo>
                  <a:cubicBezTo>
                    <a:pt x="12589" y="28704"/>
                    <a:pt x="14399" y="28799"/>
                    <a:pt x="14685" y="28323"/>
                  </a:cubicBezTo>
                  <a:cubicBezTo>
                    <a:pt x="14970" y="27847"/>
                    <a:pt x="15827" y="27180"/>
                    <a:pt x="14685" y="25846"/>
                  </a:cubicBezTo>
                  <a:cubicBezTo>
                    <a:pt x="14499" y="25415"/>
                    <a:pt x="14276" y="25000"/>
                    <a:pt x="14018" y="24608"/>
                  </a:cubicBezTo>
                  <a:cubicBezTo>
                    <a:pt x="13648" y="24134"/>
                    <a:pt x="13329" y="23624"/>
                    <a:pt x="13065" y="23084"/>
                  </a:cubicBezTo>
                  <a:cubicBezTo>
                    <a:pt x="13065" y="23084"/>
                    <a:pt x="12399" y="21751"/>
                    <a:pt x="12018" y="20798"/>
                  </a:cubicBezTo>
                  <a:cubicBezTo>
                    <a:pt x="11859" y="20506"/>
                    <a:pt x="11581" y="20297"/>
                    <a:pt x="11256" y="20227"/>
                  </a:cubicBezTo>
                  <a:cubicBezTo>
                    <a:pt x="11256" y="20227"/>
                    <a:pt x="10303" y="20227"/>
                    <a:pt x="9922" y="20227"/>
                  </a:cubicBezTo>
                  <a:lnTo>
                    <a:pt x="9065" y="20989"/>
                  </a:lnTo>
                  <a:cubicBezTo>
                    <a:pt x="8571" y="21242"/>
                    <a:pt x="8062" y="21464"/>
                    <a:pt x="7541" y="21656"/>
                  </a:cubicBezTo>
                  <a:cubicBezTo>
                    <a:pt x="7541" y="21655"/>
                    <a:pt x="6969" y="21655"/>
                    <a:pt x="6684" y="21655"/>
                  </a:cubicBezTo>
                  <a:cubicBezTo>
                    <a:pt x="6398" y="21655"/>
                    <a:pt x="6207" y="21084"/>
                    <a:pt x="5826" y="20798"/>
                  </a:cubicBezTo>
                  <a:cubicBezTo>
                    <a:pt x="5445" y="20512"/>
                    <a:pt x="5826" y="20322"/>
                    <a:pt x="5160" y="20322"/>
                  </a:cubicBezTo>
                  <a:cubicBezTo>
                    <a:pt x="4875" y="19996"/>
                    <a:pt x="4620" y="19645"/>
                    <a:pt x="4398" y="19274"/>
                  </a:cubicBezTo>
                  <a:lnTo>
                    <a:pt x="3064" y="17845"/>
                  </a:lnTo>
                  <a:cubicBezTo>
                    <a:pt x="2452" y="17276"/>
                    <a:pt x="1908" y="16637"/>
                    <a:pt x="1445" y="15940"/>
                  </a:cubicBezTo>
                  <a:cubicBezTo>
                    <a:pt x="925" y="15273"/>
                    <a:pt x="448" y="14573"/>
                    <a:pt x="16" y="13845"/>
                  </a:cubicBezTo>
                  <a:cubicBezTo>
                    <a:pt x="-841" y="12321"/>
                    <a:pt x="16" y="11464"/>
                    <a:pt x="16" y="10702"/>
                  </a:cubicBezTo>
                  <a:lnTo>
                    <a:pt x="968" y="9368"/>
                  </a:lnTo>
                  <a:cubicBezTo>
                    <a:pt x="1445" y="9368"/>
                    <a:pt x="1635" y="9368"/>
                    <a:pt x="2397" y="9368"/>
                  </a:cubicBezTo>
                  <a:lnTo>
                    <a:pt x="3350" y="9368"/>
                  </a:lnTo>
                  <a:cubicBezTo>
                    <a:pt x="4089" y="8838"/>
                    <a:pt x="4706" y="8156"/>
                    <a:pt x="5160" y="7368"/>
                  </a:cubicBezTo>
                  <a:cubicBezTo>
                    <a:pt x="5160" y="7368"/>
                    <a:pt x="6207" y="6511"/>
                    <a:pt x="6588" y="5844"/>
                  </a:cubicBezTo>
                  <a:lnTo>
                    <a:pt x="7541" y="4701"/>
                  </a:lnTo>
                  <a:lnTo>
                    <a:pt x="8398" y="3844"/>
                  </a:lnTo>
                  <a:cubicBezTo>
                    <a:pt x="8790" y="3457"/>
                    <a:pt x="9112" y="3006"/>
                    <a:pt x="9351" y="2510"/>
                  </a:cubicBezTo>
                  <a:cubicBezTo>
                    <a:pt x="9351" y="2510"/>
                    <a:pt x="9351" y="1843"/>
                    <a:pt x="9827" y="1558"/>
                  </a:cubicBezTo>
                  <a:lnTo>
                    <a:pt x="10303" y="796"/>
                  </a:lnTo>
                  <a:cubicBezTo>
                    <a:pt x="10397" y="506"/>
                    <a:pt x="10603" y="266"/>
                    <a:pt x="10875" y="129"/>
                  </a:cubicBezTo>
                </a:path>
              </a:pathLst>
            </a:custGeom>
            <a:solidFill>
              <a:srgbClr val="FFFFFF"/>
            </a:solidFill>
            <a:ln w="9525" cap="flat">
              <a:noFill/>
              <a:prstDash val="solid"/>
              <a:miter/>
            </a:ln>
          </p:spPr>
          <p:txBody>
            <a:bodyPr rtlCol="0" anchor="ctr"/>
            <a:lstStyle/>
            <a:p>
              <a:endParaRPr lang="zh-CN" altLang="en-US"/>
            </a:p>
          </p:txBody>
        </p:sp>
        <p:sp>
          <p:nvSpPr>
            <p:cNvPr id="170" name="任意多边形: 形状 169"/>
            <p:cNvSpPr/>
            <p:nvPr/>
          </p:nvSpPr>
          <p:spPr>
            <a:xfrm>
              <a:off x="9974114" y="303781"/>
              <a:ext cx="8846" cy="7466"/>
            </a:xfrm>
            <a:custGeom>
              <a:avLst/>
              <a:gdLst>
                <a:gd name="connsiteX0" fmla="*/ -365 w 11033"/>
                <a:gd name="connsiteY0" fmla="*/ 1198 h 9312"/>
                <a:gd name="connsiteX1" fmla="*/ 873 w 11033"/>
                <a:gd name="connsiteY1" fmla="*/ 1198 h 9312"/>
                <a:gd name="connsiteX2" fmla="*/ 2302 w 11033"/>
                <a:gd name="connsiteY2" fmla="*/ 1198 h 9312"/>
                <a:gd name="connsiteX3" fmla="*/ 3445 w 11033"/>
                <a:gd name="connsiteY3" fmla="*/ 626 h 9312"/>
                <a:gd name="connsiteX4" fmla="*/ 4683 w 11033"/>
                <a:gd name="connsiteY4" fmla="*/ 626 h 9312"/>
                <a:gd name="connsiteX5" fmla="*/ 5540 w 11033"/>
                <a:gd name="connsiteY5" fmla="*/ -136 h 9312"/>
                <a:gd name="connsiteX6" fmla="*/ 8874 w 11033"/>
                <a:gd name="connsiteY6" fmla="*/ 531 h 9312"/>
                <a:gd name="connsiteX7" fmla="*/ 10017 w 11033"/>
                <a:gd name="connsiteY7" fmla="*/ 531 h 9312"/>
                <a:gd name="connsiteX8" fmla="*/ 10589 w 11033"/>
                <a:gd name="connsiteY8" fmla="*/ 1674 h 9312"/>
                <a:gd name="connsiteX9" fmla="*/ 10589 w 11033"/>
                <a:gd name="connsiteY9" fmla="*/ 3102 h 9312"/>
                <a:gd name="connsiteX10" fmla="*/ 10589 w 11033"/>
                <a:gd name="connsiteY10" fmla="*/ 4722 h 9312"/>
                <a:gd name="connsiteX11" fmla="*/ 10589 w 11033"/>
                <a:gd name="connsiteY11" fmla="*/ 5960 h 9312"/>
                <a:gd name="connsiteX12" fmla="*/ 9636 w 11033"/>
                <a:gd name="connsiteY12" fmla="*/ 7198 h 9312"/>
                <a:gd name="connsiteX13" fmla="*/ 8684 w 11033"/>
                <a:gd name="connsiteY13" fmla="*/ 7865 h 9312"/>
                <a:gd name="connsiteX14" fmla="*/ 7827 w 11033"/>
                <a:gd name="connsiteY14" fmla="*/ 9103 h 9312"/>
                <a:gd name="connsiteX15" fmla="*/ 6493 w 11033"/>
                <a:gd name="connsiteY15" fmla="*/ 8627 h 9312"/>
                <a:gd name="connsiteX16" fmla="*/ 5731 w 11033"/>
                <a:gd name="connsiteY16" fmla="*/ 7484 h 9312"/>
                <a:gd name="connsiteX17" fmla="*/ 3826 w 11033"/>
                <a:gd name="connsiteY17" fmla="*/ 6436 h 9312"/>
                <a:gd name="connsiteX18" fmla="*/ 2302 w 11033"/>
                <a:gd name="connsiteY18" fmla="*/ 5389 h 9312"/>
                <a:gd name="connsiteX19" fmla="*/ 968 w 11033"/>
                <a:gd name="connsiteY19" fmla="*/ 4150 h 9312"/>
                <a:gd name="connsiteX20" fmla="*/ 397 w 11033"/>
                <a:gd name="connsiteY20" fmla="*/ 3102 h 9312"/>
                <a:gd name="connsiteX21" fmla="*/ -79 w 11033"/>
                <a:gd name="connsiteY21" fmla="*/ 1483 h 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33" h="9312">
                  <a:moveTo>
                    <a:pt x="-365" y="1198"/>
                  </a:moveTo>
                  <a:cubicBezTo>
                    <a:pt x="-365" y="1198"/>
                    <a:pt x="397" y="1198"/>
                    <a:pt x="873" y="1198"/>
                  </a:cubicBezTo>
                  <a:cubicBezTo>
                    <a:pt x="1350" y="1198"/>
                    <a:pt x="2016" y="1198"/>
                    <a:pt x="2302" y="1198"/>
                  </a:cubicBezTo>
                  <a:lnTo>
                    <a:pt x="3445" y="626"/>
                  </a:lnTo>
                  <a:cubicBezTo>
                    <a:pt x="3445" y="626"/>
                    <a:pt x="4398" y="626"/>
                    <a:pt x="4683" y="626"/>
                  </a:cubicBezTo>
                  <a:lnTo>
                    <a:pt x="5540" y="-136"/>
                  </a:lnTo>
                  <a:cubicBezTo>
                    <a:pt x="6017" y="-136"/>
                    <a:pt x="8112" y="-136"/>
                    <a:pt x="8874" y="531"/>
                  </a:cubicBezTo>
                  <a:lnTo>
                    <a:pt x="10017" y="531"/>
                  </a:lnTo>
                  <a:cubicBezTo>
                    <a:pt x="10017" y="531"/>
                    <a:pt x="10494" y="1388"/>
                    <a:pt x="10589" y="1674"/>
                  </a:cubicBezTo>
                  <a:cubicBezTo>
                    <a:pt x="10695" y="2144"/>
                    <a:pt x="10695" y="2632"/>
                    <a:pt x="10589" y="3102"/>
                  </a:cubicBezTo>
                  <a:cubicBezTo>
                    <a:pt x="10543" y="3641"/>
                    <a:pt x="10543" y="4183"/>
                    <a:pt x="10589" y="4722"/>
                  </a:cubicBezTo>
                  <a:cubicBezTo>
                    <a:pt x="10623" y="5134"/>
                    <a:pt x="10623" y="5548"/>
                    <a:pt x="10589" y="5960"/>
                  </a:cubicBezTo>
                  <a:cubicBezTo>
                    <a:pt x="10388" y="6451"/>
                    <a:pt x="10059" y="6879"/>
                    <a:pt x="9636" y="7198"/>
                  </a:cubicBezTo>
                  <a:cubicBezTo>
                    <a:pt x="9636" y="7198"/>
                    <a:pt x="8874" y="7198"/>
                    <a:pt x="8684" y="7865"/>
                  </a:cubicBezTo>
                  <a:cubicBezTo>
                    <a:pt x="8493" y="8532"/>
                    <a:pt x="8112" y="8913"/>
                    <a:pt x="7827" y="9103"/>
                  </a:cubicBezTo>
                  <a:cubicBezTo>
                    <a:pt x="7541" y="9294"/>
                    <a:pt x="6969" y="9103"/>
                    <a:pt x="6493" y="8627"/>
                  </a:cubicBezTo>
                  <a:cubicBezTo>
                    <a:pt x="6017" y="8151"/>
                    <a:pt x="6493" y="7770"/>
                    <a:pt x="5731" y="7484"/>
                  </a:cubicBezTo>
                  <a:cubicBezTo>
                    <a:pt x="4969" y="7198"/>
                    <a:pt x="4017" y="6627"/>
                    <a:pt x="3826" y="6436"/>
                  </a:cubicBezTo>
                  <a:cubicBezTo>
                    <a:pt x="3636" y="6246"/>
                    <a:pt x="2493" y="5865"/>
                    <a:pt x="2302" y="5389"/>
                  </a:cubicBezTo>
                  <a:cubicBezTo>
                    <a:pt x="1953" y="4883"/>
                    <a:pt x="1498" y="4460"/>
                    <a:pt x="968" y="4150"/>
                  </a:cubicBezTo>
                  <a:cubicBezTo>
                    <a:pt x="652" y="3886"/>
                    <a:pt x="447" y="3512"/>
                    <a:pt x="397" y="3102"/>
                  </a:cubicBezTo>
                  <a:cubicBezTo>
                    <a:pt x="397" y="2626"/>
                    <a:pt x="-270" y="2055"/>
                    <a:pt x="-79" y="1483"/>
                  </a:cubicBezTo>
                </a:path>
              </a:pathLst>
            </a:custGeom>
            <a:solidFill>
              <a:srgbClr val="FFFFFF"/>
            </a:solidFill>
            <a:ln w="9525" cap="flat">
              <a:noFill/>
              <a:prstDash val="solid"/>
              <a:miter/>
            </a:ln>
          </p:spPr>
          <p:txBody>
            <a:bodyPr rtlCol="0" anchor="ctr"/>
            <a:lstStyle/>
            <a:p>
              <a:endParaRPr lang="zh-CN" altLang="en-US"/>
            </a:p>
          </p:txBody>
        </p:sp>
        <p:sp>
          <p:nvSpPr>
            <p:cNvPr id="171" name="任意多边形: 形状 170"/>
            <p:cNvSpPr/>
            <p:nvPr/>
          </p:nvSpPr>
          <p:spPr>
            <a:xfrm>
              <a:off x="9960570" y="315006"/>
              <a:ext cx="6153" cy="8499"/>
            </a:xfrm>
            <a:custGeom>
              <a:avLst/>
              <a:gdLst>
                <a:gd name="connsiteX0" fmla="*/ 621 w 7674"/>
                <a:gd name="connsiteY0" fmla="*/ 1198 h 10601"/>
                <a:gd name="connsiteX1" fmla="*/ 3002 w 7674"/>
                <a:gd name="connsiteY1" fmla="*/ 2150 h 10601"/>
                <a:gd name="connsiteX2" fmla="*/ 4241 w 7674"/>
                <a:gd name="connsiteY2" fmla="*/ 912 h 10601"/>
                <a:gd name="connsiteX3" fmla="*/ 5860 w 7674"/>
                <a:gd name="connsiteY3" fmla="*/ -136 h 10601"/>
                <a:gd name="connsiteX4" fmla="*/ 6622 w 7674"/>
                <a:gd name="connsiteY4" fmla="*/ -136 h 10601"/>
                <a:gd name="connsiteX5" fmla="*/ 6622 w 7674"/>
                <a:gd name="connsiteY5" fmla="*/ 912 h 10601"/>
                <a:gd name="connsiteX6" fmla="*/ 7098 w 7674"/>
                <a:gd name="connsiteY6" fmla="*/ 2055 h 10601"/>
                <a:gd name="connsiteX7" fmla="*/ 7098 w 7674"/>
                <a:gd name="connsiteY7" fmla="*/ 3293 h 10601"/>
                <a:gd name="connsiteX8" fmla="*/ 7098 w 7674"/>
                <a:gd name="connsiteY8" fmla="*/ 4246 h 10601"/>
                <a:gd name="connsiteX9" fmla="*/ 7098 w 7674"/>
                <a:gd name="connsiteY9" fmla="*/ 6055 h 10601"/>
                <a:gd name="connsiteX10" fmla="*/ 6527 w 7674"/>
                <a:gd name="connsiteY10" fmla="*/ 7389 h 10601"/>
                <a:gd name="connsiteX11" fmla="*/ 5384 w 7674"/>
                <a:gd name="connsiteY11" fmla="*/ 8246 h 10601"/>
                <a:gd name="connsiteX12" fmla="*/ 4145 w 7674"/>
                <a:gd name="connsiteY12" fmla="*/ 9865 h 10601"/>
                <a:gd name="connsiteX13" fmla="*/ 1317 w 7674"/>
                <a:gd name="connsiteY13" fmla="*/ 9894 h 10601"/>
                <a:gd name="connsiteX14" fmla="*/ 1288 w 7674"/>
                <a:gd name="connsiteY14" fmla="*/ 9865 h 10601"/>
                <a:gd name="connsiteX15" fmla="*/ 812 w 7674"/>
                <a:gd name="connsiteY15" fmla="*/ 8532 h 10601"/>
                <a:gd name="connsiteX16" fmla="*/ -46 w 7674"/>
                <a:gd name="connsiteY16" fmla="*/ 7770 h 10601"/>
                <a:gd name="connsiteX17" fmla="*/ -46 w 7674"/>
                <a:gd name="connsiteY17" fmla="*/ 6341 h 10601"/>
                <a:gd name="connsiteX18" fmla="*/ -46 w 7674"/>
                <a:gd name="connsiteY18" fmla="*/ 2912 h 10601"/>
                <a:gd name="connsiteX19" fmla="*/ 621 w 7674"/>
                <a:gd name="connsiteY19" fmla="*/ 1674 h 1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674" h="10601">
                  <a:moveTo>
                    <a:pt x="621" y="1198"/>
                  </a:moveTo>
                  <a:cubicBezTo>
                    <a:pt x="1574" y="626"/>
                    <a:pt x="2621" y="2340"/>
                    <a:pt x="3002" y="2150"/>
                  </a:cubicBezTo>
                  <a:lnTo>
                    <a:pt x="4241" y="912"/>
                  </a:lnTo>
                  <a:cubicBezTo>
                    <a:pt x="4750" y="517"/>
                    <a:pt x="5292" y="167"/>
                    <a:pt x="5860" y="-136"/>
                  </a:cubicBezTo>
                  <a:cubicBezTo>
                    <a:pt x="5860" y="-136"/>
                    <a:pt x="6431" y="-136"/>
                    <a:pt x="6622" y="-136"/>
                  </a:cubicBezTo>
                  <a:cubicBezTo>
                    <a:pt x="6689" y="210"/>
                    <a:pt x="6689" y="566"/>
                    <a:pt x="6622" y="912"/>
                  </a:cubicBezTo>
                  <a:cubicBezTo>
                    <a:pt x="6860" y="1255"/>
                    <a:pt x="7022" y="1644"/>
                    <a:pt x="7098" y="2055"/>
                  </a:cubicBezTo>
                  <a:cubicBezTo>
                    <a:pt x="7078" y="2467"/>
                    <a:pt x="7078" y="2881"/>
                    <a:pt x="7098" y="3293"/>
                  </a:cubicBezTo>
                  <a:cubicBezTo>
                    <a:pt x="7098" y="3293"/>
                    <a:pt x="7098" y="3960"/>
                    <a:pt x="7098" y="4246"/>
                  </a:cubicBezTo>
                  <a:cubicBezTo>
                    <a:pt x="7098" y="4531"/>
                    <a:pt x="7574" y="5389"/>
                    <a:pt x="7098" y="6055"/>
                  </a:cubicBezTo>
                  <a:cubicBezTo>
                    <a:pt x="6955" y="6518"/>
                    <a:pt x="6763" y="6965"/>
                    <a:pt x="6527" y="7389"/>
                  </a:cubicBezTo>
                  <a:cubicBezTo>
                    <a:pt x="6527" y="7960"/>
                    <a:pt x="5574" y="7960"/>
                    <a:pt x="5384" y="8246"/>
                  </a:cubicBezTo>
                  <a:cubicBezTo>
                    <a:pt x="5193" y="8532"/>
                    <a:pt x="4622" y="9580"/>
                    <a:pt x="4145" y="9865"/>
                  </a:cubicBezTo>
                  <a:cubicBezTo>
                    <a:pt x="3372" y="10654"/>
                    <a:pt x="2106" y="10667"/>
                    <a:pt x="1317" y="9894"/>
                  </a:cubicBezTo>
                  <a:cubicBezTo>
                    <a:pt x="1307" y="9885"/>
                    <a:pt x="1297" y="9875"/>
                    <a:pt x="1288" y="9865"/>
                  </a:cubicBezTo>
                  <a:lnTo>
                    <a:pt x="812" y="8532"/>
                  </a:lnTo>
                  <a:cubicBezTo>
                    <a:pt x="812" y="8532"/>
                    <a:pt x="145" y="8532"/>
                    <a:pt x="-46" y="7770"/>
                  </a:cubicBezTo>
                  <a:cubicBezTo>
                    <a:pt x="-236" y="7008"/>
                    <a:pt x="-46" y="6722"/>
                    <a:pt x="-46" y="6341"/>
                  </a:cubicBezTo>
                  <a:cubicBezTo>
                    <a:pt x="-471" y="5238"/>
                    <a:pt x="-471" y="4016"/>
                    <a:pt x="-46" y="2912"/>
                  </a:cubicBezTo>
                  <a:cubicBezTo>
                    <a:pt x="-46" y="2912"/>
                    <a:pt x="-46" y="1864"/>
                    <a:pt x="621" y="1674"/>
                  </a:cubicBezTo>
                </a:path>
              </a:pathLst>
            </a:custGeom>
            <a:solidFill>
              <a:srgbClr val="FFFFFF"/>
            </a:solidFill>
            <a:ln w="9525" cap="flat">
              <a:noFill/>
              <a:prstDash val="solid"/>
              <a:miter/>
            </a:ln>
          </p:spPr>
          <p:txBody>
            <a:bodyPr rtlCol="0" anchor="ctr"/>
            <a:lstStyle/>
            <a:p>
              <a:endParaRPr lang="zh-CN" altLang="en-US"/>
            </a:p>
          </p:txBody>
        </p:sp>
        <p:sp>
          <p:nvSpPr>
            <p:cNvPr id="172" name="任意多边形: 形状 171"/>
            <p:cNvSpPr/>
            <p:nvPr/>
          </p:nvSpPr>
          <p:spPr>
            <a:xfrm>
              <a:off x="9950131" y="283985"/>
              <a:ext cx="23310" cy="22016"/>
            </a:xfrm>
            <a:custGeom>
              <a:avLst/>
              <a:gdLst>
                <a:gd name="connsiteX0" fmla="*/ 8688 w 29074"/>
                <a:gd name="connsiteY0" fmla="*/ 1314 h 27461"/>
                <a:gd name="connsiteX1" fmla="*/ 9736 w 29074"/>
                <a:gd name="connsiteY1" fmla="*/ 742 h 27461"/>
                <a:gd name="connsiteX2" fmla="*/ 10974 w 29074"/>
                <a:gd name="connsiteY2" fmla="*/ 76 h 27461"/>
                <a:gd name="connsiteX3" fmla="*/ 11926 w 29074"/>
                <a:gd name="connsiteY3" fmla="*/ 76 h 27461"/>
                <a:gd name="connsiteX4" fmla="*/ 13355 w 29074"/>
                <a:gd name="connsiteY4" fmla="*/ 76 h 27461"/>
                <a:gd name="connsiteX5" fmla="*/ 14594 w 29074"/>
                <a:gd name="connsiteY5" fmla="*/ 1219 h 27461"/>
                <a:gd name="connsiteX6" fmla="*/ 16689 w 29074"/>
                <a:gd name="connsiteY6" fmla="*/ 2647 h 27461"/>
                <a:gd name="connsiteX7" fmla="*/ 16689 w 29074"/>
                <a:gd name="connsiteY7" fmla="*/ 5410 h 27461"/>
                <a:gd name="connsiteX8" fmla="*/ 17356 w 29074"/>
                <a:gd name="connsiteY8" fmla="*/ 5981 h 27461"/>
                <a:gd name="connsiteX9" fmla="*/ 20785 w 29074"/>
                <a:gd name="connsiteY9" fmla="*/ 2647 h 27461"/>
                <a:gd name="connsiteX10" fmla="*/ 22690 w 29074"/>
                <a:gd name="connsiteY10" fmla="*/ 742 h 27461"/>
                <a:gd name="connsiteX11" fmla="*/ 23928 w 29074"/>
                <a:gd name="connsiteY11" fmla="*/ 742 h 27461"/>
                <a:gd name="connsiteX12" fmla="*/ 25166 w 29074"/>
                <a:gd name="connsiteY12" fmla="*/ 742 h 27461"/>
                <a:gd name="connsiteX13" fmla="*/ 27071 w 29074"/>
                <a:gd name="connsiteY13" fmla="*/ 742 h 27461"/>
                <a:gd name="connsiteX14" fmla="*/ 27929 w 29074"/>
                <a:gd name="connsiteY14" fmla="*/ 742 h 27461"/>
                <a:gd name="connsiteX15" fmla="*/ 28595 w 29074"/>
                <a:gd name="connsiteY15" fmla="*/ 1981 h 27461"/>
                <a:gd name="connsiteX16" fmla="*/ 27548 w 29074"/>
                <a:gd name="connsiteY16" fmla="*/ 5219 h 27461"/>
                <a:gd name="connsiteX17" fmla="*/ 26119 w 29074"/>
                <a:gd name="connsiteY17" fmla="*/ 5219 h 27461"/>
                <a:gd name="connsiteX18" fmla="*/ 24214 w 29074"/>
                <a:gd name="connsiteY18" fmla="*/ 6553 h 27461"/>
                <a:gd name="connsiteX19" fmla="*/ 22785 w 29074"/>
                <a:gd name="connsiteY19" fmla="*/ 7791 h 27461"/>
                <a:gd name="connsiteX20" fmla="*/ 21547 w 29074"/>
                <a:gd name="connsiteY20" fmla="*/ 9029 h 27461"/>
                <a:gd name="connsiteX21" fmla="*/ 20404 w 29074"/>
                <a:gd name="connsiteY21" fmla="*/ 10458 h 27461"/>
                <a:gd name="connsiteX22" fmla="*/ 18975 w 29074"/>
                <a:gd name="connsiteY22" fmla="*/ 11220 h 27461"/>
                <a:gd name="connsiteX23" fmla="*/ 17451 w 29074"/>
                <a:gd name="connsiteY23" fmla="*/ 13315 h 27461"/>
                <a:gd name="connsiteX24" fmla="*/ 13450 w 29074"/>
                <a:gd name="connsiteY24" fmla="*/ 17316 h 27461"/>
                <a:gd name="connsiteX25" fmla="*/ 12307 w 29074"/>
                <a:gd name="connsiteY25" fmla="*/ 18459 h 27461"/>
                <a:gd name="connsiteX26" fmla="*/ 11260 w 29074"/>
                <a:gd name="connsiteY26" fmla="*/ 19602 h 27461"/>
                <a:gd name="connsiteX27" fmla="*/ 10212 w 29074"/>
                <a:gd name="connsiteY27" fmla="*/ 20650 h 27461"/>
                <a:gd name="connsiteX28" fmla="*/ 9259 w 29074"/>
                <a:gd name="connsiteY28" fmla="*/ 21412 h 27461"/>
                <a:gd name="connsiteX29" fmla="*/ 8307 w 29074"/>
                <a:gd name="connsiteY29" fmla="*/ 22364 h 27461"/>
                <a:gd name="connsiteX30" fmla="*/ 7450 w 29074"/>
                <a:gd name="connsiteY30" fmla="*/ 22936 h 27461"/>
                <a:gd name="connsiteX31" fmla="*/ 6688 w 29074"/>
                <a:gd name="connsiteY31" fmla="*/ 23412 h 27461"/>
                <a:gd name="connsiteX32" fmla="*/ 5640 w 29074"/>
                <a:gd name="connsiteY32" fmla="*/ 24555 h 27461"/>
                <a:gd name="connsiteX33" fmla="*/ 4783 w 29074"/>
                <a:gd name="connsiteY33" fmla="*/ 25507 h 27461"/>
                <a:gd name="connsiteX34" fmla="*/ 4211 w 29074"/>
                <a:gd name="connsiteY34" fmla="*/ 26555 h 27461"/>
                <a:gd name="connsiteX35" fmla="*/ 3164 w 29074"/>
                <a:gd name="connsiteY35" fmla="*/ 26555 h 27461"/>
                <a:gd name="connsiteX36" fmla="*/ 1735 w 29074"/>
                <a:gd name="connsiteY36" fmla="*/ 27317 h 27461"/>
                <a:gd name="connsiteX37" fmla="*/ 497 w 29074"/>
                <a:gd name="connsiteY37" fmla="*/ 26079 h 27461"/>
                <a:gd name="connsiteX38" fmla="*/ -266 w 29074"/>
                <a:gd name="connsiteY38" fmla="*/ 24936 h 27461"/>
                <a:gd name="connsiteX39" fmla="*/ -266 w 29074"/>
                <a:gd name="connsiteY39" fmla="*/ 23888 h 27461"/>
                <a:gd name="connsiteX40" fmla="*/ 1640 w 29074"/>
                <a:gd name="connsiteY40" fmla="*/ 20840 h 27461"/>
                <a:gd name="connsiteX41" fmla="*/ 2592 w 29074"/>
                <a:gd name="connsiteY41" fmla="*/ 20840 h 27461"/>
                <a:gd name="connsiteX42" fmla="*/ 3830 w 29074"/>
                <a:gd name="connsiteY42" fmla="*/ 19411 h 27461"/>
                <a:gd name="connsiteX43" fmla="*/ 7069 w 29074"/>
                <a:gd name="connsiteY43" fmla="*/ 16459 h 27461"/>
                <a:gd name="connsiteX44" fmla="*/ 8498 w 29074"/>
                <a:gd name="connsiteY44" fmla="*/ 15316 h 27461"/>
                <a:gd name="connsiteX45" fmla="*/ 10783 w 29074"/>
                <a:gd name="connsiteY45" fmla="*/ 12649 h 27461"/>
                <a:gd name="connsiteX46" fmla="*/ 11546 w 29074"/>
                <a:gd name="connsiteY46" fmla="*/ 11315 h 27461"/>
                <a:gd name="connsiteX47" fmla="*/ 10974 w 29074"/>
                <a:gd name="connsiteY47" fmla="*/ 10553 h 27461"/>
                <a:gd name="connsiteX48" fmla="*/ 10022 w 29074"/>
                <a:gd name="connsiteY48" fmla="*/ 10553 h 27461"/>
                <a:gd name="connsiteX49" fmla="*/ 8783 w 29074"/>
                <a:gd name="connsiteY49" fmla="*/ 10553 h 27461"/>
                <a:gd name="connsiteX50" fmla="*/ 8783 w 29074"/>
                <a:gd name="connsiteY50" fmla="*/ 9601 h 27461"/>
                <a:gd name="connsiteX51" fmla="*/ 8783 w 29074"/>
                <a:gd name="connsiteY51" fmla="*/ 8648 h 27461"/>
                <a:gd name="connsiteX52" fmla="*/ 8783 w 29074"/>
                <a:gd name="connsiteY52" fmla="*/ 7505 h 27461"/>
                <a:gd name="connsiteX53" fmla="*/ 6212 w 29074"/>
                <a:gd name="connsiteY53" fmla="*/ 5600 h 27461"/>
                <a:gd name="connsiteX54" fmla="*/ 6212 w 29074"/>
                <a:gd name="connsiteY54" fmla="*/ 4552 h 27461"/>
                <a:gd name="connsiteX55" fmla="*/ 7545 w 29074"/>
                <a:gd name="connsiteY55" fmla="*/ 3409 h 27461"/>
                <a:gd name="connsiteX56" fmla="*/ 8212 w 29074"/>
                <a:gd name="connsiteY56" fmla="*/ 2552 h 27461"/>
                <a:gd name="connsiteX57" fmla="*/ 9069 w 29074"/>
                <a:gd name="connsiteY57" fmla="*/ 1981 h 27461"/>
                <a:gd name="connsiteX58" fmla="*/ 9736 w 29074"/>
                <a:gd name="connsiteY58" fmla="*/ 1123 h 27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9074" h="27461">
                  <a:moveTo>
                    <a:pt x="8688" y="1314"/>
                  </a:moveTo>
                  <a:lnTo>
                    <a:pt x="9736" y="742"/>
                  </a:lnTo>
                  <a:lnTo>
                    <a:pt x="10974" y="76"/>
                  </a:lnTo>
                  <a:cubicBezTo>
                    <a:pt x="10974" y="76"/>
                    <a:pt x="11450" y="76"/>
                    <a:pt x="11926" y="76"/>
                  </a:cubicBezTo>
                  <a:cubicBezTo>
                    <a:pt x="12403" y="76"/>
                    <a:pt x="12974" y="-401"/>
                    <a:pt x="13355" y="76"/>
                  </a:cubicBezTo>
                  <a:cubicBezTo>
                    <a:pt x="13736" y="552"/>
                    <a:pt x="14308" y="1028"/>
                    <a:pt x="14594" y="1219"/>
                  </a:cubicBezTo>
                  <a:cubicBezTo>
                    <a:pt x="14879" y="1409"/>
                    <a:pt x="15832" y="1219"/>
                    <a:pt x="16689" y="2647"/>
                  </a:cubicBezTo>
                  <a:cubicBezTo>
                    <a:pt x="17546" y="4076"/>
                    <a:pt x="17261" y="4267"/>
                    <a:pt x="16689" y="5410"/>
                  </a:cubicBezTo>
                  <a:cubicBezTo>
                    <a:pt x="16117" y="6553"/>
                    <a:pt x="16689" y="6267"/>
                    <a:pt x="17356" y="5981"/>
                  </a:cubicBezTo>
                  <a:lnTo>
                    <a:pt x="20785" y="2647"/>
                  </a:lnTo>
                  <a:cubicBezTo>
                    <a:pt x="21371" y="1965"/>
                    <a:pt x="22007" y="1328"/>
                    <a:pt x="22690" y="742"/>
                  </a:cubicBezTo>
                  <a:cubicBezTo>
                    <a:pt x="22690" y="742"/>
                    <a:pt x="23547" y="742"/>
                    <a:pt x="23928" y="742"/>
                  </a:cubicBezTo>
                  <a:cubicBezTo>
                    <a:pt x="24309" y="742"/>
                    <a:pt x="24881" y="742"/>
                    <a:pt x="25166" y="742"/>
                  </a:cubicBezTo>
                  <a:cubicBezTo>
                    <a:pt x="25760" y="1064"/>
                    <a:pt x="26477" y="1064"/>
                    <a:pt x="27071" y="742"/>
                  </a:cubicBezTo>
                  <a:cubicBezTo>
                    <a:pt x="27071" y="742"/>
                    <a:pt x="27833" y="742"/>
                    <a:pt x="27929" y="742"/>
                  </a:cubicBezTo>
                  <a:lnTo>
                    <a:pt x="28595" y="1981"/>
                  </a:lnTo>
                  <a:cubicBezTo>
                    <a:pt x="29072" y="2933"/>
                    <a:pt x="27929" y="4362"/>
                    <a:pt x="27548" y="5219"/>
                  </a:cubicBezTo>
                  <a:cubicBezTo>
                    <a:pt x="27166" y="6076"/>
                    <a:pt x="26881" y="5219"/>
                    <a:pt x="26119" y="5219"/>
                  </a:cubicBezTo>
                  <a:cubicBezTo>
                    <a:pt x="25523" y="5717"/>
                    <a:pt x="24886" y="6163"/>
                    <a:pt x="24214" y="6553"/>
                  </a:cubicBezTo>
                  <a:lnTo>
                    <a:pt x="22785" y="7791"/>
                  </a:lnTo>
                  <a:lnTo>
                    <a:pt x="21547" y="9029"/>
                  </a:lnTo>
                  <a:lnTo>
                    <a:pt x="20404" y="10458"/>
                  </a:lnTo>
                  <a:cubicBezTo>
                    <a:pt x="20404" y="10458"/>
                    <a:pt x="19547" y="10458"/>
                    <a:pt x="18975" y="11220"/>
                  </a:cubicBezTo>
                  <a:cubicBezTo>
                    <a:pt x="18512" y="11950"/>
                    <a:pt x="18002" y="12650"/>
                    <a:pt x="17451" y="13315"/>
                  </a:cubicBezTo>
                  <a:cubicBezTo>
                    <a:pt x="16040" y="14570"/>
                    <a:pt x="14705" y="15905"/>
                    <a:pt x="13450" y="17316"/>
                  </a:cubicBezTo>
                  <a:cubicBezTo>
                    <a:pt x="13450" y="17983"/>
                    <a:pt x="12593" y="17983"/>
                    <a:pt x="12307" y="18459"/>
                  </a:cubicBezTo>
                  <a:cubicBezTo>
                    <a:pt x="12022" y="18935"/>
                    <a:pt x="11450" y="19221"/>
                    <a:pt x="11260" y="19602"/>
                  </a:cubicBezTo>
                  <a:cubicBezTo>
                    <a:pt x="11069" y="19983"/>
                    <a:pt x="10403" y="20269"/>
                    <a:pt x="10212" y="20650"/>
                  </a:cubicBezTo>
                  <a:cubicBezTo>
                    <a:pt x="9955" y="20971"/>
                    <a:pt x="9630" y="21232"/>
                    <a:pt x="9259" y="21412"/>
                  </a:cubicBezTo>
                  <a:cubicBezTo>
                    <a:pt x="9259" y="21412"/>
                    <a:pt x="8688" y="21983"/>
                    <a:pt x="8307" y="22364"/>
                  </a:cubicBezTo>
                  <a:cubicBezTo>
                    <a:pt x="8069" y="22617"/>
                    <a:pt x="7776" y="22813"/>
                    <a:pt x="7450" y="22936"/>
                  </a:cubicBezTo>
                  <a:lnTo>
                    <a:pt x="6688" y="23412"/>
                  </a:lnTo>
                  <a:cubicBezTo>
                    <a:pt x="6688" y="23412"/>
                    <a:pt x="6116" y="24174"/>
                    <a:pt x="5640" y="24555"/>
                  </a:cubicBezTo>
                  <a:cubicBezTo>
                    <a:pt x="5164" y="24936"/>
                    <a:pt x="4878" y="25317"/>
                    <a:pt x="4783" y="25507"/>
                  </a:cubicBezTo>
                  <a:cubicBezTo>
                    <a:pt x="4688" y="25698"/>
                    <a:pt x="4783" y="26174"/>
                    <a:pt x="4211" y="26555"/>
                  </a:cubicBezTo>
                  <a:cubicBezTo>
                    <a:pt x="3640" y="26936"/>
                    <a:pt x="4211" y="26555"/>
                    <a:pt x="3164" y="26555"/>
                  </a:cubicBezTo>
                  <a:cubicBezTo>
                    <a:pt x="2116" y="26555"/>
                    <a:pt x="2211" y="27222"/>
                    <a:pt x="1735" y="27317"/>
                  </a:cubicBezTo>
                  <a:cubicBezTo>
                    <a:pt x="1258" y="27412"/>
                    <a:pt x="782" y="26650"/>
                    <a:pt x="497" y="26079"/>
                  </a:cubicBezTo>
                  <a:lnTo>
                    <a:pt x="-266" y="24936"/>
                  </a:lnTo>
                  <a:cubicBezTo>
                    <a:pt x="-398" y="24599"/>
                    <a:pt x="-398" y="24225"/>
                    <a:pt x="-266" y="23888"/>
                  </a:cubicBezTo>
                  <a:cubicBezTo>
                    <a:pt x="184" y="22767"/>
                    <a:pt x="829" y="21735"/>
                    <a:pt x="1640" y="20840"/>
                  </a:cubicBezTo>
                  <a:cubicBezTo>
                    <a:pt x="1640" y="20840"/>
                    <a:pt x="2306" y="20840"/>
                    <a:pt x="2592" y="20840"/>
                  </a:cubicBezTo>
                  <a:cubicBezTo>
                    <a:pt x="2878" y="20840"/>
                    <a:pt x="3449" y="19697"/>
                    <a:pt x="3830" y="19411"/>
                  </a:cubicBezTo>
                  <a:cubicBezTo>
                    <a:pt x="4211" y="19126"/>
                    <a:pt x="5926" y="17506"/>
                    <a:pt x="7069" y="16459"/>
                  </a:cubicBezTo>
                  <a:cubicBezTo>
                    <a:pt x="8212" y="15411"/>
                    <a:pt x="8307" y="15792"/>
                    <a:pt x="8498" y="15316"/>
                  </a:cubicBezTo>
                  <a:cubicBezTo>
                    <a:pt x="9200" y="14377"/>
                    <a:pt x="9963" y="13486"/>
                    <a:pt x="10783" y="12649"/>
                  </a:cubicBezTo>
                  <a:cubicBezTo>
                    <a:pt x="10783" y="12649"/>
                    <a:pt x="11641" y="11887"/>
                    <a:pt x="11546" y="11315"/>
                  </a:cubicBezTo>
                  <a:cubicBezTo>
                    <a:pt x="11450" y="10744"/>
                    <a:pt x="11546" y="10744"/>
                    <a:pt x="10974" y="10553"/>
                  </a:cubicBezTo>
                  <a:cubicBezTo>
                    <a:pt x="10403" y="10363"/>
                    <a:pt x="10307" y="10553"/>
                    <a:pt x="10022" y="10553"/>
                  </a:cubicBezTo>
                  <a:cubicBezTo>
                    <a:pt x="9623" y="10707"/>
                    <a:pt x="9182" y="10707"/>
                    <a:pt x="8783" y="10553"/>
                  </a:cubicBezTo>
                  <a:cubicBezTo>
                    <a:pt x="8783" y="10553"/>
                    <a:pt x="8783" y="9886"/>
                    <a:pt x="8783" y="9601"/>
                  </a:cubicBezTo>
                  <a:cubicBezTo>
                    <a:pt x="8765" y="9283"/>
                    <a:pt x="8765" y="8965"/>
                    <a:pt x="8783" y="8648"/>
                  </a:cubicBezTo>
                  <a:cubicBezTo>
                    <a:pt x="8814" y="8268"/>
                    <a:pt x="8814" y="7886"/>
                    <a:pt x="8783" y="7505"/>
                  </a:cubicBezTo>
                  <a:cubicBezTo>
                    <a:pt x="8783" y="6838"/>
                    <a:pt x="6592" y="5981"/>
                    <a:pt x="6212" y="5600"/>
                  </a:cubicBezTo>
                  <a:cubicBezTo>
                    <a:pt x="6042" y="5272"/>
                    <a:pt x="6042" y="4881"/>
                    <a:pt x="6212" y="4552"/>
                  </a:cubicBezTo>
                  <a:cubicBezTo>
                    <a:pt x="6212" y="3886"/>
                    <a:pt x="7069" y="3790"/>
                    <a:pt x="7545" y="3409"/>
                  </a:cubicBezTo>
                  <a:cubicBezTo>
                    <a:pt x="7842" y="3191"/>
                    <a:pt x="8073" y="2894"/>
                    <a:pt x="8212" y="2552"/>
                  </a:cubicBezTo>
                  <a:lnTo>
                    <a:pt x="9069" y="1981"/>
                  </a:lnTo>
                  <a:cubicBezTo>
                    <a:pt x="9069" y="1981"/>
                    <a:pt x="9069" y="1409"/>
                    <a:pt x="9736" y="1123"/>
                  </a:cubicBezTo>
                </a:path>
              </a:pathLst>
            </a:custGeom>
            <a:solidFill>
              <a:srgbClr val="FFFFFF"/>
            </a:solidFill>
            <a:ln w="9525" cap="flat">
              <a:noFill/>
              <a:prstDash val="solid"/>
              <a:miter/>
            </a:ln>
          </p:spPr>
          <p:txBody>
            <a:bodyPr rtlCol="0" anchor="ctr"/>
            <a:lstStyle/>
            <a:p>
              <a:endParaRPr lang="zh-CN" altLang="en-US"/>
            </a:p>
          </p:txBody>
        </p:sp>
        <p:sp>
          <p:nvSpPr>
            <p:cNvPr id="173" name="任意多边形: 形状 172"/>
            <p:cNvSpPr/>
            <p:nvPr/>
          </p:nvSpPr>
          <p:spPr>
            <a:xfrm>
              <a:off x="9964014" y="300414"/>
              <a:ext cx="3609" cy="5341"/>
            </a:xfrm>
            <a:custGeom>
              <a:avLst/>
              <a:gdLst>
                <a:gd name="connsiteX0" fmla="*/ 2898 w 4501"/>
                <a:gd name="connsiteY0" fmla="*/ 634 h 6662"/>
                <a:gd name="connsiteX1" fmla="*/ 3755 w 4501"/>
                <a:gd name="connsiteY1" fmla="*/ -128 h 6662"/>
                <a:gd name="connsiteX2" fmla="*/ 3755 w 4501"/>
                <a:gd name="connsiteY2" fmla="*/ 1206 h 6662"/>
                <a:gd name="connsiteX3" fmla="*/ 3184 w 4501"/>
                <a:gd name="connsiteY3" fmla="*/ 2920 h 6662"/>
                <a:gd name="connsiteX4" fmla="*/ 2421 w 4501"/>
                <a:gd name="connsiteY4" fmla="*/ 4920 h 6662"/>
                <a:gd name="connsiteX5" fmla="*/ 1183 w 4501"/>
                <a:gd name="connsiteY5" fmla="*/ 6254 h 6662"/>
                <a:gd name="connsiteX6" fmla="*/ -150 w 4501"/>
                <a:gd name="connsiteY6" fmla="*/ 6254 h 6662"/>
                <a:gd name="connsiteX7" fmla="*/ -150 w 4501"/>
                <a:gd name="connsiteY7" fmla="*/ 4920 h 6662"/>
                <a:gd name="connsiteX8" fmla="*/ 1278 w 4501"/>
                <a:gd name="connsiteY8" fmla="*/ 2920 h 6662"/>
                <a:gd name="connsiteX9" fmla="*/ 1754 w 4501"/>
                <a:gd name="connsiteY9" fmla="*/ 1967 h 6662"/>
                <a:gd name="connsiteX10" fmla="*/ 2612 w 4501"/>
                <a:gd name="connsiteY10" fmla="*/ 1015 h 6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01" h="6662">
                  <a:moveTo>
                    <a:pt x="2898" y="634"/>
                  </a:moveTo>
                  <a:cubicBezTo>
                    <a:pt x="2898" y="634"/>
                    <a:pt x="2898" y="-33"/>
                    <a:pt x="3755" y="-128"/>
                  </a:cubicBezTo>
                  <a:cubicBezTo>
                    <a:pt x="4612" y="-223"/>
                    <a:pt x="3755" y="539"/>
                    <a:pt x="3755" y="1206"/>
                  </a:cubicBezTo>
                  <a:cubicBezTo>
                    <a:pt x="3639" y="1799"/>
                    <a:pt x="3447" y="2375"/>
                    <a:pt x="3184" y="2920"/>
                  </a:cubicBezTo>
                  <a:cubicBezTo>
                    <a:pt x="3184" y="3682"/>
                    <a:pt x="2707" y="4254"/>
                    <a:pt x="2421" y="4920"/>
                  </a:cubicBezTo>
                  <a:cubicBezTo>
                    <a:pt x="2085" y="5430"/>
                    <a:pt x="1667" y="5881"/>
                    <a:pt x="1183" y="6254"/>
                  </a:cubicBezTo>
                  <a:cubicBezTo>
                    <a:pt x="813" y="6617"/>
                    <a:pt x="220" y="6617"/>
                    <a:pt x="-150" y="6254"/>
                  </a:cubicBezTo>
                  <a:cubicBezTo>
                    <a:pt x="-436" y="5855"/>
                    <a:pt x="-436" y="5319"/>
                    <a:pt x="-150" y="4920"/>
                  </a:cubicBezTo>
                  <a:cubicBezTo>
                    <a:pt x="228" y="4189"/>
                    <a:pt x="709" y="3516"/>
                    <a:pt x="1278" y="2920"/>
                  </a:cubicBezTo>
                  <a:cubicBezTo>
                    <a:pt x="1456" y="2612"/>
                    <a:pt x="1615" y="2294"/>
                    <a:pt x="1754" y="1967"/>
                  </a:cubicBezTo>
                  <a:cubicBezTo>
                    <a:pt x="1755" y="1968"/>
                    <a:pt x="2326" y="1491"/>
                    <a:pt x="2612" y="1015"/>
                  </a:cubicBezTo>
                </a:path>
              </a:pathLst>
            </a:custGeom>
            <a:solidFill>
              <a:srgbClr val="914623"/>
            </a:solidFill>
            <a:ln w="9525" cap="flat">
              <a:noFill/>
              <a:prstDash val="solid"/>
              <a:miter/>
            </a:ln>
          </p:spPr>
          <p:txBody>
            <a:bodyPr rtlCol="0" anchor="ctr"/>
            <a:lstStyle/>
            <a:p>
              <a:endParaRPr lang="zh-CN" altLang="en-US"/>
            </a:p>
          </p:txBody>
        </p:sp>
        <p:sp>
          <p:nvSpPr>
            <p:cNvPr id="174" name="任意多边形: 形状 173"/>
            <p:cNvSpPr/>
            <p:nvPr/>
          </p:nvSpPr>
          <p:spPr>
            <a:xfrm>
              <a:off x="10179841" y="326546"/>
              <a:ext cx="39734" cy="28349"/>
            </a:xfrm>
            <a:custGeom>
              <a:avLst/>
              <a:gdLst>
                <a:gd name="connsiteX0" fmla="*/ 43450 w 49560"/>
                <a:gd name="connsiteY0" fmla="*/ 7759 h 35360"/>
                <a:gd name="connsiteX1" fmla="*/ 43450 w 49560"/>
                <a:gd name="connsiteY1" fmla="*/ 9855 h 35360"/>
                <a:gd name="connsiteX2" fmla="*/ 41545 w 49560"/>
                <a:gd name="connsiteY2" fmla="*/ 10712 h 35360"/>
                <a:gd name="connsiteX3" fmla="*/ 39259 w 49560"/>
                <a:gd name="connsiteY3" fmla="*/ 10712 h 35360"/>
                <a:gd name="connsiteX4" fmla="*/ 38116 w 49560"/>
                <a:gd name="connsiteY4" fmla="*/ 11760 h 35360"/>
                <a:gd name="connsiteX5" fmla="*/ 38116 w 49560"/>
                <a:gd name="connsiteY5" fmla="*/ 13189 h 35360"/>
                <a:gd name="connsiteX6" fmla="*/ 34116 w 49560"/>
                <a:gd name="connsiteY6" fmla="*/ 14427 h 35360"/>
                <a:gd name="connsiteX7" fmla="*/ 31639 w 49560"/>
                <a:gd name="connsiteY7" fmla="*/ 14427 h 35360"/>
                <a:gd name="connsiteX8" fmla="*/ 32211 w 49560"/>
                <a:gd name="connsiteY8" fmla="*/ 16236 h 35360"/>
                <a:gd name="connsiteX9" fmla="*/ 32211 w 49560"/>
                <a:gd name="connsiteY9" fmla="*/ 17761 h 35360"/>
                <a:gd name="connsiteX10" fmla="*/ 34401 w 49560"/>
                <a:gd name="connsiteY10" fmla="*/ 17761 h 35360"/>
                <a:gd name="connsiteX11" fmla="*/ 33830 w 49560"/>
                <a:gd name="connsiteY11" fmla="*/ 16522 h 35360"/>
                <a:gd name="connsiteX12" fmla="*/ 34687 w 49560"/>
                <a:gd name="connsiteY12" fmla="*/ 15189 h 35360"/>
                <a:gd name="connsiteX13" fmla="*/ 35830 w 49560"/>
                <a:gd name="connsiteY13" fmla="*/ 15189 h 35360"/>
                <a:gd name="connsiteX14" fmla="*/ 36973 w 49560"/>
                <a:gd name="connsiteY14" fmla="*/ 15189 h 35360"/>
                <a:gd name="connsiteX15" fmla="*/ 37926 w 49560"/>
                <a:gd name="connsiteY15" fmla="*/ 14046 h 35360"/>
                <a:gd name="connsiteX16" fmla="*/ 39260 w 49560"/>
                <a:gd name="connsiteY16" fmla="*/ 14046 h 35360"/>
                <a:gd name="connsiteX17" fmla="*/ 40498 w 49560"/>
                <a:gd name="connsiteY17" fmla="*/ 14046 h 35360"/>
                <a:gd name="connsiteX18" fmla="*/ 41641 w 49560"/>
                <a:gd name="connsiteY18" fmla="*/ 13474 h 35360"/>
                <a:gd name="connsiteX19" fmla="*/ 42593 w 49560"/>
                <a:gd name="connsiteY19" fmla="*/ 11284 h 35360"/>
                <a:gd name="connsiteX20" fmla="*/ 47451 w 49560"/>
                <a:gd name="connsiteY20" fmla="*/ 12998 h 35360"/>
                <a:gd name="connsiteX21" fmla="*/ 48213 w 49560"/>
                <a:gd name="connsiteY21" fmla="*/ 12998 h 35360"/>
                <a:gd name="connsiteX22" fmla="*/ 49165 w 49560"/>
                <a:gd name="connsiteY22" fmla="*/ 13855 h 35360"/>
                <a:gd name="connsiteX23" fmla="*/ 49165 w 49560"/>
                <a:gd name="connsiteY23" fmla="*/ 15570 h 35360"/>
                <a:gd name="connsiteX24" fmla="*/ 48594 w 49560"/>
                <a:gd name="connsiteY24" fmla="*/ 16617 h 35360"/>
                <a:gd name="connsiteX25" fmla="*/ 47165 w 49560"/>
                <a:gd name="connsiteY25" fmla="*/ 17761 h 35360"/>
                <a:gd name="connsiteX26" fmla="*/ 44593 w 49560"/>
                <a:gd name="connsiteY26" fmla="*/ 17761 h 35360"/>
                <a:gd name="connsiteX27" fmla="*/ 40688 w 49560"/>
                <a:gd name="connsiteY27" fmla="*/ 19189 h 35360"/>
                <a:gd name="connsiteX28" fmla="*/ 39450 w 49560"/>
                <a:gd name="connsiteY28" fmla="*/ 19189 h 35360"/>
                <a:gd name="connsiteX29" fmla="*/ 38021 w 49560"/>
                <a:gd name="connsiteY29" fmla="*/ 19951 h 35360"/>
                <a:gd name="connsiteX30" fmla="*/ 36402 w 49560"/>
                <a:gd name="connsiteY30" fmla="*/ 21094 h 35360"/>
                <a:gd name="connsiteX31" fmla="*/ 36402 w 49560"/>
                <a:gd name="connsiteY31" fmla="*/ 21952 h 35360"/>
                <a:gd name="connsiteX32" fmla="*/ 38307 w 49560"/>
                <a:gd name="connsiteY32" fmla="*/ 22618 h 35360"/>
                <a:gd name="connsiteX33" fmla="*/ 39259 w 49560"/>
                <a:gd name="connsiteY33" fmla="*/ 23380 h 35360"/>
                <a:gd name="connsiteX34" fmla="*/ 39259 w 49560"/>
                <a:gd name="connsiteY34" fmla="*/ 24619 h 35360"/>
                <a:gd name="connsiteX35" fmla="*/ 39831 w 49560"/>
                <a:gd name="connsiteY35" fmla="*/ 25666 h 35360"/>
                <a:gd name="connsiteX36" fmla="*/ 40307 w 49560"/>
                <a:gd name="connsiteY36" fmla="*/ 26905 h 35360"/>
                <a:gd name="connsiteX37" fmla="*/ 38688 w 49560"/>
                <a:gd name="connsiteY37" fmla="*/ 29381 h 35360"/>
                <a:gd name="connsiteX38" fmla="*/ 36307 w 49560"/>
                <a:gd name="connsiteY38" fmla="*/ 30619 h 35360"/>
                <a:gd name="connsiteX39" fmla="*/ 32782 w 49560"/>
                <a:gd name="connsiteY39" fmla="*/ 28429 h 35360"/>
                <a:gd name="connsiteX40" fmla="*/ 31639 w 49560"/>
                <a:gd name="connsiteY40" fmla="*/ 28429 h 35360"/>
                <a:gd name="connsiteX41" fmla="*/ 30687 w 49560"/>
                <a:gd name="connsiteY41" fmla="*/ 27190 h 35360"/>
                <a:gd name="connsiteX42" fmla="*/ 29353 w 49560"/>
                <a:gd name="connsiteY42" fmla="*/ 25761 h 35360"/>
                <a:gd name="connsiteX43" fmla="*/ 25258 w 49560"/>
                <a:gd name="connsiteY43" fmla="*/ 24904 h 35360"/>
                <a:gd name="connsiteX44" fmla="*/ 23448 w 49560"/>
                <a:gd name="connsiteY44" fmla="*/ 24904 h 35360"/>
                <a:gd name="connsiteX45" fmla="*/ 21067 w 49560"/>
                <a:gd name="connsiteY45" fmla="*/ 24904 h 35360"/>
                <a:gd name="connsiteX46" fmla="*/ 19543 w 49560"/>
                <a:gd name="connsiteY46" fmla="*/ 25857 h 35360"/>
                <a:gd name="connsiteX47" fmla="*/ 20019 w 49560"/>
                <a:gd name="connsiteY47" fmla="*/ 26714 h 35360"/>
                <a:gd name="connsiteX48" fmla="*/ 21733 w 49560"/>
                <a:gd name="connsiteY48" fmla="*/ 27476 h 35360"/>
                <a:gd name="connsiteX49" fmla="*/ 22876 w 49560"/>
                <a:gd name="connsiteY49" fmla="*/ 27476 h 35360"/>
                <a:gd name="connsiteX50" fmla="*/ 23448 w 49560"/>
                <a:gd name="connsiteY50" fmla="*/ 29572 h 35360"/>
                <a:gd name="connsiteX51" fmla="*/ 24210 w 49560"/>
                <a:gd name="connsiteY51" fmla="*/ 31477 h 35360"/>
                <a:gd name="connsiteX52" fmla="*/ 24210 w 49560"/>
                <a:gd name="connsiteY52" fmla="*/ 32619 h 35360"/>
                <a:gd name="connsiteX53" fmla="*/ 22495 w 49560"/>
                <a:gd name="connsiteY53" fmla="*/ 33572 h 35360"/>
                <a:gd name="connsiteX54" fmla="*/ 20971 w 49560"/>
                <a:gd name="connsiteY54" fmla="*/ 33572 h 35360"/>
                <a:gd name="connsiteX55" fmla="*/ 19352 w 49560"/>
                <a:gd name="connsiteY55" fmla="*/ 32429 h 35360"/>
                <a:gd name="connsiteX56" fmla="*/ 18114 w 49560"/>
                <a:gd name="connsiteY56" fmla="*/ 31667 h 35360"/>
                <a:gd name="connsiteX57" fmla="*/ 14971 w 49560"/>
                <a:gd name="connsiteY57" fmla="*/ 30429 h 35360"/>
                <a:gd name="connsiteX58" fmla="*/ 13447 w 49560"/>
                <a:gd name="connsiteY58" fmla="*/ 31953 h 35360"/>
                <a:gd name="connsiteX59" fmla="*/ 12018 w 49560"/>
                <a:gd name="connsiteY59" fmla="*/ 33096 h 35360"/>
                <a:gd name="connsiteX60" fmla="*/ 10113 w 49560"/>
                <a:gd name="connsiteY60" fmla="*/ 34144 h 35360"/>
                <a:gd name="connsiteX61" fmla="*/ 8589 w 49560"/>
                <a:gd name="connsiteY61" fmla="*/ 34144 h 35360"/>
                <a:gd name="connsiteX62" fmla="*/ 5255 w 49560"/>
                <a:gd name="connsiteY62" fmla="*/ 35096 h 35360"/>
                <a:gd name="connsiteX63" fmla="*/ 3160 w 49560"/>
                <a:gd name="connsiteY63" fmla="*/ 33953 h 35360"/>
                <a:gd name="connsiteX64" fmla="*/ 1540 w 49560"/>
                <a:gd name="connsiteY64" fmla="*/ 33001 h 35360"/>
                <a:gd name="connsiteX65" fmla="*/ -365 w 49560"/>
                <a:gd name="connsiteY65" fmla="*/ 31000 h 35360"/>
                <a:gd name="connsiteX66" fmla="*/ 778 w 49560"/>
                <a:gd name="connsiteY66" fmla="*/ 29667 h 35360"/>
                <a:gd name="connsiteX67" fmla="*/ 778 w 49560"/>
                <a:gd name="connsiteY67" fmla="*/ 26047 h 35360"/>
                <a:gd name="connsiteX68" fmla="*/ 2207 w 49560"/>
                <a:gd name="connsiteY68" fmla="*/ 26619 h 35360"/>
                <a:gd name="connsiteX69" fmla="*/ 5065 w 49560"/>
                <a:gd name="connsiteY69" fmla="*/ 28714 h 35360"/>
                <a:gd name="connsiteX70" fmla="*/ 10303 w 49560"/>
                <a:gd name="connsiteY70" fmla="*/ 27476 h 35360"/>
                <a:gd name="connsiteX71" fmla="*/ 10303 w 49560"/>
                <a:gd name="connsiteY71" fmla="*/ 26238 h 35360"/>
                <a:gd name="connsiteX72" fmla="*/ 8208 w 49560"/>
                <a:gd name="connsiteY72" fmla="*/ 24714 h 35360"/>
                <a:gd name="connsiteX73" fmla="*/ 6112 w 49560"/>
                <a:gd name="connsiteY73" fmla="*/ 23094 h 35360"/>
                <a:gd name="connsiteX74" fmla="*/ 4112 w 49560"/>
                <a:gd name="connsiteY74" fmla="*/ 22047 h 35360"/>
                <a:gd name="connsiteX75" fmla="*/ 3160 w 49560"/>
                <a:gd name="connsiteY75" fmla="*/ 20332 h 35360"/>
                <a:gd name="connsiteX76" fmla="*/ 3160 w 49560"/>
                <a:gd name="connsiteY76" fmla="*/ 19380 h 35360"/>
                <a:gd name="connsiteX77" fmla="*/ 4112 w 49560"/>
                <a:gd name="connsiteY77" fmla="*/ 18332 h 35360"/>
                <a:gd name="connsiteX78" fmla="*/ 5350 w 49560"/>
                <a:gd name="connsiteY78" fmla="*/ 18523 h 35360"/>
                <a:gd name="connsiteX79" fmla="*/ 8017 w 49560"/>
                <a:gd name="connsiteY79" fmla="*/ 19189 h 35360"/>
                <a:gd name="connsiteX80" fmla="*/ 8875 w 49560"/>
                <a:gd name="connsiteY80" fmla="*/ 20809 h 35360"/>
                <a:gd name="connsiteX81" fmla="*/ 10780 w 49560"/>
                <a:gd name="connsiteY81" fmla="*/ 21285 h 35360"/>
                <a:gd name="connsiteX82" fmla="*/ 12589 w 49560"/>
                <a:gd name="connsiteY82" fmla="*/ 22428 h 35360"/>
                <a:gd name="connsiteX83" fmla="*/ 13923 w 49560"/>
                <a:gd name="connsiteY83" fmla="*/ 22904 h 35360"/>
                <a:gd name="connsiteX84" fmla="*/ 14685 w 49560"/>
                <a:gd name="connsiteY84" fmla="*/ 22904 h 35360"/>
                <a:gd name="connsiteX85" fmla="*/ 15923 w 49560"/>
                <a:gd name="connsiteY85" fmla="*/ 22047 h 35360"/>
                <a:gd name="connsiteX86" fmla="*/ 17447 w 49560"/>
                <a:gd name="connsiteY86" fmla="*/ 21475 h 35360"/>
                <a:gd name="connsiteX87" fmla="*/ 16685 w 49560"/>
                <a:gd name="connsiteY87" fmla="*/ 20523 h 35360"/>
                <a:gd name="connsiteX88" fmla="*/ 15161 w 49560"/>
                <a:gd name="connsiteY88" fmla="*/ 20523 h 35360"/>
                <a:gd name="connsiteX89" fmla="*/ 13637 w 49560"/>
                <a:gd name="connsiteY89" fmla="*/ 19951 h 35360"/>
                <a:gd name="connsiteX90" fmla="*/ 12780 w 49560"/>
                <a:gd name="connsiteY90" fmla="*/ 18999 h 35360"/>
                <a:gd name="connsiteX91" fmla="*/ 13256 w 49560"/>
                <a:gd name="connsiteY91" fmla="*/ 17856 h 35360"/>
                <a:gd name="connsiteX92" fmla="*/ 14780 w 49560"/>
                <a:gd name="connsiteY92" fmla="*/ 16999 h 35360"/>
                <a:gd name="connsiteX93" fmla="*/ 17923 w 49560"/>
                <a:gd name="connsiteY93" fmla="*/ 15856 h 35360"/>
                <a:gd name="connsiteX94" fmla="*/ 19257 w 49560"/>
                <a:gd name="connsiteY94" fmla="*/ 17094 h 35360"/>
                <a:gd name="connsiteX95" fmla="*/ 20019 w 49560"/>
                <a:gd name="connsiteY95" fmla="*/ 17094 h 35360"/>
                <a:gd name="connsiteX96" fmla="*/ 21353 w 49560"/>
                <a:gd name="connsiteY96" fmla="*/ 18237 h 35360"/>
                <a:gd name="connsiteX97" fmla="*/ 22972 w 49560"/>
                <a:gd name="connsiteY97" fmla="*/ 19380 h 35360"/>
                <a:gd name="connsiteX98" fmla="*/ 24210 w 49560"/>
                <a:gd name="connsiteY98" fmla="*/ 20237 h 35360"/>
                <a:gd name="connsiteX99" fmla="*/ 25353 w 49560"/>
                <a:gd name="connsiteY99" fmla="*/ 20809 h 35360"/>
                <a:gd name="connsiteX100" fmla="*/ 26210 w 49560"/>
                <a:gd name="connsiteY100" fmla="*/ 20809 h 35360"/>
                <a:gd name="connsiteX101" fmla="*/ 27353 w 49560"/>
                <a:gd name="connsiteY101" fmla="*/ 22047 h 35360"/>
                <a:gd name="connsiteX102" fmla="*/ 28401 w 49560"/>
                <a:gd name="connsiteY102" fmla="*/ 22999 h 35360"/>
                <a:gd name="connsiteX103" fmla="*/ 29068 w 49560"/>
                <a:gd name="connsiteY103" fmla="*/ 24333 h 35360"/>
                <a:gd name="connsiteX104" fmla="*/ 30687 w 49560"/>
                <a:gd name="connsiteY104" fmla="*/ 24904 h 35360"/>
                <a:gd name="connsiteX105" fmla="*/ 32592 w 49560"/>
                <a:gd name="connsiteY105" fmla="*/ 24904 h 35360"/>
                <a:gd name="connsiteX106" fmla="*/ 30973 w 49560"/>
                <a:gd name="connsiteY106" fmla="*/ 23571 h 35360"/>
                <a:gd name="connsiteX107" fmla="*/ 29258 w 49560"/>
                <a:gd name="connsiteY107" fmla="*/ 22142 h 35360"/>
                <a:gd name="connsiteX108" fmla="*/ 26591 w 49560"/>
                <a:gd name="connsiteY108" fmla="*/ 19951 h 35360"/>
                <a:gd name="connsiteX109" fmla="*/ 25163 w 49560"/>
                <a:gd name="connsiteY109" fmla="*/ 18904 h 35360"/>
                <a:gd name="connsiteX110" fmla="*/ 23734 w 49560"/>
                <a:gd name="connsiteY110" fmla="*/ 17856 h 35360"/>
                <a:gd name="connsiteX111" fmla="*/ 21543 w 49560"/>
                <a:gd name="connsiteY111" fmla="*/ 16046 h 35360"/>
                <a:gd name="connsiteX112" fmla="*/ 19733 w 49560"/>
                <a:gd name="connsiteY112" fmla="*/ 14808 h 35360"/>
                <a:gd name="connsiteX113" fmla="*/ 14590 w 49560"/>
                <a:gd name="connsiteY113" fmla="*/ 13855 h 35360"/>
                <a:gd name="connsiteX114" fmla="*/ 13447 w 49560"/>
                <a:gd name="connsiteY114" fmla="*/ 13855 h 35360"/>
                <a:gd name="connsiteX115" fmla="*/ 9446 w 49560"/>
                <a:gd name="connsiteY115" fmla="*/ 13189 h 35360"/>
                <a:gd name="connsiteX116" fmla="*/ 8970 w 49560"/>
                <a:gd name="connsiteY116" fmla="*/ 11855 h 35360"/>
                <a:gd name="connsiteX117" fmla="*/ 10494 w 49560"/>
                <a:gd name="connsiteY117" fmla="*/ 9188 h 35360"/>
                <a:gd name="connsiteX118" fmla="*/ 12685 w 49560"/>
                <a:gd name="connsiteY118" fmla="*/ 7188 h 35360"/>
                <a:gd name="connsiteX119" fmla="*/ 13923 w 49560"/>
                <a:gd name="connsiteY119" fmla="*/ 6616 h 35360"/>
                <a:gd name="connsiteX120" fmla="*/ 14875 w 49560"/>
                <a:gd name="connsiteY120" fmla="*/ 6616 h 35360"/>
                <a:gd name="connsiteX121" fmla="*/ 18876 w 49560"/>
                <a:gd name="connsiteY121" fmla="*/ 5759 h 35360"/>
                <a:gd name="connsiteX122" fmla="*/ 19352 w 49560"/>
                <a:gd name="connsiteY122" fmla="*/ 5759 h 35360"/>
                <a:gd name="connsiteX123" fmla="*/ 17638 w 49560"/>
                <a:gd name="connsiteY123" fmla="*/ 7950 h 35360"/>
                <a:gd name="connsiteX124" fmla="*/ 17410 w 49560"/>
                <a:gd name="connsiteY124" fmla="*/ 8865 h 35360"/>
                <a:gd name="connsiteX125" fmla="*/ 17638 w 49560"/>
                <a:gd name="connsiteY125" fmla="*/ 9093 h 35360"/>
                <a:gd name="connsiteX126" fmla="*/ 19352 w 49560"/>
                <a:gd name="connsiteY126" fmla="*/ 9950 h 35360"/>
                <a:gd name="connsiteX127" fmla="*/ 20305 w 49560"/>
                <a:gd name="connsiteY127" fmla="*/ 9950 h 35360"/>
                <a:gd name="connsiteX128" fmla="*/ 20876 w 49560"/>
                <a:gd name="connsiteY128" fmla="*/ 8712 h 35360"/>
                <a:gd name="connsiteX129" fmla="*/ 22019 w 49560"/>
                <a:gd name="connsiteY129" fmla="*/ 7283 h 35360"/>
                <a:gd name="connsiteX130" fmla="*/ 24876 w 49560"/>
                <a:gd name="connsiteY130" fmla="*/ 4997 h 35360"/>
                <a:gd name="connsiteX131" fmla="*/ 27543 w 49560"/>
                <a:gd name="connsiteY131" fmla="*/ 2044 h 35360"/>
                <a:gd name="connsiteX132" fmla="*/ 28972 w 49560"/>
                <a:gd name="connsiteY132" fmla="*/ 235 h 35360"/>
                <a:gd name="connsiteX133" fmla="*/ 30401 w 49560"/>
                <a:gd name="connsiteY133" fmla="*/ 235 h 35360"/>
                <a:gd name="connsiteX134" fmla="*/ 31163 w 49560"/>
                <a:gd name="connsiteY134" fmla="*/ 997 h 35360"/>
                <a:gd name="connsiteX135" fmla="*/ 31830 w 49560"/>
                <a:gd name="connsiteY135" fmla="*/ 997 h 35360"/>
                <a:gd name="connsiteX136" fmla="*/ 31830 w 49560"/>
                <a:gd name="connsiteY136" fmla="*/ 1759 h 35360"/>
                <a:gd name="connsiteX137" fmla="*/ 30973 w 49560"/>
                <a:gd name="connsiteY137" fmla="*/ 2806 h 35360"/>
                <a:gd name="connsiteX138" fmla="*/ 29925 w 49560"/>
                <a:gd name="connsiteY138" fmla="*/ 3949 h 35360"/>
                <a:gd name="connsiteX139" fmla="*/ 29258 w 49560"/>
                <a:gd name="connsiteY139" fmla="*/ 4711 h 35360"/>
                <a:gd name="connsiteX140" fmla="*/ 28401 w 49560"/>
                <a:gd name="connsiteY140" fmla="*/ 5378 h 35360"/>
                <a:gd name="connsiteX141" fmla="*/ 27353 w 49560"/>
                <a:gd name="connsiteY141" fmla="*/ 6235 h 35360"/>
                <a:gd name="connsiteX142" fmla="*/ 25543 w 49560"/>
                <a:gd name="connsiteY142" fmla="*/ 8140 h 35360"/>
                <a:gd name="connsiteX143" fmla="*/ 24496 w 49560"/>
                <a:gd name="connsiteY143" fmla="*/ 9664 h 35360"/>
                <a:gd name="connsiteX144" fmla="*/ 23448 w 49560"/>
                <a:gd name="connsiteY144" fmla="*/ 10522 h 35360"/>
                <a:gd name="connsiteX145" fmla="*/ 22019 w 49560"/>
                <a:gd name="connsiteY145" fmla="*/ 11188 h 35360"/>
                <a:gd name="connsiteX146" fmla="*/ 22019 w 49560"/>
                <a:gd name="connsiteY146" fmla="*/ 12236 h 35360"/>
                <a:gd name="connsiteX147" fmla="*/ 23353 w 49560"/>
                <a:gd name="connsiteY147" fmla="*/ 13093 h 35360"/>
                <a:gd name="connsiteX148" fmla="*/ 24305 w 49560"/>
                <a:gd name="connsiteY148" fmla="*/ 13950 h 35360"/>
                <a:gd name="connsiteX149" fmla="*/ 26020 w 49560"/>
                <a:gd name="connsiteY149" fmla="*/ 15189 h 35360"/>
                <a:gd name="connsiteX150" fmla="*/ 27067 w 49560"/>
                <a:gd name="connsiteY150" fmla="*/ 15760 h 35360"/>
                <a:gd name="connsiteX151" fmla="*/ 28115 w 49560"/>
                <a:gd name="connsiteY151" fmla="*/ 15760 h 35360"/>
                <a:gd name="connsiteX152" fmla="*/ 28686 w 49560"/>
                <a:gd name="connsiteY152" fmla="*/ 15760 h 35360"/>
                <a:gd name="connsiteX153" fmla="*/ 27925 w 49560"/>
                <a:gd name="connsiteY153" fmla="*/ 14808 h 35360"/>
                <a:gd name="connsiteX154" fmla="*/ 26782 w 49560"/>
                <a:gd name="connsiteY154" fmla="*/ 14236 h 35360"/>
                <a:gd name="connsiteX155" fmla="*/ 27353 w 49560"/>
                <a:gd name="connsiteY155" fmla="*/ 13284 h 35360"/>
                <a:gd name="connsiteX156" fmla="*/ 27353 w 49560"/>
                <a:gd name="connsiteY156" fmla="*/ 12236 h 35360"/>
                <a:gd name="connsiteX157" fmla="*/ 26115 w 49560"/>
                <a:gd name="connsiteY157" fmla="*/ 12236 h 35360"/>
                <a:gd name="connsiteX158" fmla="*/ 25162 w 49560"/>
                <a:gd name="connsiteY158" fmla="*/ 12236 h 35360"/>
                <a:gd name="connsiteX159" fmla="*/ 24400 w 49560"/>
                <a:gd name="connsiteY159" fmla="*/ 12236 h 35360"/>
                <a:gd name="connsiteX160" fmla="*/ 24876 w 49560"/>
                <a:gd name="connsiteY160" fmla="*/ 10617 h 35360"/>
                <a:gd name="connsiteX161" fmla="*/ 27258 w 49560"/>
                <a:gd name="connsiteY161" fmla="*/ 8617 h 35360"/>
                <a:gd name="connsiteX162" fmla="*/ 28496 w 49560"/>
                <a:gd name="connsiteY162" fmla="*/ 6997 h 35360"/>
                <a:gd name="connsiteX163" fmla="*/ 30592 w 49560"/>
                <a:gd name="connsiteY163" fmla="*/ 4997 h 35360"/>
                <a:gd name="connsiteX164" fmla="*/ 31163 w 49560"/>
                <a:gd name="connsiteY164" fmla="*/ 4140 h 35360"/>
                <a:gd name="connsiteX165" fmla="*/ 32592 w 49560"/>
                <a:gd name="connsiteY165" fmla="*/ 3664 h 35360"/>
                <a:gd name="connsiteX166" fmla="*/ 33735 w 49560"/>
                <a:gd name="connsiteY166" fmla="*/ 3664 h 35360"/>
                <a:gd name="connsiteX167" fmla="*/ 32878 w 49560"/>
                <a:gd name="connsiteY167" fmla="*/ 5092 h 35360"/>
                <a:gd name="connsiteX168" fmla="*/ 32878 w 49560"/>
                <a:gd name="connsiteY168" fmla="*/ 6045 h 35360"/>
                <a:gd name="connsiteX169" fmla="*/ 30782 w 49560"/>
                <a:gd name="connsiteY169" fmla="*/ 8617 h 35360"/>
                <a:gd name="connsiteX170" fmla="*/ 30782 w 49560"/>
                <a:gd name="connsiteY170" fmla="*/ 9474 h 35360"/>
                <a:gd name="connsiteX171" fmla="*/ 31925 w 49560"/>
                <a:gd name="connsiteY171" fmla="*/ 10807 h 35360"/>
                <a:gd name="connsiteX172" fmla="*/ 31925 w 49560"/>
                <a:gd name="connsiteY172" fmla="*/ 11760 h 35360"/>
                <a:gd name="connsiteX173" fmla="*/ 34021 w 49560"/>
                <a:gd name="connsiteY173" fmla="*/ 11760 h 35360"/>
                <a:gd name="connsiteX174" fmla="*/ 34878 w 49560"/>
                <a:gd name="connsiteY174" fmla="*/ 9760 h 35360"/>
                <a:gd name="connsiteX175" fmla="*/ 33544 w 49560"/>
                <a:gd name="connsiteY175" fmla="*/ 9093 h 35360"/>
                <a:gd name="connsiteX176" fmla="*/ 32592 w 49560"/>
                <a:gd name="connsiteY176" fmla="*/ 9093 h 35360"/>
                <a:gd name="connsiteX177" fmla="*/ 34021 w 49560"/>
                <a:gd name="connsiteY177" fmla="*/ 7759 h 35360"/>
                <a:gd name="connsiteX178" fmla="*/ 35640 w 49560"/>
                <a:gd name="connsiteY178" fmla="*/ 7092 h 35360"/>
                <a:gd name="connsiteX179" fmla="*/ 36402 w 49560"/>
                <a:gd name="connsiteY179" fmla="*/ 5378 h 35360"/>
                <a:gd name="connsiteX180" fmla="*/ 38021 w 49560"/>
                <a:gd name="connsiteY180" fmla="*/ 5378 h 35360"/>
                <a:gd name="connsiteX181" fmla="*/ 38021 w 49560"/>
                <a:gd name="connsiteY181" fmla="*/ 6902 h 35360"/>
                <a:gd name="connsiteX182" fmla="*/ 40402 w 49560"/>
                <a:gd name="connsiteY182" fmla="*/ 6902 h 35360"/>
                <a:gd name="connsiteX183" fmla="*/ 42593 w 49560"/>
                <a:gd name="connsiteY183" fmla="*/ 6331 h 35360"/>
                <a:gd name="connsiteX184" fmla="*/ 43260 w 49560"/>
                <a:gd name="connsiteY184" fmla="*/ 6902 h 35360"/>
                <a:gd name="connsiteX185" fmla="*/ 43926 w 49560"/>
                <a:gd name="connsiteY185" fmla="*/ 7378 h 3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49560" h="35360">
                  <a:moveTo>
                    <a:pt x="43450" y="7759"/>
                  </a:moveTo>
                  <a:cubicBezTo>
                    <a:pt x="43736" y="8429"/>
                    <a:pt x="43736" y="9185"/>
                    <a:pt x="43450" y="9855"/>
                  </a:cubicBezTo>
                  <a:cubicBezTo>
                    <a:pt x="43450" y="10522"/>
                    <a:pt x="42307" y="10807"/>
                    <a:pt x="41545" y="10712"/>
                  </a:cubicBezTo>
                  <a:cubicBezTo>
                    <a:pt x="40797" y="10505"/>
                    <a:pt x="40007" y="10505"/>
                    <a:pt x="39259" y="10712"/>
                  </a:cubicBezTo>
                  <a:cubicBezTo>
                    <a:pt x="39259" y="10712"/>
                    <a:pt x="38116" y="11379"/>
                    <a:pt x="38116" y="11760"/>
                  </a:cubicBezTo>
                  <a:cubicBezTo>
                    <a:pt x="38116" y="12141"/>
                    <a:pt x="38116" y="12807"/>
                    <a:pt x="38116" y="13189"/>
                  </a:cubicBezTo>
                  <a:cubicBezTo>
                    <a:pt x="38116" y="13569"/>
                    <a:pt x="36688" y="13665"/>
                    <a:pt x="34116" y="14427"/>
                  </a:cubicBezTo>
                  <a:cubicBezTo>
                    <a:pt x="34116" y="14427"/>
                    <a:pt x="31925" y="14427"/>
                    <a:pt x="31639" y="14427"/>
                  </a:cubicBezTo>
                  <a:cubicBezTo>
                    <a:pt x="31354" y="14427"/>
                    <a:pt x="31639" y="15760"/>
                    <a:pt x="32211" y="16236"/>
                  </a:cubicBezTo>
                  <a:cubicBezTo>
                    <a:pt x="32782" y="16713"/>
                    <a:pt x="30973" y="16999"/>
                    <a:pt x="32211" y="17761"/>
                  </a:cubicBezTo>
                  <a:cubicBezTo>
                    <a:pt x="33449" y="18523"/>
                    <a:pt x="34021" y="18523"/>
                    <a:pt x="34401" y="17761"/>
                  </a:cubicBezTo>
                  <a:cubicBezTo>
                    <a:pt x="34783" y="16999"/>
                    <a:pt x="33830" y="16903"/>
                    <a:pt x="33830" y="16522"/>
                  </a:cubicBezTo>
                  <a:cubicBezTo>
                    <a:pt x="33830" y="16141"/>
                    <a:pt x="34497" y="15094"/>
                    <a:pt x="34687" y="15189"/>
                  </a:cubicBezTo>
                  <a:cubicBezTo>
                    <a:pt x="35057" y="15320"/>
                    <a:pt x="35460" y="15320"/>
                    <a:pt x="35830" y="15189"/>
                  </a:cubicBezTo>
                  <a:cubicBezTo>
                    <a:pt x="35830" y="15189"/>
                    <a:pt x="36592" y="15189"/>
                    <a:pt x="36973" y="15189"/>
                  </a:cubicBezTo>
                  <a:cubicBezTo>
                    <a:pt x="37354" y="15189"/>
                    <a:pt x="36973" y="14236"/>
                    <a:pt x="37926" y="14046"/>
                  </a:cubicBezTo>
                  <a:cubicBezTo>
                    <a:pt x="38350" y="13854"/>
                    <a:pt x="38836" y="13854"/>
                    <a:pt x="39260" y="14046"/>
                  </a:cubicBezTo>
                  <a:cubicBezTo>
                    <a:pt x="39259" y="14046"/>
                    <a:pt x="40212" y="14046"/>
                    <a:pt x="40498" y="14046"/>
                  </a:cubicBezTo>
                  <a:lnTo>
                    <a:pt x="41641" y="13474"/>
                  </a:lnTo>
                  <a:cubicBezTo>
                    <a:pt x="42403" y="12807"/>
                    <a:pt x="41641" y="11665"/>
                    <a:pt x="42593" y="11284"/>
                  </a:cubicBezTo>
                  <a:cubicBezTo>
                    <a:pt x="43546" y="10903"/>
                    <a:pt x="46975" y="12903"/>
                    <a:pt x="47451" y="12998"/>
                  </a:cubicBezTo>
                  <a:lnTo>
                    <a:pt x="48213" y="12998"/>
                  </a:lnTo>
                  <a:cubicBezTo>
                    <a:pt x="48665" y="13084"/>
                    <a:pt x="49032" y="13415"/>
                    <a:pt x="49165" y="13855"/>
                  </a:cubicBezTo>
                  <a:cubicBezTo>
                    <a:pt x="49206" y="14426"/>
                    <a:pt x="49206" y="14999"/>
                    <a:pt x="49165" y="15570"/>
                  </a:cubicBezTo>
                  <a:cubicBezTo>
                    <a:pt x="49167" y="15994"/>
                    <a:pt x="48951" y="16389"/>
                    <a:pt x="48594" y="16617"/>
                  </a:cubicBezTo>
                  <a:cubicBezTo>
                    <a:pt x="48594" y="16618"/>
                    <a:pt x="47165" y="17284"/>
                    <a:pt x="47165" y="17761"/>
                  </a:cubicBezTo>
                  <a:cubicBezTo>
                    <a:pt x="47165" y="18237"/>
                    <a:pt x="45546" y="17761"/>
                    <a:pt x="44593" y="17761"/>
                  </a:cubicBezTo>
                  <a:cubicBezTo>
                    <a:pt x="43185" y="17870"/>
                    <a:pt x="41834" y="18365"/>
                    <a:pt x="40688" y="19189"/>
                  </a:cubicBezTo>
                  <a:lnTo>
                    <a:pt x="39450" y="19189"/>
                  </a:lnTo>
                  <a:lnTo>
                    <a:pt x="38021" y="19951"/>
                  </a:lnTo>
                  <a:cubicBezTo>
                    <a:pt x="37430" y="20254"/>
                    <a:pt x="36885" y="20639"/>
                    <a:pt x="36402" y="21094"/>
                  </a:cubicBezTo>
                  <a:cubicBezTo>
                    <a:pt x="36402" y="21094"/>
                    <a:pt x="36402" y="21666"/>
                    <a:pt x="36402" y="21952"/>
                  </a:cubicBezTo>
                  <a:cubicBezTo>
                    <a:pt x="36402" y="22237"/>
                    <a:pt x="38021" y="22523"/>
                    <a:pt x="38307" y="22618"/>
                  </a:cubicBezTo>
                  <a:cubicBezTo>
                    <a:pt x="38681" y="22792"/>
                    <a:pt x="39008" y="23054"/>
                    <a:pt x="39259" y="23380"/>
                  </a:cubicBezTo>
                  <a:cubicBezTo>
                    <a:pt x="39259" y="23380"/>
                    <a:pt x="39259" y="24333"/>
                    <a:pt x="39259" y="24619"/>
                  </a:cubicBezTo>
                  <a:cubicBezTo>
                    <a:pt x="39259" y="24904"/>
                    <a:pt x="39735" y="24619"/>
                    <a:pt x="39831" y="25666"/>
                  </a:cubicBezTo>
                  <a:cubicBezTo>
                    <a:pt x="39926" y="26714"/>
                    <a:pt x="40402" y="26333"/>
                    <a:pt x="40307" y="26905"/>
                  </a:cubicBezTo>
                  <a:cubicBezTo>
                    <a:pt x="40033" y="27876"/>
                    <a:pt x="39467" y="28740"/>
                    <a:pt x="38688" y="29381"/>
                  </a:cubicBezTo>
                  <a:cubicBezTo>
                    <a:pt x="38004" y="29977"/>
                    <a:pt x="37187" y="30401"/>
                    <a:pt x="36307" y="30619"/>
                  </a:cubicBezTo>
                  <a:cubicBezTo>
                    <a:pt x="34931" y="30276"/>
                    <a:pt x="33699" y="29510"/>
                    <a:pt x="32782" y="28429"/>
                  </a:cubicBezTo>
                  <a:cubicBezTo>
                    <a:pt x="32424" y="28242"/>
                    <a:pt x="31998" y="28242"/>
                    <a:pt x="31639" y="28429"/>
                  </a:cubicBezTo>
                  <a:cubicBezTo>
                    <a:pt x="31186" y="28141"/>
                    <a:pt x="30849" y="27702"/>
                    <a:pt x="30687" y="27190"/>
                  </a:cubicBezTo>
                  <a:cubicBezTo>
                    <a:pt x="30687" y="27190"/>
                    <a:pt x="29925" y="26238"/>
                    <a:pt x="29353" y="25761"/>
                  </a:cubicBezTo>
                  <a:cubicBezTo>
                    <a:pt x="28123" y="25024"/>
                    <a:pt x="26680" y="24722"/>
                    <a:pt x="25258" y="24904"/>
                  </a:cubicBezTo>
                  <a:cubicBezTo>
                    <a:pt x="24669" y="25094"/>
                    <a:pt x="24036" y="25094"/>
                    <a:pt x="23448" y="24904"/>
                  </a:cubicBezTo>
                  <a:cubicBezTo>
                    <a:pt x="22661" y="24759"/>
                    <a:pt x="21854" y="24759"/>
                    <a:pt x="21067" y="24904"/>
                  </a:cubicBezTo>
                  <a:cubicBezTo>
                    <a:pt x="20450" y="25000"/>
                    <a:pt x="19899" y="25345"/>
                    <a:pt x="19543" y="25857"/>
                  </a:cubicBezTo>
                  <a:cubicBezTo>
                    <a:pt x="19543" y="25857"/>
                    <a:pt x="19543" y="26428"/>
                    <a:pt x="20019" y="26714"/>
                  </a:cubicBezTo>
                  <a:cubicBezTo>
                    <a:pt x="20495" y="27000"/>
                    <a:pt x="21257" y="26714"/>
                    <a:pt x="21733" y="27476"/>
                  </a:cubicBezTo>
                  <a:cubicBezTo>
                    <a:pt x="22210" y="28238"/>
                    <a:pt x="22686" y="27476"/>
                    <a:pt x="22876" y="27476"/>
                  </a:cubicBezTo>
                  <a:cubicBezTo>
                    <a:pt x="23067" y="27476"/>
                    <a:pt x="22876" y="28619"/>
                    <a:pt x="23448" y="29572"/>
                  </a:cubicBezTo>
                  <a:cubicBezTo>
                    <a:pt x="23659" y="30223"/>
                    <a:pt x="23913" y="30859"/>
                    <a:pt x="24210" y="31477"/>
                  </a:cubicBezTo>
                  <a:cubicBezTo>
                    <a:pt x="24210" y="31477"/>
                    <a:pt x="24210" y="32239"/>
                    <a:pt x="24210" y="32619"/>
                  </a:cubicBezTo>
                  <a:cubicBezTo>
                    <a:pt x="24210" y="33001"/>
                    <a:pt x="23067" y="33572"/>
                    <a:pt x="22495" y="33572"/>
                  </a:cubicBezTo>
                  <a:cubicBezTo>
                    <a:pt x="21924" y="33572"/>
                    <a:pt x="21352" y="33572"/>
                    <a:pt x="20971" y="33572"/>
                  </a:cubicBezTo>
                  <a:cubicBezTo>
                    <a:pt x="20465" y="33147"/>
                    <a:pt x="19923" y="32764"/>
                    <a:pt x="19352" y="32429"/>
                  </a:cubicBezTo>
                  <a:cubicBezTo>
                    <a:pt x="18927" y="32197"/>
                    <a:pt x="18513" y="31942"/>
                    <a:pt x="18114" y="31667"/>
                  </a:cubicBezTo>
                  <a:cubicBezTo>
                    <a:pt x="17638" y="31667"/>
                    <a:pt x="15637" y="29857"/>
                    <a:pt x="14971" y="30429"/>
                  </a:cubicBezTo>
                  <a:cubicBezTo>
                    <a:pt x="14304" y="31000"/>
                    <a:pt x="14018" y="31572"/>
                    <a:pt x="13447" y="31953"/>
                  </a:cubicBezTo>
                  <a:lnTo>
                    <a:pt x="12018" y="33096"/>
                  </a:lnTo>
                  <a:cubicBezTo>
                    <a:pt x="11318" y="33311"/>
                    <a:pt x="10669" y="33667"/>
                    <a:pt x="10113" y="34144"/>
                  </a:cubicBezTo>
                  <a:cubicBezTo>
                    <a:pt x="10113" y="34144"/>
                    <a:pt x="8684" y="34144"/>
                    <a:pt x="8589" y="34144"/>
                  </a:cubicBezTo>
                  <a:cubicBezTo>
                    <a:pt x="8493" y="34144"/>
                    <a:pt x="6303" y="35668"/>
                    <a:pt x="5255" y="35096"/>
                  </a:cubicBezTo>
                  <a:cubicBezTo>
                    <a:pt x="4517" y="34793"/>
                    <a:pt x="3814" y="34410"/>
                    <a:pt x="3160" y="33953"/>
                  </a:cubicBezTo>
                  <a:cubicBezTo>
                    <a:pt x="2657" y="33576"/>
                    <a:pt x="2114" y="33257"/>
                    <a:pt x="1540" y="33001"/>
                  </a:cubicBezTo>
                  <a:cubicBezTo>
                    <a:pt x="740" y="32513"/>
                    <a:pt x="84" y="31823"/>
                    <a:pt x="-365" y="31000"/>
                  </a:cubicBezTo>
                  <a:cubicBezTo>
                    <a:pt x="-365" y="31000"/>
                    <a:pt x="397" y="30048"/>
                    <a:pt x="778" y="29667"/>
                  </a:cubicBezTo>
                  <a:cubicBezTo>
                    <a:pt x="1159" y="29286"/>
                    <a:pt x="778" y="26524"/>
                    <a:pt x="778" y="26047"/>
                  </a:cubicBezTo>
                  <a:cubicBezTo>
                    <a:pt x="778" y="25571"/>
                    <a:pt x="1635" y="26047"/>
                    <a:pt x="2207" y="26619"/>
                  </a:cubicBezTo>
                  <a:cubicBezTo>
                    <a:pt x="2779" y="27190"/>
                    <a:pt x="4398" y="28333"/>
                    <a:pt x="5065" y="28714"/>
                  </a:cubicBezTo>
                  <a:cubicBezTo>
                    <a:pt x="5731" y="29095"/>
                    <a:pt x="8875" y="27857"/>
                    <a:pt x="10303" y="27476"/>
                  </a:cubicBezTo>
                  <a:cubicBezTo>
                    <a:pt x="11732" y="27095"/>
                    <a:pt x="11160" y="27000"/>
                    <a:pt x="10303" y="26238"/>
                  </a:cubicBezTo>
                  <a:cubicBezTo>
                    <a:pt x="9650" y="25671"/>
                    <a:pt x="8949" y="25161"/>
                    <a:pt x="8208" y="24714"/>
                  </a:cubicBezTo>
                  <a:lnTo>
                    <a:pt x="6112" y="23094"/>
                  </a:lnTo>
                  <a:cubicBezTo>
                    <a:pt x="6112" y="23094"/>
                    <a:pt x="4303" y="22332"/>
                    <a:pt x="4112" y="22047"/>
                  </a:cubicBezTo>
                  <a:cubicBezTo>
                    <a:pt x="3922" y="21761"/>
                    <a:pt x="3064" y="21380"/>
                    <a:pt x="3160" y="20332"/>
                  </a:cubicBezTo>
                  <a:cubicBezTo>
                    <a:pt x="3255" y="19285"/>
                    <a:pt x="3160" y="19665"/>
                    <a:pt x="3160" y="19380"/>
                  </a:cubicBezTo>
                  <a:cubicBezTo>
                    <a:pt x="3160" y="19094"/>
                    <a:pt x="3826" y="18523"/>
                    <a:pt x="4112" y="18332"/>
                  </a:cubicBezTo>
                  <a:cubicBezTo>
                    <a:pt x="4530" y="18351"/>
                    <a:pt x="4945" y="18415"/>
                    <a:pt x="5350" y="18523"/>
                  </a:cubicBezTo>
                  <a:cubicBezTo>
                    <a:pt x="6294" y="18351"/>
                    <a:pt x="7266" y="18594"/>
                    <a:pt x="8017" y="19189"/>
                  </a:cubicBezTo>
                  <a:cubicBezTo>
                    <a:pt x="8340" y="19709"/>
                    <a:pt x="8626" y="20250"/>
                    <a:pt x="8875" y="20809"/>
                  </a:cubicBezTo>
                  <a:cubicBezTo>
                    <a:pt x="9501" y="21001"/>
                    <a:pt x="10136" y="21160"/>
                    <a:pt x="10780" y="21285"/>
                  </a:cubicBezTo>
                  <a:cubicBezTo>
                    <a:pt x="11446" y="21285"/>
                    <a:pt x="12018" y="22142"/>
                    <a:pt x="12589" y="22428"/>
                  </a:cubicBezTo>
                  <a:cubicBezTo>
                    <a:pt x="12999" y="22671"/>
                    <a:pt x="13452" y="22832"/>
                    <a:pt x="13923" y="22904"/>
                  </a:cubicBezTo>
                  <a:cubicBezTo>
                    <a:pt x="14168" y="23000"/>
                    <a:pt x="14440" y="23000"/>
                    <a:pt x="14685" y="22904"/>
                  </a:cubicBezTo>
                  <a:cubicBezTo>
                    <a:pt x="14685" y="22904"/>
                    <a:pt x="15637" y="22142"/>
                    <a:pt x="15923" y="22047"/>
                  </a:cubicBezTo>
                  <a:lnTo>
                    <a:pt x="17447" y="21475"/>
                  </a:lnTo>
                  <a:cubicBezTo>
                    <a:pt x="17447" y="21475"/>
                    <a:pt x="16971" y="20713"/>
                    <a:pt x="16685" y="20523"/>
                  </a:cubicBezTo>
                  <a:cubicBezTo>
                    <a:pt x="16399" y="20332"/>
                    <a:pt x="15733" y="20523"/>
                    <a:pt x="15161" y="20523"/>
                  </a:cubicBezTo>
                  <a:cubicBezTo>
                    <a:pt x="14616" y="20450"/>
                    <a:pt x="14095" y="20255"/>
                    <a:pt x="13637" y="19951"/>
                  </a:cubicBezTo>
                  <a:cubicBezTo>
                    <a:pt x="13259" y="19731"/>
                    <a:pt x="12959" y="19398"/>
                    <a:pt x="12780" y="18999"/>
                  </a:cubicBezTo>
                  <a:cubicBezTo>
                    <a:pt x="12780" y="18427"/>
                    <a:pt x="12780" y="18332"/>
                    <a:pt x="13256" y="17856"/>
                  </a:cubicBezTo>
                  <a:cubicBezTo>
                    <a:pt x="13686" y="17450"/>
                    <a:pt x="14209" y="17155"/>
                    <a:pt x="14780" y="16999"/>
                  </a:cubicBezTo>
                  <a:cubicBezTo>
                    <a:pt x="14780" y="16999"/>
                    <a:pt x="16399" y="15760"/>
                    <a:pt x="17923" y="15856"/>
                  </a:cubicBezTo>
                  <a:cubicBezTo>
                    <a:pt x="19447" y="15951"/>
                    <a:pt x="18781" y="16999"/>
                    <a:pt x="19257" y="17094"/>
                  </a:cubicBezTo>
                  <a:lnTo>
                    <a:pt x="20019" y="17094"/>
                  </a:lnTo>
                  <a:cubicBezTo>
                    <a:pt x="20487" y="17447"/>
                    <a:pt x="20932" y="17829"/>
                    <a:pt x="21353" y="18237"/>
                  </a:cubicBezTo>
                  <a:lnTo>
                    <a:pt x="22972" y="19380"/>
                  </a:lnTo>
                  <a:cubicBezTo>
                    <a:pt x="22972" y="19380"/>
                    <a:pt x="23734" y="20142"/>
                    <a:pt x="24210" y="20237"/>
                  </a:cubicBezTo>
                  <a:lnTo>
                    <a:pt x="25353" y="20809"/>
                  </a:lnTo>
                  <a:cubicBezTo>
                    <a:pt x="25353" y="20809"/>
                    <a:pt x="25924" y="20809"/>
                    <a:pt x="26210" y="20809"/>
                  </a:cubicBezTo>
                  <a:cubicBezTo>
                    <a:pt x="26662" y="21150"/>
                    <a:pt x="27049" y="21569"/>
                    <a:pt x="27353" y="22047"/>
                  </a:cubicBezTo>
                  <a:cubicBezTo>
                    <a:pt x="27675" y="22393"/>
                    <a:pt x="28026" y="22711"/>
                    <a:pt x="28401" y="22999"/>
                  </a:cubicBezTo>
                  <a:cubicBezTo>
                    <a:pt x="28545" y="23479"/>
                    <a:pt x="28771" y="23930"/>
                    <a:pt x="29068" y="24333"/>
                  </a:cubicBezTo>
                  <a:lnTo>
                    <a:pt x="30687" y="24904"/>
                  </a:lnTo>
                  <a:cubicBezTo>
                    <a:pt x="31244" y="25350"/>
                    <a:pt x="32035" y="25350"/>
                    <a:pt x="32592" y="24904"/>
                  </a:cubicBezTo>
                  <a:cubicBezTo>
                    <a:pt x="32080" y="24427"/>
                    <a:pt x="31539" y="23982"/>
                    <a:pt x="30973" y="23571"/>
                  </a:cubicBezTo>
                  <a:cubicBezTo>
                    <a:pt x="30363" y="23142"/>
                    <a:pt x="29790" y="22664"/>
                    <a:pt x="29258" y="22142"/>
                  </a:cubicBezTo>
                  <a:cubicBezTo>
                    <a:pt x="28190" y="21662"/>
                    <a:pt x="27269" y="20906"/>
                    <a:pt x="26591" y="19951"/>
                  </a:cubicBezTo>
                  <a:cubicBezTo>
                    <a:pt x="26180" y="19521"/>
                    <a:pt x="25697" y="19166"/>
                    <a:pt x="25163" y="18904"/>
                  </a:cubicBezTo>
                  <a:cubicBezTo>
                    <a:pt x="24622" y="18651"/>
                    <a:pt x="24137" y="18295"/>
                    <a:pt x="23734" y="17856"/>
                  </a:cubicBezTo>
                  <a:lnTo>
                    <a:pt x="21543" y="16046"/>
                  </a:lnTo>
                  <a:lnTo>
                    <a:pt x="19733" y="14808"/>
                  </a:lnTo>
                  <a:cubicBezTo>
                    <a:pt x="18295" y="13631"/>
                    <a:pt x="16354" y="13272"/>
                    <a:pt x="14590" y="13855"/>
                  </a:cubicBezTo>
                  <a:lnTo>
                    <a:pt x="13447" y="13855"/>
                  </a:lnTo>
                  <a:cubicBezTo>
                    <a:pt x="11827" y="13855"/>
                    <a:pt x="10399" y="13855"/>
                    <a:pt x="9446" y="13189"/>
                  </a:cubicBezTo>
                  <a:cubicBezTo>
                    <a:pt x="8493" y="12522"/>
                    <a:pt x="8779" y="12617"/>
                    <a:pt x="8970" y="11855"/>
                  </a:cubicBezTo>
                  <a:cubicBezTo>
                    <a:pt x="9257" y="10857"/>
                    <a:pt x="9779" y="9942"/>
                    <a:pt x="10494" y="9188"/>
                  </a:cubicBezTo>
                  <a:cubicBezTo>
                    <a:pt x="11160" y="8521"/>
                    <a:pt x="11732" y="9188"/>
                    <a:pt x="12685" y="7188"/>
                  </a:cubicBezTo>
                  <a:cubicBezTo>
                    <a:pt x="12961" y="6785"/>
                    <a:pt x="13436" y="6565"/>
                    <a:pt x="13923" y="6616"/>
                  </a:cubicBezTo>
                  <a:cubicBezTo>
                    <a:pt x="14235" y="6697"/>
                    <a:pt x="14563" y="6697"/>
                    <a:pt x="14875" y="6616"/>
                  </a:cubicBezTo>
                  <a:cubicBezTo>
                    <a:pt x="16228" y="6429"/>
                    <a:pt x="17565" y="6143"/>
                    <a:pt x="18876" y="5759"/>
                  </a:cubicBezTo>
                  <a:cubicBezTo>
                    <a:pt x="18876" y="5759"/>
                    <a:pt x="18876" y="5759"/>
                    <a:pt x="19352" y="5759"/>
                  </a:cubicBezTo>
                  <a:cubicBezTo>
                    <a:pt x="18879" y="6561"/>
                    <a:pt x="18302" y="7297"/>
                    <a:pt x="17638" y="7950"/>
                  </a:cubicBezTo>
                  <a:cubicBezTo>
                    <a:pt x="17322" y="8139"/>
                    <a:pt x="17220" y="8549"/>
                    <a:pt x="17410" y="8865"/>
                  </a:cubicBezTo>
                  <a:cubicBezTo>
                    <a:pt x="17466" y="8958"/>
                    <a:pt x="17544" y="9036"/>
                    <a:pt x="17638" y="9093"/>
                  </a:cubicBezTo>
                  <a:lnTo>
                    <a:pt x="19352" y="9950"/>
                  </a:lnTo>
                  <a:cubicBezTo>
                    <a:pt x="19352" y="9950"/>
                    <a:pt x="20019" y="9950"/>
                    <a:pt x="20305" y="9950"/>
                  </a:cubicBezTo>
                  <a:cubicBezTo>
                    <a:pt x="20531" y="9555"/>
                    <a:pt x="20723" y="9141"/>
                    <a:pt x="20876" y="8712"/>
                  </a:cubicBezTo>
                  <a:cubicBezTo>
                    <a:pt x="21179" y="8178"/>
                    <a:pt x="21565" y="7696"/>
                    <a:pt x="22019" y="7283"/>
                  </a:cubicBezTo>
                  <a:lnTo>
                    <a:pt x="24876" y="4997"/>
                  </a:lnTo>
                  <a:cubicBezTo>
                    <a:pt x="25713" y="3967"/>
                    <a:pt x="26604" y="2981"/>
                    <a:pt x="27543" y="2044"/>
                  </a:cubicBezTo>
                  <a:cubicBezTo>
                    <a:pt x="28020" y="2044"/>
                    <a:pt x="29068" y="520"/>
                    <a:pt x="28972" y="235"/>
                  </a:cubicBezTo>
                  <a:cubicBezTo>
                    <a:pt x="28877" y="-51"/>
                    <a:pt x="29925" y="-432"/>
                    <a:pt x="30401" y="235"/>
                  </a:cubicBezTo>
                  <a:cubicBezTo>
                    <a:pt x="30877" y="901"/>
                    <a:pt x="30973" y="806"/>
                    <a:pt x="31163" y="997"/>
                  </a:cubicBezTo>
                  <a:cubicBezTo>
                    <a:pt x="31354" y="1187"/>
                    <a:pt x="31735" y="997"/>
                    <a:pt x="31830" y="997"/>
                  </a:cubicBezTo>
                  <a:cubicBezTo>
                    <a:pt x="31925" y="997"/>
                    <a:pt x="31830" y="997"/>
                    <a:pt x="31830" y="1759"/>
                  </a:cubicBezTo>
                  <a:cubicBezTo>
                    <a:pt x="31830" y="2521"/>
                    <a:pt x="31258" y="2330"/>
                    <a:pt x="30973" y="2806"/>
                  </a:cubicBezTo>
                  <a:cubicBezTo>
                    <a:pt x="30687" y="3282"/>
                    <a:pt x="30020" y="3664"/>
                    <a:pt x="29925" y="3949"/>
                  </a:cubicBezTo>
                  <a:cubicBezTo>
                    <a:pt x="29821" y="4287"/>
                    <a:pt x="29579" y="4564"/>
                    <a:pt x="29258" y="4711"/>
                  </a:cubicBezTo>
                  <a:cubicBezTo>
                    <a:pt x="29258" y="4711"/>
                    <a:pt x="28591" y="5188"/>
                    <a:pt x="28401" y="5378"/>
                  </a:cubicBezTo>
                  <a:lnTo>
                    <a:pt x="27353" y="6235"/>
                  </a:lnTo>
                  <a:lnTo>
                    <a:pt x="25543" y="8140"/>
                  </a:lnTo>
                  <a:cubicBezTo>
                    <a:pt x="25225" y="8669"/>
                    <a:pt x="24876" y="9178"/>
                    <a:pt x="24496" y="9664"/>
                  </a:cubicBezTo>
                  <a:lnTo>
                    <a:pt x="23448" y="10522"/>
                  </a:lnTo>
                  <a:cubicBezTo>
                    <a:pt x="22972" y="10522"/>
                    <a:pt x="22114" y="10522"/>
                    <a:pt x="22019" y="11188"/>
                  </a:cubicBezTo>
                  <a:cubicBezTo>
                    <a:pt x="21887" y="11525"/>
                    <a:pt x="21887" y="11899"/>
                    <a:pt x="22019" y="12236"/>
                  </a:cubicBezTo>
                  <a:cubicBezTo>
                    <a:pt x="22019" y="12236"/>
                    <a:pt x="23067" y="12807"/>
                    <a:pt x="23353" y="13093"/>
                  </a:cubicBezTo>
                  <a:cubicBezTo>
                    <a:pt x="23625" y="13425"/>
                    <a:pt x="23947" y="13714"/>
                    <a:pt x="24305" y="13950"/>
                  </a:cubicBezTo>
                  <a:lnTo>
                    <a:pt x="26020" y="15189"/>
                  </a:lnTo>
                  <a:cubicBezTo>
                    <a:pt x="26020" y="15189"/>
                    <a:pt x="26782" y="15189"/>
                    <a:pt x="27067" y="15760"/>
                  </a:cubicBezTo>
                  <a:cubicBezTo>
                    <a:pt x="27412" y="15845"/>
                    <a:pt x="27771" y="15845"/>
                    <a:pt x="28115" y="15760"/>
                  </a:cubicBezTo>
                  <a:cubicBezTo>
                    <a:pt x="28296" y="15846"/>
                    <a:pt x="28506" y="15846"/>
                    <a:pt x="28686" y="15760"/>
                  </a:cubicBezTo>
                  <a:cubicBezTo>
                    <a:pt x="28687" y="15284"/>
                    <a:pt x="28687" y="15094"/>
                    <a:pt x="27925" y="14808"/>
                  </a:cubicBezTo>
                  <a:cubicBezTo>
                    <a:pt x="27163" y="14522"/>
                    <a:pt x="26782" y="14808"/>
                    <a:pt x="26782" y="14236"/>
                  </a:cubicBezTo>
                  <a:cubicBezTo>
                    <a:pt x="26748" y="13829"/>
                    <a:pt x="26978" y="13446"/>
                    <a:pt x="27353" y="13284"/>
                  </a:cubicBezTo>
                  <a:cubicBezTo>
                    <a:pt x="27353" y="13284"/>
                    <a:pt x="28020" y="12427"/>
                    <a:pt x="27353" y="12236"/>
                  </a:cubicBezTo>
                  <a:cubicBezTo>
                    <a:pt x="26686" y="12046"/>
                    <a:pt x="26401" y="12236"/>
                    <a:pt x="26115" y="12236"/>
                  </a:cubicBezTo>
                  <a:cubicBezTo>
                    <a:pt x="25829" y="12236"/>
                    <a:pt x="25448" y="12236"/>
                    <a:pt x="25162" y="12236"/>
                  </a:cubicBezTo>
                  <a:cubicBezTo>
                    <a:pt x="24876" y="12236"/>
                    <a:pt x="24496" y="12236"/>
                    <a:pt x="24400" y="12236"/>
                  </a:cubicBezTo>
                  <a:cubicBezTo>
                    <a:pt x="24243" y="11650"/>
                    <a:pt x="24427" y="11025"/>
                    <a:pt x="24876" y="10617"/>
                  </a:cubicBezTo>
                  <a:lnTo>
                    <a:pt x="27258" y="8617"/>
                  </a:lnTo>
                  <a:cubicBezTo>
                    <a:pt x="27700" y="8100"/>
                    <a:pt x="28114" y="7560"/>
                    <a:pt x="28496" y="6997"/>
                  </a:cubicBezTo>
                  <a:cubicBezTo>
                    <a:pt x="29236" y="6375"/>
                    <a:pt x="29935" y="5707"/>
                    <a:pt x="30592" y="4997"/>
                  </a:cubicBezTo>
                  <a:lnTo>
                    <a:pt x="31163" y="4140"/>
                  </a:lnTo>
                  <a:cubicBezTo>
                    <a:pt x="31588" y="3856"/>
                    <a:pt x="32082" y="3692"/>
                    <a:pt x="32592" y="3664"/>
                  </a:cubicBezTo>
                  <a:cubicBezTo>
                    <a:pt x="32956" y="3505"/>
                    <a:pt x="33370" y="3505"/>
                    <a:pt x="33735" y="3664"/>
                  </a:cubicBezTo>
                  <a:cubicBezTo>
                    <a:pt x="33735" y="3664"/>
                    <a:pt x="33735" y="4711"/>
                    <a:pt x="32878" y="5092"/>
                  </a:cubicBezTo>
                  <a:cubicBezTo>
                    <a:pt x="32776" y="5402"/>
                    <a:pt x="32776" y="5735"/>
                    <a:pt x="32878" y="6045"/>
                  </a:cubicBezTo>
                  <a:cubicBezTo>
                    <a:pt x="32291" y="6988"/>
                    <a:pt x="31587" y="7852"/>
                    <a:pt x="30782" y="8617"/>
                  </a:cubicBezTo>
                  <a:cubicBezTo>
                    <a:pt x="30306" y="8617"/>
                    <a:pt x="30782" y="9188"/>
                    <a:pt x="30782" y="9474"/>
                  </a:cubicBezTo>
                  <a:cubicBezTo>
                    <a:pt x="30782" y="9760"/>
                    <a:pt x="31830" y="10331"/>
                    <a:pt x="31925" y="10807"/>
                  </a:cubicBezTo>
                  <a:cubicBezTo>
                    <a:pt x="32020" y="11284"/>
                    <a:pt x="31925" y="11569"/>
                    <a:pt x="31925" y="11760"/>
                  </a:cubicBezTo>
                  <a:cubicBezTo>
                    <a:pt x="31925" y="11950"/>
                    <a:pt x="33640" y="11760"/>
                    <a:pt x="34021" y="11760"/>
                  </a:cubicBezTo>
                  <a:cubicBezTo>
                    <a:pt x="34401" y="11760"/>
                    <a:pt x="35068" y="10045"/>
                    <a:pt x="34878" y="9760"/>
                  </a:cubicBezTo>
                  <a:cubicBezTo>
                    <a:pt x="34687" y="9474"/>
                    <a:pt x="34021" y="9760"/>
                    <a:pt x="33544" y="9093"/>
                  </a:cubicBezTo>
                  <a:cubicBezTo>
                    <a:pt x="33068" y="8426"/>
                    <a:pt x="32782" y="9093"/>
                    <a:pt x="32592" y="9093"/>
                  </a:cubicBezTo>
                  <a:cubicBezTo>
                    <a:pt x="32401" y="9093"/>
                    <a:pt x="33354" y="7950"/>
                    <a:pt x="34021" y="7759"/>
                  </a:cubicBezTo>
                  <a:cubicBezTo>
                    <a:pt x="34595" y="7631"/>
                    <a:pt x="35142" y="7406"/>
                    <a:pt x="35640" y="7092"/>
                  </a:cubicBezTo>
                  <a:cubicBezTo>
                    <a:pt x="35640" y="6521"/>
                    <a:pt x="36211" y="5664"/>
                    <a:pt x="36402" y="5378"/>
                  </a:cubicBezTo>
                  <a:cubicBezTo>
                    <a:pt x="36592" y="5092"/>
                    <a:pt x="37735" y="5378"/>
                    <a:pt x="38021" y="5378"/>
                  </a:cubicBezTo>
                  <a:cubicBezTo>
                    <a:pt x="38307" y="5378"/>
                    <a:pt x="38021" y="6616"/>
                    <a:pt x="38021" y="6902"/>
                  </a:cubicBezTo>
                  <a:cubicBezTo>
                    <a:pt x="38021" y="7188"/>
                    <a:pt x="39640" y="6902"/>
                    <a:pt x="40402" y="6902"/>
                  </a:cubicBezTo>
                  <a:cubicBezTo>
                    <a:pt x="41164" y="6902"/>
                    <a:pt x="41831" y="5949"/>
                    <a:pt x="42593" y="6331"/>
                  </a:cubicBezTo>
                  <a:cubicBezTo>
                    <a:pt x="43355" y="6711"/>
                    <a:pt x="42593" y="6807"/>
                    <a:pt x="43260" y="6902"/>
                  </a:cubicBezTo>
                  <a:cubicBezTo>
                    <a:pt x="43926" y="6997"/>
                    <a:pt x="43831" y="6902"/>
                    <a:pt x="43926" y="7378"/>
                  </a:cubicBezTo>
                </a:path>
              </a:pathLst>
            </a:custGeom>
            <a:solidFill>
              <a:srgbClr val="FFFFFF"/>
            </a:solidFill>
            <a:ln w="9525" cap="flat">
              <a:noFill/>
              <a:prstDash val="solid"/>
              <a:miter/>
            </a:ln>
          </p:spPr>
          <p:txBody>
            <a:bodyPr rtlCol="0" anchor="ctr"/>
            <a:lstStyle/>
            <a:p>
              <a:endParaRPr lang="zh-CN" altLang="en-US"/>
            </a:p>
          </p:txBody>
        </p:sp>
        <p:sp>
          <p:nvSpPr>
            <p:cNvPr id="175" name="任意多边形: 形状 174"/>
            <p:cNvSpPr/>
            <p:nvPr/>
          </p:nvSpPr>
          <p:spPr>
            <a:xfrm>
              <a:off x="9902707" y="337493"/>
              <a:ext cx="17773" cy="28423"/>
            </a:xfrm>
            <a:custGeom>
              <a:avLst/>
              <a:gdLst>
                <a:gd name="connsiteX0" fmla="*/ -263 w 22168"/>
                <a:gd name="connsiteY0" fmla="*/ 3345 h 35452"/>
                <a:gd name="connsiteX1" fmla="*/ 975 w 22168"/>
                <a:gd name="connsiteY1" fmla="*/ 3345 h 35452"/>
                <a:gd name="connsiteX2" fmla="*/ 2404 w 22168"/>
                <a:gd name="connsiteY2" fmla="*/ 2106 h 35452"/>
                <a:gd name="connsiteX3" fmla="*/ 3642 w 22168"/>
                <a:gd name="connsiteY3" fmla="*/ 678 h 35452"/>
                <a:gd name="connsiteX4" fmla="*/ 4690 w 22168"/>
                <a:gd name="connsiteY4" fmla="*/ 11 h 35452"/>
                <a:gd name="connsiteX5" fmla="*/ 5833 w 22168"/>
                <a:gd name="connsiteY5" fmla="*/ 11 h 35452"/>
                <a:gd name="connsiteX6" fmla="*/ 7928 w 22168"/>
                <a:gd name="connsiteY6" fmla="*/ 11 h 35452"/>
                <a:gd name="connsiteX7" fmla="*/ 8690 w 22168"/>
                <a:gd name="connsiteY7" fmla="*/ 868 h 35452"/>
                <a:gd name="connsiteX8" fmla="*/ 10024 w 22168"/>
                <a:gd name="connsiteY8" fmla="*/ 2106 h 35452"/>
                <a:gd name="connsiteX9" fmla="*/ 10786 w 22168"/>
                <a:gd name="connsiteY9" fmla="*/ 4107 h 35452"/>
                <a:gd name="connsiteX10" fmla="*/ 12119 w 22168"/>
                <a:gd name="connsiteY10" fmla="*/ 5726 h 35452"/>
                <a:gd name="connsiteX11" fmla="*/ 14691 w 22168"/>
                <a:gd name="connsiteY11" fmla="*/ 8393 h 35452"/>
                <a:gd name="connsiteX12" fmla="*/ 16120 w 22168"/>
                <a:gd name="connsiteY12" fmla="*/ 10203 h 35452"/>
                <a:gd name="connsiteX13" fmla="*/ 17358 w 22168"/>
                <a:gd name="connsiteY13" fmla="*/ 11536 h 35452"/>
                <a:gd name="connsiteX14" fmla="*/ 18692 w 22168"/>
                <a:gd name="connsiteY14" fmla="*/ 12108 h 35452"/>
                <a:gd name="connsiteX15" fmla="*/ 19263 w 22168"/>
                <a:gd name="connsiteY15" fmla="*/ 12584 h 35452"/>
                <a:gd name="connsiteX16" fmla="*/ 20311 w 22168"/>
                <a:gd name="connsiteY16" fmla="*/ 13155 h 35452"/>
                <a:gd name="connsiteX17" fmla="*/ 21644 w 22168"/>
                <a:gd name="connsiteY17" fmla="*/ 15441 h 35452"/>
                <a:gd name="connsiteX18" fmla="*/ 21644 w 22168"/>
                <a:gd name="connsiteY18" fmla="*/ 16965 h 35452"/>
                <a:gd name="connsiteX19" fmla="*/ 21073 w 22168"/>
                <a:gd name="connsiteY19" fmla="*/ 20014 h 35452"/>
                <a:gd name="connsiteX20" fmla="*/ 21073 w 22168"/>
                <a:gd name="connsiteY20" fmla="*/ 23252 h 35452"/>
                <a:gd name="connsiteX21" fmla="*/ 20215 w 22168"/>
                <a:gd name="connsiteY21" fmla="*/ 25824 h 35452"/>
                <a:gd name="connsiteX22" fmla="*/ 19454 w 22168"/>
                <a:gd name="connsiteY22" fmla="*/ 29348 h 35452"/>
                <a:gd name="connsiteX23" fmla="*/ 18692 w 22168"/>
                <a:gd name="connsiteY23" fmla="*/ 31348 h 35452"/>
                <a:gd name="connsiteX24" fmla="*/ 18692 w 22168"/>
                <a:gd name="connsiteY24" fmla="*/ 35063 h 35452"/>
                <a:gd name="connsiteX25" fmla="*/ 16120 w 22168"/>
                <a:gd name="connsiteY25" fmla="*/ 35063 h 35452"/>
                <a:gd name="connsiteX26" fmla="*/ 14596 w 22168"/>
                <a:gd name="connsiteY26" fmla="*/ 35063 h 35452"/>
                <a:gd name="connsiteX27" fmla="*/ 13262 w 22168"/>
                <a:gd name="connsiteY27" fmla="*/ 34206 h 35452"/>
                <a:gd name="connsiteX28" fmla="*/ 11929 w 22168"/>
                <a:gd name="connsiteY28" fmla="*/ 33634 h 35452"/>
                <a:gd name="connsiteX29" fmla="*/ 11929 w 22168"/>
                <a:gd name="connsiteY29" fmla="*/ 32301 h 35452"/>
                <a:gd name="connsiteX30" fmla="*/ 12691 w 22168"/>
                <a:gd name="connsiteY30" fmla="*/ 31443 h 35452"/>
                <a:gd name="connsiteX31" fmla="*/ 13167 w 22168"/>
                <a:gd name="connsiteY31" fmla="*/ 29348 h 35452"/>
                <a:gd name="connsiteX32" fmla="*/ 13929 w 22168"/>
                <a:gd name="connsiteY32" fmla="*/ 27443 h 35452"/>
                <a:gd name="connsiteX33" fmla="*/ 14786 w 22168"/>
                <a:gd name="connsiteY33" fmla="*/ 23823 h 35452"/>
                <a:gd name="connsiteX34" fmla="*/ 14786 w 22168"/>
                <a:gd name="connsiteY34" fmla="*/ 21633 h 35452"/>
                <a:gd name="connsiteX35" fmla="*/ 12119 w 22168"/>
                <a:gd name="connsiteY35" fmla="*/ 19251 h 35452"/>
                <a:gd name="connsiteX36" fmla="*/ 11167 w 22168"/>
                <a:gd name="connsiteY36" fmla="*/ 19251 h 35452"/>
                <a:gd name="connsiteX37" fmla="*/ 10214 w 22168"/>
                <a:gd name="connsiteY37" fmla="*/ 20585 h 35452"/>
                <a:gd name="connsiteX38" fmla="*/ 9643 w 22168"/>
                <a:gd name="connsiteY38" fmla="*/ 22014 h 35452"/>
                <a:gd name="connsiteX39" fmla="*/ 8976 w 22168"/>
                <a:gd name="connsiteY39" fmla="*/ 22871 h 35452"/>
                <a:gd name="connsiteX40" fmla="*/ 8023 w 22168"/>
                <a:gd name="connsiteY40" fmla="*/ 22871 h 35452"/>
                <a:gd name="connsiteX41" fmla="*/ 6499 w 22168"/>
                <a:gd name="connsiteY41" fmla="*/ 21918 h 35452"/>
                <a:gd name="connsiteX42" fmla="*/ 5356 w 22168"/>
                <a:gd name="connsiteY42" fmla="*/ 21252 h 35452"/>
                <a:gd name="connsiteX43" fmla="*/ 3547 w 22168"/>
                <a:gd name="connsiteY43" fmla="*/ 19442 h 35452"/>
                <a:gd name="connsiteX44" fmla="*/ 3547 w 22168"/>
                <a:gd name="connsiteY44" fmla="*/ 17251 h 35452"/>
                <a:gd name="connsiteX45" fmla="*/ 4499 w 22168"/>
                <a:gd name="connsiteY45" fmla="*/ 15346 h 35452"/>
                <a:gd name="connsiteX46" fmla="*/ 5452 w 22168"/>
                <a:gd name="connsiteY46" fmla="*/ 14108 h 35452"/>
                <a:gd name="connsiteX47" fmla="*/ 6119 w 22168"/>
                <a:gd name="connsiteY47" fmla="*/ 11917 h 35452"/>
                <a:gd name="connsiteX48" fmla="*/ 5452 w 22168"/>
                <a:gd name="connsiteY48" fmla="*/ 9917 h 35452"/>
                <a:gd name="connsiteX49" fmla="*/ 2880 w 22168"/>
                <a:gd name="connsiteY49" fmla="*/ 6678 h 35452"/>
                <a:gd name="connsiteX50" fmla="*/ 213 w 22168"/>
                <a:gd name="connsiteY50" fmla="*/ 5631 h 35452"/>
                <a:gd name="connsiteX51" fmla="*/ -263 w 22168"/>
                <a:gd name="connsiteY51" fmla="*/ 5059 h 35452"/>
                <a:gd name="connsiteX52" fmla="*/ -263 w 22168"/>
                <a:gd name="connsiteY52" fmla="*/ 3631 h 35452"/>
                <a:gd name="connsiteX53" fmla="*/ -263 w 22168"/>
                <a:gd name="connsiteY53" fmla="*/ 2868 h 3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22168" h="35452">
                  <a:moveTo>
                    <a:pt x="-263" y="3345"/>
                  </a:moveTo>
                  <a:cubicBezTo>
                    <a:pt x="-263" y="3345"/>
                    <a:pt x="689" y="3345"/>
                    <a:pt x="975" y="3345"/>
                  </a:cubicBezTo>
                  <a:lnTo>
                    <a:pt x="2404" y="2106"/>
                  </a:lnTo>
                  <a:lnTo>
                    <a:pt x="3642" y="678"/>
                  </a:lnTo>
                  <a:cubicBezTo>
                    <a:pt x="3946" y="392"/>
                    <a:pt x="4302" y="166"/>
                    <a:pt x="4690" y="11"/>
                  </a:cubicBezTo>
                  <a:cubicBezTo>
                    <a:pt x="4690" y="11"/>
                    <a:pt x="5452" y="11"/>
                    <a:pt x="5833" y="11"/>
                  </a:cubicBezTo>
                  <a:cubicBezTo>
                    <a:pt x="6518" y="-185"/>
                    <a:pt x="7244" y="-185"/>
                    <a:pt x="7928" y="11"/>
                  </a:cubicBezTo>
                  <a:cubicBezTo>
                    <a:pt x="7928" y="11"/>
                    <a:pt x="7928" y="582"/>
                    <a:pt x="8690" y="868"/>
                  </a:cubicBezTo>
                  <a:cubicBezTo>
                    <a:pt x="9179" y="1230"/>
                    <a:pt x="9627" y="1645"/>
                    <a:pt x="10024" y="2106"/>
                  </a:cubicBezTo>
                  <a:cubicBezTo>
                    <a:pt x="10024" y="2106"/>
                    <a:pt x="10024" y="3249"/>
                    <a:pt x="10786" y="4107"/>
                  </a:cubicBezTo>
                  <a:lnTo>
                    <a:pt x="12119" y="5726"/>
                  </a:lnTo>
                  <a:lnTo>
                    <a:pt x="14691" y="8393"/>
                  </a:lnTo>
                  <a:cubicBezTo>
                    <a:pt x="15167" y="8393"/>
                    <a:pt x="15453" y="9441"/>
                    <a:pt x="16120" y="10203"/>
                  </a:cubicBezTo>
                  <a:lnTo>
                    <a:pt x="17358" y="11536"/>
                  </a:lnTo>
                  <a:cubicBezTo>
                    <a:pt x="17703" y="11904"/>
                    <a:pt x="18187" y="12111"/>
                    <a:pt x="18692" y="12108"/>
                  </a:cubicBezTo>
                  <a:lnTo>
                    <a:pt x="19263" y="12584"/>
                  </a:lnTo>
                  <a:cubicBezTo>
                    <a:pt x="19263" y="12584"/>
                    <a:pt x="20120" y="12584"/>
                    <a:pt x="20311" y="13155"/>
                  </a:cubicBezTo>
                  <a:cubicBezTo>
                    <a:pt x="20501" y="13727"/>
                    <a:pt x="20882" y="14394"/>
                    <a:pt x="21644" y="15441"/>
                  </a:cubicBezTo>
                  <a:cubicBezTo>
                    <a:pt x="21857" y="15927"/>
                    <a:pt x="21857" y="16480"/>
                    <a:pt x="21644" y="16965"/>
                  </a:cubicBezTo>
                  <a:cubicBezTo>
                    <a:pt x="21639" y="18008"/>
                    <a:pt x="21445" y="19040"/>
                    <a:pt x="21073" y="20014"/>
                  </a:cubicBezTo>
                  <a:cubicBezTo>
                    <a:pt x="21073" y="21061"/>
                    <a:pt x="21073" y="22585"/>
                    <a:pt x="21073" y="23252"/>
                  </a:cubicBezTo>
                  <a:cubicBezTo>
                    <a:pt x="20859" y="24131"/>
                    <a:pt x="20572" y="24992"/>
                    <a:pt x="20215" y="25824"/>
                  </a:cubicBezTo>
                  <a:cubicBezTo>
                    <a:pt x="19817" y="26962"/>
                    <a:pt x="19561" y="28146"/>
                    <a:pt x="19454" y="29348"/>
                  </a:cubicBezTo>
                  <a:cubicBezTo>
                    <a:pt x="19241" y="30030"/>
                    <a:pt x="18987" y="30698"/>
                    <a:pt x="18692" y="31348"/>
                  </a:cubicBezTo>
                  <a:cubicBezTo>
                    <a:pt x="18829" y="32583"/>
                    <a:pt x="18829" y="33828"/>
                    <a:pt x="18692" y="35063"/>
                  </a:cubicBezTo>
                  <a:cubicBezTo>
                    <a:pt x="18691" y="35634"/>
                    <a:pt x="16977" y="35063"/>
                    <a:pt x="16120" y="35063"/>
                  </a:cubicBezTo>
                  <a:cubicBezTo>
                    <a:pt x="15614" y="34996"/>
                    <a:pt x="15102" y="34996"/>
                    <a:pt x="14596" y="35063"/>
                  </a:cubicBezTo>
                  <a:cubicBezTo>
                    <a:pt x="14120" y="35063"/>
                    <a:pt x="13643" y="34396"/>
                    <a:pt x="13262" y="34206"/>
                  </a:cubicBezTo>
                  <a:lnTo>
                    <a:pt x="11929" y="33634"/>
                  </a:lnTo>
                  <a:cubicBezTo>
                    <a:pt x="11709" y="33217"/>
                    <a:pt x="11709" y="32718"/>
                    <a:pt x="11929" y="32301"/>
                  </a:cubicBezTo>
                  <a:cubicBezTo>
                    <a:pt x="11929" y="32301"/>
                    <a:pt x="12596" y="31729"/>
                    <a:pt x="12691" y="31443"/>
                  </a:cubicBezTo>
                  <a:cubicBezTo>
                    <a:pt x="12905" y="30759"/>
                    <a:pt x="13064" y="30058"/>
                    <a:pt x="13167" y="29348"/>
                  </a:cubicBezTo>
                  <a:cubicBezTo>
                    <a:pt x="13329" y="28680"/>
                    <a:pt x="13586" y="28038"/>
                    <a:pt x="13929" y="27443"/>
                  </a:cubicBezTo>
                  <a:cubicBezTo>
                    <a:pt x="14283" y="26254"/>
                    <a:pt x="14570" y="25045"/>
                    <a:pt x="14786" y="23823"/>
                  </a:cubicBezTo>
                  <a:cubicBezTo>
                    <a:pt x="14786" y="23252"/>
                    <a:pt x="14786" y="22204"/>
                    <a:pt x="14786" y="21633"/>
                  </a:cubicBezTo>
                  <a:cubicBezTo>
                    <a:pt x="13960" y="20772"/>
                    <a:pt x="13068" y="19975"/>
                    <a:pt x="12119" y="19251"/>
                  </a:cubicBezTo>
                  <a:cubicBezTo>
                    <a:pt x="11809" y="19156"/>
                    <a:pt x="11477" y="19156"/>
                    <a:pt x="11167" y="19251"/>
                  </a:cubicBezTo>
                  <a:cubicBezTo>
                    <a:pt x="10929" y="19748"/>
                    <a:pt x="10606" y="20199"/>
                    <a:pt x="10214" y="20585"/>
                  </a:cubicBezTo>
                  <a:cubicBezTo>
                    <a:pt x="9974" y="21040"/>
                    <a:pt x="9783" y="21519"/>
                    <a:pt x="9643" y="22014"/>
                  </a:cubicBezTo>
                  <a:cubicBezTo>
                    <a:pt x="9643" y="22014"/>
                    <a:pt x="9643" y="22776"/>
                    <a:pt x="8976" y="22871"/>
                  </a:cubicBezTo>
                  <a:cubicBezTo>
                    <a:pt x="8688" y="23063"/>
                    <a:pt x="8312" y="23063"/>
                    <a:pt x="8023" y="22871"/>
                  </a:cubicBezTo>
                  <a:cubicBezTo>
                    <a:pt x="7357" y="22871"/>
                    <a:pt x="7071" y="22204"/>
                    <a:pt x="6499" y="21918"/>
                  </a:cubicBezTo>
                  <a:cubicBezTo>
                    <a:pt x="6073" y="21785"/>
                    <a:pt x="5682" y="21557"/>
                    <a:pt x="5356" y="21252"/>
                  </a:cubicBezTo>
                  <a:cubicBezTo>
                    <a:pt x="4837" y="20570"/>
                    <a:pt x="4229" y="19961"/>
                    <a:pt x="3547" y="19442"/>
                  </a:cubicBezTo>
                  <a:cubicBezTo>
                    <a:pt x="2978" y="18822"/>
                    <a:pt x="2978" y="17870"/>
                    <a:pt x="3547" y="17251"/>
                  </a:cubicBezTo>
                  <a:cubicBezTo>
                    <a:pt x="3547" y="16680"/>
                    <a:pt x="3547" y="15822"/>
                    <a:pt x="4499" y="15346"/>
                  </a:cubicBezTo>
                  <a:cubicBezTo>
                    <a:pt x="4846" y="14957"/>
                    <a:pt x="5165" y="14543"/>
                    <a:pt x="5452" y="14108"/>
                  </a:cubicBezTo>
                  <a:cubicBezTo>
                    <a:pt x="5773" y="13412"/>
                    <a:pt x="5998" y="12674"/>
                    <a:pt x="6119" y="11917"/>
                  </a:cubicBezTo>
                  <a:cubicBezTo>
                    <a:pt x="6160" y="11190"/>
                    <a:pt x="5921" y="10474"/>
                    <a:pt x="5452" y="9917"/>
                  </a:cubicBezTo>
                  <a:cubicBezTo>
                    <a:pt x="4214" y="8583"/>
                    <a:pt x="3928" y="7726"/>
                    <a:pt x="2880" y="6678"/>
                  </a:cubicBezTo>
                  <a:cubicBezTo>
                    <a:pt x="2232" y="5892"/>
                    <a:pt x="1223" y="5496"/>
                    <a:pt x="213" y="5631"/>
                  </a:cubicBezTo>
                  <a:cubicBezTo>
                    <a:pt x="-65" y="5584"/>
                    <a:pt x="-267" y="5341"/>
                    <a:pt x="-263" y="5059"/>
                  </a:cubicBezTo>
                  <a:cubicBezTo>
                    <a:pt x="-212" y="4584"/>
                    <a:pt x="-212" y="4105"/>
                    <a:pt x="-263" y="3631"/>
                  </a:cubicBezTo>
                  <a:cubicBezTo>
                    <a:pt x="-399" y="3395"/>
                    <a:pt x="-399" y="3104"/>
                    <a:pt x="-263" y="2868"/>
                  </a:cubicBezTo>
                </a:path>
              </a:pathLst>
            </a:custGeom>
            <a:solidFill>
              <a:srgbClr val="FFFFFF"/>
            </a:solidFill>
            <a:ln w="9525" cap="flat">
              <a:noFill/>
              <a:prstDash val="solid"/>
              <a:miter/>
            </a:ln>
          </p:spPr>
          <p:txBody>
            <a:bodyPr rtlCol="0" anchor="ctr"/>
            <a:lstStyle/>
            <a:p>
              <a:endParaRPr lang="zh-CN" altLang="en-US"/>
            </a:p>
          </p:txBody>
        </p:sp>
        <p:sp>
          <p:nvSpPr>
            <p:cNvPr id="176" name="任意多边形: 形状 175"/>
            <p:cNvSpPr/>
            <p:nvPr/>
          </p:nvSpPr>
          <p:spPr>
            <a:xfrm>
              <a:off x="9909798" y="325662"/>
              <a:ext cx="27439" cy="23480"/>
            </a:xfrm>
            <a:custGeom>
              <a:avLst/>
              <a:gdLst>
                <a:gd name="connsiteX0" fmla="*/ 4419 w 34224"/>
                <a:gd name="connsiteY0" fmla="*/ 575 h 29287"/>
                <a:gd name="connsiteX1" fmla="*/ 5657 w 34224"/>
                <a:gd name="connsiteY1" fmla="*/ 575 h 29287"/>
                <a:gd name="connsiteX2" fmla="*/ 6419 w 34224"/>
                <a:gd name="connsiteY2" fmla="*/ 4 h 29287"/>
                <a:gd name="connsiteX3" fmla="*/ 7562 w 34224"/>
                <a:gd name="connsiteY3" fmla="*/ 4 h 29287"/>
                <a:gd name="connsiteX4" fmla="*/ 9657 w 34224"/>
                <a:gd name="connsiteY4" fmla="*/ 1147 h 29287"/>
                <a:gd name="connsiteX5" fmla="*/ 10800 w 34224"/>
                <a:gd name="connsiteY5" fmla="*/ 4481 h 29287"/>
                <a:gd name="connsiteX6" fmla="*/ 11753 w 34224"/>
                <a:gd name="connsiteY6" fmla="*/ 5814 h 29287"/>
                <a:gd name="connsiteX7" fmla="*/ 13087 w 34224"/>
                <a:gd name="connsiteY7" fmla="*/ 5147 h 29287"/>
                <a:gd name="connsiteX8" fmla="*/ 13087 w 34224"/>
                <a:gd name="connsiteY8" fmla="*/ 3623 h 29287"/>
                <a:gd name="connsiteX9" fmla="*/ 15182 w 34224"/>
                <a:gd name="connsiteY9" fmla="*/ 2480 h 29287"/>
                <a:gd name="connsiteX10" fmla="*/ 17754 w 34224"/>
                <a:gd name="connsiteY10" fmla="*/ 3147 h 29287"/>
                <a:gd name="connsiteX11" fmla="*/ 19182 w 34224"/>
                <a:gd name="connsiteY11" fmla="*/ 4100 h 29287"/>
                <a:gd name="connsiteX12" fmla="*/ 19182 w 34224"/>
                <a:gd name="connsiteY12" fmla="*/ 5243 h 29287"/>
                <a:gd name="connsiteX13" fmla="*/ 18325 w 34224"/>
                <a:gd name="connsiteY13" fmla="*/ 6671 h 29287"/>
                <a:gd name="connsiteX14" fmla="*/ 18325 w 34224"/>
                <a:gd name="connsiteY14" fmla="*/ 8386 h 29287"/>
                <a:gd name="connsiteX15" fmla="*/ 17754 w 34224"/>
                <a:gd name="connsiteY15" fmla="*/ 10481 h 29287"/>
                <a:gd name="connsiteX16" fmla="*/ 16801 w 34224"/>
                <a:gd name="connsiteY16" fmla="*/ 13720 h 29287"/>
                <a:gd name="connsiteX17" fmla="*/ 18516 w 34224"/>
                <a:gd name="connsiteY17" fmla="*/ 16768 h 29287"/>
                <a:gd name="connsiteX18" fmla="*/ 19754 w 34224"/>
                <a:gd name="connsiteY18" fmla="*/ 17815 h 29287"/>
                <a:gd name="connsiteX19" fmla="*/ 22326 w 34224"/>
                <a:gd name="connsiteY19" fmla="*/ 19054 h 29287"/>
                <a:gd name="connsiteX20" fmla="*/ 24707 w 34224"/>
                <a:gd name="connsiteY20" fmla="*/ 18006 h 29287"/>
                <a:gd name="connsiteX21" fmla="*/ 26040 w 34224"/>
                <a:gd name="connsiteY21" fmla="*/ 16958 h 29287"/>
                <a:gd name="connsiteX22" fmla="*/ 26993 w 34224"/>
                <a:gd name="connsiteY22" fmla="*/ 16291 h 29287"/>
                <a:gd name="connsiteX23" fmla="*/ 28136 w 34224"/>
                <a:gd name="connsiteY23" fmla="*/ 15720 h 29287"/>
                <a:gd name="connsiteX24" fmla="*/ 29470 w 34224"/>
                <a:gd name="connsiteY24" fmla="*/ 14577 h 29287"/>
                <a:gd name="connsiteX25" fmla="*/ 31851 w 34224"/>
                <a:gd name="connsiteY25" fmla="*/ 15434 h 29287"/>
                <a:gd name="connsiteX26" fmla="*/ 33184 w 34224"/>
                <a:gd name="connsiteY26" fmla="*/ 17815 h 29287"/>
                <a:gd name="connsiteX27" fmla="*/ 33851 w 34224"/>
                <a:gd name="connsiteY27" fmla="*/ 19530 h 29287"/>
                <a:gd name="connsiteX28" fmla="*/ 32803 w 34224"/>
                <a:gd name="connsiteY28" fmla="*/ 21149 h 29287"/>
                <a:gd name="connsiteX29" fmla="*/ 31755 w 34224"/>
                <a:gd name="connsiteY29" fmla="*/ 22864 h 29287"/>
                <a:gd name="connsiteX30" fmla="*/ 30422 w 34224"/>
                <a:gd name="connsiteY30" fmla="*/ 23531 h 29287"/>
                <a:gd name="connsiteX31" fmla="*/ 28898 w 34224"/>
                <a:gd name="connsiteY31" fmla="*/ 24864 h 29287"/>
                <a:gd name="connsiteX32" fmla="*/ 27469 w 34224"/>
                <a:gd name="connsiteY32" fmla="*/ 26293 h 29287"/>
                <a:gd name="connsiteX33" fmla="*/ 25945 w 34224"/>
                <a:gd name="connsiteY33" fmla="*/ 27245 h 29287"/>
                <a:gd name="connsiteX34" fmla="*/ 24040 w 34224"/>
                <a:gd name="connsiteY34" fmla="*/ 29055 h 29287"/>
                <a:gd name="connsiteX35" fmla="*/ 22707 w 34224"/>
                <a:gd name="connsiteY35" fmla="*/ 29055 h 29287"/>
                <a:gd name="connsiteX36" fmla="*/ 20516 w 34224"/>
                <a:gd name="connsiteY36" fmla="*/ 29055 h 29287"/>
                <a:gd name="connsiteX37" fmla="*/ 18801 w 34224"/>
                <a:gd name="connsiteY37" fmla="*/ 27626 h 29287"/>
                <a:gd name="connsiteX38" fmla="*/ 16420 w 34224"/>
                <a:gd name="connsiteY38" fmla="*/ 26293 h 29287"/>
                <a:gd name="connsiteX39" fmla="*/ 15182 w 34224"/>
                <a:gd name="connsiteY39" fmla="*/ 25150 h 29287"/>
                <a:gd name="connsiteX40" fmla="*/ 13848 w 34224"/>
                <a:gd name="connsiteY40" fmla="*/ 24293 h 29287"/>
                <a:gd name="connsiteX41" fmla="*/ 11943 w 34224"/>
                <a:gd name="connsiteY41" fmla="*/ 22769 h 29287"/>
                <a:gd name="connsiteX42" fmla="*/ 9467 w 34224"/>
                <a:gd name="connsiteY42" fmla="*/ 19625 h 29287"/>
                <a:gd name="connsiteX43" fmla="*/ 8895 w 34224"/>
                <a:gd name="connsiteY43" fmla="*/ 18387 h 29287"/>
                <a:gd name="connsiteX44" fmla="*/ 7753 w 34224"/>
                <a:gd name="connsiteY44" fmla="*/ 16673 h 29287"/>
                <a:gd name="connsiteX45" fmla="*/ 6514 w 34224"/>
                <a:gd name="connsiteY45" fmla="*/ 14863 h 29287"/>
                <a:gd name="connsiteX46" fmla="*/ 4323 w 34224"/>
                <a:gd name="connsiteY46" fmla="*/ 12577 h 29287"/>
                <a:gd name="connsiteX47" fmla="*/ 3180 w 34224"/>
                <a:gd name="connsiteY47" fmla="*/ 10862 h 29287"/>
                <a:gd name="connsiteX48" fmla="*/ 1371 w 34224"/>
                <a:gd name="connsiteY48" fmla="*/ 8195 h 29287"/>
                <a:gd name="connsiteX49" fmla="*/ -153 w 34224"/>
                <a:gd name="connsiteY49" fmla="*/ 6671 h 29287"/>
                <a:gd name="connsiteX50" fmla="*/ -153 w 34224"/>
                <a:gd name="connsiteY50" fmla="*/ 5147 h 29287"/>
                <a:gd name="connsiteX51" fmla="*/ 1180 w 34224"/>
                <a:gd name="connsiteY51" fmla="*/ 4195 h 29287"/>
                <a:gd name="connsiteX52" fmla="*/ 1942 w 34224"/>
                <a:gd name="connsiteY52" fmla="*/ 2957 h 29287"/>
                <a:gd name="connsiteX53" fmla="*/ 2895 w 34224"/>
                <a:gd name="connsiteY53" fmla="*/ 2290 h 29287"/>
                <a:gd name="connsiteX54" fmla="*/ 3847 w 34224"/>
                <a:gd name="connsiteY54" fmla="*/ 861 h 29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4224" h="29287">
                  <a:moveTo>
                    <a:pt x="4419" y="575"/>
                  </a:moveTo>
                  <a:cubicBezTo>
                    <a:pt x="4419" y="99"/>
                    <a:pt x="5276" y="575"/>
                    <a:pt x="5657" y="575"/>
                  </a:cubicBezTo>
                  <a:cubicBezTo>
                    <a:pt x="6038" y="575"/>
                    <a:pt x="6229" y="575"/>
                    <a:pt x="6419" y="4"/>
                  </a:cubicBezTo>
                  <a:cubicBezTo>
                    <a:pt x="6777" y="-183"/>
                    <a:pt x="7204" y="-183"/>
                    <a:pt x="7562" y="4"/>
                  </a:cubicBezTo>
                  <a:cubicBezTo>
                    <a:pt x="8351" y="188"/>
                    <a:pt x="9075" y="583"/>
                    <a:pt x="9657" y="1147"/>
                  </a:cubicBezTo>
                  <a:cubicBezTo>
                    <a:pt x="10896" y="2385"/>
                    <a:pt x="10324" y="3433"/>
                    <a:pt x="10800" y="4481"/>
                  </a:cubicBezTo>
                  <a:cubicBezTo>
                    <a:pt x="11066" y="4960"/>
                    <a:pt x="11386" y="5407"/>
                    <a:pt x="11753" y="5814"/>
                  </a:cubicBezTo>
                  <a:cubicBezTo>
                    <a:pt x="12515" y="5814"/>
                    <a:pt x="13277" y="5814"/>
                    <a:pt x="13087" y="5147"/>
                  </a:cubicBezTo>
                  <a:cubicBezTo>
                    <a:pt x="12896" y="4481"/>
                    <a:pt x="13087" y="4004"/>
                    <a:pt x="13087" y="3623"/>
                  </a:cubicBezTo>
                  <a:cubicBezTo>
                    <a:pt x="13087" y="3242"/>
                    <a:pt x="14229" y="3052"/>
                    <a:pt x="15182" y="2480"/>
                  </a:cubicBezTo>
                  <a:cubicBezTo>
                    <a:pt x="16134" y="1909"/>
                    <a:pt x="16992" y="2957"/>
                    <a:pt x="17754" y="3147"/>
                  </a:cubicBezTo>
                  <a:cubicBezTo>
                    <a:pt x="18291" y="3363"/>
                    <a:pt x="18777" y="3687"/>
                    <a:pt x="19182" y="4100"/>
                  </a:cubicBezTo>
                  <a:cubicBezTo>
                    <a:pt x="19473" y="4425"/>
                    <a:pt x="19473" y="4917"/>
                    <a:pt x="19182" y="5243"/>
                  </a:cubicBezTo>
                  <a:lnTo>
                    <a:pt x="18325" y="6671"/>
                  </a:lnTo>
                  <a:cubicBezTo>
                    <a:pt x="18195" y="7235"/>
                    <a:pt x="18195" y="7822"/>
                    <a:pt x="18325" y="8386"/>
                  </a:cubicBezTo>
                  <a:cubicBezTo>
                    <a:pt x="18325" y="9148"/>
                    <a:pt x="17849" y="9624"/>
                    <a:pt x="17754" y="10481"/>
                  </a:cubicBezTo>
                  <a:cubicBezTo>
                    <a:pt x="17686" y="11619"/>
                    <a:pt x="17360" y="12726"/>
                    <a:pt x="16801" y="13720"/>
                  </a:cubicBezTo>
                  <a:cubicBezTo>
                    <a:pt x="17180" y="14833"/>
                    <a:pt x="17761" y="15866"/>
                    <a:pt x="18516" y="16768"/>
                  </a:cubicBezTo>
                  <a:cubicBezTo>
                    <a:pt x="18875" y="17176"/>
                    <a:pt x="19292" y="17529"/>
                    <a:pt x="19754" y="17815"/>
                  </a:cubicBezTo>
                  <a:cubicBezTo>
                    <a:pt x="20611" y="17815"/>
                    <a:pt x="21087" y="18958"/>
                    <a:pt x="22326" y="19054"/>
                  </a:cubicBezTo>
                  <a:cubicBezTo>
                    <a:pt x="23220" y="19003"/>
                    <a:pt x="24065" y="18631"/>
                    <a:pt x="24707" y="18006"/>
                  </a:cubicBezTo>
                  <a:lnTo>
                    <a:pt x="26040" y="16958"/>
                  </a:lnTo>
                  <a:cubicBezTo>
                    <a:pt x="26040" y="16958"/>
                    <a:pt x="26898" y="16291"/>
                    <a:pt x="26993" y="16291"/>
                  </a:cubicBezTo>
                  <a:cubicBezTo>
                    <a:pt x="27088" y="16291"/>
                    <a:pt x="27945" y="16291"/>
                    <a:pt x="28136" y="15720"/>
                  </a:cubicBezTo>
                  <a:cubicBezTo>
                    <a:pt x="28490" y="15245"/>
                    <a:pt x="28946" y="14854"/>
                    <a:pt x="29470" y="14577"/>
                  </a:cubicBezTo>
                  <a:cubicBezTo>
                    <a:pt x="30365" y="14329"/>
                    <a:pt x="31319" y="14673"/>
                    <a:pt x="31851" y="15434"/>
                  </a:cubicBezTo>
                  <a:cubicBezTo>
                    <a:pt x="32352" y="16195"/>
                    <a:pt x="32797" y="16991"/>
                    <a:pt x="33184" y="17815"/>
                  </a:cubicBezTo>
                  <a:cubicBezTo>
                    <a:pt x="33184" y="18482"/>
                    <a:pt x="33946" y="18958"/>
                    <a:pt x="33851" y="19530"/>
                  </a:cubicBezTo>
                  <a:cubicBezTo>
                    <a:pt x="33756" y="20102"/>
                    <a:pt x="32994" y="20578"/>
                    <a:pt x="32803" y="21149"/>
                  </a:cubicBezTo>
                  <a:cubicBezTo>
                    <a:pt x="32602" y="21799"/>
                    <a:pt x="32241" y="22388"/>
                    <a:pt x="31755" y="22864"/>
                  </a:cubicBezTo>
                  <a:cubicBezTo>
                    <a:pt x="31755" y="22864"/>
                    <a:pt x="30708" y="23340"/>
                    <a:pt x="30422" y="23531"/>
                  </a:cubicBezTo>
                  <a:cubicBezTo>
                    <a:pt x="29835" y="23876"/>
                    <a:pt x="29318" y="24328"/>
                    <a:pt x="28898" y="24864"/>
                  </a:cubicBezTo>
                  <a:lnTo>
                    <a:pt x="27469" y="26293"/>
                  </a:lnTo>
                  <a:cubicBezTo>
                    <a:pt x="27469" y="26293"/>
                    <a:pt x="26421" y="26864"/>
                    <a:pt x="25945" y="27245"/>
                  </a:cubicBezTo>
                  <a:cubicBezTo>
                    <a:pt x="25469" y="27626"/>
                    <a:pt x="24612" y="28769"/>
                    <a:pt x="24040" y="29055"/>
                  </a:cubicBezTo>
                  <a:cubicBezTo>
                    <a:pt x="23600" y="29140"/>
                    <a:pt x="23147" y="29140"/>
                    <a:pt x="22707" y="29055"/>
                  </a:cubicBezTo>
                  <a:cubicBezTo>
                    <a:pt x="21982" y="29183"/>
                    <a:pt x="21240" y="29183"/>
                    <a:pt x="20516" y="29055"/>
                  </a:cubicBezTo>
                  <a:cubicBezTo>
                    <a:pt x="19910" y="28622"/>
                    <a:pt x="19336" y="28144"/>
                    <a:pt x="18801" y="27626"/>
                  </a:cubicBezTo>
                  <a:lnTo>
                    <a:pt x="16420" y="26293"/>
                  </a:lnTo>
                  <a:lnTo>
                    <a:pt x="15182" y="25150"/>
                  </a:lnTo>
                  <a:lnTo>
                    <a:pt x="13848" y="24293"/>
                  </a:lnTo>
                  <a:cubicBezTo>
                    <a:pt x="13142" y="23881"/>
                    <a:pt x="12500" y="23368"/>
                    <a:pt x="11943" y="22769"/>
                  </a:cubicBezTo>
                  <a:cubicBezTo>
                    <a:pt x="10991" y="21911"/>
                    <a:pt x="11086" y="21530"/>
                    <a:pt x="9467" y="19625"/>
                  </a:cubicBezTo>
                  <a:cubicBezTo>
                    <a:pt x="9467" y="19625"/>
                    <a:pt x="9467" y="18577"/>
                    <a:pt x="8895" y="18387"/>
                  </a:cubicBezTo>
                  <a:cubicBezTo>
                    <a:pt x="8324" y="18197"/>
                    <a:pt x="8419" y="17339"/>
                    <a:pt x="7753" y="16673"/>
                  </a:cubicBezTo>
                  <a:lnTo>
                    <a:pt x="6514" y="14863"/>
                  </a:lnTo>
                  <a:lnTo>
                    <a:pt x="4323" y="12577"/>
                  </a:lnTo>
                  <a:cubicBezTo>
                    <a:pt x="3889" y="12043"/>
                    <a:pt x="3506" y="11469"/>
                    <a:pt x="3180" y="10862"/>
                  </a:cubicBezTo>
                  <a:cubicBezTo>
                    <a:pt x="2623" y="9943"/>
                    <a:pt x="2019" y="9052"/>
                    <a:pt x="1371" y="8195"/>
                  </a:cubicBezTo>
                  <a:cubicBezTo>
                    <a:pt x="790" y="7765"/>
                    <a:pt x="277" y="7252"/>
                    <a:pt x="-153" y="6671"/>
                  </a:cubicBezTo>
                  <a:cubicBezTo>
                    <a:pt x="-630" y="6005"/>
                    <a:pt x="-153" y="5719"/>
                    <a:pt x="-153" y="5147"/>
                  </a:cubicBezTo>
                  <a:cubicBezTo>
                    <a:pt x="-153" y="4576"/>
                    <a:pt x="799" y="4576"/>
                    <a:pt x="1180" y="4195"/>
                  </a:cubicBezTo>
                  <a:cubicBezTo>
                    <a:pt x="1561" y="3814"/>
                    <a:pt x="1656" y="3242"/>
                    <a:pt x="1942" y="2957"/>
                  </a:cubicBezTo>
                  <a:cubicBezTo>
                    <a:pt x="2228" y="2671"/>
                    <a:pt x="2704" y="2480"/>
                    <a:pt x="2895" y="2290"/>
                  </a:cubicBezTo>
                  <a:cubicBezTo>
                    <a:pt x="3085" y="2099"/>
                    <a:pt x="3466" y="1242"/>
                    <a:pt x="3847" y="861"/>
                  </a:cubicBezTo>
                </a:path>
              </a:pathLst>
            </a:custGeom>
            <a:solidFill>
              <a:srgbClr val="FFFFFF"/>
            </a:solidFill>
            <a:ln w="9525" cap="flat">
              <a:noFill/>
              <a:prstDash val="solid"/>
              <a:miter/>
            </a:ln>
          </p:spPr>
          <p:txBody>
            <a:bodyPr rtlCol="0" anchor="ctr"/>
            <a:lstStyle/>
            <a:p>
              <a:endParaRPr lang="zh-CN" altLang="en-US"/>
            </a:p>
          </p:txBody>
        </p:sp>
        <p:sp>
          <p:nvSpPr>
            <p:cNvPr id="177" name="任意多边形: 形状 176"/>
            <p:cNvSpPr/>
            <p:nvPr/>
          </p:nvSpPr>
          <p:spPr>
            <a:xfrm>
              <a:off x="10075156" y="272776"/>
              <a:ext cx="32199" cy="22756"/>
            </a:xfrm>
            <a:custGeom>
              <a:avLst/>
              <a:gdLst>
                <a:gd name="connsiteX0" fmla="*/ 37721 w 40162"/>
                <a:gd name="connsiteY0" fmla="*/ -136 h 28384"/>
                <a:gd name="connsiteX1" fmla="*/ 38578 w 40162"/>
                <a:gd name="connsiteY1" fmla="*/ 721 h 28384"/>
                <a:gd name="connsiteX2" fmla="*/ 39721 w 40162"/>
                <a:gd name="connsiteY2" fmla="*/ 2531 h 28384"/>
                <a:gd name="connsiteX3" fmla="*/ 39721 w 40162"/>
                <a:gd name="connsiteY3" fmla="*/ 4055 h 28384"/>
                <a:gd name="connsiteX4" fmla="*/ 39721 w 40162"/>
                <a:gd name="connsiteY4" fmla="*/ 5103 h 28384"/>
                <a:gd name="connsiteX5" fmla="*/ 36864 w 40162"/>
                <a:gd name="connsiteY5" fmla="*/ 6722 h 28384"/>
                <a:gd name="connsiteX6" fmla="*/ 34578 w 40162"/>
                <a:gd name="connsiteY6" fmla="*/ 7770 h 28384"/>
                <a:gd name="connsiteX7" fmla="*/ 32958 w 40162"/>
                <a:gd name="connsiteY7" fmla="*/ 8437 h 28384"/>
                <a:gd name="connsiteX8" fmla="*/ 29624 w 40162"/>
                <a:gd name="connsiteY8" fmla="*/ 9675 h 28384"/>
                <a:gd name="connsiteX9" fmla="*/ 29624 w 40162"/>
                <a:gd name="connsiteY9" fmla="*/ 12247 h 28384"/>
                <a:gd name="connsiteX10" fmla="*/ 28958 w 40162"/>
                <a:gd name="connsiteY10" fmla="*/ 13199 h 28384"/>
                <a:gd name="connsiteX11" fmla="*/ 28291 w 40162"/>
                <a:gd name="connsiteY11" fmla="*/ 14152 h 28384"/>
                <a:gd name="connsiteX12" fmla="*/ 27719 w 40162"/>
                <a:gd name="connsiteY12" fmla="*/ 15104 h 28384"/>
                <a:gd name="connsiteX13" fmla="*/ 27243 w 40162"/>
                <a:gd name="connsiteY13" fmla="*/ 16152 h 28384"/>
                <a:gd name="connsiteX14" fmla="*/ 26672 w 40162"/>
                <a:gd name="connsiteY14" fmla="*/ 19105 h 28384"/>
                <a:gd name="connsiteX15" fmla="*/ 32006 w 40162"/>
                <a:gd name="connsiteY15" fmla="*/ 20343 h 28384"/>
                <a:gd name="connsiteX16" fmla="*/ 33434 w 40162"/>
                <a:gd name="connsiteY16" fmla="*/ 20343 h 28384"/>
                <a:gd name="connsiteX17" fmla="*/ 34768 w 40162"/>
                <a:gd name="connsiteY17" fmla="*/ 20343 h 28384"/>
                <a:gd name="connsiteX18" fmla="*/ 36101 w 40162"/>
                <a:gd name="connsiteY18" fmla="*/ 21010 h 28384"/>
                <a:gd name="connsiteX19" fmla="*/ 37340 w 40162"/>
                <a:gd name="connsiteY19" fmla="*/ 22152 h 28384"/>
                <a:gd name="connsiteX20" fmla="*/ 38768 w 40162"/>
                <a:gd name="connsiteY20" fmla="*/ 24057 h 28384"/>
                <a:gd name="connsiteX21" fmla="*/ 38768 w 40162"/>
                <a:gd name="connsiteY21" fmla="*/ 25391 h 28384"/>
                <a:gd name="connsiteX22" fmla="*/ 38768 w 40162"/>
                <a:gd name="connsiteY22" fmla="*/ 25867 h 28384"/>
                <a:gd name="connsiteX23" fmla="*/ 38768 w 40162"/>
                <a:gd name="connsiteY23" fmla="*/ 26534 h 28384"/>
                <a:gd name="connsiteX24" fmla="*/ 38007 w 40162"/>
                <a:gd name="connsiteY24" fmla="*/ 27487 h 28384"/>
                <a:gd name="connsiteX25" fmla="*/ 36864 w 40162"/>
                <a:gd name="connsiteY25" fmla="*/ 28249 h 28384"/>
                <a:gd name="connsiteX26" fmla="*/ 35149 w 40162"/>
                <a:gd name="connsiteY26" fmla="*/ 28248 h 28384"/>
                <a:gd name="connsiteX27" fmla="*/ 33244 w 40162"/>
                <a:gd name="connsiteY27" fmla="*/ 27486 h 28384"/>
                <a:gd name="connsiteX28" fmla="*/ 31244 w 40162"/>
                <a:gd name="connsiteY28" fmla="*/ 27486 h 28384"/>
                <a:gd name="connsiteX29" fmla="*/ 28100 w 40162"/>
                <a:gd name="connsiteY29" fmla="*/ 26439 h 28384"/>
                <a:gd name="connsiteX30" fmla="*/ 25052 w 40162"/>
                <a:gd name="connsiteY30" fmla="*/ 25677 h 28384"/>
                <a:gd name="connsiteX31" fmla="*/ 22004 w 40162"/>
                <a:gd name="connsiteY31" fmla="*/ 25201 h 28384"/>
                <a:gd name="connsiteX32" fmla="*/ 19052 w 40162"/>
                <a:gd name="connsiteY32" fmla="*/ 25201 h 28384"/>
                <a:gd name="connsiteX33" fmla="*/ 15718 w 40162"/>
                <a:gd name="connsiteY33" fmla="*/ 24343 h 28384"/>
                <a:gd name="connsiteX34" fmla="*/ 9622 w 40162"/>
                <a:gd name="connsiteY34" fmla="*/ 24343 h 28384"/>
                <a:gd name="connsiteX35" fmla="*/ 1716 w 40162"/>
                <a:gd name="connsiteY35" fmla="*/ 25296 h 28384"/>
                <a:gd name="connsiteX36" fmla="*/ -284 w 40162"/>
                <a:gd name="connsiteY36" fmla="*/ 22057 h 28384"/>
                <a:gd name="connsiteX37" fmla="*/ -284 w 40162"/>
                <a:gd name="connsiteY37" fmla="*/ 20533 h 28384"/>
                <a:gd name="connsiteX38" fmla="*/ -284 w 40162"/>
                <a:gd name="connsiteY38" fmla="*/ 18628 h 28384"/>
                <a:gd name="connsiteX39" fmla="*/ 3050 w 40162"/>
                <a:gd name="connsiteY39" fmla="*/ 17771 h 28384"/>
                <a:gd name="connsiteX40" fmla="*/ 4764 w 40162"/>
                <a:gd name="connsiteY40" fmla="*/ 18343 h 28384"/>
                <a:gd name="connsiteX41" fmla="*/ 8765 w 40162"/>
                <a:gd name="connsiteY41" fmla="*/ 17866 h 28384"/>
                <a:gd name="connsiteX42" fmla="*/ 10289 w 40162"/>
                <a:gd name="connsiteY42" fmla="*/ 17866 h 28384"/>
                <a:gd name="connsiteX43" fmla="*/ 14670 w 40162"/>
                <a:gd name="connsiteY43" fmla="*/ 17200 h 28384"/>
                <a:gd name="connsiteX44" fmla="*/ 19147 w 40162"/>
                <a:gd name="connsiteY44" fmla="*/ 12627 h 28384"/>
                <a:gd name="connsiteX45" fmla="*/ 19909 w 40162"/>
                <a:gd name="connsiteY45" fmla="*/ 10913 h 28384"/>
                <a:gd name="connsiteX46" fmla="*/ 19909 w 40162"/>
                <a:gd name="connsiteY46" fmla="*/ 9389 h 28384"/>
                <a:gd name="connsiteX47" fmla="*/ 18290 w 40162"/>
                <a:gd name="connsiteY47" fmla="*/ 9389 h 28384"/>
                <a:gd name="connsiteX48" fmla="*/ 16290 w 40162"/>
                <a:gd name="connsiteY48" fmla="*/ 9389 h 28384"/>
                <a:gd name="connsiteX49" fmla="*/ 16290 w 40162"/>
                <a:gd name="connsiteY49" fmla="*/ 7484 h 28384"/>
                <a:gd name="connsiteX50" fmla="*/ 15623 w 40162"/>
                <a:gd name="connsiteY50" fmla="*/ 5008 h 28384"/>
                <a:gd name="connsiteX51" fmla="*/ 15623 w 40162"/>
                <a:gd name="connsiteY51" fmla="*/ 3103 h 28384"/>
                <a:gd name="connsiteX52" fmla="*/ 15623 w 40162"/>
                <a:gd name="connsiteY52" fmla="*/ 1483 h 28384"/>
                <a:gd name="connsiteX53" fmla="*/ 17432 w 40162"/>
                <a:gd name="connsiteY53" fmla="*/ 531 h 28384"/>
                <a:gd name="connsiteX54" fmla="*/ 19909 w 40162"/>
                <a:gd name="connsiteY54" fmla="*/ 1864 h 28384"/>
                <a:gd name="connsiteX55" fmla="*/ 26577 w 40162"/>
                <a:gd name="connsiteY55" fmla="*/ 2341 h 28384"/>
                <a:gd name="connsiteX56" fmla="*/ 28672 w 40162"/>
                <a:gd name="connsiteY56" fmla="*/ 2340 h 28384"/>
                <a:gd name="connsiteX57" fmla="*/ 33911 w 40162"/>
                <a:gd name="connsiteY57" fmla="*/ 1483 h 28384"/>
                <a:gd name="connsiteX58" fmla="*/ 35339 w 40162"/>
                <a:gd name="connsiteY58" fmla="*/ 1483 h 28384"/>
                <a:gd name="connsiteX59" fmla="*/ 36482 w 40162"/>
                <a:gd name="connsiteY59" fmla="*/ 1483 h 28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0162" h="28384">
                  <a:moveTo>
                    <a:pt x="37721" y="-136"/>
                  </a:moveTo>
                  <a:cubicBezTo>
                    <a:pt x="38113" y="19"/>
                    <a:pt x="38423" y="329"/>
                    <a:pt x="38578" y="721"/>
                  </a:cubicBezTo>
                  <a:cubicBezTo>
                    <a:pt x="38992" y="1303"/>
                    <a:pt x="39374" y="1907"/>
                    <a:pt x="39721" y="2531"/>
                  </a:cubicBezTo>
                  <a:cubicBezTo>
                    <a:pt x="39824" y="3034"/>
                    <a:pt x="39824" y="3552"/>
                    <a:pt x="39721" y="4055"/>
                  </a:cubicBezTo>
                  <a:cubicBezTo>
                    <a:pt x="39721" y="4055"/>
                    <a:pt x="39721" y="4912"/>
                    <a:pt x="39721" y="5103"/>
                  </a:cubicBezTo>
                  <a:cubicBezTo>
                    <a:pt x="39721" y="5293"/>
                    <a:pt x="38292" y="6151"/>
                    <a:pt x="36864" y="6722"/>
                  </a:cubicBezTo>
                  <a:cubicBezTo>
                    <a:pt x="36053" y="6954"/>
                    <a:pt x="35283" y="7308"/>
                    <a:pt x="34578" y="7770"/>
                  </a:cubicBezTo>
                  <a:cubicBezTo>
                    <a:pt x="34083" y="8088"/>
                    <a:pt x="33534" y="8314"/>
                    <a:pt x="32958" y="8437"/>
                  </a:cubicBezTo>
                  <a:cubicBezTo>
                    <a:pt x="31339" y="8436"/>
                    <a:pt x="30006" y="8436"/>
                    <a:pt x="29624" y="9675"/>
                  </a:cubicBezTo>
                  <a:cubicBezTo>
                    <a:pt x="29243" y="10913"/>
                    <a:pt x="29624" y="10723"/>
                    <a:pt x="29624" y="12247"/>
                  </a:cubicBezTo>
                  <a:cubicBezTo>
                    <a:pt x="29624" y="13771"/>
                    <a:pt x="29148" y="13009"/>
                    <a:pt x="28958" y="13199"/>
                  </a:cubicBezTo>
                  <a:cubicBezTo>
                    <a:pt x="28610" y="13408"/>
                    <a:pt x="28368" y="13754"/>
                    <a:pt x="28291" y="14152"/>
                  </a:cubicBezTo>
                  <a:cubicBezTo>
                    <a:pt x="28211" y="14524"/>
                    <a:pt x="28010" y="14859"/>
                    <a:pt x="27719" y="15104"/>
                  </a:cubicBezTo>
                  <a:cubicBezTo>
                    <a:pt x="27486" y="15415"/>
                    <a:pt x="27324" y="15772"/>
                    <a:pt x="27243" y="16152"/>
                  </a:cubicBezTo>
                  <a:cubicBezTo>
                    <a:pt x="27243" y="17485"/>
                    <a:pt x="26386" y="18628"/>
                    <a:pt x="26672" y="19105"/>
                  </a:cubicBezTo>
                  <a:cubicBezTo>
                    <a:pt x="28477" y="19392"/>
                    <a:pt x="30259" y="19805"/>
                    <a:pt x="32006" y="20343"/>
                  </a:cubicBezTo>
                  <a:cubicBezTo>
                    <a:pt x="32577" y="20343"/>
                    <a:pt x="32958" y="20343"/>
                    <a:pt x="33434" y="20343"/>
                  </a:cubicBezTo>
                  <a:lnTo>
                    <a:pt x="34768" y="20343"/>
                  </a:lnTo>
                  <a:lnTo>
                    <a:pt x="36101" y="21010"/>
                  </a:lnTo>
                  <a:lnTo>
                    <a:pt x="37340" y="22152"/>
                  </a:lnTo>
                  <a:cubicBezTo>
                    <a:pt x="37816" y="22152"/>
                    <a:pt x="38673" y="23010"/>
                    <a:pt x="38768" y="24057"/>
                  </a:cubicBezTo>
                  <a:cubicBezTo>
                    <a:pt x="38864" y="24497"/>
                    <a:pt x="38864" y="24952"/>
                    <a:pt x="38768" y="25391"/>
                  </a:cubicBezTo>
                  <a:cubicBezTo>
                    <a:pt x="38768" y="25391"/>
                    <a:pt x="38768" y="25391"/>
                    <a:pt x="38768" y="25867"/>
                  </a:cubicBezTo>
                  <a:cubicBezTo>
                    <a:pt x="38815" y="26087"/>
                    <a:pt x="38815" y="26314"/>
                    <a:pt x="38768" y="26534"/>
                  </a:cubicBezTo>
                  <a:cubicBezTo>
                    <a:pt x="38626" y="26926"/>
                    <a:pt x="38358" y="27261"/>
                    <a:pt x="38007" y="27487"/>
                  </a:cubicBezTo>
                  <a:cubicBezTo>
                    <a:pt x="37748" y="27889"/>
                    <a:pt x="37334" y="28165"/>
                    <a:pt x="36864" y="28249"/>
                  </a:cubicBezTo>
                  <a:lnTo>
                    <a:pt x="35149" y="28248"/>
                  </a:lnTo>
                  <a:cubicBezTo>
                    <a:pt x="34528" y="27962"/>
                    <a:pt x="33892" y="27707"/>
                    <a:pt x="33244" y="27486"/>
                  </a:cubicBezTo>
                  <a:lnTo>
                    <a:pt x="31244" y="27486"/>
                  </a:lnTo>
                  <a:cubicBezTo>
                    <a:pt x="30387" y="27486"/>
                    <a:pt x="28958" y="26725"/>
                    <a:pt x="28100" y="26439"/>
                  </a:cubicBezTo>
                  <a:lnTo>
                    <a:pt x="25052" y="25677"/>
                  </a:lnTo>
                  <a:cubicBezTo>
                    <a:pt x="24079" y="25315"/>
                    <a:pt x="23042" y="25152"/>
                    <a:pt x="22004" y="25201"/>
                  </a:cubicBezTo>
                  <a:lnTo>
                    <a:pt x="19052" y="25201"/>
                  </a:lnTo>
                  <a:cubicBezTo>
                    <a:pt x="17924" y="24982"/>
                    <a:pt x="16811" y="24696"/>
                    <a:pt x="15718" y="24343"/>
                  </a:cubicBezTo>
                  <a:cubicBezTo>
                    <a:pt x="13692" y="24126"/>
                    <a:pt x="11648" y="24126"/>
                    <a:pt x="9622" y="24343"/>
                  </a:cubicBezTo>
                  <a:cubicBezTo>
                    <a:pt x="6955" y="24343"/>
                    <a:pt x="2097" y="25391"/>
                    <a:pt x="1716" y="25296"/>
                  </a:cubicBezTo>
                  <a:cubicBezTo>
                    <a:pt x="1335" y="25201"/>
                    <a:pt x="478" y="23391"/>
                    <a:pt x="-284" y="22057"/>
                  </a:cubicBezTo>
                  <a:cubicBezTo>
                    <a:pt x="-392" y="21555"/>
                    <a:pt x="-392" y="21036"/>
                    <a:pt x="-284" y="20533"/>
                  </a:cubicBezTo>
                  <a:cubicBezTo>
                    <a:pt x="-153" y="19905"/>
                    <a:pt x="-153" y="19256"/>
                    <a:pt x="-284" y="18628"/>
                  </a:cubicBezTo>
                  <a:cubicBezTo>
                    <a:pt x="730" y="18047"/>
                    <a:pt x="1882" y="17751"/>
                    <a:pt x="3050" y="17771"/>
                  </a:cubicBezTo>
                  <a:cubicBezTo>
                    <a:pt x="3050" y="17771"/>
                    <a:pt x="4193" y="18343"/>
                    <a:pt x="4764" y="18343"/>
                  </a:cubicBezTo>
                  <a:lnTo>
                    <a:pt x="8765" y="17866"/>
                  </a:lnTo>
                  <a:lnTo>
                    <a:pt x="10289" y="17866"/>
                  </a:lnTo>
                  <a:lnTo>
                    <a:pt x="14670" y="17200"/>
                  </a:lnTo>
                  <a:cubicBezTo>
                    <a:pt x="17528" y="17200"/>
                    <a:pt x="18480" y="13675"/>
                    <a:pt x="19147" y="12627"/>
                  </a:cubicBezTo>
                  <a:cubicBezTo>
                    <a:pt x="19492" y="12101"/>
                    <a:pt x="19749" y="11522"/>
                    <a:pt x="19909" y="10913"/>
                  </a:cubicBezTo>
                  <a:cubicBezTo>
                    <a:pt x="19909" y="10342"/>
                    <a:pt x="19909" y="9580"/>
                    <a:pt x="19909" y="9389"/>
                  </a:cubicBezTo>
                  <a:cubicBezTo>
                    <a:pt x="19370" y="9349"/>
                    <a:pt x="18829" y="9349"/>
                    <a:pt x="18290" y="9389"/>
                  </a:cubicBezTo>
                  <a:cubicBezTo>
                    <a:pt x="17635" y="9567"/>
                    <a:pt x="16944" y="9567"/>
                    <a:pt x="16290" y="9389"/>
                  </a:cubicBezTo>
                  <a:cubicBezTo>
                    <a:pt x="15718" y="9389"/>
                    <a:pt x="16290" y="8246"/>
                    <a:pt x="16290" y="7484"/>
                  </a:cubicBezTo>
                  <a:cubicBezTo>
                    <a:pt x="16280" y="6616"/>
                    <a:pt x="16051" y="5764"/>
                    <a:pt x="15623" y="5008"/>
                  </a:cubicBezTo>
                  <a:cubicBezTo>
                    <a:pt x="15480" y="4381"/>
                    <a:pt x="15480" y="3730"/>
                    <a:pt x="15623" y="3103"/>
                  </a:cubicBezTo>
                  <a:cubicBezTo>
                    <a:pt x="15623" y="3102"/>
                    <a:pt x="15623" y="1769"/>
                    <a:pt x="15623" y="1483"/>
                  </a:cubicBezTo>
                  <a:cubicBezTo>
                    <a:pt x="15623" y="1198"/>
                    <a:pt x="16671" y="721"/>
                    <a:pt x="17432" y="531"/>
                  </a:cubicBezTo>
                  <a:cubicBezTo>
                    <a:pt x="18195" y="340"/>
                    <a:pt x="19147" y="1578"/>
                    <a:pt x="19909" y="1864"/>
                  </a:cubicBezTo>
                  <a:cubicBezTo>
                    <a:pt x="22121" y="2143"/>
                    <a:pt x="24347" y="2302"/>
                    <a:pt x="26577" y="2341"/>
                  </a:cubicBezTo>
                  <a:lnTo>
                    <a:pt x="28672" y="2340"/>
                  </a:lnTo>
                  <a:cubicBezTo>
                    <a:pt x="30447" y="2273"/>
                    <a:pt x="32207" y="1985"/>
                    <a:pt x="33911" y="1483"/>
                  </a:cubicBezTo>
                  <a:cubicBezTo>
                    <a:pt x="34383" y="1401"/>
                    <a:pt x="34867" y="1401"/>
                    <a:pt x="35339" y="1483"/>
                  </a:cubicBezTo>
                  <a:cubicBezTo>
                    <a:pt x="35911" y="1483"/>
                    <a:pt x="36197" y="1483"/>
                    <a:pt x="36482" y="1483"/>
                  </a:cubicBezTo>
                </a:path>
              </a:pathLst>
            </a:custGeom>
            <a:solidFill>
              <a:srgbClr val="FFFFFF"/>
            </a:solidFill>
            <a:ln w="9525" cap="flat">
              <a:noFill/>
              <a:prstDash val="solid"/>
              <a:miter/>
            </a:ln>
          </p:spPr>
          <p:txBody>
            <a:bodyPr rtlCol="0" anchor="ctr"/>
            <a:lstStyle/>
            <a:p>
              <a:endParaRPr lang="zh-CN" altLang="en-US"/>
            </a:p>
          </p:txBody>
        </p:sp>
        <p:sp>
          <p:nvSpPr>
            <p:cNvPr id="178" name="任意多边形: 形状 177"/>
            <p:cNvSpPr/>
            <p:nvPr/>
          </p:nvSpPr>
          <p:spPr>
            <a:xfrm>
              <a:off x="10133029" y="292249"/>
              <a:ext cx="32756" cy="32348"/>
            </a:xfrm>
            <a:custGeom>
              <a:avLst/>
              <a:gdLst>
                <a:gd name="connsiteX0" fmla="*/ 30877 w 40856"/>
                <a:gd name="connsiteY0" fmla="*/ -136 h 40347"/>
                <a:gd name="connsiteX1" fmla="*/ 32782 w 40856"/>
                <a:gd name="connsiteY1" fmla="*/ 1102 h 40347"/>
                <a:gd name="connsiteX2" fmla="*/ 33544 w 40856"/>
                <a:gd name="connsiteY2" fmla="*/ 3293 h 40347"/>
                <a:gd name="connsiteX3" fmla="*/ 33544 w 40856"/>
                <a:gd name="connsiteY3" fmla="*/ 4627 h 40347"/>
                <a:gd name="connsiteX4" fmla="*/ 33544 w 40856"/>
                <a:gd name="connsiteY4" fmla="*/ 5769 h 40347"/>
                <a:gd name="connsiteX5" fmla="*/ 31544 w 40856"/>
                <a:gd name="connsiteY5" fmla="*/ 7294 h 40347"/>
                <a:gd name="connsiteX6" fmla="*/ 30877 w 40856"/>
                <a:gd name="connsiteY6" fmla="*/ 8436 h 40347"/>
                <a:gd name="connsiteX7" fmla="*/ 31830 w 40856"/>
                <a:gd name="connsiteY7" fmla="*/ 8436 h 40347"/>
                <a:gd name="connsiteX8" fmla="*/ 33068 w 40856"/>
                <a:gd name="connsiteY8" fmla="*/ 8436 h 40347"/>
                <a:gd name="connsiteX9" fmla="*/ 34497 w 40856"/>
                <a:gd name="connsiteY9" fmla="*/ 8436 h 40347"/>
                <a:gd name="connsiteX10" fmla="*/ 36402 w 40856"/>
                <a:gd name="connsiteY10" fmla="*/ 8436 h 40347"/>
                <a:gd name="connsiteX11" fmla="*/ 38592 w 40856"/>
                <a:gd name="connsiteY11" fmla="*/ 9580 h 40347"/>
                <a:gd name="connsiteX12" fmla="*/ 40021 w 40856"/>
                <a:gd name="connsiteY12" fmla="*/ 11294 h 40347"/>
                <a:gd name="connsiteX13" fmla="*/ 40021 w 40856"/>
                <a:gd name="connsiteY13" fmla="*/ 14437 h 40347"/>
                <a:gd name="connsiteX14" fmla="*/ 39164 w 40856"/>
                <a:gd name="connsiteY14" fmla="*/ 14437 h 40347"/>
                <a:gd name="connsiteX15" fmla="*/ 37735 w 40856"/>
                <a:gd name="connsiteY15" fmla="*/ 14437 h 40347"/>
                <a:gd name="connsiteX16" fmla="*/ 34783 w 40856"/>
                <a:gd name="connsiteY16" fmla="*/ 14437 h 40347"/>
                <a:gd name="connsiteX17" fmla="*/ 33068 w 40856"/>
                <a:gd name="connsiteY17" fmla="*/ 14437 h 40347"/>
                <a:gd name="connsiteX18" fmla="*/ 31449 w 40856"/>
                <a:gd name="connsiteY18" fmla="*/ 13770 h 40347"/>
                <a:gd name="connsiteX19" fmla="*/ 28496 w 40856"/>
                <a:gd name="connsiteY19" fmla="*/ 13294 h 40347"/>
                <a:gd name="connsiteX20" fmla="*/ 26972 w 40856"/>
                <a:gd name="connsiteY20" fmla="*/ 13961 h 40347"/>
                <a:gd name="connsiteX21" fmla="*/ 26210 w 40856"/>
                <a:gd name="connsiteY21" fmla="*/ 15961 h 40347"/>
                <a:gd name="connsiteX22" fmla="*/ 27829 w 40856"/>
                <a:gd name="connsiteY22" fmla="*/ 22343 h 40347"/>
                <a:gd name="connsiteX23" fmla="*/ 28877 w 40856"/>
                <a:gd name="connsiteY23" fmla="*/ 27391 h 40347"/>
                <a:gd name="connsiteX24" fmla="*/ 30687 w 40856"/>
                <a:gd name="connsiteY24" fmla="*/ 31201 h 40347"/>
                <a:gd name="connsiteX25" fmla="*/ 32020 w 40856"/>
                <a:gd name="connsiteY25" fmla="*/ 32820 h 40347"/>
                <a:gd name="connsiteX26" fmla="*/ 32877 w 40856"/>
                <a:gd name="connsiteY26" fmla="*/ 34440 h 40347"/>
                <a:gd name="connsiteX27" fmla="*/ 35163 w 40856"/>
                <a:gd name="connsiteY27" fmla="*/ 37297 h 40347"/>
                <a:gd name="connsiteX28" fmla="*/ 35925 w 40856"/>
                <a:gd name="connsiteY28" fmla="*/ 38345 h 40347"/>
                <a:gd name="connsiteX29" fmla="*/ 35163 w 40856"/>
                <a:gd name="connsiteY29" fmla="*/ 38916 h 40347"/>
                <a:gd name="connsiteX30" fmla="*/ 34401 w 40856"/>
                <a:gd name="connsiteY30" fmla="*/ 39964 h 40347"/>
                <a:gd name="connsiteX31" fmla="*/ 32116 w 40856"/>
                <a:gd name="connsiteY31" fmla="*/ 39964 h 40347"/>
                <a:gd name="connsiteX32" fmla="*/ 31068 w 40856"/>
                <a:gd name="connsiteY32" fmla="*/ 39964 h 40347"/>
                <a:gd name="connsiteX33" fmla="*/ 30306 w 40856"/>
                <a:gd name="connsiteY33" fmla="*/ 39964 h 40347"/>
                <a:gd name="connsiteX34" fmla="*/ 28781 w 40856"/>
                <a:gd name="connsiteY34" fmla="*/ 39012 h 40347"/>
                <a:gd name="connsiteX35" fmla="*/ 27162 w 40856"/>
                <a:gd name="connsiteY35" fmla="*/ 38059 h 40347"/>
                <a:gd name="connsiteX36" fmla="*/ 25828 w 40856"/>
                <a:gd name="connsiteY36" fmla="*/ 36916 h 40347"/>
                <a:gd name="connsiteX37" fmla="*/ 23829 w 40856"/>
                <a:gd name="connsiteY37" fmla="*/ 35392 h 40347"/>
                <a:gd name="connsiteX38" fmla="*/ 22971 w 40856"/>
                <a:gd name="connsiteY38" fmla="*/ 33773 h 40347"/>
                <a:gd name="connsiteX39" fmla="*/ 22971 w 40856"/>
                <a:gd name="connsiteY39" fmla="*/ 29106 h 40347"/>
                <a:gd name="connsiteX40" fmla="*/ 22400 w 40856"/>
                <a:gd name="connsiteY40" fmla="*/ 25105 h 40347"/>
                <a:gd name="connsiteX41" fmla="*/ 21828 w 40856"/>
                <a:gd name="connsiteY41" fmla="*/ 22724 h 40347"/>
                <a:gd name="connsiteX42" fmla="*/ 20304 w 40856"/>
                <a:gd name="connsiteY42" fmla="*/ 18247 h 40347"/>
                <a:gd name="connsiteX43" fmla="*/ 16399 w 40856"/>
                <a:gd name="connsiteY43" fmla="*/ 20248 h 40347"/>
                <a:gd name="connsiteX44" fmla="*/ 11541 w 40856"/>
                <a:gd name="connsiteY44" fmla="*/ 21486 h 40347"/>
                <a:gd name="connsiteX45" fmla="*/ 7255 w 40856"/>
                <a:gd name="connsiteY45" fmla="*/ 21486 h 40347"/>
                <a:gd name="connsiteX46" fmla="*/ 4207 w 40856"/>
                <a:gd name="connsiteY46" fmla="*/ 21486 h 40347"/>
                <a:gd name="connsiteX47" fmla="*/ 1731 w 40856"/>
                <a:gd name="connsiteY47" fmla="*/ 20819 h 40347"/>
                <a:gd name="connsiteX48" fmla="*/ 397 w 40856"/>
                <a:gd name="connsiteY48" fmla="*/ 20343 h 40347"/>
                <a:gd name="connsiteX49" fmla="*/ 397 w 40856"/>
                <a:gd name="connsiteY49" fmla="*/ 19200 h 40347"/>
                <a:gd name="connsiteX50" fmla="*/ 397 w 40856"/>
                <a:gd name="connsiteY50" fmla="*/ 17581 h 40347"/>
                <a:gd name="connsiteX51" fmla="*/ -365 w 40856"/>
                <a:gd name="connsiteY51" fmla="*/ 16628 h 40347"/>
                <a:gd name="connsiteX52" fmla="*/ 683 w 40856"/>
                <a:gd name="connsiteY52" fmla="*/ 16628 h 40347"/>
                <a:gd name="connsiteX53" fmla="*/ 2683 w 40856"/>
                <a:gd name="connsiteY53" fmla="*/ 16628 h 40347"/>
                <a:gd name="connsiteX54" fmla="*/ 4207 w 40856"/>
                <a:gd name="connsiteY54" fmla="*/ 16628 h 40347"/>
                <a:gd name="connsiteX55" fmla="*/ 5160 w 40856"/>
                <a:gd name="connsiteY55" fmla="*/ 16628 h 40347"/>
                <a:gd name="connsiteX56" fmla="*/ 12685 w 40856"/>
                <a:gd name="connsiteY56" fmla="*/ 14723 h 40347"/>
                <a:gd name="connsiteX57" fmla="*/ 16494 w 40856"/>
                <a:gd name="connsiteY57" fmla="*/ 12532 h 40347"/>
                <a:gd name="connsiteX58" fmla="*/ 17637 w 40856"/>
                <a:gd name="connsiteY58" fmla="*/ 11389 h 40347"/>
                <a:gd name="connsiteX59" fmla="*/ 16685 w 40856"/>
                <a:gd name="connsiteY59" fmla="*/ 10818 h 40347"/>
                <a:gd name="connsiteX60" fmla="*/ 15923 w 40856"/>
                <a:gd name="connsiteY60" fmla="*/ 10818 h 40347"/>
                <a:gd name="connsiteX61" fmla="*/ 14780 w 40856"/>
                <a:gd name="connsiteY61" fmla="*/ 10818 h 40347"/>
                <a:gd name="connsiteX62" fmla="*/ 13827 w 40856"/>
                <a:gd name="connsiteY62" fmla="*/ 10246 h 40347"/>
                <a:gd name="connsiteX63" fmla="*/ 12685 w 40856"/>
                <a:gd name="connsiteY63" fmla="*/ 8722 h 40347"/>
                <a:gd name="connsiteX64" fmla="*/ 12208 w 40856"/>
                <a:gd name="connsiteY64" fmla="*/ 5579 h 40347"/>
                <a:gd name="connsiteX65" fmla="*/ 13446 w 40856"/>
                <a:gd name="connsiteY65" fmla="*/ 4531 h 40347"/>
                <a:gd name="connsiteX66" fmla="*/ 14780 w 40856"/>
                <a:gd name="connsiteY66" fmla="*/ 4531 h 40347"/>
                <a:gd name="connsiteX67" fmla="*/ 16018 w 40856"/>
                <a:gd name="connsiteY67" fmla="*/ 4531 h 40347"/>
                <a:gd name="connsiteX68" fmla="*/ 17256 w 40856"/>
                <a:gd name="connsiteY68" fmla="*/ 4531 h 40347"/>
                <a:gd name="connsiteX69" fmla="*/ 19352 w 40856"/>
                <a:gd name="connsiteY69" fmla="*/ 5769 h 40347"/>
                <a:gd name="connsiteX70" fmla="*/ 23448 w 40856"/>
                <a:gd name="connsiteY70" fmla="*/ 6627 h 40347"/>
                <a:gd name="connsiteX71" fmla="*/ 26019 w 40856"/>
                <a:gd name="connsiteY71" fmla="*/ 3769 h 40347"/>
                <a:gd name="connsiteX72" fmla="*/ 27353 w 40856"/>
                <a:gd name="connsiteY72" fmla="*/ 1864 h 40347"/>
                <a:gd name="connsiteX73" fmla="*/ 28305 w 40856"/>
                <a:gd name="connsiteY73" fmla="*/ 55 h 40347"/>
                <a:gd name="connsiteX74" fmla="*/ 29258 w 40856"/>
                <a:gd name="connsiteY74" fmla="*/ 55 h 40347"/>
                <a:gd name="connsiteX75" fmla="*/ 30496 w 40856"/>
                <a:gd name="connsiteY75" fmla="*/ 912 h 40347"/>
                <a:gd name="connsiteX76" fmla="*/ 31830 w 40856"/>
                <a:gd name="connsiteY76" fmla="*/ 912 h 40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40856" h="40347">
                  <a:moveTo>
                    <a:pt x="30877" y="-136"/>
                  </a:moveTo>
                  <a:cubicBezTo>
                    <a:pt x="30877" y="-136"/>
                    <a:pt x="32782" y="816"/>
                    <a:pt x="32782" y="1102"/>
                  </a:cubicBezTo>
                  <a:cubicBezTo>
                    <a:pt x="32848" y="1885"/>
                    <a:pt x="33110" y="2638"/>
                    <a:pt x="33544" y="3293"/>
                  </a:cubicBezTo>
                  <a:cubicBezTo>
                    <a:pt x="33544" y="3865"/>
                    <a:pt x="33544" y="4055"/>
                    <a:pt x="33544" y="4627"/>
                  </a:cubicBezTo>
                  <a:cubicBezTo>
                    <a:pt x="33544" y="5198"/>
                    <a:pt x="33544" y="5484"/>
                    <a:pt x="33544" y="5769"/>
                  </a:cubicBezTo>
                  <a:lnTo>
                    <a:pt x="31544" y="7294"/>
                  </a:lnTo>
                  <a:cubicBezTo>
                    <a:pt x="31544" y="7294"/>
                    <a:pt x="30687" y="8246"/>
                    <a:pt x="30877" y="8436"/>
                  </a:cubicBezTo>
                  <a:cubicBezTo>
                    <a:pt x="31185" y="8545"/>
                    <a:pt x="31521" y="8545"/>
                    <a:pt x="31830" y="8436"/>
                  </a:cubicBezTo>
                  <a:lnTo>
                    <a:pt x="33068" y="8436"/>
                  </a:lnTo>
                  <a:cubicBezTo>
                    <a:pt x="33539" y="8534"/>
                    <a:pt x="34025" y="8534"/>
                    <a:pt x="34497" y="8436"/>
                  </a:cubicBezTo>
                  <a:cubicBezTo>
                    <a:pt x="35163" y="8436"/>
                    <a:pt x="36116" y="8436"/>
                    <a:pt x="36402" y="8436"/>
                  </a:cubicBezTo>
                  <a:cubicBezTo>
                    <a:pt x="36687" y="8436"/>
                    <a:pt x="38592" y="9008"/>
                    <a:pt x="38592" y="9580"/>
                  </a:cubicBezTo>
                  <a:cubicBezTo>
                    <a:pt x="38592" y="10151"/>
                    <a:pt x="39259" y="10627"/>
                    <a:pt x="40021" y="11294"/>
                  </a:cubicBezTo>
                  <a:cubicBezTo>
                    <a:pt x="40783" y="11961"/>
                    <a:pt x="40497" y="13294"/>
                    <a:pt x="40021" y="14437"/>
                  </a:cubicBezTo>
                  <a:cubicBezTo>
                    <a:pt x="39545" y="15580"/>
                    <a:pt x="40021" y="15009"/>
                    <a:pt x="39164" y="14437"/>
                  </a:cubicBezTo>
                  <a:cubicBezTo>
                    <a:pt x="38690" y="14365"/>
                    <a:pt x="38209" y="14365"/>
                    <a:pt x="37735" y="14437"/>
                  </a:cubicBezTo>
                  <a:cubicBezTo>
                    <a:pt x="36755" y="14568"/>
                    <a:pt x="35762" y="14568"/>
                    <a:pt x="34783" y="14437"/>
                  </a:cubicBezTo>
                  <a:cubicBezTo>
                    <a:pt x="34220" y="14578"/>
                    <a:pt x="33631" y="14578"/>
                    <a:pt x="33068" y="14437"/>
                  </a:cubicBezTo>
                  <a:cubicBezTo>
                    <a:pt x="32557" y="14151"/>
                    <a:pt x="32013" y="13927"/>
                    <a:pt x="31449" y="13770"/>
                  </a:cubicBezTo>
                  <a:cubicBezTo>
                    <a:pt x="30492" y="13474"/>
                    <a:pt x="29498" y="13314"/>
                    <a:pt x="28496" y="13294"/>
                  </a:cubicBezTo>
                  <a:cubicBezTo>
                    <a:pt x="27948" y="13410"/>
                    <a:pt x="27429" y="13637"/>
                    <a:pt x="26972" y="13961"/>
                  </a:cubicBezTo>
                  <a:cubicBezTo>
                    <a:pt x="26305" y="13961"/>
                    <a:pt x="26210" y="15580"/>
                    <a:pt x="26210" y="15961"/>
                  </a:cubicBezTo>
                  <a:cubicBezTo>
                    <a:pt x="26449" y="18154"/>
                    <a:pt x="26994" y="20302"/>
                    <a:pt x="27829" y="22343"/>
                  </a:cubicBezTo>
                  <a:cubicBezTo>
                    <a:pt x="27829" y="23295"/>
                    <a:pt x="27829" y="26058"/>
                    <a:pt x="28877" y="27391"/>
                  </a:cubicBezTo>
                  <a:cubicBezTo>
                    <a:pt x="29619" y="28590"/>
                    <a:pt x="30226" y="29868"/>
                    <a:pt x="30687" y="31201"/>
                  </a:cubicBezTo>
                  <a:cubicBezTo>
                    <a:pt x="31083" y="31779"/>
                    <a:pt x="31530" y="32320"/>
                    <a:pt x="32020" y="32820"/>
                  </a:cubicBezTo>
                  <a:cubicBezTo>
                    <a:pt x="32020" y="33392"/>
                    <a:pt x="32592" y="34154"/>
                    <a:pt x="32877" y="34440"/>
                  </a:cubicBezTo>
                  <a:cubicBezTo>
                    <a:pt x="33163" y="34726"/>
                    <a:pt x="34211" y="35964"/>
                    <a:pt x="35163" y="37297"/>
                  </a:cubicBezTo>
                  <a:cubicBezTo>
                    <a:pt x="36116" y="38631"/>
                    <a:pt x="35925" y="37964"/>
                    <a:pt x="35925" y="38345"/>
                  </a:cubicBezTo>
                  <a:cubicBezTo>
                    <a:pt x="35925" y="38726"/>
                    <a:pt x="35354" y="38345"/>
                    <a:pt x="35163" y="38916"/>
                  </a:cubicBezTo>
                  <a:cubicBezTo>
                    <a:pt x="34973" y="39488"/>
                    <a:pt x="35163" y="39869"/>
                    <a:pt x="34401" y="39964"/>
                  </a:cubicBezTo>
                  <a:cubicBezTo>
                    <a:pt x="33675" y="40294"/>
                    <a:pt x="32842" y="40294"/>
                    <a:pt x="32116" y="39964"/>
                  </a:cubicBezTo>
                  <a:cubicBezTo>
                    <a:pt x="31772" y="39876"/>
                    <a:pt x="31412" y="39876"/>
                    <a:pt x="31068" y="39964"/>
                  </a:cubicBezTo>
                  <a:cubicBezTo>
                    <a:pt x="31068" y="39964"/>
                    <a:pt x="30496" y="39964"/>
                    <a:pt x="30306" y="39964"/>
                  </a:cubicBezTo>
                  <a:cubicBezTo>
                    <a:pt x="29761" y="39709"/>
                    <a:pt x="29250" y="39389"/>
                    <a:pt x="28781" y="39012"/>
                  </a:cubicBezTo>
                  <a:cubicBezTo>
                    <a:pt x="28225" y="38724"/>
                    <a:pt x="27684" y="38406"/>
                    <a:pt x="27162" y="38059"/>
                  </a:cubicBezTo>
                  <a:cubicBezTo>
                    <a:pt x="26626" y="37800"/>
                    <a:pt x="26166" y="37406"/>
                    <a:pt x="25828" y="36916"/>
                  </a:cubicBezTo>
                  <a:cubicBezTo>
                    <a:pt x="25257" y="35964"/>
                    <a:pt x="24400" y="35964"/>
                    <a:pt x="23829" y="35392"/>
                  </a:cubicBezTo>
                  <a:cubicBezTo>
                    <a:pt x="23309" y="35013"/>
                    <a:pt x="22993" y="34416"/>
                    <a:pt x="22971" y="33773"/>
                  </a:cubicBezTo>
                  <a:cubicBezTo>
                    <a:pt x="23648" y="32291"/>
                    <a:pt x="23648" y="30588"/>
                    <a:pt x="22971" y="29106"/>
                  </a:cubicBezTo>
                  <a:cubicBezTo>
                    <a:pt x="22687" y="27787"/>
                    <a:pt x="22496" y="26450"/>
                    <a:pt x="22400" y="25105"/>
                  </a:cubicBezTo>
                  <a:cubicBezTo>
                    <a:pt x="22278" y="24297"/>
                    <a:pt x="22087" y="23500"/>
                    <a:pt x="21828" y="22724"/>
                  </a:cubicBezTo>
                  <a:cubicBezTo>
                    <a:pt x="21066" y="20914"/>
                    <a:pt x="20590" y="18819"/>
                    <a:pt x="20304" y="18247"/>
                  </a:cubicBezTo>
                  <a:cubicBezTo>
                    <a:pt x="20019" y="17676"/>
                    <a:pt x="17828" y="19771"/>
                    <a:pt x="16399" y="20248"/>
                  </a:cubicBezTo>
                  <a:cubicBezTo>
                    <a:pt x="14970" y="20724"/>
                    <a:pt x="13637" y="20819"/>
                    <a:pt x="11541" y="21486"/>
                  </a:cubicBezTo>
                  <a:cubicBezTo>
                    <a:pt x="10127" y="21768"/>
                    <a:pt x="8670" y="21768"/>
                    <a:pt x="7255" y="21486"/>
                  </a:cubicBezTo>
                  <a:lnTo>
                    <a:pt x="4207" y="21486"/>
                  </a:lnTo>
                  <a:cubicBezTo>
                    <a:pt x="3350" y="21486"/>
                    <a:pt x="2302" y="20819"/>
                    <a:pt x="1731" y="20819"/>
                  </a:cubicBezTo>
                  <a:cubicBezTo>
                    <a:pt x="1256" y="20761"/>
                    <a:pt x="801" y="20598"/>
                    <a:pt x="397" y="20343"/>
                  </a:cubicBezTo>
                  <a:cubicBezTo>
                    <a:pt x="397" y="20343"/>
                    <a:pt x="397" y="19581"/>
                    <a:pt x="397" y="19200"/>
                  </a:cubicBezTo>
                  <a:cubicBezTo>
                    <a:pt x="397" y="18819"/>
                    <a:pt x="397" y="17961"/>
                    <a:pt x="397" y="17581"/>
                  </a:cubicBezTo>
                  <a:cubicBezTo>
                    <a:pt x="397" y="17199"/>
                    <a:pt x="-365" y="16914"/>
                    <a:pt x="-365" y="16628"/>
                  </a:cubicBezTo>
                  <a:cubicBezTo>
                    <a:pt x="-365" y="16342"/>
                    <a:pt x="-365" y="16152"/>
                    <a:pt x="683" y="16628"/>
                  </a:cubicBezTo>
                  <a:cubicBezTo>
                    <a:pt x="1336" y="16821"/>
                    <a:pt x="2031" y="16821"/>
                    <a:pt x="2683" y="16628"/>
                  </a:cubicBezTo>
                  <a:cubicBezTo>
                    <a:pt x="3188" y="16710"/>
                    <a:pt x="3702" y="16710"/>
                    <a:pt x="4207" y="16628"/>
                  </a:cubicBezTo>
                  <a:lnTo>
                    <a:pt x="5160" y="16628"/>
                  </a:lnTo>
                  <a:cubicBezTo>
                    <a:pt x="7703" y="16140"/>
                    <a:pt x="10215" y="15504"/>
                    <a:pt x="12685" y="14723"/>
                  </a:cubicBezTo>
                  <a:cubicBezTo>
                    <a:pt x="14093" y="14265"/>
                    <a:pt x="15390" y="13519"/>
                    <a:pt x="16494" y="12532"/>
                  </a:cubicBezTo>
                  <a:cubicBezTo>
                    <a:pt x="16944" y="12227"/>
                    <a:pt x="17332" y="11839"/>
                    <a:pt x="17637" y="11389"/>
                  </a:cubicBezTo>
                  <a:cubicBezTo>
                    <a:pt x="17637" y="11389"/>
                    <a:pt x="16971" y="11389"/>
                    <a:pt x="16685" y="10818"/>
                  </a:cubicBezTo>
                  <a:lnTo>
                    <a:pt x="15923" y="10818"/>
                  </a:lnTo>
                  <a:cubicBezTo>
                    <a:pt x="15544" y="10763"/>
                    <a:pt x="15159" y="10763"/>
                    <a:pt x="14780" y="10818"/>
                  </a:cubicBezTo>
                  <a:cubicBezTo>
                    <a:pt x="14420" y="10708"/>
                    <a:pt x="14093" y="10512"/>
                    <a:pt x="13827" y="10246"/>
                  </a:cubicBezTo>
                  <a:cubicBezTo>
                    <a:pt x="13351" y="9770"/>
                    <a:pt x="13351" y="9198"/>
                    <a:pt x="12685" y="8722"/>
                  </a:cubicBezTo>
                  <a:cubicBezTo>
                    <a:pt x="11969" y="7838"/>
                    <a:pt x="11786" y="6636"/>
                    <a:pt x="12208" y="5579"/>
                  </a:cubicBezTo>
                  <a:cubicBezTo>
                    <a:pt x="12208" y="4912"/>
                    <a:pt x="12875" y="4531"/>
                    <a:pt x="13446" y="4531"/>
                  </a:cubicBezTo>
                  <a:cubicBezTo>
                    <a:pt x="14018" y="4531"/>
                    <a:pt x="14399" y="4531"/>
                    <a:pt x="14780" y="4531"/>
                  </a:cubicBezTo>
                  <a:cubicBezTo>
                    <a:pt x="15161" y="4531"/>
                    <a:pt x="15542" y="4531"/>
                    <a:pt x="16018" y="4531"/>
                  </a:cubicBezTo>
                  <a:cubicBezTo>
                    <a:pt x="16428" y="4471"/>
                    <a:pt x="16846" y="4471"/>
                    <a:pt x="17256" y="4531"/>
                  </a:cubicBezTo>
                  <a:cubicBezTo>
                    <a:pt x="17256" y="4531"/>
                    <a:pt x="18590" y="5389"/>
                    <a:pt x="19352" y="5769"/>
                  </a:cubicBezTo>
                  <a:cubicBezTo>
                    <a:pt x="20628" y="6382"/>
                    <a:pt x="22033" y="6676"/>
                    <a:pt x="23448" y="6627"/>
                  </a:cubicBezTo>
                  <a:cubicBezTo>
                    <a:pt x="24066" y="5484"/>
                    <a:pt x="24947" y="4504"/>
                    <a:pt x="26019" y="3769"/>
                  </a:cubicBezTo>
                  <a:cubicBezTo>
                    <a:pt x="26561" y="3208"/>
                    <a:pt x="27011" y="2565"/>
                    <a:pt x="27353" y="1864"/>
                  </a:cubicBezTo>
                  <a:cubicBezTo>
                    <a:pt x="28305" y="531"/>
                    <a:pt x="28210" y="340"/>
                    <a:pt x="28305" y="55"/>
                  </a:cubicBezTo>
                  <a:cubicBezTo>
                    <a:pt x="28401" y="-231"/>
                    <a:pt x="28877" y="55"/>
                    <a:pt x="29258" y="55"/>
                  </a:cubicBezTo>
                  <a:cubicBezTo>
                    <a:pt x="29639" y="55"/>
                    <a:pt x="30210" y="721"/>
                    <a:pt x="30496" y="912"/>
                  </a:cubicBezTo>
                  <a:cubicBezTo>
                    <a:pt x="30782" y="1102"/>
                    <a:pt x="31544" y="912"/>
                    <a:pt x="31830" y="912"/>
                  </a:cubicBezTo>
                </a:path>
              </a:pathLst>
            </a:custGeom>
            <a:solidFill>
              <a:srgbClr val="FFFFFF"/>
            </a:solidFill>
            <a:ln w="9525" cap="flat">
              <a:noFill/>
              <a:prstDash val="solid"/>
              <a:miter/>
            </a:ln>
          </p:spPr>
          <p:txBody>
            <a:bodyPr rtlCol="0" anchor="ctr"/>
            <a:lstStyle/>
            <a:p>
              <a:endParaRPr lang="zh-CN" altLang="en-US"/>
            </a:p>
          </p:txBody>
        </p:sp>
        <p:sp>
          <p:nvSpPr>
            <p:cNvPr id="179" name="任意多边形: 形状 178"/>
            <p:cNvSpPr/>
            <p:nvPr/>
          </p:nvSpPr>
          <p:spPr>
            <a:xfrm>
              <a:off x="9926156" y="497443"/>
              <a:ext cx="261932" cy="66208"/>
            </a:xfrm>
            <a:custGeom>
              <a:avLst/>
              <a:gdLst>
                <a:gd name="connsiteX0" fmla="*/ 162798 w 326707"/>
                <a:gd name="connsiteY0" fmla="*/ 82446 h 82581"/>
                <a:gd name="connsiteX1" fmla="*/ 135081 w 326707"/>
                <a:gd name="connsiteY1" fmla="*/ 76445 h 82581"/>
                <a:gd name="connsiteX2" fmla="*/ 143081 w 326707"/>
                <a:gd name="connsiteY2" fmla="*/ 44536 h 82581"/>
                <a:gd name="connsiteX3" fmla="*/ 19256 w 326707"/>
                <a:gd name="connsiteY3" fmla="*/ 21867 h 82581"/>
                <a:gd name="connsiteX4" fmla="*/ -365 w 326707"/>
                <a:gd name="connsiteY4" fmla="*/ -136 h 82581"/>
                <a:gd name="connsiteX5" fmla="*/ 30877 w 326707"/>
                <a:gd name="connsiteY5" fmla="*/ 4817 h 82581"/>
                <a:gd name="connsiteX6" fmla="*/ 133842 w 326707"/>
                <a:gd name="connsiteY6" fmla="*/ 5674 h 82581"/>
                <a:gd name="connsiteX7" fmla="*/ 162989 w 326707"/>
                <a:gd name="connsiteY7" fmla="*/ 5674 h 82581"/>
                <a:gd name="connsiteX8" fmla="*/ 192135 w 326707"/>
                <a:gd name="connsiteY8" fmla="*/ 5674 h 82581"/>
                <a:gd name="connsiteX9" fmla="*/ 295101 w 326707"/>
                <a:gd name="connsiteY9" fmla="*/ 4817 h 82581"/>
                <a:gd name="connsiteX10" fmla="*/ 326343 w 326707"/>
                <a:gd name="connsiteY10" fmla="*/ -136 h 82581"/>
                <a:gd name="connsiteX11" fmla="*/ 306626 w 326707"/>
                <a:gd name="connsiteY11" fmla="*/ 21867 h 82581"/>
                <a:gd name="connsiteX12" fmla="*/ 182801 w 326707"/>
                <a:gd name="connsiteY12" fmla="*/ 44536 h 82581"/>
                <a:gd name="connsiteX13" fmla="*/ 190802 w 326707"/>
                <a:gd name="connsiteY13" fmla="*/ 76445 h 82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6707" h="82581">
                  <a:moveTo>
                    <a:pt x="162798" y="82446"/>
                  </a:moveTo>
                  <a:lnTo>
                    <a:pt x="135081" y="76445"/>
                  </a:lnTo>
                  <a:lnTo>
                    <a:pt x="143081" y="44536"/>
                  </a:lnTo>
                  <a:cubicBezTo>
                    <a:pt x="101152" y="41142"/>
                    <a:pt x="59669" y="33547"/>
                    <a:pt x="19256" y="21867"/>
                  </a:cubicBezTo>
                  <a:cubicBezTo>
                    <a:pt x="11520" y="15693"/>
                    <a:pt x="4886" y="8254"/>
                    <a:pt x="-365" y="-136"/>
                  </a:cubicBezTo>
                  <a:cubicBezTo>
                    <a:pt x="9890" y="2398"/>
                    <a:pt x="20341" y="4055"/>
                    <a:pt x="30877" y="4817"/>
                  </a:cubicBezTo>
                  <a:cubicBezTo>
                    <a:pt x="58690" y="5960"/>
                    <a:pt x="102410" y="2245"/>
                    <a:pt x="133842" y="5674"/>
                  </a:cubicBezTo>
                  <a:cubicBezTo>
                    <a:pt x="133842" y="5674"/>
                    <a:pt x="148415" y="5674"/>
                    <a:pt x="162989" y="5674"/>
                  </a:cubicBezTo>
                  <a:cubicBezTo>
                    <a:pt x="177562" y="5674"/>
                    <a:pt x="192135" y="5674"/>
                    <a:pt x="192135" y="5674"/>
                  </a:cubicBezTo>
                  <a:cubicBezTo>
                    <a:pt x="223568" y="2245"/>
                    <a:pt x="267192" y="5674"/>
                    <a:pt x="295101" y="4817"/>
                  </a:cubicBezTo>
                  <a:cubicBezTo>
                    <a:pt x="305636" y="4055"/>
                    <a:pt x="316088" y="2398"/>
                    <a:pt x="326343" y="-136"/>
                  </a:cubicBezTo>
                  <a:cubicBezTo>
                    <a:pt x="321076" y="8272"/>
                    <a:pt x="314408" y="15713"/>
                    <a:pt x="306626" y="21867"/>
                  </a:cubicBezTo>
                  <a:cubicBezTo>
                    <a:pt x="266217" y="33563"/>
                    <a:pt x="224733" y="41158"/>
                    <a:pt x="182801" y="44536"/>
                  </a:cubicBezTo>
                  <a:lnTo>
                    <a:pt x="190802" y="76445"/>
                  </a:lnTo>
                  <a:close/>
                </a:path>
              </a:pathLst>
            </a:custGeom>
            <a:solidFill>
              <a:srgbClr val="009944"/>
            </a:solidFill>
            <a:ln w="9525" cap="flat">
              <a:noFill/>
              <a:prstDash val="solid"/>
              <a:miter/>
            </a:ln>
          </p:spPr>
          <p:txBody>
            <a:bodyPr rtlCol="0" anchor="ctr"/>
            <a:lstStyle/>
            <a:p>
              <a:endParaRPr lang="zh-CN" altLang="en-US"/>
            </a:p>
          </p:txBody>
        </p:sp>
        <p:sp>
          <p:nvSpPr>
            <p:cNvPr id="180" name="任意多边形: 形状 179"/>
            <p:cNvSpPr/>
            <p:nvPr/>
          </p:nvSpPr>
          <p:spPr>
            <a:xfrm>
              <a:off x="9936847" y="466362"/>
              <a:ext cx="240397" cy="66743"/>
            </a:xfrm>
            <a:custGeom>
              <a:avLst/>
              <a:gdLst>
                <a:gd name="connsiteX0" fmla="*/ 149463 w 299847"/>
                <a:gd name="connsiteY0" fmla="*/ 6055 h 83248"/>
                <a:gd name="connsiteX1" fmla="*/ 191564 w 299847"/>
                <a:gd name="connsiteY1" fmla="*/ 6055 h 83248"/>
                <a:gd name="connsiteX2" fmla="*/ 277289 w 299847"/>
                <a:gd name="connsiteY2" fmla="*/ 2722 h 83248"/>
                <a:gd name="connsiteX3" fmla="*/ 299482 w 299847"/>
                <a:gd name="connsiteY3" fmla="*/ -136 h 83248"/>
                <a:gd name="connsiteX4" fmla="*/ 279289 w 299847"/>
                <a:gd name="connsiteY4" fmla="*/ 21295 h 83248"/>
                <a:gd name="connsiteX5" fmla="*/ 254619 w 299847"/>
                <a:gd name="connsiteY5" fmla="*/ 32630 h 83248"/>
                <a:gd name="connsiteX6" fmla="*/ 195279 w 299847"/>
                <a:gd name="connsiteY6" fmla="*/ 45775 h 83248"/>
                <a:gd name="connsiteX7" fmla="*/ 168799 w 299847"/>
                <a:gd name="connsiteY7" fmla="*/ 48727 h 83248"/>
                <a:gd name="connsiteX8" fmla="*/ 176229 w 299847"/>
                <a:gd name="connsiteY8" fmla="*/ 78636 h 83248"/>
                <a:gd name="connsiteX9" fmla="*/ 149559 w 299847"/>
                <a:gd name="connsiteY9" fmla="*/ 83113 h 83248"/>
                <a:gd name="connsiteX10" fmla="*/ 122889 w 299847"/>
                <a:gd name="connsiteY10" fmla="*/ 78636 h 83248"/>
                <a:gd name="connsiteX11" fmla="*/ 130318 w 299847"/>
                <a:gd name="connsiteY11" fmla="*/ 48727 h 83248"/>
                <a:gd name="connsiteX12" fmla="*/ 103839 w 299847"/>
                <a:gd name="connsiteY12" fmla="*/ 45775 h 83248"/>
                <a:gd name="connsiteX13" fmla="*/ 44498 w 299847"/>
                <a:gd name="connsiteY13" fmla="*/ 32630 h 83248"/>
                <a:gd name="connsiteX14" fmla="*/ 19828 w 299847"/>
                <a:gd name="connsiteY14" fmla="*/ 21295 h 83248"/>
                <a:gd name="connsiteX15" fmla="*/ -365 w 299847"/>
                <a:gd name="connsiteY15" fmla="*/ -136 h 83248"/>
                <a:gd name="connsiteX16" fmla="*/ 21828 w 299847"/>
                <a:gd name="connsiteY16" fmla="*/ 2722 h 83248"/>
                <a:gd name="connsiteX17" fmla="*/ 107553 w 299847"/>
                <a:gd name="connsiteY17" fmla="*/ 6055 h 83248"/>
                <a:gd name="connsiteX18" fmla="*/ 149654 w 299847"/>
                <a:gd name="connsiteY18" fmla="*/ 6055 h 83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99847" h="83248">
                  <a:moveTo>
                    <a:pt x="149463" y="6055"/>
                  </a:moveTo>
                  <a:cubicBezTo>
                    <a:pt x="170323" y="6055"/>
                    <a:pt x="191659" y="6055"/>
                    <a:pt x="191564" y="6055"/>
                  </a:cubicBezTo>
                  <a:cubicBezTo>
                    <a:pt x="220001" y="2621"/>
                    <a:pt x="248671" y="1507"/>
                    <a:pt x="277289" y="2722"/>
                  </a:cubicBezTo>
                  <a:cubicBezTo>
                    <a:pt x="284753" y="2386"/>
                    <a:pt x="292176" y="1430"/>
                    <a:pt x="299482" y="-136"/>
                  </a:cubicBezTo>
                  <a:cubicBezTo>
                    <a:pt x="294209" y="8253"/>
                    <a:pt x="287349" y="15532"/>
                    <a:pt x="279289" y="21295"/>
                  </a:cubicBezTo>
                  <a:cubicBezTo>
                    <a:pt x="271432" y="25824"/>
                    <a:pt x="263174" y="29618"/>
                    <a:pt x="254619" y="32630"/>
                  </a:cubicBezTo>
                  <a:cubicBezTo>
                    <a:pt x="235133" y="38246"/>
                    <a:pt x="215314" y="42636"/>
                    <a:pt x="195279" y="45775"/>
                  </a:cubicBezTo>
                  <a:cubicBezTo>
                    <a:pt x="185754" y="46918"/>
                    <a:pt x="176800" y="48156"/>
                    <a:pt x="168799" y="48727"/>
                  </a:cubicBezTo>
                  <a:lnTo>
                    <a:pt x="176229" y="78636"/>
                  </a:lnTo>
                  <a:lnTo>
                    <a:pt x="149559" y="83113"/>
                  </a:lnTo>
                  <a:lnTo>
                    <a:pt x="122889" y="78636"/>
                  </a:lnTo>
                  <a:lnTo>
                    <a:pt x="130318" y="48727"/>
                  </a:lnTo>
                  <a:cubicBezTo>
                    <a:pt x="122317" y="48156"/>
                    <a:pt x="113078" y="46918"/>
                    <a:pt x="103839" y="45775"/>
                  </a:cubicBezTo>
                  <a:cubicBezTo>
                    <a:pt x="83803" y="42636"/>
                    <a:pt x="63984" y="38246"/>
                    <a:pt x="44498" y="32630"/>
                  </a:cubicBezTo>
                  <a:cubicBezTo>
                    <a:pt x="35943" y="29618"/>
                    <a:pt x="27685" y="25824"/>
                    <a:pt x="19828" y="21295"/>
                  </a:cubicBezTo>
                  <a:cubicBezTo>
                    <a:pt x="11768" y="15532"/>
                    <a:pt x="4909" y="8253"/>
                    <a:pt x="-365" y="-136"/>
                  </a:cubicBezTo>
                  <a:cubicBezTo>
                    <a:pt x="6941" y="1430"/>
                    <a:pt x="14364" y="2386"/>
                    <a:pt x="21828" y="2722"/>
                  </a:cubicBezTo>
                  <a:cubicBezTo>
                    <a:pt x="50446" y="1506"/>
                    <a:pt x="79116" y="2621"/>
                    <a:pt x="107553" y="6055"/>
                  </a:cubicBezTo>
                  <a:cubicBezTo>
                    <a:pt x="107553" y="6055"/>
                    <a:pt x="128794" y="6055"/>
                    <a:pt x="149654" y="6055"/>
                  </a:cubicBezTo>
                </a:path>
              </a:pathLst>
            </a:custGeom>
            <a:solidFill>
              <a:srgbClr val="13AE67"/>
            </a:solidFill>
            <a:ln w="9525" cap="flat">
              <a:noFill/>
              <a:prstDash val="solid"/>
              <a:miter/>
            </a:ln>
          </p:spPr>
          <p:txBody>
            <a:bodyPr rtlCol="0" anchor="ctr"/>
            <a:lstStyle/>
            <a:p>
              <a:endParaRPr lang="zh-CN" altLang="en-US"/>
            </a:p>
          </p:txBody>
        </p:sp>
        <p:sp>
          <p:nvSpPr>
            <p:cNvPr id="181" name="任意多边形: 形状 180"/>
            <p:cNvSpPr/>
            <p:nvPr/>
          </p:nvSpPr>
          <p:spPr>
            <a:xfrm>
              <a:off x="9950441" y="434288"/>
              <a:ext cx="213517" cy="68805"/>
            </a:xfrm>
            <a:custGeom>
              <a:avLst/>
              <a:gdLst>
                <a:gd name="connsiteX0" fmla="*/ 132699 w 266319"/>
                <a:gd name="connsiteY0" fmla="*/ 85684 h 85820"/>
                <a:gd name="connsiteX1" fmla="*/ 132223 w 266319"/>
                <a:gd name="connsiteY1" fmla="*/ 85684 h 85820"/>
                <a:gd name="connsiteX2" fmla="*/ 107172 w 266319"/>
                <a:gd name="connsiteY2" fmla="*/ 82636 h 85820"/>
                <a:gd name="connsiteX3" fmla="*/ 113935 w 266319"/>
                <a:gd name="connsiteY3" fmla="*/ 54061 h 85820"/>
                <a:gd name="connsiteX4" fmla="*/ 91551 w 266319"/>
                <a:gd name="connsiteY4" fmla="*/ 52728 h 85820"/>
                <a:gd name="connsiteX5" fmla="*/ 43355 w 266319"/>
                <a:gd name="connsiteY5" fmla="*/ 38536 h 85820"/>
                <a:gd name="connsiteX6" fmla="*/ 18685 w 266319"/>
                <a:gd name="connsiteY6" fmla="*/ 22629 h 85820"/>
                <a:gd name="connsiteX7" fmla="*/ -365 w 266319"/>
                <a:gd name="connsiteY7" fmla="*/ -136 h 85820"/>
                <a:gd name="connsiteX8" fmla="*/ 21352 w 266319"/>
                <a:gd name="connsiteY8" fmla="*/ 2626 h 85820"/>
                <a:gd name="connsiteX9" fmla="*/ 91456 w 266319"/>
                <a:gd name="connsiteY9" fmla="*/ 6913 h 85820"/>
                <a:gd name="connsiteX10" fmla="*/ 132795 w 266319"/>
                <a:gd name="connsiteY10" fmla="*/ 6913 h 85820"/>
                <a:gd name="connsiteX11" fmla="*/ 174038 w 266319"/>
                <a:gd name="connsiteY11" fmla="*/ 6913 h 85820"/>
                <a:gd name="connsiteX12" fmla="*/ 244237 w 266319"/>
                <a:gd name="connsiteY12" fmla="*/ 2626 h 85820"/>
                <a:gd name="connsiteX13" fmla="*/ 265954 w 266319"/>
                <a:gd name="connsiteY13" fmla="*/ -136 h 85820"/>
                <a:gd name="connsiteX14" fmla="*/ 246904 w 266319"/>
                <a:gd name="connsiteY14" fmla="*/ 22629 h 85820"/>
                <a:gd name="connsiteX15" fmla="*/ 222235 w 266319"/>
                <a:gd name="connsiteY15" fmla="*/ 38536 h 85820"/>
                <a:gd name="connsiteX16" fmla="*/ 174038 w 266319"/>
                <a:gd name="connsiteY16" fmla="*/ 52728 h 85820"/>
                <a:gd name="connsiteX17" fmla="*/ 151750 w 266319"/>
                <a:gd name="connsiteY17" fmla="*/ 54061 h 85820"/>
                <a:gd name="connsiteX18" fmla="*/ 158512 w 266319"/>
                <a:gd name="connsiteY18" fmla="*/ 82636 h 85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6319" h="85820">
                  <a:moveTo>
                    <a:pt x="132699" y="85684"/>
                  </a:moveTo>
                  <a:lnTo>
                    <a:pt x="132223" y="85684"/>
                  </a:lnTo>
                  <a:lnTo>
                    <a:pt x="107172" y="82636"/>
                  </a:lnTo>
                  <a:lnTo>
                    <a:pt x="113935" y="54061"/>
                  </a:lnTo>
                  <a:cubicBezTo>
                    <a:pt x="106448" y="54657"/>
                    <a:pt x="98914" y="54208"/>
                    <a:pt x="91551" y="52728"/>
                  </a:cubicBezTo>
                  <a:cubicBezTo>
                    <a:pt x="74914" y="50216"/>
                    <a:pt x="58698" y="45441"/>
                    <a:pt x="43355" y="38536"/>
                  </a:cubicBezTo>
                  <a:cubicBezTo>
                    <a:pt x="34479" y="34321"/>
                    <a:pt x="26187" y="28974"/>
                    <a:pt x="18685" y="22629"/>
                  </a:cubicBezTo>
                  <a:cubicBezTo>
                    <a:pt x="10997" y="16269"/>
                    <a:pt x="4540" y="8553"/>
                    <a:pt x="-365" y="-136"/>
                  </a:cubicBezTo>
                  <a:cubicBezTo>
                    <a:pt x="6818" y="1181"/>
                    <a:pt x="14068" y="2103"/>
                    <a:pt x="21352" y="2626"/>
                  </a:cubicBezTo>
                  <a:cubicBezTo>
                    <a:pt x="34020" y="3198"/>
                    <a:pt x="58404" y="4150"/>
                    <a:pt x="91456" y="6913"/>
                  </a:cubicBezTo>
                  <a:cubicBezTo>
                    <a:pt x="91456" y="6913"/>
                    <a:pt x="112411" y="6913"/>
                    <a:pt x="132795" y="6913"/>
                  </a:cubicBezTo>
                  <a:cubicBezTo>
                    <a:pt x="153178" y="6913"/>
                    <a:pt x="173943" y="6913"/>
                    <a:pt x="174038" y="6913"/>
                  </a:cubicBezTo>
                  <a:cubicBezTo>
                    <a:pt x="207185" y="4150"/>
                    <a:pt x="231188" y="3198"/>
                    <a:pt x="244237" y="2626"/>
                  </a:cubicBezTo>
                  <a:cubicBezTo>
                    <a:pt x="251521" y="2103"/>
                    <a:pt x="258771" y="1181"/>
                    <a:pt x="265954" y="-136"/>
                  </a:cubicBezTo>
                  <a:cubicBezTo>
                    <a:pt x="261067" y="8565"/>
                    <a:pt x="254608" y="16284"/>
                    <a:pt x="246904" y="22629"/>
                  </a:cubicBezTo>
                  <a:cubicBezTo>
                    <a:pt x="239418" y="28996"/>
                    <a:pt x="231123" y="34344"/>
                    <a:pt x="222235" y="38536"/>
                  </a:cubicBezTo>
                  <a:cubicBezTo>
                    <a:pt x="206900" y="45466"/>
                    <a:pt x="190681" y="50242"/>
                    <a:pt x="174038" y="52728"/>
                  </a:cubicBezTo>
                  <a:cubicBezTo>
                    <a:pt x="166707" y="54210"/>
                    <a:pt x="159205" y="54658"/>
                    <a:pt x="151750" y="54061"/>
                  </a:cubicBezTo>
                  <a:lnTo>
                    <a:pt x="158512" y="82636"/>
                  </a:lnTo>
                  <a:close/>
                </a:path>
              </a:pathLst>
            </a:custGeom>
            <a:solidFill>
              <a:srgbClr val="89C997"/>
            </a:solidFill>
            <a:ln w="9525" cap="flat">
              <a:noFill/>
              <a:prstDash val="solid"/>
              <a:miter/>
            </a:ln>
          </p:spPr>
          <p:txBody>
            <a:bodyPr rtlCol="0" anchor="ctr"/>
            <a:lstStyle/>
            <a:p>
              <a:endParaRPr lang="zh-CN" altLang="en-US"/>
            </a:p>
          </p:txBody>
        </p:sp>
        <p:sp>
          <p:nvSpPr>
            <p:cNvPr id="182" name="任意多边形: 形状 181"/>
            <p:cNvSpPr/>
            <p:nvPr/>
          </p:nvSpPr>
          <p:spPr>
            <a:xfrm>
              <a:off x="9963041" y="398779"/>
              <a:ext cx="187705" cy="71325"/>
            </a:xfrm>
            <a:custGeom>
              <a:avLst/>
              <a:gdLst>
                <a:gd name="connsiteX0" fmla="*/ 116792 w 234124"/>
                <a:gd name="connsiteY0" fmla="*/ 88827 h 88963"/>
                <a:gd name="connsiteX1" fmla="*/ 92790 w 234124"/>
                <a:gd name="connsiteY1" fmla="*/ 87303 h 88963"/>
                <a:gd name="connsiteX2" fmla="*/ 98981 w 234124"/>
                <a:gd name="connsiteY2" fmla="*/ 61396 h 88963"/>
                <a:gd name="connsiteX3" fmla="*/ 82407 w 234124"/>
                <a:gd name="connsiteY3" fmla="*/ 61396 h 88963"/>
                <a:gd name="connsiteX4" fmla="*/ 47641 w 234124"/>
                <a:gd name="connsiteY4" fmla="*/ 50251 h 88963"/>
                <a:gd name="connsiteX5" fmla="*/ 15351 w 234124"/>
                <a:gd name="connsiteY5" fmla="*/ 24534 h 88963"/>
                <a:gd name="connsiteX6" fmla="*/ -365 w 234124"/>
                <a:gd name="connsiteY6" fmla="*/ -136 h 88963"/>
                <a:gd name="connsiteX7" fmla="*/ 12684 w 234124"/>
                <a:gd name="connsiteY7" fmla="*/ 2912 h 88963"/>
                <a:gd name="connsiteX8" fmla="*/ 88884 w 234124"/>
                <a:gd name="connsiteY8" fmla="*/ 12437 h 88963"/>
                <a:gd name="connsiteX9" fmla="*/ 144510 w 234124"/>
                <a:gd name="connsiteY9" fmla="*/ 12437 h 88963"/>
                <a:gd name="connsiteX10" fmla="*/ 220710 w 234124"/>
                <a:gd name="connsiteY10" fmla="*/ 2912 h 88963"/>
                <a:gd name="connsiteX11" fmla="*/ 233759 w 234124"/>
                <a:gd name="connsiteY11" fmla="*/ -136 h 88963"/>
                <a:gd name="connsiteX12" fmla="*/ 218043 w 234124"/>
                <a:gd name="connsiteY12" fmla="*/ 24534 h 88963"/>
                <a:gd name="connsiteX13" fmla="*/ 185658 w 234124"/>
                <a:gd name="connsiteY13" fmla="*/ 50251 h 88963"/>
                <a:gd name="connsiteX14" fmla="*/ 150987 w 234124"/>
                <a:gd name="connsiteY14" fmla="*/ 61395 h 88963"/>
                <a:gd name="connsiteX15" fmla="*/ 134318 w 234124"/>
                <a:gd name="connsiteY15" fmla="*/ 61395 h 88963"/>
                <a:gd name="connsiteX16" fmla="*/ 140605 w 234124"/>
                <a:gd name="connsiteY16" fmla="*/ 87303 h 88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124" h="88963">
                  <a:moveTo>
                    <a:pt x="116792" y="88827"/>
                  </a:moveTo>
                  <a:lnTo>
                    <a:pt x="92790" y="87303"/>
                  </a:lnTo>
                  <a:lnTo>
                    <a:pt x="98981" y="61396"/>
                  </a:lnTo>
                  <a:cubicBezTo>
                    <a:pt x="93550" y="62838"/>
                    <a:pt x="87837" y="62838"/>
                    <a:pt x="82407" y="61396"/>
                  </a:cubicBezTo>
                  <a:cubicBezTo>
                    <a:pt x="70300" y="59550"/>
                    <a:pt x="58565" y="55788"/>
                    <a:pt x="47641" y="50251"/>
                  </a:cubicBezTo>
                  <a:cubicBezTo>
                    <a:pt x="35279" y="43905"/>
                    <a:pt x="24303" y="35163"/>
                    <a:pt x="15351" y="24534"/>
                  </a:cubicBezTo>
                  <a:cubicBezTo>
                    <a:pt x="8893" y="17154"/>
                    <a:pt x="3593" y="8836"/>
                    <a:pt x="-365" y="-136"/>
                  </a:cubicBezTo>
                  <a:cubicBezTo>
                    <a:pt x="3919" y="1143"/>
                    <a:pt x="8277" y="2161"/>
                    <a:pt x="12684" y="2912"/>
                  </a:cubicBezTo>
                  <a:cubicBezTo>
                    <a:pt x="37817" y="7947"/>
                    <a:pt x="63285" y="11131"/>
                    <a:pt x="88884" y="12437"/>
                  </a:cubicBezTo>
                  <a:lnTo>
                    <a:pt x="144510" y="12437"/>
                  </a:lnTo>
                  <a:cubicBezTo>
                    <a:pt x="170109" y="11130"/>
                    <a:pt x="195577" y="7947"/>
                    <a:pt x="220710" y="2912"/>
                  </a:cubicBezTo>
                  <a:cubicBezTo>
                    <a:pt x="225117" y="2161"/>
                    <a:pt x="229475" y="1143"/>
                    <a:pt x="233759" y="-136"/>
                  </a:cubicBezTo>
                  <a:cubicBezTo>
                    <a:pt x="229801" y="8836"/>
                    <a:pt x="224502" y="17154"/>
                    <a:pt x="218043" y="24534"/>
                  </a:cubicBezTo>
                  <a:cubicBezTo>
                    <a:pt x="209064" y="35173"/>
                    <a:pt x="198055" y="43915"/>
                    <a:pt x="185658" y="50251"/>
                  </a:cubicBezTo>
                  <a:cubicBezTo>
                    <a:pt x="174771" y="55795"/>
                    <a:pt x="163065" y="59558"/>
                    <a:pt x="150987" y="61395"/>
                  </a:cubicBezTo>
                  <a:cubicBezTo>
                    <a:pt x="145524" y="62837"/>
                    <a:pt x="139781" y="62837"/>
                    <a:pt x="134318" y="61395"/>
                  </a:cubicBezTo>
                  <a:lnTo>
                    <a:pt x="140605" y="87303"/>
                  </a:lnTo>
                  <a:close/>
                </a:path>
              </a:pathLst>
            </a:custGeom>
            <a:solidFill>
              <a:srgbClr val="CAE5CD"/>
            </a:solidFill>
            <a:ln w="9525" cap="flat">
              <a:noFill/>
              <a:prstDash val="solid"/>
              <a:miter/>
            </a:ln>
          </p:spPr>
          <p:txBody>
            <a:bodyPr rtlCol="0" anchor="ctr"/>
            <a:lstStyle/>
            <a:p>
              <a:endParaRPr lang="zh-CN" altLang="en-US"/>
            </a:p>
          </p:txBody>
        </p:sp>
        <p:sp>
          <p:nvSpPr>
            <p:cNvPr id="183" name="任意多边形: 形状 182"/>
            <p:cNvSpPr/>
            <p:nvPr/>
          </p:nvSpPr>
          <p:spPr>
            <a:xfrm>
              <a:off x="9975870" y="346240"/>
              <a:ext cx="161665" cy="89958"/>
            </a:xfrm>
            <a:custGeom>
              <a:avLst/>
              <a:gdLst>
                <a:gd name="connsiteX0" fmla="*/ 78787 w 201644"/>
                <a:gd name="connsiteY0" fmla="*/ 112069 h 112204"/>
                <a:gd name="connsiteX1" fmla="*/ 84407 w 201644"/>
                <a:gd name="connsiteY1" fmla="*/ 89113 h 112204"/>
                <a:gd name="connsiteX2" fmla="*/ 69262 w 201644"/>
                <a:gd name="connsiteY2" fmla="*/ 89113 h 112204"/>
                <a:gd name="connsiteX3" fmla="*/ 56213 w 201644"/>
                <a:gd name="connsiteY3" fmla="*/ 78255 h 112204"/>
                <a:gd name="connsiteX4" fmla="*/ 37163 w 201644"/>
                <a:gd name="connsiteY4" fmla="*/ 72921 h 112204"/>
                <a:gd name="connsiteX5" fmla="*/ 28972 w 201644"/>
                <a:gd name="connsiteY5" fmla="*/ 56538 h 112204"/>
                <a:gd name="connsiteX6" fmla="*/ 7636 w 201644"/>
                <a:gd name="connsiteY6" fmla="*/ 43203 h 112204"/>
                <a:gd name="connsiteX7" fmla="*/ -365 w 201644"/>
                <a:gd name="connsiteY7" fmla="*/ 20533 h 112204"/>
                <a:gd name="connsiteX8" fmla="*/ 87932 w 201644"/>
                <a:gd name="connsiteY8" fmla="*/ 33583 h 112204"/>
                <a:gd name="connsiteX9" fmla="*/ 92694 w 201644"/>
                <a:gd name="connsiteY9" fmla="*/ 9389 h 112204"/>
                <a:gd name="connsiteX10" fmla="*/ 100504 w 201644"/>
                <a:gd name="connsiteY10" fmla="*/ -136 h 112204"/>
                <a:gd name="connsiteX11" fmla="*/ 100504 w 201644"/>
                <a:gd name="connsiteY11" fmla="*/ -136 h 112204"/>
                <a:gd name="connsiteX12" fmla="*/ 108315 w 201644"/>
                <a:gd name="connsiteY12" fmla="*/ 9389 h 112204"/>
                <a:gd name="connsiteX13" fmla="*/ 113078 w 201644"/>
                <a:gd name="connsiteY13" fmla="*/ 33583 h 112204"/>
                <a:gd name="connsiteX14" fmla="*/ 201279 w 201644"/>
                <a:gd name="connsiteY14" fmla="*/ 20533 h 112204"/>
                <a:gd name="connsiteX15" fmla="*/ 193278 w 201644"/>
                <a:gd name="connsiteY15" fmla="*/ 43203 h 112204"/>
                <a:gd name="connsiteX16" fmla="*/ 171942 w 201644"/>
                <a:gd name="connsiteY16" fmla="*/ 56538 h 112204"/>
                <a:gd name="connsiteX17" fmla="*/ 163751 w 201644"/>
                <a:gd name="connsiteY17" fmla="*/ 72921 h 112204"/>
                <a:gd name="connsiteX18" fmla="*/ 144701 w 201644"/>
                <a:gd name="connsiteY18" fmla="*/ 78255 h 112204"/>
                <a:gd name="connsiteX19" fmla="*/ 131747 w 201644"/>
                <a:gd name="connsiteY19" fmla="*/ 89113 h 112204"/>
                <a:gd name="connsiteX20" fmla="*/ 116602 w 201644"/>
                <a:gd name="connsiteY20" fmla="*/ 89113 h 112204"/>
                <a:gd name="connsiteX21" fmla="*/ 122221 w 201644"/>
                <a:gd name="connsiteY21" fmla="*/ 112069 h 11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1644" h="112204">
                  <a:moveTo>
                    <a:pt x="78787" y="112069"/>
                  </a:moveTo>
                  <a:lnTo>
                    <a:pt x="84407" y="89113"/>
                  </a:lnTo>
                  <a:cubicBezTo>
                    <a:pt x="79494" y="90762"/>
                    <a:pt x="74176" y="90762"/>
                    <a:pt x="69262" y="89113"/>
                  </a:cubicBezTo>
                  <a:cubicBezTo>
                    <a:pt x="63558" y="87530"/>
                    <a:pt x="58807" y="83576"/>
                    <a:pt x="56213" y="78255"/>
                  </a:cubicBezTo>
                  <a:cubicBezTo>
                    <a:pt x="49431" y="78802"/>
                    <a:pt x="42676" y="76910"/>
                    <a:pt x="37163" y="72921"/>
                  </a:cubicBezTo>
                  <a:cubicBezTo>
                    <a:pt x="32550" y="68624"/>
                    <a:pt x="29642" y="62807"/>
                    <a:pt x="28972" y="56538"/>
                  </a:cubicBezTo>
                  <a:cubicBezTo>
                    <a:pt x="20629" y="54460"/>
                    <a:pt x="13160" y="49791"/>
                    <a:pt x="7636" y="43203"/>
                  </a:cubicBezTo>
                  <a:cubicBezTo>
                    <a:pt x="2504" y="36757"/>
                    <a:pt x="-314" y="28773"/>
                    <a:pt x="-365" y="20533"/>
                  </a:cubicBezTo>
                  <a:cubicBezTo>
                    <a:pt x="28197" y="29505"/>
                    <a:pt x="57996" y="33909"/>
                    <a:pt x="87932" y="33583"/>
                  </a:cubicBezTo>
                  <a:lnTo>
                    <a:pt x="92694" y="9389"/>
                  </a:lnTo>
                  <a:cubicBezTo>
                    <a:pt x="92694" y="6817"/>
                    <a:pt x="94313" y="-136"/>
                    <a:pt x="100504" y="-136"/>
                  </a:cubicBezTo>
                  <a:lnTo>
                    <a:pt x="100504" y="-136"/>
                  </a:lnTo>
                  <a:cubicBezTo>
                    <a:pt x="106696" y="-136"/>
                    <a:pt x="107839" y="7294"/>
                    <a:pt x="108315" y="9389"/>
                  </a:cubicBezTo>
                  <a:lnTo>
                    <a:pt x="113078" y="33583"/>
                  </a:lnTo>
                  <a:cubicBezTo>
                    <a:pt x="142982" y="33910"/>
                    <a:pt x="172750" y="29506"/>
                    <a:pt x="201279" y="20533"/>
                  </a:cubicBezTo>
                  <a:cubicBezTo>
                    <a:pt x="201280" y="28782"/>
                    <a:pt x="198457" y="36782"/>
                    <a:pt x="193278" y="43203"/>
                  </a:cubicBezTo>
                  <a:cubicBezTo>
                    <a:pt x="187772" y="49812"/>
                    <a:pt x="180295" y="54485"/>
                    <a:pt x="171942" y="56538"/>
                  </a:cubicBezTo>
                  <a:cubicBezTo>
                    <a:pt x="171324" y="62822"/>
                    <a:pt x="168407" y="68656"/>
                    <a:pt x="163751" y="72921"/>
                  </a:cubicBezTo>
                  <a:cubicBezTo>
                    <a:pt x="158238" y="76910"/>
                    <a:pt x="151483" y="78802"/>
                    <a:pt x="144701" y="78255"/>
                  </a:cubicBezTo>
                  <a:cubicBezTo>
                    <a:pt x="142158" y="83579"/>
                    <a:pt x="137433" y="87539"/>
                    <a:pt x="131747" y="89113"/>
                  </a:cubicBezTo>
                  <a:cubicBezTo>
                    <a:pt x="126833" y="90762"/>
                    <a:pt x="121516" y="90762"/>
                    <a:pt x="116602" y="89113"/>
                  </a:cubicBezTo>
                  <a:lnTo>
                    <a:pt x="122221" y="112069"/>
                  </a:lnTo>
                  <a:close/>
                </a:path>
              </a:pathLst>
            </a:custGeom>
            <a:solidFill>
              <a:srgbClr val="FFFFFF"/>
            </a:solidFill>
            <a:ln w="9525" cap="flat">
              <a:noFill/>
              <a:prstDash val="solid"/>
              <a:miter/>
            </a:ln>
          </p:spPr>
          <p:txBody>
            <a:bodyPr rtlCol="0" anchor="ctr"/>
            <a:lstStyle/>
            <a:p>
              <a:endParaRPr lang="zh-CN" altLang="en-US"/>
            </a:p>
          </p:txBody>
        </p:sp>
        <p:sp>
          <p:nvSpPr>
            <p:cNvPr id="184" name="任意多边形: 形状 183"/>
            <p:cNvSpPr/>
            <p:nvPr/>
          </p:nvSpPr>
          <p:spPr>
            <a:xfrm>
              <a:off x="9974801" y="345094"/>
              <a:ext cx="164032" cy="92478"/>
            </a:xfrm>
            <a:custGeom>
              <a:avLst/>
              <a:gdLst>
                <a:gd name="connsiteX0" fmla="*/ 126032 w 204597"/>
                <a:gd name="connsiteY0" fmla="*/ 115212 h 115347"/>
                <a:gd name="connsiteX1" fmla="*/ 78407 w 204597"/>
                <a:gd name="connsiteY1" fmla="*/ 115212 h 115347"/>
                <a:gd name="connsiteX2" fmla="*/ 83836 w 204597"/>
                <a:gd name="connsiteY2" fmla="*/ 93019 h 115347"/>
                <a:gd name="connsiteX3" fmla="*/ 77740 w 204597"/>
                <a:gd name="connsiteY3" fmla="*/ 93781 h 115347"/>
                <a:gd name="connsiteX4" fmla="*/ 57071 w 204597"/>
                <a:gd name="connsiteY4" fmla="*/ 81874 h 115347"/>
                <a:gd name="connsiteX5" fmla="*/ 55737 w 204597"/>
                <a:gd name="connsiteY5" fmla="*/ 81874 h 115347"/>
                <a:gd name="connsiteX6" fmla="*/ 37735 w 204597"/>
                <a:gd name="connsiteY6" fmla="*/ 76064 h 115347"/>
                <a:gd name="connsiteX7" fmla="*/ 29067 w 204597"/>
                <a:gd name="connsiteY7" fmla="*/ 59681 h 115347"/>
                <a:gd name="connsiteX8" fmla="*/ 7922 w 204597"/>
                <a:gd name="connsiteY8" fmla="*/ 46060 h 115347"/>
                <a:gd name="connsiteX9" fmla="*/ -365 w 204597"/>
                <a:gd name="connsiteY9" fmla="*/ 22343 h 115347"/>
                <a:gd name="connsiteX10" fmla="*/ -365 w 204597"/>
                <a:gd name="connsiteY10" fmla="*/ 19962 h 115347"/>
                <a:gd name="connsiteX11" fmla="*/ 1826 w 204597"/>
                <a:gd name="connsiteY11" fmla="*/ 20724 h 115347"/>
                <a:gd name="connsiteX12" fmla="*/ 88027 w 204597"/>
                <a:gd name="connsiteY12" fmla="*/ 33678 h 115347"/>
                <a:gd name="connsiteX13" fmla="*/ 88027 w 204597"/>
                <a:gd name="connsiteY13" fmla="*/ 33678 h 115347"/>
                <a:gd name="connsiteX14" fmla="*/ 92409 w 204597"/>
                <a:gd name="connsiteY14" fmla="*/ 10913 h 115347"/>
                <a:gd name="connsiteX15" fmla="*/ 92409 w 204597"/>
                <a:gd name="connsiteY15" fmla="*/ 10913 h 115347"/>
                <a:gd name="connsiteX16" fmla="*/ 101934 w 204597"/>
                <a:gd name="connsiteY16" fmla="*/ -136 h 115347"/>
                <a:gd name="connsiteX17" fmla="*/ 101934 w 204597"/>
                <a:gd name="connsiteY17" fmla="*/ -136 h 115347"/>
                <a:gd name="connsiteX18" fmla="*/ 111459 w 204597"/>
                <a:gd name="connsiteY18" fmla="*/ 10913 h 115347"/>
                <a:gd name="connsiteX19" fmla="*/ 111459 w 204597"/>
                <a:gd name="connsiteY19" fmla="*/ 10913 h 115347"/>
                <a:gd name="connsiteX20" fmla="*/ 115840 w 204597"/>
                <a:gd name="connsiteY20" fmla="*/ 33678 h 115347"/>
                <a:gd name="connsiteX21" fmla="*/ 115840 w 204597"/>
                <a:gd name="connsiteY21" fmla="*/ 33678 h 115347"/>
                <a:gd name="connsiteX22" fmla="*/ 202041 w 204597"/>
                <a:gd name="connsiteY22" fmla="*/ 20724 h 115347"/>
                <a:gd name="connsiteX23" fmla="*/ 204232 w 204597"/>
                <a:gd name="connsiteY23" fmla="*/ 19962 h 115347"/>
                <a:gd name="connsiteX24" fmla="*/ 204232 w 204597"/>
                <a:gd name="connsiteY24" fmla="*/ 22343 h 115347"/>
                <a:gd name="connsiteX25" fmla="*/ 195850 w 204597"/>
                <a:gd name="connsiteY25" fmla="*/ 46060 h 115347"/>
                <a:gd name="connsiteX26" fmla="*/ 174800 w 204597"/>
                <a:gd name="connsiteY26" fmla="*/ 59681 h 115347"/>
                <a:gd name="connsiteX27" fmla="*/ 166132 w 204597"/>
                <a:gd name="connsiteY27" fmla="*/ 76064 h 115347"/>
                <a:gd name="connsiteX28" fmla="*/ 147082 w 204597"/>
                <a:gd name="connsiteY28" fmla="*/ 81779 h 115347"/>
                <a:gd name="connsiteX29" fmla="*/ 133556 w 204597"/>
                <a:gd name="connsiteY29" fmla="*/ 92542 h 115347"/>
                <a:gd name="connsiteX30" fmla="*/ 126413 w 204597"/>
                <a:gd name="connsiteY30" fmla="*/ 93685 h 115347"/>
                <a:gd name="connsiteX31" fmla="*/ 120317 w 204597"/>
                <a:gd name="connsiteY31" fmla="*/ 92923 h 115347"/>
                <a:gd name="connsiteX32" fmla="*/ 82598 w 204597"/>
                <a:gd name="connsiteY32" fmla="*/ 111783 h 115347"/>
                <a:gd name="connsiteX33" fmla="*/ 121650 w 204597"/>
                <a:gd name="connsiteY33" fmla="*/ 111783 h 115347"/>
                <a:gd name="connsiteX34" fmla="*/ 115745 w 204597"/>
                <a:gd name="connsiteY34" fmla="*/ 87685 h 115347"/>
                <a:gd name="connsiteX35" fmla="*/ 118888 w 204597"/>
                <a:gd name="connsiteY35" fmla="*/ 88923 h 115347"/>
                <a:gd name="connsiteX36" fmla="*/ 126699 w 204597"/>
                <a:gd name="connsiteY36" fmla="*/ 90352 h 115347"/>
                <a:gd name="connsiteX37" fmla="*/ 132795 w 204597"/>
                <a:gd name="connsiteY37" fmla="*/ 89399 h 115347"/>
                <a:gd name="connsiteX38" fmla="*/ 144797 w 204597"/>
                <a:gd name="connsiteY38" fmla="*/ 79874 h 115347"/>
                <a:gd name="connsiteX39" fmla="*/ 144796 w 204597"/>
                <a:gd name="connsiteY39" fmla="*/ 78636 h 115347"/>
                <a:gd name="connsiteX40" fmla="*/ 146035 w 204597"/>
                <a:gd name="connsiteY40" fmla="*/ 78636 h 115347"/>
                <a:gd name="connsiteX41" fmla="*/ 148225 w 204597"/>
                <a:gd name="connsiteY41" fmla="*/ 78636 h 115347"/>
                <a:gd name="connsiteX42" fmla="*/ 164037 w 204597"/>
                <a:gd name="connsiteY42" fmla="*/ 73588 h 115347"/>
                <a:gd name="connsiteX43" fmla="*/ 171656 w 204597"/>
                <a:gd name="connsiteY43" fmla="*/ 58443 h 115347"/>
                <a:gd name="connsiteX44" fmla="*/ 171656 w 204597"/>
                <a:gd name="connsiteY44" fmla="*/ 57109 h 115347"/>
                <a:gd name="connsiteX45" fmla="*/ 172895 w 204597"/>
                <a:gd name="connsiteY45" fmla="*/ 57109 h 115347"/>
                <a:gd name="connsiteX46" fmla="*/ 193183 w 204597"/>
                <a:gd name="connsiteY46" fmla="*/ 44441 h 115347"/>
                <a:gd name="connsiteX47" fmla="*/ 200803 w 204597"/>
                <a:gd name="connsiteY47" fmla="*/ 25391 h 115347"/>
                <a:gd name="connsiteX48" fmla="*/ 115840 w 204597"/>
                <a:gd name="connsiteY48" fmla="*/ 37773 h 115347"/>
                <a:gd name="connsiteX49" fmla="*/ 112887 w 204597"/>
                <a:gd name="connsiteY49" fmla="*/ 37773 h 115347"/>
                <a:gd name="connsiteX50" fmla="*/ 112887 w 204597"/>
                <a:gd name="connsiteY50" fmla="*/ 36440 h 115347"/>
                <a:gd name="connsiteX51" fmla="*/ 108220 w 204597"/>
                <a:gd name="connsiteY51" fmla="*/ 12247 h 115347"/>
                <a:gd name="connsiteX52" fmla="*/ 108220 w 204597"/>
                <a:gd name="connsiteY52" fmla="*/ 12247 h 115347"/>
                <a:gd name="connsiteX53" fmla="*/ 102124 w 204597"/>
                <a:gd name="connsiteY53" fmla="*/ 3865 h 115347"/>
                <a:gd name="connsiteX54" fmla="*/ 102124 w 204597"/>
                <a:gd name="connsiteY54" fmla="*/ 3865 h 115347"/>
                <a:gd name="connsiteX55" fmla="*/ 96028 w 204597"/>
                <a:gd name="connsiteY55" fmla="*/ 12151 h 115347"/>
                <a:gd name="connsiteX56" fmla="*/ 96028 w 204597"/>
                <a:gd name="connsiteY56" fmla="*/ 12627 h 115347"/>
                <a:gd name="connsiteX57" fmla="*/ 91361 w 204597"/>
                <a:gd name="connsiteY57" fmla="*/ 36821 h 115347"/>
                <a:gd name="connsiteX58" fmla="*/ 91361 w 204597"/>
                <a:gd name="connsiteY58" fmla="*/ 38155 h 115347"/>
                <a:gd name="connsiteX59" fmla="*/ 88408 w 204597"/>
                <a:gd name="connsiteY59" fmla="*/ 38155 h 115347"/>
                <a:gd name="connsiteX60" fmla="*/ 3445 w 204597"/>
                <a:gd name="connsiteY60" fmla="*/ 25772 h 115347"/>
                <a:gd name="connsiteX61" fmla="*/ 10970 w 204597"/>
                <a:gd name="connsiteY61" fmla="*/ 44822 h 115347"/>
                <a:gd name="connsiteX62" fmla="*/ 31353 w 204597"/>
                <a:gd name="connsiteY62" fmla="*/ 57490 h 115347"/>
                <a:gd name="connsiteX63" fmla="*/ 32592 w 204597"/>
                <a:gd name="connsiteY63" fmla="*/ 57490 h 115347"/>
                <a:gd name="connsiteX64" fmla="*/ 32592 w 204597"/>
                <a:gd name="connsiteY64" fmla="*/ 58728 h 115347"/>
                <a:gd name="connsiteX65" fmla="*/ 40212 w 204597"/>
                <a:gd name="connsiteY65" fmla="*/ 73969 h 115347"/>
                <a:gd name="connsiteX66" fmla="*/ 56023 w 204597"/>
                <a:gd name="connsiteY66" fmla="*/ 79017 h 115347"/>
                <a:gd name="connsiteX67" fmla="*/ 58119 w 204597"/>
                <a:gd name="connsiteY67" fmla="*/ 79017 h 115347"/>
                <a:gd name="connsiteX68" fmla="*/ 59452 w 204597"/>
                <a:gd name="connsiteY68" fmla="*/ 79017 h 115347"/>
                <a:gd name="connsiteX69" fmla="*/ 59928 w 204597"/>
                <a:gd name="connsiteY69" fmla="*/ 80255 h 115347"/>
                <a:gd name="connsiteX70" fmla="*/ 71835 w 204597"/>
                <a:gd name="connsiteY70" fmla="*/ 89780 h 115347"/>
                <a:gd name="connsiteX71" fmla="*/ 78026 w 204597"/>
                <a:gd name="connsiteY71" fmla="*/ 90733 h 115347"/>
                <a:gd name="connsiteX72" fmla="*/ 85836 w 204597"/>
                <a:gd name="connsiteY72" fmla="*/ 89304 h 115347"/>
                <a:gd name="connsiteX73" fmla="*/ 88980 w 204597"/>
                <a:gd name="connsiteY73" fmla="*/ 88065 h 115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04597" h="115347">
                  <a:moveTo>
                    <a:pt x="126032" y="115212"/>
                  </a:moveTo>
                  <a:lnTo>
                    <a:pt x="78407" y="115212"/>
                  </a:lnTo>
                  <a:lnTo>
                    <a:pt x="83836" y="93019"/>
                  </a:lnTo>
                  <a:cubicBezTo>
                    <a:pt x="81842" y="93514"/>
                    <a:pt x="79795" y="93770"/>
                    <a:pt x="77740" y="93781"/>
                  </a:cubicBezTo>
                  <a:cubicBezTo>
                    <a:pt x="69226" y="93758"/>
                    <a:pt x="61361" y="89228"/>
                    <a:pt x="57071" y="81874"/>
                  </a:cubicBezTo>
                  <a:lnTo>
                    <a:pt x="55737" y="81874"/>
                  </a:lnTo>
                  <a:cubicBezTo>
                    <a:pt x="49256" y="82000"/>
                    <a:pt x="42920" y="79955"/>
                    <a:pt x="37735" y="76064"/>
                  </a:cubicBezTo>
                  <a:cubicBezTo>
                    <a:pt x="32980" y="71815"/>
                    <a:pt x="29905" y="66003"/>
                    <a:pt x="29067" y="59681"/>
                  </a:cubicBezTo>
                  <a:cubicBezTo>
                    <a:pt x="20788" y="57419"/>
                    <a:pt x="13405" y="52663"/>
                    <a:pt x="7922" y="46060"/>
                  </a:cubicBezTo>
                  <a:cubicBezTo>
                    <a:pt x="2558" y="39319"/>
                    <a:pt x="-364" y="30958"/>
                    <a:pt x="-365" y="22343"/>
                  </a:cubicBezTo>
                  <a:lnTo>
                    <a:pt x="-365" y="19962"/>
                  </a:lnTo>
                  <a:lnTo>
                    <a:pt x="1826" y="20724"/>
                  </a:lnTo>
                  <a:cubicBezTo>
                    <a:pt x="29712" y="29495"/>
                    <a:pt x="58795" y="33866"/>
                    <a:pt x="88027" y="33678"/>
                  </a:cubicBezTo>
                  <a:lnTo>
                    <a:pt x="88027" y="33678"/>
                  </a:lnTo>
                  <a:cubicBezTo>
                    <a:pt x="88885" y="28820"/>
                    <a:pt x="92123" y="12437"/>
                    <a:pt x="92409" y="10913"/>
                  </a:cubicBezTo>
                  <a:lnTo>
                    <a:pt x="92409" y="10913"/>
                  </a:lnTo>
                  <a:cubicBezTo>
                    <a:pt x="92980" y="7865"/>
                    <a:pt x="94504" y="-136"/>
                    <a:pt x="101934" y="-136"/>
                  </a:cubicBezTo>
                  <a:lnTo>
                    <a:pt x="101934" y="-136"/>
                  </a:lnTo>
                  <a:cubicBezTo>
                    <a:pt x="109173" y="-136"/>
                    <a:pt x="110792" y="7865"/>
                    <a:pt x="111459" y="10913"/>
                  </a:cubicBezTo>
                  <a:lnTo>
                    <a:pt x="111459" y="10913"/>
                  </a:lnTo>
                  <a:lnTo>
                    <a:pt x="115840" y="33678"/>
                  </a:lnTo>
                  <a:lnTo>
                    <a:pt x="115840" y="33678"/>
                  </a:lnTo>
                  <a:cubicBezTo>
                    <a:pt x="145072" y="33866"/>
                    <a:pt x="174155" y="29495"/>
                    <a:pt x="202041" y="20724"/>
                  </a:cubicBezTo>
                  <a:lnTo>
                    <a:pt x="204232" y="19962"/>
                  </a:lnTo>
                  <a:lnTo>
                    <a:pt x="204232" y="22343"/>
                  </a:lnTo>
                  <a:cubicBezTo>
                    <a:pt x="204204" y="30970"/>
                    <a:pt x="201249" y="39332"/>
                    <a:pt x="195850" y="46060"/>
                  </a:cubicBezTo>
                  <a:cubicBezTo>
                    <a:pt x="190396" y="52652"/>
                    <a:pt x="183047" y="57407"/>
                    <a:pt x="174800" y="59681"/>
                  </a:cubicBezTo>
                  <a:cubicBezTo>
                    <a:pt x="173962" y="66003"/>
                    <a:pt x="170887" y="71815"/>
                    <a:pt x="166132" y="76064"/>
                  </a:cubicBezTo>
                  <a:cubicBezTo>
                    <a:pt x="160623" y="80093"/>
                    <a:pt x="153899" y="82111"/>
                    <a:pt x="147082" y="81779"/>
                  </a:cubicBezTo>
                  <a:cubicBezTo>
                    <a:pt x="144172" y="87012"/>
                    <a:pt x="139310" y="90882"/>
                    <a:pt x="133556" y="92542"/>
                  </a:cubicBezTo>
                  <a:cubicBezTo>
                    <a:pt x="131256" y="93322"/>
                    <a:pt x="128841" y="93708"/>
                    <a:pt x="126413" y="93685"/>
                  </a:cubicBezTo>
                  <a:cubicBezTo>
                    <a:pt x="124358" y="93675"/>
                    <a:pt x="122311" y="93419"/>
                    <a:pt x="120317" y="92923"/>
                  </a:cubicBezTo>
                  <a:close/>
                  <a:moveTo>
                    <a:pt x="82598" y="111783"/>
                  </a:moveTo>
                  <a:lnTo>
                    <a:pt x="121650" y="111783"/>
                  </a:lnTo>
                  <a:lnTo>
                    <a:pt x="115745" y="87685"/>
                  </a:lnTo>
                  <a:lnTo>
                    <a:pt x="118888" y="88923"/>
                  </a:lnTo>
                  <a:cubicBezTo>
                    <a:pt x="121367" y="89926"/>
                    <a:pt x="124025" y="90413"/>
                    <a:pt x="126699" y="90352"/>
                  </a:cubicBezTo>
                  <a:cubicBezTo>
                    <a:pt x="128770" y="90383"/>
                    <a:pt x="130832" y="90061"/>
                    <a:pt x="132795" y="89399"/>
                  </a:cubicBezTo>
                  <a:cubicBezTo>
                    <a:pt x="137952" y="88044"/>
                    <a:pt x="142305" y="84589"/>
                    <a:pt x="144797" y="79874"/>
                  </a:cubicBezTo>
                  <a:lnTo>
                    <a:pt x="144796" y="78636"/>
                  </a:lnTo>
                  <a:lnTo>
                    <a:pt x="146035" y="78636"/>
                  </a:lnTo>
                  <a:lnTo>
                    <a:pt x="148225" y="78636"/>
                  </a:lnTo>
                  <a:cubicBezTo>
                    <a:pt x="153911" y="78761"/>
                    <a:pt x="159476" y="76985"/>
                    <a:pt x="164037" y="73588"/>
                  </a:cubicBezTo>
                  <a:cubicBezTo>
                    <a:pt x="168293" y="69603"/>
                    <a:pt x="170993" y="64235"/>
                    <a:pt x="171656" y="58443"/>
                  </a:cubicBezTo>
                  <a:lnTo>
                    <a:pt x="171656" y="57109"/>
                  </a:lnTo>
                  <a:lnTo>
                    <a:pt x="172895" y="57109"/>
                  </a:lnTo>
                  <a:cubicBezTo>
                    <a:pt x="180824" y="55130"/>
                    <a:pt x="187925" y="50697"/>
                    <a:pt x="193183" y="44441"/>
                  </a:cubicBezTo>
                  <a:cubicBezTo>
                    <a:pt x="197597" y="39011"/>
                    <a:pt x="200255" y="32367"/>
                    <a:pt x="200803" y="25391"/>
                  </a:cubicBezTo>
                  <a:cubicBezTo>
                    <a:pt x="173257" y="33728"/>
                    <a:pt x="144620" y="37901"/>
                    <a:pt x="115840" y="37773"/>
                  </a:cubicBezTo>
                  <a:lnTo>
                    <a:pt x="112887" y="37773"/>
                  </a:lnTo>
                  <a:lnTo>
                    <a:pt x="112887" y="36440"/>
                  </a:lnTo>
                  <a:cubicBezTo>
                    <a:pt x="112887" y="36440"/>
                    <a:pt x="108601" y="14056"/>
                    <a:pt x="108220" y="12247"/>
                  </a:cubicBezTo>
                  <a:lnTo>
                    <a:pt x="108220" y="12247"/>
                  </a:lnTo>
                  <a:cubicBezTo>
                    <a:pt x="107458" y="8056"/>
                    <a:pt x="106029" y="3865"/>
                    <a:pt x="102124" y="3865"/>
                  </a:cubicBezTo>
                  <a:lnTo>
                    <a:pt x="102124" y="3865"/>
                  </a:lnTo>
                  <a:cubicBezTo>
                    <a:pt x="98219" y="3865"/>
                    <a:pt x="96790" y="8056"/>
                    <a:pt x="96028" y="12151"/>
                  </a:cubicBezTo>
                  <a:lnTo>
                    <a:pt x="96028" y="12627"/>
                  </a:lnTo>
                  <a:cubicBezTo>
                    <a:pt x="96028" y="14437"/>
                    <a:pt x="91361" y="36821"/>
                    <a:pt x="91361" y="36821"/>
                  </a:cubicBezTo>
                  <a:lnTo>
                    <a:pt x="91361" y="38155"/>
                  </a:lnTo>
                  <a:lnTo>
                    <a:pt x="88408" y="38155"/>
                  </a:lnTo>
                  <a:cubicBezTo>
                    <a:pt x="59628" y="38292"/>
                    <a:pt x="30989" y="34118"/>
                    <a:pt x="3445" y="25772"/>
                  </a:cubicBezTo>
                  <a:cubicBezTo>
                    <a:pt x="3995" y="32731"/>
                    <a:pt x="6616" y="39366"/>
                    <a:pt x="10970" y="44822"/>
                  </a:cubicBezTo>
                  <a:cubicBezTo>
                    <a:pt x="16258" y="51090"/>
                    <a:pt x="23392" y="55524"/>
                    <a:pt x="31353" y="57490"/>
                  </a:cubicBezTo>
                  <a:lnTo>
                    <a:pt x="32592" y="57490"/>
                  </a:lnTo>
                  <a:lnTo>
                    <a:pt x="32592" y="58728"/>
                  </a:lnTo>
                  <a:cubicBezTo>
                    <a:pt x="33183" y="64569"/>
                    <a:pt x="35894" y="69991"/>
                    <a:pt x="40212" y="73969"/>
                  </a:cubicBezTo>
                  <a:cubicBezTo>
                    <a:pt x="44769" y="77372"/>
                    <a:pt x="50336" y="79150"/>
                    <a:pt x="56023" y="79017"/>
                  </a:cubicBezTo>
                  <a:lnTo>
                    <a:pt x="58119" y="79017"/>
                  </a:lnTo>
                  <a:lnTo>
                    <a:pt x="59452" y="79017"/>
                  </a:lnTo>
                  <a:lnTo>
                    <a:pt x="59928" y="80255"/>
                  </a:lnTo>
                  <a:cubicBezTo>
                    <a:pt x="62398" y="84949"/>
                    <a:pt x="66713" y="88401"/>
                    <a:pt x="71835" y="89780"/>
                  </a:cubicBezTo>
                  <a:cubicBezTo>
                    <a:pt x="73832" y="90437"/>
                    <a:pt x="75924" y="90759"/>
                    <a:pt x="78026" y="90733"/>
                  </a:cubicBezTo>
                  <a:cubicBezTo>
                    <a:pt x="80698" y="90781"/>
                    <a:pt x="83354" y="90295"/>
                    <a:pt x="85836" y="89304"/>
                  </a:cubicBezTo>
                  <a:lnTo>
                    <a:pt x="88980" y="88065"/>
                  </a:lnTo>
                  <a:close/>
                </a:path>
              </a:pathLst>
            </a:custGeom>
            <a:solidFill>
              <a:srgbClr val="005C30"/>
            </a:solidFill>
            <a:ln w="9525" cap="flat">
              <a:noFill/>
              <a:prstDash val="solid"/>
              <a:miter/>
            </a:ln>
          </p:spPr>
          <p:txBody>
            <a:bodyPr rtlCol="0" anchor="ctr"/>
            <a:lstStyle/>
            <a:p>
              <a:endParaRPr lang="zh-CN" altLang="en-US"/>
            </a:p>
          </p:txBody>
        </p:sp>
        <p:sp>
          <p:nvSpPr>
            <p:cNvPr id="185" name="任意多边形: 形状 184"/>
            <p:cNvSpPr/>
            <p:nvPr/>
          </p:nvSpPr>
          <p:spPr>
            <a:xfrm>
              <a:off x="10053646" y="329728"/>
              <a:ext cx="46706" cy="28229"/>
            </a:xfrm>
            <a:custGeom>
              <a:avLst/>
              <a:gdLst>
                <a:gd name="connsiteX0" fmla="*/ 1495 w 58256"/>
                <a:gd name="connsiteY0" fmla="*/ 31984 h 35210"/>
                <a:gd name="connsiteX1" fmla="*/ 6829 w 58256"/>
                <a:gd name="connsiteY1" fmla="*/ 30841 h 35210"/>
                <a:gd name="connsiteX2" fmla="*/ 54454 w 58256"/>
                <a:gd name="connsiteY2" fmla="*/ 3409 h 35210"/>
                <a:gd name="connsiteX3" fmla="*/ 56930 w 58256"/>
                <a:gd name="connsiteY3" fmla="*/ 456 h 35210"/>
                <a:gd name="connsiteX4" fmla="*/ 55025 w 58256"/>
                <a:gd name="connsiteY4" fmla="*/ 6457 h 35210"/>
                <a:gd name="connsiteX5" fmla="*/ 1781 w 58256"/>
                <a:gd name="connsiteY5" fmla="*/ 35032 h 35210"/>
                <a:gd name="connsiteX6" fmla="*/ 1781 w 58256"/>
                <a:gd name="connsiteY6" fmla="*/ 31508 h 35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56" h="35210">
                  <a:moveTo>
                    <a:pt x="1495" y="31984"/>
                  </a:moveTo>
                  <a:lnTo>
                    <a:pt x="6829" y="30841"/>
                  </a:lnTo>
                  <a:cubicBezTo>
                    <a:pt x="24822" y="26001"/>
                    <a:pt x="41239" y="16545"/>
                    <a:pt x="54454" y="3409"/>
                  </a:cubicBezTo>
                  <a:cubicBezTo>
                    <a:pt x="55339" y="2476"/>
                    <a:pt x="56166" y="1490"/>
                    <a:pt x="56930" y="456"/>
                  </a:cubicBezTo>
                  <a:cubicBezTo>
                    <a:pt x="58073" y="-1544"/>
                    <a:pt x="58931" y="1790"/>
                    <a:pt x="55025" y="6457"/>
                  </a:cubicBezTo>
                  <a:cubicBezTo>
                    <a:pt x="40625" y="21214"/>
                    <a:pt x="22038" y="31189"/>
                    <a:pt x="1781" y="35032"/>
                  </a:cubicBezTo>
                  <a:cubicBezTo>
                    <a:pt x="-886" y="35508"/>
                    <a:pt x="-1268" y="31889"/>
                    <a:pt x="1781" y="31508"/>
                  </a:cubicBezTo>
                </a:path>
              </a:pathLst>
            </a:custGeom>
            <a:solidFill>
              <a:srgbClr val="FFFFFF"/>
            </a:solidFill>
            <a:ln w="9525" cap="flat">
              <a:noFill/>
              <a:prstDash val="solid"/>
              <a:miter/>
            </a:ln>
          </p:spPr>
          <p:txBody>
            <a:bodyPr rtlCol="0" anchor="ctr"/>
            <a:lstStyle/>
            <a:p>
              <a:endParaRPr lang="zh-CN" altLang="en-US"/>
            </a:p>
          </p:txBody>
        </p:sp>
        <p:sp>
          <p:nvSpPr>
            <p:cNvPr id="186" name="任意多边形: 形状 185"/>
            <p:cNvSpPr/>
            <p:nvPr/>
          </p:nvSpPr>
          <p:spPr>
            <a:xfrm>
              <a:off x="10067587" y="332265"/>
              <a:ext cx="7099" cy="18709"/>
            </a:xfrm>
            <a:custGeom>
              <a:avLst/>
              <a:gdLst>
                <a:gd name="connsiteX0" fmla="*/ 2490 w 8855"/>
                <a:gd name="connsiteY0" fmla="*/ 23200 h 23336"/>
                <a:gd name="connsiteX1" fmla="*/ -272 w 8855"/>
                <a:gd name="connsiteY1" fmla="*/ 11294 h 23336"/>
                <a:gd name="connsiteX2" fmla="*/ 6395 w 8855"/>
                <a:gd name="connsiteY2" fmla="*/ -136 h 23336"/>
                <a:gd name="connsiteX3" fmla="*/ 8491 w 8855"/>
                <a:gd name="connsiteY3" fmla="*/ 12627 h 23336"/>
                <a:gd name="connsiteX4" fmla="*/ 2490 w 8855"/>
                <a:gd name="connsiteY4" fmla="*/ 23200 h 23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5" h="23336">
                  <a:moveTo>
                    <a:pt x="2490" y="23200"/>
                  </a:moveTo>
                  <a:cubicBezTo>
                    <a:pt x="287" y="19643"/>
                    <a:pt x="-684" y="15458"/>
                    <a:pt x="-272" y="11294"/>
                  </a:cubicBezTo>
                  <a:cubicBezTo>
                    <a:pt x="775" y="6910"/>
                    <a:pt x="3094" y="2933"/>
                    <a:pt x="6395" y="-136"/>
                  </a:cubicBezTo>
                  <a:cubicBezTo>
                    <a:pt x="7599" y="4020"/>
                    <a:pt x="8302" y="8305"/>
                    <a:pt x="8491" y="12627"/>
                  </a:cubicBezTo>
                  <a:cubicBezTo>
                    <a:pt x="8491" y="18057"/>
                    <a:pt x="2490" y="23200"/>
                    <a:pt x="2490" y="23200"/>
                  </a:cubicBezTo>
                </a:path>
              </a:pathLst>
            </a:custGeom>
            <a:solidFill>
              <a:srgbClr val="FFFFFF"/>
            </a:solidFill>
            <a:ln w="9525" cap="flat">
              <a:noFill/>
              <a:prstDash val="solid"/>
              <a:miter/>
            </a:ln>
          </p:spPr>
          <p:txBody>
            <a:bodyPr rtlCol="0" anchor="ctr"/>
            <a:lstStyle/>
            <a:p>
              <a:endParaRPr lang="zh-CN" altLang="en-US"/>
            </a:p>
          </p:txBody>
        </p:sp>
        <p:sp>
          <p:nvSpPr>
            <p:cNvPr id="187" name="任意多边形: 形状 186"/>
            <p:cNvSpPr/>
            <p:nvPr/>
          </p:nvSpPr>
          <p:spPr>
            <a:xfrm>
              <a:off x="10079065" y="326232"/>
              <a:ext cx="6694" cy="18939"/>
            </a:xfrm>
            <a:custGeom>
              <a:avLst/>
              <a:gdLst>
                <a:gd name="connsiteX0" fmla="*/ 2556 w 8350"/>
                <a:gd name="connsiteY0" fmla="*/ 23486 h 23622"/>
                <a:gd name="connsiteX1" fmla="*/ -301 w 8350"/>
                <a:gd name="connsiteY1" fmla="*/ 11485 h 23622"/>
                <a:gd name="connsiteX2" fmla="*/ 5795 w 8350"/>
                <a:gd name="connsiteY2" fmla="*/ -136 h 23622"/>
                <a:gd name="connsiteX3" fmla="*/ 7986 w 8350"/>
                <a:gd name="connsiteY3" fmla="*/ 12723 h 23622"/>
                <a:gd name="connsiteX4" fmla="*/ 2556 w 8350"/>
                <a:gd name="connsiteY4" fmla="*/ 23486 h 236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0" h="23622">
                  <a:moveTo>
                    <a:pt x="2556" y="23486"/>
                  </a:moveTo>
                  <a:cubicBezTo>
                    <a:pt x="363" y="19887"/>
                    <a:pt x="-637" y="15686"/>
                    <a:pt x="-301" y="11485"/>
                  </a:cubicBezTo>
                  <a:cubicBezTo>
                    <a:pt x="582" y="7110"/>
                    <a:pt x="2697" y="3078"/>
                    <a:pt x="5795" y="-136"/>
                  </a:cubicBezTo>
                  <a:cubicBezTo>
                    <a:pt x="7013" y="4053"/>
                    <a:pt x="7748" y="8367"/>
                    <a:pt x="7986" y="12723"/>
                  </a:cubicBezTo>
                  <a:cubicBezTo>
                    <a:pt x="7539" y="16849"/>
                    <a:pt x="5609" y="20674"/>
                    <a:pt x="2556" y="23486"/>
                  </a:cubicBezTo>
                </a:path>
              </a:pathLst>
            </a:custGeom>
            <a:solidFill>
              <a:srgbClr val="FFFFFF"/>
            </a:solidFill>
            <a:ln w="9525" cap="flat">
              <a:noFill/>
              <a:prstDash val="solid"/>
              <a:miter/>
            </a:ln>
          </p:spPr>
          <p:txBody>
            <a:bodyPr rtlCol="0" anchor="ctr"/>
            <a:lstStyle/>
            <a:p>
              <a:endParaRPr lang="zh-CN" altLang="en-US"/>
            </a:p>
          </p:txBody>
        </p:sp>
        <p:sp>
          <p:nvSpPr>
            <p:cNvPr id="188" name="任意多边形: 形状 187"/>
            <p:cNvSpPr/>
            <p:nvPr/>
          </p:nvSpPr>
          <p:spPr>
            <a:xfrm>
              <a:off x="10070945" y="352629"/>
              <a:ext cx="17182" cy="7817"/>
            </a:xfrm>
            <a:custGeom>
              <a:avLst/>
              <a:gdLst>
                <a:gd name="connsiteX0" fmla="*/ -365 w 21431"/>
                <a:gd name="connsiteY0" fmla="*/ 944 h 9750"/>
                <a:gd name="connsiteX1" fmla="*/ 10494 w 21431"/>
                <a:gd name="connsiteY1" fmla="*/ 944 h 9750"/>
                <a:gd name="connsiteX2" fmla="*/ 21066 w 21431"/>
                <a:gd name="connsiteY2" fmla="*/ 8564 h 9750"/>
                <a:gd name="connsiteX3" fmla="*/ 8589 w 21431"/>
                <a:gd name="connsiteY3" fmla="*/ 8564 h 9750"/>
                <a:gd name="connsiteX4" fmla="*/ -365 w 21431"/>
                <a:gd name="connsiteY4" fmla="*/ 372 h 9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31" h="9750">
                  <a:moveTo>
                    <a:pt x="-365" y="944"/>
                  </a:moveTo>
                  <a:cubicBezTo>
                    <a:pt x="3112" y="-496"/>
                    <a:pt x="7017" y="-496"/>
                    <a:pt x="10494" y="944"/>
                  </a:cubicBezTo>
                  <a:cubicBezTo>
                    <a:pt x="14429" y="2858"/>
                    <a:pt x="18006" y="5435"/>
                    <a:pt x="21066" y="8564"/>
                  </a:cubicBezTo>
                  <a:cubicBezTo>
                    <a:pt x="17025" y="9964"/>
                    <a:pt x="12630" y="9964"/>
                    <a:pt x="8589" y="8564"/>
                  </a:cubicBezTo>
                  <a:cubicBezTo>
                    <a:pt x="4470" y="7414"/>
                    <a:pt x="1145" y="4372"/>
                    <a:pt x="-365" y="372"/>
                  </a:cubicBezTo>
                </a:path>
              </a:pathLst>
            </a:custGeom>
            <a:solidFill>
              <a:srgbClr val="FFFFFF"/>
            </a:solidFill>
            <a:ln w="9525" cap="flat">
              <a:noFill/>
              <a:prstDash val="solid"/>
              <a:miter/>
            </a:ln>
          </p:spPr>
          <p:txBody>
            <a:bodyPr rtlCol="0" anchor="ctr"/>
            <a:lstStyle/>
            <a:p>
              <a:endParaRPr lang="zh-CN" altLang="en-US"/>
            </a:p>
          </p:txBody>
        </p:sp>
        <p:sp>
          <p:nvSpPr>
            <p:cNvPr id="189" name="任意多边形: 形状 188"/>
            <p:cNvSpPr/>
            <p:nvPr/>
          </p:nvSpPr>
          <p:spPr>
            <a:xfrm>
              <a:off x="10088984" y="320352"/>
              <a:ext cx="6169" cy="18251"/>
            </a:xfrm>
            <a:custGeom>
              <a:avLst/>
              <a:gdLst>
                <a:gd name="connsiteX0" fmla="*/ 2376 w 7694"/>
                <a:gd name="connsiteY0" fmla="*/ 22629 h 22764"/>
                <a:gd name="connsiteX1" fmla="*/ -291 w 7694"/>
                <a:gd name="connsiteY1" fmla="*/ 11103 h 22764"/>
                <a:gd name="connsiteX2" fmla="*/ 5329 w 7694"/>
                <a:gd name="connsiteY2" fmla="*/ -136 h 22764"/>
                <a:gd name="connsiteX3" fmla="*/ 7329 w 7694"/>
                <a:gd name="connsiteY3" fmla="*/ 12247 h 22764"/>
                <a:gd name="connsiteX4" fmla="*/ 2376 w 7694"/>
                <a:gd name="connsiteY4" fmla="*/ 22629 h 227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94" h="22764">
                  <a:moveTo>
                    <a:pt x="2376" y="22629"/>
                  </a:moveTo>
                  <a:cubicBezTo>
                    <a:pt x="287" y="19167"/>
                    <a:pt x="-647" y="15131"/>
                    <a:pt x="-291" y="11103"/>
                  </a:cubicBezTo>
                  <a:cubicBezTo>
                    <a:pt x="481" y="6901"/>
                    <a:pt x="2430" y="3003"/>
                    <a:pt x="5329" y="-136"/>
                  </a:cubicBezTo>
                  <a:cubicBezTo>
                    <a:pt x="6474" y="3900"/>
                    <a:pt x="7145" y="8055"/>
                    <a:pt x="7329" y="12247"/>
                  </a:cubicBezTo>
                  <a:cubicBezTo>
                    <a:pt x="6971" y="16188"/>
                    <a:pt x="5214" y="19870"/>
                    <a:pt x="2376" y="22629"/>
                  </a:cubicBezTo>
                </a:path>
              </a:pathLst>
            </a:custGeom>
            <a:solidFill>
              <a:srgbClr val="FFFFFF"/>
            </a:solidFill>
            <a:ln w="9525" cap="flat">
              <a:noFill/>
              <a:prstDash val="solid"/>
              <a:miter/>
            </a:ln>
          </p:spPr>
          <p:txBody>
            <a:bodyPr rtlCol="0" anchor="ctr"/>
            <a:lstStyle/>
            <a:p>
              <a:endParaRPr lang="zh-CN" altLang="en-US"/>
            </a:p>
          </p:txBody>
        </p:sp>
        <p:sp>
          <p:nvSpPr>
            <p:cNvPr id="190" name="任意多边形: 形状 189"/>
            <p:cNvSpPr/>
            <p:nvPr/>
          </p:nvSpPr>
          <p:spPr>
            <a:xfrm>
              <a:off x="10098974" y="316305"/>
              <a:ext cx="8091" cy="15578"/>
            </a:xfrm>
            <a:custGeom>
              <a:avLst/>
              <a:gdLst>
                <a:gd name="connsiteX0" fmla="*/ 202 w 10092"/>
                <a:gd name="connsiteY0" fmla="*/ 19295 h 19431"/>
                <a:gd name="connsiteX1" fmla="*/ 7632 w 10092"/>
                <a:gd name="connsiteY1" fmla="*/ 12247 h 19431"/>
                <a:gd name="connsiteX2" fmla="*/ 9727 w 10092"/>
                <a:gd name="connsiteY2" fmla="*/ -136 h 19431"/>
                <a:gd name="connsiteX3" fmla="*/ 1440 w 10092"/>
                <a:gd name="connsiteY3" fmla="*/ 8056 h 19431"/>
                <a:gd name="connsiteX4" fmla="*/ 202 w 10092"/>
                <a:gd name="connsiteY4" fmla="*/ 19295 h 19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2" h="19431">
                  <a:moveTo>
                    <a:pt x="202" y="19295"/>
                  </a:moveTo>
                  <a:cubicBezTo>
                    <a:pt x="3765" y="18451"/>
                    <a:pt x="6601" y="15760"/>
                    <a:pt x="7632" y="12247"/>
                  </a:cubicBezTo>
                  <a:cubicBezTo>
                    <a:pt x="8954" y="8249"/>
                    <a:pt x="9660" y="4074"/>
                    <a:pt x="9727" y="-136"/>
                  </a:cubicBezTo>
                  <a:cubicBezTo>
                    <a:pt x="6177" y="1662"/>
                    <a:pt x="3279" y="4527"/>
                    <a:pt x="1440" y="8056"/>
                  </a:cubicBezTo>
                  <a:cubicBezTo>
                    <a:pt x="-418" y="11499"/>
                    <a:pt x="-862" y="15530"/>
                    <a:pt x="202" y="19295"/>
                  </a:cubicBezTo>
                </a:path>
              </a:pathLst>
            </a:custGeom>
            <a:solidFill>
              <a:srgbClr val="FFFFFF"/>
            </a:solidFill>
            <a:ln w="9525" cap="flat">
              <a:noFill/>
              <a:prstDash val="solid"/>
              <a:miter/>
            </a:ln>
          </p:spPr>
          <p:txBody>
            <a:bodyPr rtlCol="0" anchor="ctr"/>
            <a:lstStyle/>
            <a:p>
              <a:endParaRPr lang="zh-CN" altLang="en-US"/>
            </a:p>
          </p:txBody>
        </p:sp>
        <p:sp>
          <p:nvSpPr>
            <p:cNvPr id="191" name="任意多边形: 形状 190"/>
            <p:cNvSpPr/>
            <p:nvPr/>
          </p:nvSpPr>
          <p:spPr>
            <a:xfrm>
              <a:off x="10082400" y="346733"/>
              <a:ext cx="18022" cy="6864"/>
            </a:xfrm>
            <a:custGeom>
              <a:avLst/>
              <a:gdLst>
                <a:gd name="connsiteX0" fmla="*/ -365 w 22479"/>
                <a:gd name="connsiteY0" fmla="*/ 1249 h 8561"/>
                <a:gd name="connsiteX1" fmla="*/ 11256 w 22479"/>
                <a:gd name="connsiteY1" fmla="*/ 487 h 8561"/>
                <a:gd name="connsiteX2" fmla="*/ 22114 w 22479"/>
                <a:gd name="connsiteY2" fmla="*/ 7536 h 8561"/>
                <a:gd name="connsiteX3" fmla="*/ 9255 w 22479"/>
                <a:gd name="connsiteY3" fmla="*/ 8203 h 8561"/>
                <a:gd name="connsiteX4" fmla="*/ -270 w 22479"/>
                <a:gd name="connsiteY4" fmla="*/ 1249 h 8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79" h="8561">
                  <a:moveTo>
                    <a:pt x="-365" y="1249"/>
                  </a:moveTo>
                  <a:cubicBezTo>
                    <a:pt x="3317" y="-285"/>
                    <a:pt x="7405" y="-553"/>
                    <a:pt x="11256" y="487"/>
                  </a:cubicBezTo>
                  <a:cubicBezTo>
                    <a:pt x="15397" y="1913"/>
                    <a:pt x="19126" y="4333"/>
                    <a:pt x="22114" y="7536"/>
                  </a:cubicBezTo>
                  <a:cubicBezTo>
                    <a:pt x="17889" y="8424"/>
                    <a:pt x="13550" y="8649"/>
                    <a:pt x="9255" y="8203"/>
                  </a:cubicBezTo>
                  <a:cubicBezTo>
                    <a:pt x="5339" y="7123"/>
                    <a:pt x="1952" y="4650"/>
                    <a:pt x="-270" y="1249"/>
                  </a:cubicBezTo>
                </a:path>
              </a:pathLst>
            </a:custGeom>
            <a:solidFill>
              <a:srgbClr val="FFFFFF"/>
            </a:solidFill>
            <a:ln w="9525" cap="flat">
              <a:noFill/>
              <a:prstDash val="solid"/>
              <a:miter/>
            </a:ln>
          </p:spPr>
          <p:txBody>
            <a:bodyPr rtlCol="0" anchor="ctr"/>
            <a:lstStyle/>
            <a:p>
              <a:endParaRPr lang="zh-CN" altLang="en-US"/>
            </a:p>
          </p:txBody>
        </p:sp>
        <p:sp>
          <p:nvSpPr>
            <p:cNvPr id="192" name="任意多边形: 形状 191"/>
            <p:cNvSpPr/>
            <p:nvPr/>
          </p:nvSpPr>
          <p:spPr>
            <a:xfrm>
              <a:off x="10092785" y="337304"/>
              <a:ext cx="17410" cy="6039"/>
            </a:xfrm>
            <a:custGeom>
              <a:avLst/>
              <a:gdLst>
                <a:gd name="connsiteX0" fmla="*/ -365 w 21716"/>
                <a:gd name="connsiteY0" fmla="*/ 3769 h 7532"/>
                <a:gd name="connsiteX1" fmla="*/ 10303 w 21716"/>
                <a:gd name="connsiteY1" fmla="*/ -136 h 7532"/>
                <a:gd name="connsiteX2" fmla="*/ 21352 w 21716"/>
                <a:gd name="connsiteY2" fmla="*/ 1388 h 7532"/>
                <a:gd name="connsiteX3" fmla="*/ 10874 w 21716"/>
                <a:gd name="connsiteY3" fmla="*/ 7389 h 7532"/>
                <a:gd name="connsiteX4" fmla="*/ -365 w 21716"/>
                <a:gd name="connsiteY4" fmla="*/ 3769 h 7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16" h="7532">
                  <a:moveTo>
                    <a:pt x="-365" y="3769"/>
                  </a:moveTo>
                  <a:cubicBezTo>
                    <a:pt x="2620" y="1251"/>
                    <a:pt x="6398" y="-132"/>
                    <a:pt x="10303" y="-136"/>
                  </a:cubicBezTo>
                  <a:cubicBezTo>
                    <a:pt x="14022" y="63"/>
                    <a:pt x="17718" y="572"/>
                    <a:pt x="21352" y="1388"/>
                  </a:cubicBezTo>
                  <a:cubicBezTo>
                    <a:pt x="18542" y="4396"/>
                    <a:pt x="14891" y="6487"/>
                    <a:pt x="10874" y="7389"/>
                  </a:cubicBezTo>
                  <a:cubicBezTo>
                    <a:pt x="6823" y="7511"/>
                    <a:pt x="2854" y="6233"/>
                    <a:pt x="-365" y="3769"/>
                  </a:cubicBezTo>
                </a:path>
              </a:pathLst>
            </a:custGeom>
            <a:solidFill>
              <a:srgbClr val="FFFFFF"/>
            </a:solidFill>
            <a:ln w="9525" cap="flat">
              <a:noFill/>
              <a:prstDash val="solid"/>
              <a:miter/>
            </a:ln>
          </p:spPr>
          <p:txBody>
            <a:bodyPr rtlCol="0" anchor="ctr"/>
            <a:lstStyle/>
            <a:p>
              <a:endParaRPr lang="zh-CN" altLang="en-US"/>
            </a:p>
          </p:txBody>
        </p:sp>
        <p:sp>
          <p:nvSpPr>
            <p:cNvPr id="193" name="任意多边形: 形状 192"/>
            <p:cNvSpPr/>
            <p:nvPr/>
          </p:nvSpPr>
          <p:spPr>
            <a:xfrm>
              <a:off x="9858222" y="456052"/>
              <a:ext cx="21586" cy="16134"/>
            </a:xfrm>
            <a:custGeom>
              <a:avLst/>
              <a:gdLst>
                <a:gd name="connsiteX0" fmla="*/ 26553 w 26924"/>
                <a:gd name="connsiteY0" fmla="*/ -136 h 20124"/>
                <a:gd name="connsiteX1" fmla="*/ 26553 w 26924"/>
                <a:gd name="connsiteY1" fmla="*/ 2340 h 20124"/>
                <a:gd name="connsiteX2" fmla="*/ 26553 w 26924"/>
                <a:gd name="connsiteY2" fmla="*/ 11865 h 20124"/>
                <a:gd name="connsiteX3" fmla="*/ 24648 w 26924"/>
                <a:gd name="connsiteY3" fmla="*/ 17390 h 20124"/>
                <a:gd name="connsiteX4" fmla="*/ 19599 w 26924"/>
                <a:gd name="connsiteY4" fmla="*/ 19390 h 20124"/>
                <a:gd name="connsiteX5" fmla="*/ 14551 w 26924"/>
                <a:gd name="connsiteY5" fmla="*/ 17009 h 20124"/>
                <a:gd name="connsiteX6" fmla="*/ 14075 w 26924"/>
                <a:gd name="connsiteY6" fmla="*/ 16152 h 20124"/>
                <a:gd name="connsiteX7" fmla="*/ 13122 w 26924"/>
                <a:gd name="connsiteY7" fmla="*/ 17676 h 20124"/>
                <a:gd name="connsiteX8" fmla="*/ 7979 w 26924"/>
                <a:gd name="connsiteY8" fmla="*/ 19962 h 20124"/>
                <a:gd name="connsiteX9" fmla="*/ 1692 w 26924"/>
                <a:gd name="connsiteY9" fmla="*/ 17581 h 20124"/>
                <a:gd name="connsiteX10" fmla="*/ -308 w 26924"/>
                <a:gd name="connsiteY10" fmla="*/ 10627 h 20124"/>
                <a:gd name="connsiteX11" fmla="*/ -308 w 26924"/>
                <a:gd name="connsiteY11" fmla="*/ 1864 h 20124"/>
                <a:gd name="connsiteX12" fmla="*/ -308 w 26924"/>
                <a:gd name="connsiteY12" fmla="*/ -136 h 20124"/>
                <a:gd name="connsiteX13" fmla="*/ 4264 w 26924"/>
                <a:gd name="connsiteY13" fmla="*/ 4436 h 20124"/>
                <a:gd name="connsiteX14" fmla="*/ 4264 w 26924"/>
                <a:gd name="connsiteY14" fmla="*/ 10723 h 20124"/>
                <a:gd name="connsiteX15" fmla="*/ 5121 w 26924"/>
                <a:gd name="connsiteY15" fmla="*/ 13771 h 20124"/>
                <a:gd name="connsiteX16" fmla="*/ 7979 w 26924"/>
                <a:gd name="connsiteY16" fmla="*/ 14818 h 20124"/>
                <a:gd name="connsiteX17" fmla="*/ 10550 w 26924"/>
                <a:gd name="connsiteY17" fmla="*/ 13866 h 20124"/>
                <a:gd name="connsiteX18" fmla="*/ 11408 w 26924"/>
                <a:gd name="connsiteY18" fmla="*/ 10723 h 20124"/>
                <a:gd name="connsiteX19" fmla="*/ 11408 w 26924"/>
                <a:gd name="connsiteY19" fmla="*/ 4531 h 20124"/>
                <a:gd name="connsiteX20" fmla="*/ 15980 w 26924"/>
                <a:gd name="connsiteY20" fmla="*/ 4436 h 20124"/>
                <a:gd name="connsiteX21" fmla="*/ 15980 w 26924"/>
                <a:gd name="connsiteY21" fmla="*/ 10342 h 20124"/>
                <a:gd name="connsiteX22" fmla="*/ 16647 w 26924"/>
                <a:gd name="connsiteY22" fmla="*/ 13294 h 20124"/>
                <a:gd name="connsiteX23" fmla="*/ 19028 w 26924"/>
                <a:gd name="connsiteY23" fmla="*/ 14247 h 20124"/>
                <a:gd name="connsiteX24" fmla="*/ 21124 w 26924"/>
                <a:gd name="connsiteY24" fmla="*/ 13294 h 20124"/>
                <a:gd name="connsiteX25" fmla="*/ 21886 w 26924"/>
                <a:gd name="connsiteY25" fmla="*/ 10246 h 20124"/>
                <a:gd name="connsiteX26" fmla="*/ 21886 w 26924"/>
                <a:gd name="connsiteY26" fmla="*/ 4531 h 2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6924" h="20124">
                  <a:moveTo>
                    <a:pt x="26553" y="-136"/>
                  </a:moveTo>
                  <a:lnTo>
                    <a:pt x="26553" y="2340"/>
                  </a:lnTo>
                  <a:lnTo>
                    <a:pt x="26553" y="11865"/>
                  </a:lnTo>
                  <a:cubicBezTo>
                    <a:pt x="26637" y="13881"/>
                    <a:pt x="25956" y="15854"/>
                    <a:pt x="24648" y="17390"/>
                  </a:cubicBezTo>
                  <a:cubicBezTo>
                    <a:pt x="23332" y="18753"/>
                    <a:pt x="21492" y="19482"/>
                    <a:pt x="19599" y="19390"/>
                  </a:cubicBezTo>
                  <a:cubicBezTo>
                    <a:pt x="17637" y="19428"/>
                    <a:pt x="15770" y="18547"/>
                    <a:pt x="14551" y="17009"/>
                  </a:cubicBezTo>
                  <a:cubicBezTo>
                    <a:pt x="14357" y="16744"/>
                    <a:pt x="14197" y="16456"/>
                    <a:pt x="14075" y="16152"/>
                  </a:cubicBezTo>
                  <a:cubicBezTo>
                    <a:pt x="13837" y="16705"/>
                    <a:pt x="13516" y="17219"/>
                    <a:pt x="13122" y="17676"/>
                  </a:cubicBezTo>
                  <a:cubicBezTo>
                    <a:pt x="11928" y="19288"/>
                    <a:pt x="9976" y="20156"/>
                    <a:pt x="7979" y="19962"/>
                  </a:cubicBezTo>
                  <a:cubicBezTo>
                    <a:pt x="5641" y="20092"/>
                    <a:pt x="3357" y="19227"/>
                    <a:pt x="1692" y="17581"/>
                  </a:cubicBezTo>
                  <a:cubicBezTo>
                    <a:pt x="137" y="15616"/>
                    <a:pt x="-582" y="13118"/>
                    <a:pt x="-308" y="10627"/>
                  </a:cubicBezTo>
                  <a:lnTo>
                    <a:pt x="-308" y="1864"/>
                  </a:lnTo>
                  <a:lnTo>
                    <a:pt x="-308" y="-136"/>
                  </a:lnTo>
                  <a:close/>
                  <a:moveTo>
                    <a:pt x="4264" y="4436"/>
                  </a:moveTo>
                  <a:lnTo>
                    <a:pt x="4264" y="10723"/>
                  </a:lnTo>
                  <a:cubicBezTo>
                    <a:pt x="4186" y="11807"/>
                    <a:pt x="4489" y="12885"/>
                    <a:pt x="5121" y="13771"/>
                  </a:cubicBezTo>
                  <a:cubicBezTo>
                    <a:pt x="5893" y="14492"/>
                    <a:pt x="6924" y="14870"/>
                    <a:pt x="7979" y="14818"/>
                  </a:cubicBezTo>
                  <a:cubicBezTo>
                    <a:pt x="8937" y="14911"/>
                    <a:pt x="9884" y="14560"/>
                    <a:pt x="10550" y="13866"/>
                  </a:cubicBezTo>
                  <a:cubicBezTo>
                    <a:pt x="11182" y="12945"/>
                    <a:pt x="11485" y="11837"/>
                    <a:pt x="11408" y="10723"/>
                  </a:cubicBezTo>
                  <a:lnTo>
                    <a:pt x="11408" y="4531"/>
                  </a:lnTo>
                  <a:close/>
                  <a:moveTo>
                    <a:pt x="15980" y="4436"/>
                  </a:moveTo>
                  <a:lnTo>
                    <a:pt x="15980" y="10342"/>
                  </a:lnTo>
                  <a:cubicBezTo>
                    <a:pt x="15844" y="11374"/>
                    <a:pt x="16081" y="12421"/>
                    <a:pt x="16647" y="13294"/>
                  </a:cubicBezTo>
                  <a:cubicBezTo>
                    <a:pt x="17246" y="13970"/>
                    <a:pt x="18128" y="14323"/>
                    <a:pt x="19028" y="14247"/>
                  </a:cubicBezTo>
                  <a:cubicBezTo>
                    <a:pt x="19844" y="14311"/>
                    <a:pt x="20635" y="13951"/>
                    <a:pt x="21124" y="13294"/>
                  </a:cubicBezTo>
                  <a:cubicBezTo>
                    <a:pt x="21636" y="12361"/>
                    <a:pt x="21898" y="11311"/>
                    <a:pt x="21886" y="10246"/>
                  </a:cubicBezTo>
                  <a:lnTo>
                    <a:pt x="21886" y="4531"/>
                  </a:lnTo>
                  <a:close/>
                </a:path>
              </a:pathLst>
            </a:custGeom>
            <a:solidFill>
              <a:srgbClr val="FFFFFF"/>
            </a:solidFill>
            <a:ln w="9525" cap="flat">
              <a:noFill/>
              <a:prstDash val="solid"/>
              <a:miter/>
            </a:ln>
          </p:spPr>
          <p:txBody>
            <a:bodyPr rtlCol="0" anchor="ctr"/>
            <a:lstStyle/>
            <a:p>
              <a:endParaRPr lang="zh-CN" altLang="en-US"/>
            </a:p>
          </p:txBody>
        </p:sp>
        <p:sp>
          <p:nvSpPr>
            <p:cNvPr id="194" name="任意多边形: 形状 193"/>
            <p:cNvSpPr/>
            <p:nvPr/>
          </p:nvSpPr>
          <p:spPr>
            <a:xfrm>
              <a:off x="9858573" y="478504"/>
              <a:ext cx="23214" cy="17564"/>
            </a:xfrm>
            <a:custGeom>
              <a:avLst/>
              <a:gdLst>
                <a:gd name="connsiteX0" fmla="*/ 0 w 28955"/>
                <a:gd name="connsiteY0" fmla="*/ 3334 h 21907"/>
                <a:gd name="connsiteX1" fmla="*/ 26670 w 28955"/>
                <a:gd name="connsiteY1" fmla="*/ 0 h 21907"/>
                <a:gd name="connsiteX2" fmla="*/ 28956 w 28955"/>
                <a:gd name="connsiteY2" fmla="*/ 18098 h 21907"/>
                <a:gd name="connsiteX3" fmla="*/ 26575 w 28955"/>
                <a:gd name="connsiteY3" fmla="*/ 18383 h 21907"/>
                <a:gd name="connsiteX4" fmla="*/ 24193 w 28955"/>
                <a:gd name="connsiteY4" fmla="*/ 18669 h 21907"/>
                <a:gd name="connsiteX5" fmla="*/ 22574 w 28955"/>
                <a:gd name="connsiteY5" fmla="*/ 5715 h 21907"/>
                <a:gd name="connsiteX6" fmla="*/ 16955 w 28955"/>
                <a:gd name="connsiteY6" fmla="*/ 6382 h 21907"/>
                <a:gd name="connsiteX7" fmla="*/ 18383 w 28955"/>
                <a:gd name="connsiteY7" fmla="*/ 18383 h 21907"/>
                <a:gd name="connsiteX8" fmla="*/ 16097 w 28955"/>
                <a:gd name="connsiteY8" fmla="*/ 18669 h 21907"/>
                <a:gd name="connsiteX9" fmla="*/ 13811 w 28955"/>
                <a:gd name="connsiteY9" fmla="*/ 18955 h 21907"/>
                <a:gd name="connsiteX10" fmla="*/ 12383 w 28955"/>
                <a:gd name="connsiteY10" fmla="*/ 6953 h 21907"/>
                <a:gd name="connsiteX11" fmla="*/ 5429 w 28955"/>
                <a:gd name="connsiteY11" fmla="*/ 7811 h 21907"/>
                <a:gd name="connsiteX12" fmla="*/ 7048 w 28955"/>
                <a:gd name="connsiteY12" fmla="*/ 21336 h 21907"/>
                <a:gd name="connsiteX13" fmla="*/ 4667 w 28955"/>
                <a:gd name="connsiteY13" fmla="*/ 21622 h 21907"/>
                <a:gd name="connsiteX14" fmla="*/ 2286 w 28955"/>
                <a:gd name="connsiteY14" fmla="*/ 21908 h 21907"/>
                <a:gd name="connsiteX15" fmla="*/ 0 w 28955"/>
                <a:gd name="connsiteY15" fmla="*/ 3334 h 21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955" h="21907">
                  <a:moveTo>
                    <a:pt x="0" y="3334"/>
                  </a:moveTo>
                  <a:lnTo>
                    <a:pt x="26670" y="0"/>
                  </a:lnTo>
                  <a:lnTo>
                    <a:pt x="28956" y="18098"/>
                  </a:lnTo>
                  <a:lnTo>
                    <a:pt x="26575" y="18383"/>
                  </a:lnTo>
                  <a:lnTo>
                    <a:pt x="24193" y="18669"/>
                  </a:lnTo>
                  <a:lnTo>
                    <a:pt x="22574" y="5715"/>
                  </a:lnTo>
                  <a:lnTo>
                    <a:pt x="16955" y="6382"/>
                  </a:lnTo>
                  <a:lnTo>
                    <a:pt x="18383" y="18383"/>
                  </a:lnTo>
                  <a:lnTo>
                    <a:pt x="16097" y="18669"/>
                  </a:lnTo>
                  <a:lnTo>
                    <a:pt x="13811" y="18955"/>
                  </a:lnTo>
                  <a:lnTo>
                    <a:pt x="12383" y="6953"/>
                  </a:lnTo>
                  <a:lnTo>
                    <a:pt x="5429" y="7811"/>
                  </a:lnTo>
                  <a:lnTo>
                    <a:pt x="7048" y="21336"/>
                  </a:lnTo>
                  <a:lnTo>
                    <a:pt x="4667" y="21622"/>
                  </a:lnTo>
                  <a:lnTo>
                    <a:pt x="2286" y="21908"/>
                  </a:lnTo>
                  <a:lnTo>
                    <a:pt x="0" y="3334"/>
                  </a:lnTo>
                  <a:close/>
                </a:path>
              </a:pathLst>
            </a:custGeom>
            <a:solidFill>
              <a:srgbClr val="FFFFFF"/>
            </a:solidFill>
            <a:ln w="9525" cap="flat">
              <a:noFill/>
              <a:prstDash val="solid"/>
              <a:miter/>
            </a:ln>
          </p:spPr>
          <p:txBody>
            <a:bodyPr rtlCol="0" anchor="ctr"/>
            <a:lstStyle/>
            <a:p>
              <a:endParaRPr lang="zh-CN" altLang="en-US"/>
            </a:p>
          </p:txBody>
        </p:sp>
        <p:sp>
          <p:nvSpPr>
            <p:cNvPr id="195" name="任意多边形: 形状 194"/>
            <p:cNvSpPr/>
            <p:nvPr/>
          </p:nvSpPr>
          <p:spPr>
            <a:xfrm>
              <a:off x="9861399" y="498893"/>
              <a:ext cx="21916" cy="8170"/>
            </a:xfrm>
            <a:custGeom>
              <a:avLst/>
              <a:gdLst>
                <a:gd name="connsiteX0" fmla="*/ 26384 w 27336"/>
                <a:gd name="connsiteY0" fmla="*/ 0 h 10191"/>
                <a:gd name="connsiteX1" fmla="*/ 26861 w 27336"/>
                <a:gd name="connsiteY1" fmla="*/ 2477 h 10191"/>
                <a:gd name="connsiteX2" fmla="*/ 27337 w 27336"/>
                <a:gd name="connsiteY2" fmla="*/ 5048 h 10191"/>
                <a:gd name="connsiteX3" fmla="*/ 953 w 27336"/>
                <a:gd name="connsiteY3" fmla="*/ 10192 h 10191"/>
                <a:gd name="connsiteX4" fmla="*/ 476 w 27336"/>
                <a:gd name="connsiteY4" fmla="*/ 7620 h 10191"/>
                <a:gd name="connsiteX5" fmla="*/ 0 w 27336"/>
                <a:gd name="connsiteY5" fmla="*/ 5048 h 10191"/>
                <a:gd name="connsiteX6" fmla="*/ 26384 w 27336"/>
                <a:gd name="connsiteY6" fmla="*/ 0 h 10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36" h="10191">
                  <a:moveTo>
                    <a:pt x="26384" y="0"/>
                  </a:moveTo>
                  <a:lnTo>
                    <a:pt x="26861" y="2477"/>
                  </a:lnTo>
                  <a:lnTo>
                    <a:pt x="27337" y="5048"/>
                  </a:lnTo>
                  <a:lnTo>
                    <a:pt x="953" y="10192"/>
                  </a:lnTo>
                  <a:lnTo>
                    <a:pt x="476" y="7620"/>
                  </a:lnTo>
                  <a:lnTo>
                    <a:pt x="0" y="5048"/>
                  </a:lnTo>
                  <a:lnTo>
                    <a:pt x="26384" y="0"/>
                  </a:lnTo>
                  <a:close/>
                </a:path>
              </a:pathLst>
            </a:custGeom>
            <a:solidFill>
              <a:srgbClr val="FFFFFF"/>
            </a:solidFill>
            <a:ln w="9525" cap="flat">
              <a:noFill/>
              <a:prstDash val="solid"/>
              <a:miter/>
            </a:ln>
          </p:spPr>
          <p:txBody>
            <a:bodyPr rtlCol="0" anchor="ctr"/>
            <a:lstStyle/>
            <a:p>
              <a:endParaRPr lang="zh-CN" altLang="en-US"/>
            </a:p>
          </p:txBody>
        </p:sp>
        <p:sp>
          <p:nvSpPr>
            <p:cNvPr id="196" name="任意多边形: 形状 195"/>
            <p:cNvSpPr/>
            <p:nvPr/>
          </p:nvSpPr>
          <p:spPr>
            <a:xfrm>
              <a:off x="9863959" y="511875"/>
              <a:ext cx="23709" cy="12798"/>
            </a:xfrm>
            <a:custGeom>
              <a:avLst/>
              <a:gdLst>
                <a:gd name="connsiteX0" fmla="*/ 27874 w 29572"/>
                <a:gd name="connsiteY0" fmla="*/ 5198 h 15963"/>
                <a:gd name="connsiteX1" fmla="*/ 28541 w 29572"/>
                <a:gd name="connsiteY1" fmla="*/ 7675 h 15963"/>
                <a:gd name="connsiteX2" fmla="*/ 29208 w 29572"/>
                <a:gd name="connsiteY2" fmla="*/ 10151 h 15963"/>
                <a:gd name="connsiteX3" fmla="*/ 10158 w 29572"/>
                <a:gd name="connsiteY3" fmla="*/ 15199 h 15963"/>
                <a:gd name="connsiteX4" fmla="*/ 3681 w 29572"/>
                <a:gd name="connsiteY4" fmla="*/ 15199 h 15963"/>
                <a:gd name="connsiteX5" fmla="*/ 61 w 29572"/>
                <a:gd name="connsiteY5" fmla="*/ 10056 h 15963"/>
                <a:gd name="connsiteX6" fmla="*/ 728 w 29572"/>
                <a:gd name="connsiteY6" fmla="*/ 3484 h 15963"/>
                <a:gd name="connsiteX7" fmla="*/ 7110 w 29572"/>
                <a:gd name="connsiteY7" fmla="*/ -136 h 15963"/>
                <a:gd name="connsiteX8" fmla="*/ 8729 w 29572"/>
                <a:gd name="connsiteY8" fmla="*/ -136 h 15963"/>
                <a:gd name="connsiteX9" fmla="*/ 9967 w 29572"/>
                <a:gd name="connsiteY9" fmla="*/ 4627 h 15963"/>
                <a:gd name="connsiteX10" fmla="*/ 8443 w 29572"/>
                <a:gd name="connsiteY10" fmla="*/ 4627 h 15963"/>
                <a:gd name="connsiteX11" fmla="*/ 5109 w 29572"/>
                <a:gd name="connsiteY11" fmla="*/ 6246 h 15963"/>
                <a:gd name="connsiteX12" fmla="*/ 4538 w 29572"/>
                <a:gd name="connsiteY12" fmla="*/ 8818 h 15963"/>
                <a:gd name="connsiteX13" fmla="*/ 5967 w 29572"/>
                <a:gd name="connsiteY13" fmla="*/ 10627 h 15963"/>
                <a:gd name="connsiteX14" fmla="*/ 8824 w 29572"/>
                <a:gd name="connsiteY14" fmla="*/ 10627 h 1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72" h="15963">
                  <a:moveTo>
                    <a:pt x="27874" y="5198"/>
                  </a:moveTo>
                  <a:lnTo>
                    <a:pt x="28541" y="7675"/>
                  </a:lnTo>
                  <a:lnTo>
                    <a:pt x="29208" y="10151"/>
                  </a:lnTo>
                  <a:lnTo>
                    <a:pt x="10158" y="15199"/>
                  </a:lnTo>
                  <a:cubicBezTo>
                    <a:pt x="8080" y="16036"/>
                    <a:pt x="5759" y="16036"/>
                    <a:pt x="3681" y="15199"/>
                  </a:cubicBezTo>
                  <a:cubicBezTo>
                    <a:pt x="1838" y="14035"/>
                    <a:pt x="536" y="12184"/>
                    <a:pt x="61" y="10056"/>
                  </a:cubicBezTo>
                  <a:cubicBezTo>
                    <a:pt x="-686" y="7873"/>
                    <a:pt x="-443" y="5472"/>
                    <a:pt x="728" y="3484"/>
                  </a:cubicBezTo>
                  <a:cubicBezTo>
                    <a:pt x="2366" y="1567"/>
                    <a:pt x="4625" y="286"/>
                    <a:pt x="7110" y="-136"/>
                  </a:cubicBezTo>
                  <a:lnTo>
                    <a:pt x="8729" y="-136"/>
                  </a:lnTo>
                  <a:lnTo>
                    <a:pt x="9967" y="4627"/>
                  </a:lnTo>
                  <a:lnTo>
                    <a:pt x="8443" y="4627"/>
                  </a:lnTo>
                  <a:cubicBezTo>
                    <a:pt x="7196" y="4825"/>
                    <a:pt x="6036" y="5388"/>
                    <a:pt x="5109" y="6246"/>
                  </a:cubicBezTo>
                  <a:cubicBezTo>
                    <a:pt x="4441" y="6922"/>
                    <a:pt x="4219" y="7922"/>
                    <a:pt x="4538" y="8818"/>
                  </a:cubicBezTo>
                  <a:cubicBezTo>
                    <a:pt x="4671" y="9627"/>
                    <a:pt x="5211" y="10310"/>
                    <a:pt x="5967" y="10627"/>
                  </a:cubicBezTo>
                  <a:cubicBezTo>
                    <a:pt x="6897" y="10920"/>
                    <a:pt x="7894" y="10920"/>
                    <a:pt x="8824" y="10627"/>
                  </a:cubicBezTo>
                  <a:close/>
                </a:path>
              </a:pathLst>
            </a:custGeom>
            <a:solidFill>
              <a:srgbClr val="FFFFFF"/>
            </a:solidFill>
            <a:ln w="9525" cap="flat">
              <a:noFill/>
              <a:prstDash val="solid"/>
              <a:miter/>
            </a:ln>
          </p:spPr>
          <p:txBody>
            <a:bodyPr rtlCol="0" anchor="ctr"/>
            <a:lstStyle/>
            <a:p>
              <a:endParaRPr lang="zh-CN" altLang="en-US"/>
            </a:p>
          </p:txBody>
        </p:sp>
        <p:sp>
          <p:nvSpPr>
            <p:cNvPr id="197" name="任意多边形: 形状 196"/>
            <p:cNvSpPr/>
            <p:nvPr/>
          </p:nvSpPr>
          <p:spPr>
            <a:xfrm>
              <a:off x="9869875" y="525927"/>
              <a:ext cx="21535" cy="11608"/>
            </a:xfrm>
            <a:custGeom>
              <a:avLst/>
              <a:gdLst>
                <a:gd name="connsiteX0" fmla="*/ 25051 w 26860"/>
                <a:gd name="connsiteY0" fmla="*/ 0 h 14478"/>
                <a:gd name="connsiteX1" fmla="*/ 26003 w 26860"/>
                <a:gd name="connsiteY1" fmla="*/ 2381 h 14478"/>
                <a:gd name="connsiteX2" fmla="*/ 26860 w 26860"/>
                <a:gd name="connsiteY2" fmla="*/ 4858 h 14478"/>
                <a:gd name="connsiteX3" fmla="*/ 1810 w 26860"/>
                <a:gd name="connsiteY3" fmla="*/ 14478 h 14478"/>
                <a:gd name="connsiteX4" fmla="*/ 857 w 26860"/>
                <a:gd name="connsiteY4" fmla="*/ 12097 h 14478"/>
                <a:gd name="connsiteX5" fmla="*/ 0 w 26860"/>
                <a:gd name="connsiteY5" fmla="*/ 9620 h 14478"/>
                <a:gd name="connsiteX6" fmla="*/ 25051 w 26860"/>
                <a:gd name="connsiteY6" fmla="*/ 0 h 14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60" h="14478">
                  <a:moveTo>
                    <a:pt x="25051" y="0"/>
                  </a:moveTo>
                  <a:lnTo>
                    <a:pt x="26003" y="2381"/>
                  </a:lnTo>
                  <a:lnTo>
                    <a:pt x="26860" y="4858"/>
                  </a:lnTo>
                  <a:lnTo>
                    <a:pt x="1810" y="14478"/>
                  </a:lnTo>
                  <a:lnTo>
                    <a:pt x="857" y="12097"/>
                  </a:lnTo>
                  <a:lnTo>
                    <a:pt x="0" y="9620"/>
                  </a:lnTo>
                  <a:lnTo>
                    <a:pt x="25051" y="0"/>
                  </a:lnTo>
                  <a:close/>
                </a:path>
              </a:pathLst>
            </a:custGeom>
            <a:solidFill>
              <a:srgbClr val="FFFFFF"/>
            </a:solidFill>
            <a:ln w="9525" cap="flat">
              <a:noFill/>
              <a:prstDash val="solid"/>
              <a:miter/>
            </a:ln>
          </p:spPr>
          <p:txBody>
            <a:bodyPr rtlCol="0" anchor="ctr"/>
            <a:lstStyle/>
            <a:p>
              <a:endParaRPr lang="zh-CN" altLang="en-US"/>
            </a:p>
          </p:txBody>
        </p:sp>
        <p:sp>
          <p:nvSpPr>
            <p:cNvPr id="198" name="任意多边形: 形状 197"/>
            <p:cNvSpPr/>
            <p:nvPr/>
          </p:nvSpPr>
          <p:spPr>
            <a:xfrm>
              <a:off x="9874228" y="535472"/>
              <a:ext cx="26346" cy="23749"/>
            </a:xfrm>
            <a:custGeom>
              <a:avLst/>
              <a:gdLst>
                <a:gd name="connsiteX0" fmla="*/ 2000 w 32861"/>
                <a:gd name="connsiteY0" fmla="*/ 15811 h 29622"/>
                <a:gd name="connsiteX1" fmla="*/ 1048 w 32861"/>
                <a:gd name="connsiteY1" fmla="*/ 13621 h 29622"/>
                <a:gd name="connsiteX2" fmla="*/ 0 w 32861"/>
                <a:gd name="connsiteY2" fmla="*/ 11430 h 29622"/>
                <a:gd name="connsiteX3" fmla="*/ 24384 w 32861"/>
                <a:gd name="connsiteY3" fmla="*/ 0 h 29622"/>
                <a:gd name="connsiteX4" fmla="*/ 25527 w 32861"/>
                <a:gd name="connsiteY4" fmla="*/ 2476 h 29622"/>
                <a:gd name="connsiteX5" fmla="*/ 26670 w 32861"/>
                <a:gd name="connsiteY5" fmla="*/ 4953 h 29622"/>
                <a:gd name="connsiteX6" fmla="*/ 13716 w 32861"/>
                <a:gd name="connsiteY6" fmla="*/ 21907 h 29622"/>
                <a:gd name="connsiteX7" fmla="*/ 30861 w 32861"/>
                <a:gd name="connsiteY7" fmla="*/ 13906 h 29622"/>
                <a:gd name="connsiteX8" fmla="*/ 31814 w 32861"/>
                <a:gd name="connsiteY8" fmla="*/ 16097 h 29622"/>
                <a:gd name="connsiteX9" fmla="*/ 32861 w 32861"/>
                <a:gd name="connsiteY9" fmla="*/ 18288 h 29622"/>
                <a:gd name="connsiteX10" fmla="*/ 8477 w 32861"/>
                <a:gd name="connsiteY10" fmla="*/ 29623 h 29622"/>
                <a:gd name="connsiteX11" fmla="*/ 7430 w 32861"/>
                <a:gd name="connsiteY11" fmla="*/ 27337 h 29622"/>
                <a:gd name="connsiteX12" fmla="*/ 6286 w 32861"/>
                <a:gd name="connsiteY12" fmla="*/ 24955 h 29622"/>
                <a:gd name="connsiteX13" fmla="*/ 19622 w 32861"/>
                <a:gd name="connsiteY13" fmla="*/ 7620 h 29622"/>
                <a:gd name="connsiteX14" fmla="*/ 2000 w 32861"/>
                <a:gd name="connsiteY14" fmla="*/ 15811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2861" h="29622">
                  <a:moveTo>
                    <a:pt x="2000" y="15811"/>
                  </a:moveTo>
                  <a:lnTo>
                    <a:pt x="1048" y="13621"/>
                  </a:lnTo>
                  <a:lnTo>
                    <a:pt x="0" y="11430"/>
                  </a:lnTo>
                  <a:lnTo>
                    <a:pt x="24384" y="0"/>
                  </a:lnTo>
                  <a:lnTo>
                    <a:pt x="25527" y="2476"/>
                  </a:lnTo>
                  <a:lnTo>
                    <a:pt x="26670" y="4953"/>
                  </a:lnTo>
                  <a:lnTo>
                    <a:pt x="13716" y="21907"/>
                  </a:lnTo>
                  <a:lnTo>
                    <a:pt x="30861" y="13906"/>
                  </a:lnTo>
                  <a:lnTo>
                    <a:pt x="31814" y="16097"/>
                  </a:lnTo>
                  <a:lnTo>
                    <a:pt x="32861" y="18288"/>
                  </a:lnTo>
                  <a:lnTo>
                    <a:pt x="8477" y="29623"/>
                  </a:lnTo>
                  <a:lnTo>
                    <a:pt x="7430" y="27337"/>
                  </a:lnTo>
                  <a:lnTo>
                    <a:pt x="6286" y="24955"/>
                  </a:lnTo>
                  <a:lnTo>
                    <a:pt x="19622" y="7620"/>
                  </a:lnTo>
                  <a:lnTo>
                    <a:pt x="2000" y="15811"/>
                  </a:lnTo>
                  <a:close/>
                </a:path>
              </a:pathLst>
            </a:custGeom>
            <a:solidFill>
              <a:srgbClr val="FFFFFF"/>
            </a:solidFill>
            <a:ln w="9525" cap="flat">
              <a:noFill/>
              <a:prstDash val="solid"/>
              <a:miter/>
            </a:ln>
          </p:spPr>
          <p:txBody>
            <a:bodyPr rtlCol="0" anchor="ctr"/>
            <a:lstStyle/>
            <a:p>
              <a:endParaRPr lang="zh-CN" altLang="en-US"/>
            </a:p>
          </p:txBody>
        </p:sp>
        <p:sp>
          <p:nvSpPr>
            <p:cNvPr id="199" name="任意多边形: 形状 198"/>
            <p:cNvSpPr/>
            <p:nvPr/>
          </p:nvSpPr>
          <p:spPr>
            <a:xfrm>
              <a:off x="9888083" y="558498"/>
              <a:ext cx="22511" cy="24091"/>
            </a:xfrm>
            <a:custGeom>
              <a:avLst/>
              <a:gdLst>
                <a:gd name="connsiteX0" fmla="*/ 1690 w 28078"/>
                <a:gd name="connsiteY0" fmla="*/ 20579 h 30049"/>
                <a:gd name="connsiteX1" fmla="*/ 166 w 28078"/>
                <a:gd name="connsiteY1" fmla="*/ 11054 h 30049"/>
                <a:gd name="connsiteX2" fmla="*/ 7024 w 28078"/>
                <a:gd name="connsiteY2" fmla="*/ 2863 h 30049"/>
                <a:gd name="connsiteX3" fmla="*/ 17597 w 28078"/>
                <a:gd name="connsiteY3" fmla="*/ -90 h 30049"/>
                <a:gd name="connsiteX4" fmla="*/ 27693 w 28078"/>
                <a:gd name="connsiteY4" fmla="*/ 12864 h 30049"/>
                <a:gd name="connsiteX5" fmla="*/ 23978 w 28078"/>
                <a:gd name="connsiteY5" fmla="*/ 19341 h 30049"/>
                <a:gd name="connsiteX6" fmla="*/ 21216 w 28078"/>
                <a:gd name="connsiteY6" fmla="*/ 14960 h 30049"/>
                <a:gd name="connsiteX7" fmla="*/ 22740 w 28078"/>
                <a:gd name="connsiteY7" fmla="*/ 11816 h 30049"/>
                <a:gd name="connsiteX8" fmla="*/ 21978 w 28078"/>
                <a:gd name="connsiteY8" fmla="*/ 8102 h 30049"/>
                <a:gd name="connsiteX9" fmla="*/ 16835 w 28078"/>
                <a:gd name="connsiteY9" fmla="*/ 5435 h 30049"/>
                <a:gd name="connsiteX10" fmla="*/ 9881 w 28078"/>
                <a:gd name="connsiteY10" fmla="*/ 7625 h 30049"/>
                <a:gd name="connsiteX11" fmla="*/ 5024 w 28078"/>
                <a:gd name="connsiteY11" fmla="*/ 12959 h 30049"/>
                <a:gd name="connsiteX12" fmla="*/ 5976 w 28078"/>
                <a:gd name="connsiteY12" fmla="*/ 18770 h 30049"/>
                <a:gd name="connsiteX13" fmla="*/ 5976 w 28078"/>
                <a:gd name="connsiteY13" fmla="*/ 18770 h 30049"/>
                <a:gd name="connsiteX14" fmla="*/ 10643 w 28078"/>
                <a:gd name="connsiteY14" fmla="*/ 21341 h 30049"/>
                <a:gd name="connsiteX15" fmla="*/ 14072 w 28078"/>
                <a:gd name="connsiteY15" fmla="*/ 20674 h 30049"/>
                <a:gd name="connsiteX16" fmla="*/ 14072 w 28078"/>
                <a:gd name="connsiteY16" fmla="*/ 20675 h 30049"/>
                <a:gd name="connsiteX17" fmla="*/ 10929 w 28078"/>
                <a:gd name="connsiteY17" fmla="*/ 15817 h 30049"/>
                <a:gd name="connsiteX18" fmla="*/ 14739 w 28078"/>
                <a:gd name="connsiteY18" fmla="*/ 13340 h 30049"/>
                <a:gd name="connsiteX19" fmla="*/ 20454 w 28078"/>
                <a:gd name="connsiteY19" fmla="*/ 22008 h 30049"/>
                <a:gd name="connsiteX20" fmla="*/ 8262 w 28078"/>
                <a:gd name="connsiteY20" fmla="*/ 29914 h 30049"/>
                <a:gd name="connsiteX21" fmla="*/ 6357 w 28078"/>
                <a:gd name="connsiteY21" fmla="*/ 26961 h 30049"/>
                <a:gd name="connsiteX22" fmla="*/ 9024 w 28078"/>
                <a:gd name="connsiteY22" fmla="*/ 24675 h 30049"/>
                <a:gd name="connsiteX23" fmla="*/ 8453 w 28078"/>
                <a:gd name="connsiteY23" fmla="*/ 24675 h 30049"/>
                <a:gd name="connsiteX24" fmla="*/ 1499 w 28078"/>
                <a:gd name="connsiteY24" fmla="*/ 20770 h 30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078" h="30049">
                  <a:moveTo>
                    <a:pt x="1690" y="20579"/>
                  </a:moveTo>
                  <a:cubicBezTo>
                    <a:pt x="-336" y="17841"/>
                    <a:pt x="-905" y="14288"/>
                    <a:pt x="166" y="11054"/>
                  </a:cubicBezTo>
                  <a:cubicBezTo>
                    <a:pt x="1404" y="7594"/>
                    <a:pt x="3836" y="4690"/>
                    <a:pt x="7024" y="2863"/>
                  </a:cubicBezTo>
                  <a:cubicBezTo>
                    <a:pt x="10093" y="670"/>
                    <a:pt x="13836" y="-375"/>
                    <a:pt x="17597" y="-90"/>
                  </a:cubicBezTo>
                  <a:cubicBezTo>
                    <a:pt x="23730" y="1092"/>
                    <a:pt x="28045" y="6628"/>
                    <a:pt x="27693" y="12864"/>
                  </a:cubicBezTo>
                  <a:cubicBezTo>
                    <a:pt x="27388" y="15439"/>
                    <a:pt x="26046" y="17778"/>
                    <a:pt x="23978" y="19341"/>
                  </a:cubicBezTo>
                  <a:lnTo>
                    <a:pt x="21216" y="14960"/>
                  </a:lnTo>
                  <a:cubicBezTo>
                    <a:pt x="22129" y="14161"/>
                    <a:pt x="22679" y="13027"/>
                    <a:pt x="22740" y="11816"/>
                  </a:cubicBezTo>
                  <a:cubicBezTo>
                    <a:pt x="22941" y="10527"/>
                    <a:pt x="22670" y="9208"/>
                    <a:pt x="21978" y="8102"/>
                  </a:cubicBezTo>
                  <a:cubicBezTo>
                    <a:pt x="20811" y="6416"/>
                    <a:pt x="18885" y="5417"/>
                    <a:pt x="16835" y="5435"/>
                  </a:cubicBezTo>
                  <a:cubicBezTo>
                    <a:pt x="14339" y="5379"/>
                    <a:pt x="11895" y="6149"/>
                    <a:pt x="9881" y="7625"/>
                  </a:cubicBezTo>
                  <a:cubicBezTo>
                    <a:pt x="7753" y="8863"/>
                    <a:pt x="6057" y="10725"/>
                    <a:pt x="5024" y="12959"/>
                  </a:cubicBezTo>
                  <a:cubicBezTo>
                    <a:pt x="4407" y="14938"/>
                    <a:pt x="4760" y="17091"/>
                    <a:pt x="5976" y="18770"/>
                  </a:cubicBezTo>
                  <a:lnTo>
                    <a:pt x="5976" y="18770"/>
                  </a:lnTo>
                  <a:cubicBezTo>
                    <a:pt x="7001" y="20357"/>
                    <a:pt x="8754" y="21323"/>
                    <a:pt x="10643" y="21341"/>
                  </a:cubicBezTo>
                  <a:cubicBezTo>
                    <a:pt x="11814" y="21295"/>
                    <a:pt x="12970" y="21070"/>
                    <a:pt x="14072" y="20674"/>
                  </a:cubicBezTo>
                  <a:lnTo>
                    <a:pt x="14072" y="20675"/>
                  </a:lnTo>
                  <a:lnTo>
                    <a:pt x="10929" y="15817"/>
                  </a:lnTo>
                  <a:lnTo>
                    <a:pt x="14739" y="13340"/>
                  </a:lnTo>
                  <a:lnTo>
                    <a:pt x="20454" y="22008"/>
                  </a:lnTo>
                  <a:lnTo>
                    <a:pt x="8262" y="29914"/>
                  </a:lnTo>
                  <a:lnTo>
                    <a:pt x="6357" y="26961"/>
                  </a:lnTo>
                  <a:lnTo>
                    <a:pt x="9024" y="24675"/>
                  </a:lnTo>
                  <a:lnTo>
                    <a:pt x="8453" y="24675"/>
                  </a:lnTo>
                  <a:cubicBezTo>
                    <a:pt x="5615" y="24666"/>
                    <a:pt x="2984" y="23188"/>
                    <a:pt x="1499" y="20770"/>
                  </a:cubicBezTo>
                  <a:close/>
                </a:path>
              </a:pathLst>
            </a:custGeom>
            <a:solidFill>
              <a:srgbClr val="FFFFFF"/>
            </a:solidFill>
            <a:ln w="9525" cap="flat">
              <a:noFill/>
              <a:prstDash val="solid"/>
              <a:miter/>
            </a:ln>
          </p:spPr>
          <p:txBody>
            <a:bodyPr rtlCol="0" anchor="ctr"/>
            <a:lstStyle/>
            <a:p>
              <a:endParaRPr lang="zh-CN" altLang="en-US"/>
            </a:p>
          </p:txBody>
        </p:sp>
        <p:sp>
          <p:nvSpPr>
            <p:cNvPr id="200" name="任意多边形: 形状 199"/>
            <p:cNvSpPr/>
            <p:nvPr/>
          </p:nvSpPr>
          <p:spPr>
            <a:xfrm>
              <a:off x="9907294" y="582895"/>
              <a:ext cx="18785" cy="17487"/>
            </a:xfrm>
            <a:custGeom>
              <a:avLst/>
              <a:gdLst>
                <a:gd name="connsiteX0" fmla="*/ 20003 w 23431"/>
                <a:gd name="connsiteY0" fmla="*/ 0 h 21812"/>
                <a:gd name="connsiteX1" fmla="*/ 21717 w 23431"/>
                <a:gd name="connsiteY1" fmla="*/ 1905 h 21812"/>
                <a:gd name="connsiteX2" fmla="*/ 23432 w 23431"/>
                <a:gd name="connsiteY2" fmla="*/ 3810 h 21812"/>
                <a:gd name="connsiteX3" fmla="*/ 3429 w 23431"/>
                <a:gd name="connsiteY3" fmla="*/ 21812 h 21812"/>
                <a:gd name="connsiteX4" fmla="*/ 1715 w 23431"/>
                <a:gd name="connsiteY4" fmla="*/ 19907 h 21812"/>
                <a:gd name="connsiteX5" fmla="*/ 0 w 23431"/>
                <a:gd name="connsiteY5" fmla="*/ 18002 h 21812"/>
                <a:gd name="connsiteX6" fmla="*/ 20003 w 23431"/>
                <a:gd name="connsiteY6" fmla="*/ 0 h 21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31" h="21812">
                  <a:moveTo>
                    <a:pt x="20003" y="0"/>
                  </a:moveTo>
                  <a:lnTo>
                    <a:pt x="21717" y="1905"/>
                  </a:lnTo>
                  <a:lnTo>
                    <a:pt x="23432" y="3810"/>
                  </a:lnTo>
                  <a:lnTo>
                    <a:pt x="3429" y="21812"/>
                  </a:lnTo>
                  <a:lnTo>
                    <a:pt x="1715" y="19907"/>
                  </a:lnTo>
                  <a:lnTo>
                    <a:pt x="0" y="18002"/>
                  </a:lnTo>
                  <a:lnTo>
                    <a:pt x="20003" y="0"/>
                  </a:lnTo>
                  <a:close/>
                </a:path>
              </a:pathLst>
            </a:custGeom>
            <a:solidFill>
              <a:srgbClr val="FFFFFF"/>
            </a:solidFill>
            <a:ln w="9525" cap="flat">
              <a:noFill/>
              <a:prstDash val="solid"/>
              <a:miter/>
            </a:ln>
          </p:spPr>
          <p:txBody>
            <a:bodyPr rtlCol="0" anchor="ctr"/>
            <a:lstStyle/>
            <a:p>
              <a:endParaRPr lang="zh-CN" altLang="en-US"/>
            </a:p>
          </p:txBody>
        </p:sp>
        <p:sp>
          <p:nvSpPr>
            <p:cNvPr id="201" name="任意多边形: 形状 200"/>
            <p:cNvSpPr/>
            <p:nvPr/>
          </p:nvSpPr>
          <p:spPr>
            <a:xfrm>
              <a:off x="9915541" y="590608"/>
              <a:ext cx="26498" cy="26727"/>
            </a:xfrm>
            <a:custGeom>
              <a:avLst/>
              <a:gdLst>
                <a:gd name="connsiteX0" fmla="*/ 3524 w 33051"/>
                <a:gd name="connsiteY0" fmla="*/ 22860 h 33337"/>
                <a:gd name="connsiteX1" fmla="*/ 1810 w 33051"/>
                <a:gd name="connsiteY1" fmla="*/ 21241 h 33337"/>
                <a:gd name="connsiteX2" fmla="*/ 0 w 33051"/>
                <a:gd name="connsiteY2" fmla="*/ 19621 h 33337"/>
                <a:gd name="connsiteX3" fmla="*/ 18383 w 33051"/>
                <a:gd name="connsiteY3" fmla="*/ 0 h 33337"/>
                <a:gd name="connsiteX4" fmla="*/ 20288 w 33051"/>
                <a:gd name="connsiteY4" fmla="*/ 1810 h 33337"/>
                <a:gd name="connsiteX5" fmla="*/ 22289 w 33051"/>
                <a:gd name="connsiteY5" fmla="*/ 3619 h 33337"/>
                <a:gd name="connsiteX6" fmla="*/ 16669 w 33051"/>
                <a:gd name="connsiteY6" fmla="*/ 24193 h 33337"/>
                <a:gd name="connsiteX7" fmla="*/ 29528 w 33051"/>
                <a:gd name="connsiteY7" fmla="*/ 10382 h 33337"/>
                <a:gd name="connsiteX8" fmla="*/ 31337 w 33051"/>
                <a:gd name="connsiteY8" fmla="*/ 12001 h 33337"/>
                <a:gd name="connsiteX9" fmla="*/ 33052 w 33051"/>
                <a:gd name="connsiteY9" fmla="*/ 13716 h 33337"/>
                <a:gd name="connsiteX10" fmla="*/ 14764 w 33051"/>
                <a:gd name="connsiteY10" fmla="*/ 33338 h 33337"/>
                <a:gd name="connsiteX11" fmla="*/ 12859 w 33051"/>
                <a:gd name="connsiteY11" fmla="*/ 31623 h 33337"/>
                <a:gd name="connsiteX12" fmla="*/ 10954 w 33051"/>
                <a:gd name="connsiteY12" fmla="*/ 29813 h 33337"/>
                <a:gd name="connsiteX13" fmla="*/ 16764 w 33051"/>
                <a:gd name="connsiteY13" fmla="*/ 8763 h 33337"/>
                <a:gd name="connsiteX14" fmla="*/ 3524 w 33051"/>
                <a:gd name="connsiteY14" fmla="*/ 22860 h 33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051" h="33337">
                  <a:moveTo>
                    <a:pt x="3524" y="22860"/>
                  </a:moveTo>
                  <a:lnTo>
                    <a:pt x="1810" y="21241"/>
                  </a:lnTo>
                  <a:lnTo>
                    <a:pt x="0" y="19621"/>
                  </a:lnTo>
                  <a:lnTo>
                    <a:pt x="18383" y="0"/>
                  </a:lnTo>
                  <a:lnTo>
                    <a:pt x="20288" y="1810"/>
                  </a:lnTo>
                  <a:lnTo>
                    <a:pt x="22289" y="3619"/>
                  </a:lnTo>
                  <a:lnTo>
                    <a:pt x="16669" y="24193"/>
                  </a:lnTo>
                  <a:lnTo>
                    <a:pt x="29528" y="10382"/>
                  </a:lnTo>
                  <a:lnTo>
                    <a:pt x="31337" y="12001"/>
                  </a:lnTo>
                  <a:lnTo>
                    <a:pt x="33052" y="13716"/>
                  </a:lnTo>
                  <a:lnTo>
                    <a:pt x="14764" y="33338"/>
                  </a:lnTo>
                  <a:lnTo>
                    <a:pt x="12859" y="31623"/>
                  </a:lnTo>
                  <a:lnTo>
                    <a:pt x="10954" y="29813"/>
                  </a:lnTo>
                  <a:lnTo>
                    <a:pt x="16764" y="8763"/>
                  </a:lnTo>
                  <a:lnTo>
                    <a:pt x="3524" y="22860"/>
                  </a:lnTo>
                  <a:close/>
                </a:path>
              </a:pathLst>
            </a:custGeom>
            <a:solidFill>
              <a:srgbClr val="FFFFFF"/>
            </a:solidFill>
            <a:ln w="9525" cap="flat">
              <a:noFill/>
              <a:prstDash val="solid"/>
              <a:miter/>
            </a:ln>
          </p:spPr>
          <p:txBody>
            <a:bodyPr rtlCol="0" anchor="ctr"/>
            <a:lstStyle/>
            <a:p>
              <a:endParaRPr lang="zh-CN" altLang="en-US"/>
            </a:p>
          </p:txBody>
        </p:sp>
        <p:sp>
          <p:nvSpPr>
            <p:cNvPr id="202" name="任意多边形: 形状 201"/>
            <p:cNvSpPr/>
            <p:nvPr/>
          </p:nvSpPr>
          <p:spPr>
            <a:xfrm>
              <a:off x="9936390" y="607245"/>
              <a:ext cx="20434" cy="22385"/>
            </a:xfrm>
            <a:custGeom>
              <a:avLst/>
              <a:gdLst>
                <a:gd name="connsiteX0" fmla="*/ 19256 w 25487"/>
                <a:gd name="connsiteY0" fmla="*/ 12070 h 27921"/>
                <a:gd name="connsiteX1" fmla="*/ 19827 w 25487"/>
                <a:gd name="connsiteY1" fmla="*/ 8641 h 27921"/>
                <a:gd name="connsiteX2" fmla="*/ 17541 w 25487"/>
                <a:gd name="connsiteY2" fmla="*/ 5593 h 27921"/>
                <a:gd name="connsiteX3" fmla="*/ 14493 w 25487"/>
                <a:gd name="connsiteY3" fmla="*/ 4545 h 27921"/>
                <a:gd name="connsiteX4" fmla="*/ 12016 w 25487"/>
                <a:gd name="connsiteY4" fmla="*/ 5974 h 27921"/>
                <a:gd name="connsiteX5" fmla="*/ 12016 w 25487"/>
                <a:gd name="connsiteY5" fmla="*/ 8164 h 27921"/>
                <a:gd name="connsiteX6" fmla="*/ 15064 w 25487"/>
                <a:gd name="connsiteY6" fmla="*/ 12355 h 27921"/>
                <a:gd name="connsiteX7" fmla="*/ 19160 w 25487"/>
                <a:gd name="connsiteY7" fmla="*/ 19023 h 27921"/>
                <a:gd name="connsiteX8" fmla="*/ 11635 w 25487"/>
                <a:gd name="connsiteY8" fmla="*/ 27786 h 27921"/>
                <a:gd name="connsiteX9" fmla="*/ 4301 w 25487"/>
                <a:gd name="connsiteY9" fmla="*/ 25214 h 27921"/>
                <a:gd name="connsiteX10" fmla="*/ -176 w 25487"/>
                <a:gd name="connsiteY10" fmla="*/ 19023 h 27921"/>
                <a:gd name="connsiteX11" fmla="*/ 1444 w 25487"/>
                <a:gd name="connsiteY11" fmla="*/ 11879 h 27921"/>
                <a:gd name="connsiteX12" fmla="*/ 5444 w 25487"/>
                <a:gd name="connsiteY12" fmla="*/ 14832 h 27921"/>
                <a:gd name="connsiteX13" fmla="*/ 4683 w 25487"/>
                <a:gd name="connsiteY13" fmla="*/ 18356 h 27921"/>
                <a:gd name="connsiteX14" fmla="*/ 7064 w 25487"/>
                <a:gd name="connsiteY14" fmla="*/ 21499 h 27921"/>
                <a:gd name="connsiteX15" fmla="*/ 10683 w 25487"/>
                <a:gd name="connsiteY15" fmla="*/ 23023 h 27921"/>
                <a:gd name="connsiteX16" fmla="*/ 13255 w 25487"/>
                <a:gd name="connsiteY16" fmla="*/ 21880 h 27921"/>
                <a:gd name="connsiteX17" fmla="*/ 13731 w 25487"/>
                <a:gd name="connsiteY17" fmla="*/ 19499 h 27921"/>
                <a:gd name="connsiteX18" fmla="*/ 11255 w 25487"/>
                <a:gd name="connsiteY18" fmla="*/ 15880 h 27921"/>
                <a:gd name="connsiteX19" fmla="*/ 6682 w 25487"/>
                <a:gd name="connsiteY19" fmla="*/ 8736 h 27921"/>
                <a:gd name="connsiteX20" fmla="*/ 8111 w 25487"/>
                <a:gd name="connsiteY20" fmla="*/ 3402 h 27921"/>
                <a:gd name="connsiteX21" fmla="*/ 13826 w 25487"/>
                <a:gd name="connsiteY21" fmla="*/ -122 h 27921"/>
                <a:gd name="connsiteX22" fmla="*/ 20875 w 25487"/>
                <a:gd name="connsiteY22" fmla="*/ 2164 h 27921"/>
                <a:gd name="connsiteX23" fmla="*/ 24970 w 25487"/>
                <a:gd name="connsiteY23" fmla="*/ 8069 h 27921"/>
                <a:gd name="connsiteX24" fmla="*/ 23542 w 25487"/>
                <a:gd name="connsiteY24" fmla="*/ 15022 h 27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5487" h="27921">
                  <a:moveTo>
                    <a:pt x="19256" y="12070"/>
                  </a:moveTo>
                  <a:cubicBezTo>
                    <a:pt x="19900" y="11050"/>
                    <a:pt x="20106" y="9814"/>
                    <a:pt x="19827" y="8641"/>
                  </a:cubicBezTo>
                  <a:cubicBezTo>
                    <a:pt x="19466" y="7378"/>
                    <a:pt x="18652" y="6293"/>
                    <a:pt x="17541" y="5593"/>
                  </a:cubicBezTo>
                  <a:cubicBezTo>
                    <a:pt x="16686" y="4885"/>
                    <a:pt x="15603" y="4513"/>
                    <a:pt x="14493" y="4545"/>
                  </a:cubicBezTo>
                  <a:cubicBezTo>
                    <a:pt x="13503" y="4650"/>
                    <a:pt x="12603" y="5169"/>
                    <a:pt x="12016" y="5974"/>
                  </a:cubicBezTo>
                  <a:cubicBezTo>
                    <a:pt x="11644" y="6656"/>
                    <a:pt x="11644" y="7482"/>
                    <a:pt x="12016" y="8164"/>
                  </a:cubicBezTo>
                  <a:cubicBezTo>
                    <a:pt x="12889" y="9660"/>
                    <a:pt x="13910" y="11065"/>
                    <a:pt x="15064" y="12355"/>
                  </a:cubicBezTo>
                  <a:cubicBezTo>
                    <a:pt x="16902" y="14251"/>
                    <a:pt x="18300" y="16527"/>
                    <a:pt x="19160" y="19023"/>
                  </a:cubicBezTo>
                  <a:cubicBezTo>
                    <a:pt x="19292" y="23449"/>
                    <a:pt x="16030" y="27247"/>
                    <a:pt x="11635" y="27786"/>
                  </a:cubicBezTo>
                  <a:cubicBezTo>
                    <a:pt x="8972" y="27773"/>
                    <a:pt x="6389" y="26867"/>
                    <a:pt x="4301" y="25214"/>
                  </a:cubicBezTo>
                  <a:cubicBezTo>
                    <a:pt x="2108" y="23761"/>
                    <a:pt x="517" y="21561"/>
                    <a:pt x="-176" y="19023"/>
                  </a:cubicBezTo>
                  <a:cubicBezTo>
                    <a:pt x="-705" y="16519"/>
                    <a:pt x="-113" y="13910"/>
                    <a:pt x="1444" y="11879"/>
                  </a:cubicBezTo>
                  <a:lnTo>
                    <a:pt x="5444" y="14832"/>
                  </a:lnTo>
                  <a:cubicBezTo>
                    <a:pt x="4697" y="15843"/>
                    <a:pt x="4419" y="17126"/>
                    <a:pt x="4683" y="18356"/>
                  </a:cubicBezTo>
                  <a:cubicBezTo>
                    <a:pt x="5071" y="19657"/>
                    <a:pt x="5916" y="20774"/>
                    <a:pt x="7064" y="21499"/>
                  </a:cubicBezTo>
                  <a:cubicBezTo>
                    <a:pt x="8116" y="22315"/>
                    <a:pt x="9364" y="22840"/>
                    <a:pt x="10683" y="23023"/>
                  </a:cubicBezTo>
                  <a:cubicBezTo>
                    <a:pt x="11685" y="23140"/>
                    <a:pt x="12671" y="22702"/>
                    <a:pt x="13255" y="21880"/>
                  </a:cubicBezTo>
                  <a:cubicBezTo>
                    <a:pt x="13802" y="21216"/>
                    <a:pt x="13981" y="20323"/>
                    <a:pt x="13731" y="19499"/>
                  </a:cubicBezTo>
                  <a:cubicBezTo>
                    <a:pt x="13111" y="18164"/>
                    <a:pt x="12274" y="16941"/>
                    <a:pt x="11255" y="15880"/>
                  </a:cubicBezTo>
                  <a:cubicBezTo>
                    <a:pt x="9257" y="13837"/>
                    <a:pt x="7701" y="11405"/>
                    <a:pt x="6682" y="8736"/>
                  </a:cubicBezTo>
                  <a:cubicBezTo>
                    <a:pt x="6353" y="6834"/>
                    <a:pt x="6875" y="4884"/>
                    <a:pt x="8111" y="3402"/>
                  </a:cubicBezTo>
                  <a:cubicBezTo>
                    <a:pt x="9416" y="1455"/>
                    <a:pt x="11501" y="170"/>
                    <a:pt x="13826" y="-122"/>
                  </a:cubicBezTo>
                  <a:cubicBezTo>
                    <a:pt x="16377" y="-253"/>
                    <a:pt x="18886" y="561"/>
                    <a:pt x="20875" y="2164"/>
                  </a:cubicBezTo>
                  <a:cubicBezTo>
                    <a:pt x="22958" y="3522"/>
                    <a:pt x="24429" y="5641"/>
                    <a:pt x="24970" y="8069"/>
                  </a:cubicBezTo>
                  <a:cubicBezTo>
                    <a:pt x="25408" y="10484"/>
                    <a:pt x="24896" y="12975"/>
                    <a:pt x="23542" y="15022"/>
                  </a:cubicBezTo>
                  <a:close/>
                </a:path>
              </a:pathLst>
            </a:custGeom>
            <a:solidFill>
              <a:srgbClr val="FFFFFF"/>
            </a:solidFill>
            <a:ln w="9525" cap="flat">
              <a:noFill/>
              <a:prstDash val="solid"/>
              <a:miter/>
            </a:ln>
          </p:spPr>
          <p:txBody>
            <a:bodyPr rtlCol="0" anchor="ctr"/>
            <a:lstStyle/>
            <a:p>
              <a:endParaRPr lang="zh-CN" altLang="en-US"/>
            </a:p>
          </p:txBody>
        </p:sp>
        <p:sp>
          <p:nvSpPr>
            <p:cNvPr id="203" name="任意多边形: 形状 202"/>
            <p:cNvSpPr/>
            <p:nvPr/>
          </p:nvSpPr>
          <p:spPr>
            <a:xfrm>
              <a:off x="9957695" y="616419"/>
              <a:ext cx="19244" cy="23749"/>
            </a:xfrm>
            <a:custGeom>
              <a:avLst/>
              <a:gdLst>
                <a:gd name="connsiteX0" fmla="*/ 10668 w 24003"/>
                <a:gd name="connsiteY0" fmla="*/ 7810 h 29622"/>
                <a:gd name="connsiteX1" fmla="*/ 4096 w 24003"/>
                <a:gd name="connsiteY1" fmla="*/ 4191 h 29622"/>
                <a:gd name="connsiteX2" fmla="*/ 5334 w 24003"/>
                <a:gd name="connsiteY2" fmla="*/ 2096 h 29622"/>
                <a:gd name="connsiteX3" fmla="*/ 6477 w 24003"/>
                <a:gd name="connsiteY3" fmla="*/ 0 h 29622"/>
                <a:gd name="connsiteX4" fmla="*/ 24003 w 24003"/>
                <a:gd name="connsiteY4" fmla="*/ 9716 h 29622"/>
                <a:gd name="connsiteX5" fmla="*/ 22860 w 24003"/>
                <a:gd name="connsiteY5" fmla="*/ 11811 h 29622"/>
                <a:gd name="connsiteX6" fmla="*/ 21717 w 24003"/>
                <a:gd name="connsiteY6" fmla="*/ 13907 h 29622"/>
                <a:gd name="connsiteX7" fmla="*/ 15145 w 24003"/>
                <a:gd name="connsiteY7" fmla="*/ 10287 h 29622"/>
                <a:gd name="connsiteX8" fmla="*/ 4477 w 24003"/>
                <a:gd name="connsiteY8" fmla="*/ 29623 h 29622"/>
                <a:gd name="connsiteX9" fmla="*/ 2191 w 24003"/>
                <a:gd name="connsiteY9" fmla="*/ 28384 h 29622"/>
                <a:gd name="connsiteX10" fmla="*/ 0 w 24003"/>
                <a:gd name="connsiteY10" fmla="*/ 27146 h 29622"/>
                <a:gd name="connsiteX11" fmla="*/ 10668 w 24003"/>
                <a:gd name="connsiteY11" fmla="*/ 7810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003" h="29622">
                  <a:moveTo>
                    <a:pt x="10668" y="7810"/>
                  </a:moveTo>
                  <a:lnTo>
                    <a:pt x="4096" y="4191"/>
                  </a:lnTo>
                  <a:lnTo>
                    <a:pt x="5334" y="2096"/>
                  </a:lnTo>
                  <a:lnTo>
                    <a:pt x="6477" y="0"/>
                  </a:lnTo>
                  <a:lnTo>
                    <a:pt x="24003" y="9716"/>
                  </a:lnTo>
                  <a:lnTo>
                    <a:pt x="22860" y="11811"/>
                  </a:lnTo>
                  <a:lnTo>
                    <a:pt x="21717" y="13907"/>
                  </a:lnTo>
                  <a:lnTo>
                    <a:pt x="15145" y="10287"/>
                  </a:lnTo>
                  <a:lnTo>
                    <a:pt x="4477" y="29623"/>
                  </a:lnTo>
                  <a:lnTo>
                    <a:pt x="2191" y="28384"/>
                  </a:lnTo>
                  <a:lnTo>
                    <a:pt x="0" y="27146"/>
                  </a:lnTo>
                  <a:lnTo>
                    <a:pt x="10668" y="7810"/>
                  </a:lnTo>
                  <a:close/>
                </a:path>
              </a:pathLst>
            </a:custGeom>
            <a:solidFill>
              <a:srgbClr val="FFFFFF"/>
            </a:solidFill>
            <a:ln w="9525" cap="flat">
              <a:noFill/>
              <a:prstDash val="solid"/>
              <a:miter/>
            </a:ln>
          </p:spPr>
          <p:txBody>
            <a:bodyPr rtlCol="0" anchor="ctr"/>
            <a:lstStyle/>
            <a:p>
              <a:endParaRPr lang="zh-CN" altLang="en-US"/>
            </a:p>
          </p:txBody>
        </p:sp>
        <p:sp>
          <p:nvSpPr>
            <p:cNvPr id="204" name="任意多边形: 形状 203"/>
            <p:cNvSpPr/>
            <p:nvPr/>
          </p:nvSpPr>
          <p:spPr>
            <a:xfrm>
              <a:off x="9972205" y="626347"/>
              <a:ext cx="12906" cy="21305"/>
            </a:xfrm>
            <a:custGeom>
              <a:avLst/>
              <a:gdLst>
                <a:gd name="connsiteX0" fmla="*/ 11335 w 16097"/>
                <a:gd name="connsiteY0" fmla="*/ 0 h 26574"/>
                <a:gd name="connsiteX1" fmla="*/ 13716 w 16097"/>
                <a:gd name="connsiteY1" fmla="*/ 1143 h 26574"/>
                <a:gd name="connsiteX2" fmla="*/ 16097 w 16097"/>
                <a:gd name="connsiteY2" fmla="*/ 2191 h 26574"/>
                <a:gd name="connsiteX3" fmla="*/ 4667 w 16097"/>
                <a:gd name="connsiteY3" fmla="*/ 26575 h 26574"/>
                <a:gd name="connsiteX4" fmla="*/ 2381 w 16097"/>
                <a:gd name="connsiteY4" fmla="*/ 25432 h 26574"/>
                <a:gd name="connsiteX5" fmla="*/ 0 w 16097"/>
                <a:gd name="connsiteY5" fmla="*/ 24384 h 26574"/>
                <a:gd name="connsiteX6" fmla="*/ 11335 w 16097"/>
                <a:gd name="connsiteY6" fmla="*/ 0 h 26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097" h="26574">
                  <a:moveTo>
                    <a:pt x="11335" y="0"/>
                  </a:moveTo>
                  <a:lnTo>
                    <a:pt x="13716" y="1143"/>
                  </a:lnTo>
                  <a:lnTo>
                    <a:pt x="16097" y="2191"/>
                  </a:lnTo>
                  <a:lnTo>
                    <a:pt x="4667" y="26575"/>
                  </a:lnTo>
                  <a:lnTo>
                    <a:pt x="2381" y="25432"/>
                  </a:lnTo>
                  <a:lnTo>
                    <a:pt x="0" y="24384"/>
                  </a:lnTo>
                  <a:lnTo>
                    <a:pt x="11335" y="0"/>
                  </a:lnTo>
                  <a:close/>
                </a:path>
              </a:pathLst>
            </a:custGeom>
            <a:solidFill>
              <a:srgbClr val="FFFFFF"/>
            </a:solidFill>
            <a:ln w="9525" cap="flat">
              <a:noFill/>
              <a:prstDash val="solid"/>
              <a:miter/>
            </a:ln>
          </p:spPr>
          <p:txBody>
            <a:bodyPr rtlCol="0" anchor="ctr"/>
            <a:lstStyle/>
            <a:p>
              <a:endParaRPr lang="zh-CN" altLang="en-US"/>
            </a:p>
          </p:txBody>
        </p:sp>
        <p:sp>
          <p:nvSpPr>
            <p:cNvPr id="205" name="任意多边形: 形状 204"/>
            <p:cNvSpPr/>
            <p:nvPr/>
          </p:nvSpPr>
          <p:spPr>
            <a:xfrm>
              <a:off x="9987783" y="630242"/>
              <a:ext cx="16647" cy="23673"/>
            </a:xfrm>
            <a:custGeom>
              <a:avLst/>
              <a:gdLst>
                <a:gd name="connsiteX0" fmla="*/ 7239 w 20764"/>
                <a:gd name="connsiteY0" fmla="*/ 6858 h 29527"/>
                <a:gd name="connsiteX1" fmla="*/ 191 w 20764"/>
                <a:gd name="connsiteY1" fmla="*/ 4477 h 29527"/>
                <a:gd name="connsiteX2" fmla="*/ 953 w 20764"/>
                <a:gd name="connsiteY2" fmla="*/ 2191 h 29527"/>
                <a:gd name="connsiteX3" fmla="*/ 1715 w 20764"/>
                <a:gd name="connsiteY3" fmla="*/ 0 h 29527"/>
                <a:gd name="connsiteX4" fmla="*/ 20764 w 20764"/>
                <a:gd name="connsiteY4" fmla="*/ 6477 h 29527"/>
                <a:gd name="connsiteX5" fmla="*/ 19907 w 20764"/>
                <a:gd name="connsiteY5" fmla="*/ 8763 h 29527"/>
                <a:gd name="connsiteX6" fmla="*/ 19145 w 20764"/>
                <a:gd name="connsiteY6" fmla="*/ 11049 h 29527"/>
                <a:gd name="connsiteX7" fmla="*/ 12097 w 20764"/>
                <a:gd name="connsiteY7" fmla="*/ 8573 h 29527"/>
                <a:gd name="connsiteX8" fmla="*/ 4858 w 20764"/>
                <a:gd name="connsiteY8" fmla="*/ 29527 h 29527"/>
                <a:gd name="connsiteX9" fmla="*/ 2477 w 20764"/>
                <a:gd name="connsiteY9" fmla="*/ 28670 h 29527"/>
                <a:gd name="connsiteX10" fmla="*/ 0 w 20764"/>
                <a:gd name="connsiteY10" fmla="*/ 27813 h 29527"/>
                <a:gd name="connsiteX11" fmla="*/ 7239 w 20764"/>
                <a:gd name="connsiteY11" fmla="*/ 6858 h 2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764" h="29527">
                  <a:moveTo>
                    <a:pt x="7239" y="6858"/>
                  </a:moveTo>
                  <a:lnTo>
                    <a:pt x="191" y="4477"/>
                  </a:lnTo>
                  <a:lnTo>
                    <a:pt x="953" y="2191"/>
                  </a:lnTo>
                  <a:lnTo>
                    <a:pt x="1715" y="0"/>
                  </a:lnTo>
                  <a:lnTo>
                    <a:pt x="20764" y="6477"/>
                  </a:lnTo>
                  <a:lnTo>
                    <a:pt x="19907" y="8763"/>
                  </a:lnTo>
                  <a:lnTo>
                    <a:pt x="19145" y="11049"/>
                  </a:lnTo>
                  <a:lnTo>
                    <a:pt x="12097" y="8573"/>
                  </a:lnTo>
                  <a:lnTo>
                    <a:pt x="4858" y="29527"/>
                  </a:lnTo>
                  <a:lnTo>
                    <a:pt x="2477" y="28670"/>
                  </a:lnTo>
                  <a:lnTo>
                    <a:pt x="0" y="27813"/>
                  </a:lnTo>
                  <a:lnTo>
                    <a:pt x="7239" y="6858"/>
                  </a:lnTo>
                  <a:close/>
                </a:path>
              </a:pathLst>
            </a:custGeom>
            <a:solidFill>
              <a:srgbClr val="FFFFFF"/>
            </a:solidFill>
            <a:ln w="9525" cap="flat">
              <a:noFill/>
              <a:prstDash val="solid"/>
              <a:miter/>
            </a:ln>
          </p:spPr>
          <p:txBody>
            <a:bodyPr rtlCol="0" anchor="ctr"/>
            <a:lstStyle/>
            <a:p>
              <a:endParaRPr lang="zh-CN" altLang="en-US"/>
            </a:p>
          </p:txBody>
        </p:sp>
        <p:sp>
          <p:nvSpPr>
            <p:cNvPr id="206" name="任意多边形: 形状 205"/>
            <p:cNvSpPr/>
            <p:nvPr/>
          </p:nvSpPr>
          <p:spPr>
            <a:xfrm>
              <a:off x="10005117" y="637038"/>
              <a:ext cx="19169" cy="23830"/>
            </a:xfrm>
            <a:custGeom>
              <a:avLst/>
              <a:gdLst>
                <a:gd name="connsiteX0" fmla="*/ 19639 w 23909"/>
                <a:gd name="connsiteY0" fmla="*/ 20914 h 29723"/>
                <a:gd name="connsiteX1" fmla="*/ 15353 w 23909"/>
                <a:gd name="connsiteY1" fmla="*/ 28439 h 29723"/>
                <a:gd name="connsiteX2" fmla="*/ 7352 w 23909"/>
                <a:gd name="connsiteY2" fmla="*/ 29011 h 29723"/>
                <a:gd name="connsiteX3" fmla="*/ 684 w 23909"/>
                <a:gd name="connsiteY3" fmla="*/ 24629 h 29723"/>
                <a:gd name="connsiteX4" fmla="*/ 208 w 23909"/>
                <a:gd name="connsiteY4" fmla="*/ 16057 h 29723"/>
                <a:gd name="connsiteX5" fmla="*/ 4304 w 23909"/>
                <a:gd name="connsiteY5" fmla="*/ -136 h 29723"/>
                <a:gd name="connsiteX6" fmla="*/ 6781 w 23909"/>
                <a:gd name="connsiteY6" fmla="*/ 436 h 29723"/>
                <a:gd name="connsiteX7" fmla="*/ 9353 w 23909"/>
                <a:gd name="connsiteY7" fmla="*/ 1102 h 29723"/>
                <a:gd name="connsiteX8" fmla="*/ 5257 w 23909"/>
                <a:gd name="connsiteY8" fmla="*/ 17485 h 29723"/>
                <a:gd name="connsiteX9" fmla="*/ 5257 w 23909"/>
                <a:gd name="connsiteY9" fmla="*/ 21962 h 29723"/>
                <a:gd name="connsiteX10" fmla="*/ 8400 w 23909"/>
                <a:gd name="connsiteY10" fmla="*/ 24248 h 29723"/>
                <a:gd name="connsiteX11" fmla="*/ 12305 w 23909"/>
                <a:gd name="connsiteY11" fmla="*/ 24248 h 29723"/>
                <a:gd name="connsiteX12" fmla="*/ 14496 w 23909"/>
                <a:gd name="connsiteY12" fmla="*/ 20248 h 29723"/>
                <a:gd name="connsiteX13" fmla="*/ 18592 w 23909"/>
                <a:gd name="connsiteY13" fmla="*/ 3769 h 29723"/>
                <a:gd name="connsiteX14" fmla="*/ 21068 w 23909"/>
                <a:gd name="connsiteY14" fmla="*/ 4436 h 29723"/>
                <a:gd name="connsiteX15" fmla="*/ 23545 w 23909"/>
                <a:gd name="connsiteY15" fmla="*/ 5008 h 29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909" h="29723">
                  <a:moveTo>
                    <a:pt x="19639" y="20914"/>
                  </a:moveTo>
                  <a:cubicBezTo>
                    <a:pt x="19147" y="23851"/>
                    <a:pt x="17628" y="26517"/>
                    <a:pt x="15353" y="28439"/>
                  </a:cubicBezTo>
                  <a:cubicBezTo>
                    <a:pt x="12883" y="29737"/>
                    <a:pt x="9982" y="29945"/>
                    <a:pt x="7352" y="29011"/>
                  </a:cubicBezTo>
                  <a:cubicBezTo>
                    <a:pt x="4596" y="28596"/>
                    <a:pt x="2159" y="26995"/>
                    <a:pt x="684" y="24629"/>
                  </a:cubicBezTo>
                  <a:cubicBezTo>
                    <a:pt x="-526" y="21928"/>
                    <a:pt x="-696" y="18875"/>
                    <a:pt x="208" y="16057"/>
                  </a:cubicBezTo>
                  <a:lnTo>
                    <a:pt x="4304" y="-136"/>
                  </a:lnTo>
                  <a:lnTo>
                    <a:pt x="6781" y="436"/>
                  </a:lnTo>
                  <a:lnTo>
                    <a:pt x="9353" y="1102"/>
                  </a:lnTo>
                  <a:lnTo>
                    <a:pt x="5257" y="17485"/>
                  </a:lnTo>
                  <a:cubicBezTo>
                    <a:pt x="4716" y="18929"/>
                    <a:pt x="4716" y="20519"/>
                    <a:pt x="5257" y="21962"/>
                  </a:cubicBezTo>
                  <a:cubicBezTo>
                    <a:pt x="5902" y="23163"/>
                    <a:pt x="7059" y="24004"/>
                    <a:pt x="8400" y="24248"/>
                  </a:cubicBezTo>
                  <a:cubicBezTo>
                    <a:pt x="9630" y="24860"/>
                    <a:pt x="11075" y="24860"/>
                    <a:pt x="12305" y="24248"/>
                  </a:cubicBezTo>
                  <a:cubicBezTo>
                    <a:pt x="13453" y="23190"/>
                    <a:pt x="14222" y="21785"/>
                    <a:pt x="14496" y="20248"/>
                  </a:cubicBezTo>
                  <a:lnTo>
                    <a:pt x="18592" y="3769"/>
                  </a:lnTo>
                  <a:lnTo>
                    <a:pt x="21068" y="4436"/>
                  </a:lnTo>
                  <a:lnTo>
                    <a:pt x="23545" y="5008"/>
                  </a:lnTo>
                  <a:close/>
                </a:path>
              </a:pathLst>
            </a:custGeom>
            <a:solidFill>
              <a:srgbClr val="FFFFFF"/>
            </a:solidFill>
            <a:ln w="9525" cap="flat">
              <a:noFill/>
              <a:prstDash val="solid"/>
              <a:miter/>
            </a:ln>
          </p:spPr>
          <p:txBody>
            <a:bodyPr rtlCol="0" anchor="ctr"/>
            <a:lstStyle/>
            <a:p>
              <a:endParaRPr lang="zh-CN" altLang="en-US"/>
            </a:p>
          </p:txBody>
        </p:sp>
        <p:sp>
          <p:nvSpPr>
            <p:cNvPr id="207" name="任意多边形: 形状 206"/>
            <p:cNvSpPr/>
            <p:nvPr/>
          </p:nvSpPr>
          <p:spPr>
            <a:xfrm>
              <a:off x="10028639" y="641543"/>
              <a:ext cx="16494" cy="22680"/>
            </a:xfrm>
            <a:custGeom>
              <a:avLst/>
              <a:gdLst>
                <a:gd name="connsiteX0" fmla="*/ 7429 w 20573"/>
                <a:gd name="connsiteY0" fmla="*/ 5715 h 28289"/>
                <a:gd name="connsiteX1" fmla="*/ 0 w 20573"/>
                <a:gd name="connsiteY1" fmla="*/ 4763 h 28289"/>
                <a:gd name="connsiteX2" fmla="*/ 286 w 20573"/>
                <a:gd name="connsiteY2" fmla="*/ 2381 h 28289"/>
                <a:gd name="connsiteX3" fmla="*/ 571 w 20573"/>
                <a:gd name="connsiteY3" fmla="*/ 0 h 28289"/>
                <a:gd name="connsiteX4" fmla="*/ 20574 w 20573"/>
                <a:gd name="connsiteY4" fmla="*/ 2477 h 28289"/>
                <a:gd name="connsiteX5" fmla="*/ 20288 w 20573"/>
                <a:gd name="connsiteY5" fmla="*/ 4858 h 28289"/>
                <a:gd name="connsiteX6" fmla="*/ 19907 w 20573"/>
                <a:gd name="connsiteY6" fmla="*/ 7239 h 28289"/>
                <a:gd name="connsiteX7" fmla="*/ 12573 w 20573"/>
                <a:gd name="connsiteY7" fmla="*/ 6286 h 28289"/>
                <a:gd name="connsiteX8" fmla="*/ 9811 w 20573"/>
                <a:gd name="connsiteY8" fmla="*/ 28289 h 28289"/>
                <a:gd name="connsiteX9" fmla="*/ 7334 w 20573"/>
                <a:gd name="connsiteY9" fmla="*/ 27908 h 28289"/>
                <a:gd name="connsiteX10" fmla="*/ 4763 w 20573"/>
                <a:gd name="connsiteY10" fmla="*/ 27623 h 28289"/>
                <a:gd name="connsiteX11" fmla="*/ 7429 w 20573"/>
                <a:gd name="connsiteY11" fmla="*/ 5715 h 28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573" h="28289">
                  <a:moveTo>
                    <a:pt x="7429" y="5715"/>
                  </a:moveTo>
                  <a:lnTo>
                    <a:pt x="0" y="4763"/>
                  </a:lnTo>
                  <a:lnTo>
                    <a:pt x="286" y="2381"/>
                  </a:lnTo>
                  <a:lnTo>
                    <a:pt x="571" y="0"/>
                  </a:lnTo>
                  <a:lnTo>
                    <a:pt x="20574" y="2477"/>
                  </a:lnTo>
                  <a:lnTo>
                    <a:pt x="20288" y="4858"/>
                  </a:lnTo>
                  <a:lnTo>
                    <a:pt x="19907" y="7239"/>
                  </a:lnTo>
                  <a:lnTo>
                    <a:pt x="12573" y="6286"/>
                  </a:lnTo>
                  <a:lnTo>
                    <a:pt x="9811" y="28289"/>
                  </a:lnTo>
                  <a:lnTo>
                    <a:pt x="7334" y="27908"/>
                  </a:lnTo>
                  <a:lnTo>
                    <a:pt x="4763" y="27623"/>
                  </a:lnTo>
                  <a:lnTo>
                    <a:pt x="7429" y="5715"/>
                  </a:lnTo>
                  <a:close/>
                </a:path>
              </a:pathLst>
            </a:custGeom>
            <a:solidFill>
              <a:srgbClr val="FFFFFF"/>
            </a:solidFill>
            <a:ln w="9525" cap="flat">
              <a:noFill/>
              <a:prstDash val="solid"/>
              <a:miter/>
            </a:ln>
          </p:spPr>
          <p:txBody>
            <a:bodyPr rtlCol="0" anchor="ctr"/>
            <a:lstStyle/>
            <a:p>
              <a:endParaRPr lang="zh-CN" altLang="en-US"/>
            </a:p>
          </p:txBody>
        </p:sp>
        <p:sp>
          <p:nvSpPr>
            <p:cNvPr id="208" name="任意多边形: 形状 207"/>
            <p:cNvSpPr/>
            <p:nvPr/>
          </p:nvSpPr>
          <p:spPr>
            <a:xfrm>
              <a:off x="10050173" y="643300"/>
              <a:ext cx="15425" cy="21764"/>
            </a:xfrm>
            <a:custGeom>
              <a:avLst/>
              <a:gdLst>
                <a:gd name="connsiteX0" fmla="*/ 476 w 19240"/>
                <a:gd name="connsiteY0" fmla="*/ 27146 h 27146"/>
                <a:gd name="connsiteX1" fmla="*/ 0 w 19240"/>
                <a:gd name="connsiteY1" fmla="*/ 286 h 27146"/>
                <a:gd name="connsiteX2" fmla="*/ 18193 w 19240"/>
                <a:gd name="connsiteY2" fmla="*/ 0 h 27146"/>
                <a:gd name="connsiteX3" fmla="*/ 18288 w 19240"/>
                <a:gd name="connsiteY3" fmla="*/ 2381 h 27146"/>
                <a:gd name="connsiteX4" fmla="*/ 18288 w 19240"/>
                <a:gd name="connsiteY4" fmla="*/ 4763 h 27146"/>
                <a:gd name="connsiteX5" fmla="*/ 5239 w 19240"/>
                <a:gd name="connsiteY5" fmla="*/ 4953 h 27146"/>
                <a:gd name="connsiteX6" fmla="*/ 5334 w 19240"/>
                <a:gd name="connsiteY6" fmla="*/ 10668 h 27146"/>
                <a:gd name="connsiteX7" fmla="*/ 17431 w 19240"/>
                <a:gd name="connsiteY7" fmla="*/ 10478 h 27146"/>
                <a:gd name="connsiteX8" fmla="*/ 17526 w 19240"/>
                <a:gd name="connsiteY8" fmla="*/ 12764 h 27146"/>
                <a:gd name="connsiteX9" fmla="*/ 17526 w 19240"/>
                <a:gd name="connsiteY9" fmla="*/ 15050 h 27146"/>
                <a:gd name="connsiteX10" fmla="*/ 5429 w 19240"/>
                <a:gd name="connsiteY10" fmla="*/ 15335 h 27146"/>
                <a:gd name="connsiteX11" fmla="*/ 5620 w 19240"/>
                <a:gd name="connsiteY11" fmla="*/ 22289 h 27146"/>
                <a:gd name="connsiteX12" fmla="*/ 19145 w 19240"/>
                <a:gd name="connsiteY12" fmla="*/ 22098 h 27146"/>
                <a:gd name="connsiteX13" fmla="*/ 19241 w 19240"/>
                <a:gd name="connsiteY13" fmla="*/ 24479 h 27146"/>
                <a:gd name="connsiteX14" fmla="*/ 19241 w 19240"/>
                <a:gd name="connsiteY14" fmla="*/ 26860 h 27146"/>
                <a:gd name="connsiteX15" fmla="*/ 476 w 19240"/>
                <a:gd name="connsiteY15" fmla="*/ 27146 h 2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240" h="27146">
                  <a:moveTo>
                    <a:pt x="476" y="27146"/>
                  </a:moveTo>
                  <a:lnTo>
                    <a:pt x="0" y="286"/>
                  </a:lnTo>
                  <a:lnTo>
                    <a:pt x="18193" y="0"/>
                  </a:lnTo>
                  <a:lnTo>
                    <a:pt x="18288" y="2381"/>
                  </a:lnTo>
                  <a:lnTo>
                    <a:pt x="18288" y="4763"/>
                  </a:lnTo>
                  <a:lnTo>
                    <a:pt x="5239" y="4953"/>
                  </a:lnTo>
                  <a:lnTo>
                    <a:pt x="5334" y="10668"/>
                  </a:lnTo>
                  <a:lnTo>
                    <a:pt x="17431" y="10478"/>
                  </a:lnTo>
                  <a:lnTo>
                    <a:pt x="17526" y="12764"/>
                  </a:lnTo>
                  <a:lnTo>
                    <a:pt x="17526" y="15050"/>
                  </a:lnTo>
                  <a:lnTo>
                    <a:pt x="5429" y="15335"/>
                  </a:lnTo>
                  <a:lnTo>
                    <a:pt x="5620" y="22289"/>
                  </a:lnTo>
                  <a:lnTo>
                    <a:pt x="19145" y="22098"/>
                  </a:lnTo>
                  <a:lnTo>
                    <a:pt x="19241" y="24479"/>
                  </a:lnTo>
                  <a:lnTo>
                    <a:pt x="19241" y="26860"/>
                  </a:lnTo>
                  <a:lnTo>
                    <a:pt x="476" y="27146"/>
                  </a:lnTo>
                  <a:close/>
                </a:path>
              </a:pathLst>
            </a:custGeom>
            <a:solidFill>
              <a:srgbClr val="FFFFFF"/>
            </a:solidFill>
            <a:ln w="9525" cap="flat">
              <a:noFill/>
              <a:prstDash val="solid"/>
              <a:miter/>
            </a:ln>
          </p:spPr>
          <p:txBody>
            <a:bodyPr rtlCol="0" anchor="ctr"/>
            <a:lstStyle/>
            <a:p>
              <a:endParaRPr lang="zh-CN" altLang="en-US"/>
            </a:p>
          </p:txBody>
        </p:sp>
        <p:sp>
          <p:nvSpPr>
            <p:cNvPr id="209" name="任意多边形: 形状 208"/>
            <p:cNvSpPr/>
            <p:nvPr/>
          </p:nvSpPr>
          <p:spPr>
            <a:xfrm>
              <a:off x="10082108" y="639630"/>
              <a:ext cx="19400" cy="22655"/>
            </a:xfrm>
            <a:custGeom>
              <a:avLst/>
              <a:gdLst>
                <a:gd name="connsiteX0" fmla="*/ 5142 w 24197"/>
                <a:gd name="connsiteY0" fmla="*/ 25778 h 28258"/>
                <a:gd name="connsiteX1" fmla="*/ 1142 w 24197"/>
                <a:gd name="connsiteY1" fmla="*/ 5489 h 28258"/>
                <a:gd name="connsiteX2" fmla="*/ 17390 w 24197"/>
                <a:gd name="connsiteY2" fmla="*/ 1616 h 28258"/>
                <a:gd name="connsiteX3" fmla="*/ 18192 w 24197"/>
                <a:gd name="connsiteY3" fmla="*/ 2156 h 28258"/>
                <a:gd name="connsiteX4" fmla="*/ 23335 w 24197"/>
                <a:gd name="connsiteY4" fmla="*/ 11681 h 28258"/>
                <a:gd name="connsiteX5" fmla="*/ 22192 w 24197"/>
                <a:gd name="connsiteY5" fmla="*/ 22348 h 28258"/>
                <a:gd name="connsiteX6" fmla="*/ 14382 w 24197"/>
                <a:gd name="connsiteY6" fmla="*/ 27778 h 28258"/>
                <a:gd name="connsiteX7" fmla="*/ 4857 w 24197"/>
                <a:gd name="connsiteY7" fmla="*/ 25682 h 28258"/>
                <a:gd name="connsiteX8" fmla="*/ 17525 w 24197"/>
                <a:gd name="connsiteY8" fmla="*/ 19682 h 28258"/>
                <a:gd name="connsiteX9" fmla="*/ 18001 w 24197"/>
                <a:gd name="connsiteY9" fmla="*/ 12633 h 28258"/>
                <a:gd name="connsiteX10" fmla="*/ 14858 w 24197"/>
                <a:gd name="connsiteY10" fmla="*/ 6156 h 28258"/>
                <a:gd name="connsiteX11" fmla="*/ 9524 w 24197"/>
                <a:gd name="connsiteY11" fmla="*/ 4632 h 28258"/>
                <a:gd name="connsiteX12" fmla="*/ 5238 w 24197"/>
                <a:gd name="connsiteY12" fmla="*/ 8061 h 28258"/>
                <a:gd name="connsiteX13" fmla="*/ 4762 w 24197"/>
                <a:gd name="connsiteY13" fmla="*/ 15205 h 28258"/>
                <a:gd name="connsiteX14" fmla="*/ 7810 w 24197"/>
                <a:gd name="connsiteY14" fmla="*/ 21587 h 28258"/>
                <a:gd name="connsiteX15" fmla="*/ 16656 w 24197"/>
                <a:gd name="connsiteY15" fmla="*/ 20700 h 28258"/>
                <a:gd name="connsiteX16" fmla="*/ 17335 w 24197"/>
                <a:gd name="connsiteY16" fmla="*/ 19682 h 28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197" h="28258">
                  <a:moveTo>
                    <a:pt x="5142" y="25778"/>
                  </a:moveTo>
                  <a:cubicBezTo>
                    <a:pt x="-278" y="20504"/>
                    <a:pt x="-1871" y="12426"/>
                    <a:pt x="1142" y="5489"/>
                  </a:cubicBezTo>
                  <a:cubicBezTo>
                    <a:pt x="4559" y="-67"/>
                    <a:pt x="11834" y="-1801"/>
                    <a:pt x="17390" y="1616"/>
                  </a:cubicBezTo>
                  <a:cubicBezTo>
                    <a:pt x="17664" y="1785"/>
                    <a:pt x="17932" y="1965"/>
                    <a:pt x="18192" y="2156"/>
                  </a:cubicBezTo>
                  <a:cubicBezTo>
                    <a:pt x="20961" y="4637"/>
                    <a:pt x="22779" y="8004"/>
                    <a:pt x="23335" y="11681"/>
                  </a:cubicBezTo>
                  <a:cubicBezTo>
                    <a:pt x="24278" y="15256"/>
                    <a:pt x="23871" y="19054"/>
                    <a:pt x="22192" y="22348"/>
                  </a:cubicBezTo>
                  <a:cubicBezTo>
                    <a:pt x="20521" y="25225"/>
                    <a:pt x="17661" y="27213"/>
                    <a:pt x="14382" y="27778"/>
                  </a:cubicBezTo>
                  <a:cubicBezTo>
                    <a:pt x="11054" y="28640"/>
                    <a:pt x="7515" y="27862"/>
                    <a:pt x="4857" y="25682"/>
                  </a:cubicBezTo>
                  <a:moveTo>
                    <a:pt x="17525" y="19682"/>
                  </a:moveTo>
                  <a:cubicBezTo>
                    <a:pt x="18431" y="17443"/>
                    <a:pt x="18597" y="14973"/>
                    <a:pt x="18001" y="12633"/>
                  </a:cubicBezTo>
                  <a:cubicBezTo>
                    <a:pt x="17653" y="10199"/>
                    <a:pt x="16554" y="7935"/>
                    <a:pt x="14858" y="6156"/>
                  </a:cubicBezTo>
                  <a:cubicBezTo>
                    <a:pt x="13493" y="4710"/>
                    <a:pt x="11447" y="4125"/>
                    <a:pt x="9524" y="4632"/>
                  </a:cubicBezTo>
                  <a:cubicBezTo>
                    <a:pt x="7596" y="4952"/>
                    <a:pt x="5973" y="6251"/>
                    <a:pt x="5238" y="8061"/>
                  </a:cubicBezTo>
                  <a:cubicBezTo>
                    <a:pt x="4325" y="10331"/>
                    <a:pt x="4158" y="12833"/>
                    <a:pt x="4762" y="15205"/>
                  </a:cubicBezTo>
                  <a:cubicBezTo>
                    <a:pt x="5125" y="17587"/>
                    <a:pt x="6185" y="19807"/>
                    <a:pt x="7810" y="21587"/>
                  </a:cubicBezTo>
                  <a:cubicBezTo>
                    <a:pt x="10497" y="23785"/>
                    <a:pt x="14458" y="23388"/>
                    <a:pt x="16656" y="20700"/>
                  </a:cubicBezTo>
                  <a:cubicBezTo>
                    <a:pt x="16915" y="20383"/>
                    <a:pt x="17142" y="20042"/>
                    <a:pt x="17335" y="19682"/>
                  </a:cubicBezTo>
                </a:path>
              </a:pathLst>
            </a:custGeom>
            <a:solidFill>
              <a:srgbClr val="FFFFFF"/>
            </a:solidFill>
            <a:ln w="9525" cap="flat">
              <a:noFill/>
              <a:prstDash val="solid"/>
              <a:miter/>
            </a:ln>
          </p:spPr>
          <p:txBody>
            <a:bodyPr rtlCol="0" anchor="ctr"/>
            <a:lstStyle/>
            <a:p>
              <a:endParaRPr lang="zh-CN" altLang="en-US"/>
            </a:p>
          </p:txBody>
        </p:sp>
        <p:sp>
          <p:nvSpPr>
            <p:cNvPr id="210" name="任意多边形: 形状 209"/>
            <p:cNvSpPr/>
            <p:nvPr/>
          </p:nvSpPr>
          <p:spPr>
            <a:xfrm>
              <a:off x="10104851" y="632685"/>
              <a:ext cx="16036" cy="24818"/>
            </a:xfrm>
            <a:custGeom>
              <a:avLst/>
              <a:gdLst>
                <a:gd name="connsiteX0" fmla="*/ 8287 w 20002"/>
                <a:gd name="connsiteY0" fmla="*/ 30956 h 30956"/>
                <a:gd name="connsiteX1" fmla="*/ 0 w 20002"/>
                <a:gd name="connsiteY1" fmla="*/ 5429 h 30956"/>
                <a:gd name="connsiteX2" fmla="*/ 16669 w 20002"/>
                <a:gd name="connsiteY2" fmla="*/ 0 h 30956"/>
                <a:gd name="connsiteX3" fmla="*/ 17431 w 20002"/>
                <a:gd name="connsiteY3" fmla="*/ 2286 h 30956"/>
                <a:gd name="connsiteX4" fmla="*/ 18193 w 20002"/>
                <a:gd name="connsiteY4" fmla="*/ 4477 h 30956"/>
                <a:gd name="connsiteX5" fmla="*/ 6382 w 20002"/>
                <a:gd name="connsiteY5" fmla="*/ 8382 h 30956"/>
                <a:gd name="connsiteX6" fmla="*/ 8192 w 20002"/>
                <a:gd name="connsiteY6" fmla="*/ 14192 h 30956"/>
                <a:gd name="connsiteX7" fmla="*/ 18574 w 20002"/>
                <a:gd name="connsiteY7" fmla="*/ 10858 h 30956"/>
                <a:gd name="connsiteX8" fmla="*/ 19241 w 20002"/>
                <a:gd name="connsiteY8" fmla="*/ 13049 h 30956"/>
                <a:gd name="connsiteX9" fmla="*/ 20002 w 20002"/>
                <a:gd name="connsiteY9" fmla="*/ 15240 h 30956"/>
                <a:gd name="connsiteX10" fmla="*/ 9620 w 20002"/>
                <a:gd name="connsiteY10" fmla="*/ 18574 h 30956"/>
                <a:gd name="connsiteX11" fmla="*/ 13145 w 20002"/>
                <a:gd name="connsiteY11" fmla="*/ 29337 h 30956"/>
                <a:gd name="connsiteX12" fmla="*/ 10763 w 20002"/>
                <a:gd name="connsiteY12" fmla="*/ 30194 h 30956"/>
                <a:gd name="connsiteX13" fmla="*/ 8287 w 20002"/>
                <a:gd name="connsiteY13" fmla="*/ 30956 h 3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002" h="30956">
                  <a:moveTo>
                    <a:pt x="8287" y="30956"/>
                  </a:moveTo>
                  <a:lnTo>
                    <a:pt x="0" y="5429"/>
                  </a:lnTo>
                  <a:lnTo>
                    <a:pt x="16669" y="0"/>
                  </a:lnTo>
                  <a:lnTo>
                    <a:pt x="17431" y="2286"/>
                  </a:lnTo>
                  <a:lnTo>
                    <a:pt x="18193" y="4477"/>
                  </a:lnTo>
                  <a:lnTo>
                    <a:pt x="6382" y="8382"/>
                  </a:lnTo>
                  <a:lnTo>
                    <a:pt x="8192" y="14192"/>
                  </a:lnTo>
                  <a:lnTo>
                    <a:pt x="18574" y="10858"/>
                  </a:lnTo>
                  <a:lnTo>
                    <a:pt x="19241" y="13049"/>
                  </a:lnTo>
                  <a:lnTo>
                    <a:pt x="20002" y="15240"/>
                  </a:lnTo>
                  <a:lnTo>
                    <a:pt x="9620" y="18574"/>
                  </a:lnTo>
                  <a:lnTo>
                    <a:pt x="13145" y="29337"/>
                  </a:lnTo>
                  <a:lnTo>
                    <a:pt x="10763" y="30194"/>
                  </a:lnTo>
                  <a:lnTo>
                    <a:pt x="8287" y="30956"/>
                  </a:lnTo>
                  <a:close/>
                </a:path>
              </a:pathLst>
            </a:custGeom>
            <a:solidFill>
              <a:srgbClr val="FFFFFF"/>
            </a:solidFill>
            <a:ln w="9525" cap="flat">
              <a:noFill/>
              <a:prstDash val="solid"/>
              <a:miter/>
            </a:ln>
          </p:spPr>
          <p:txBody>
            <a:bodyPr rtlCol="0" anchor="ctr"/>
            <a:lstStyle/>
            <a:p>
              <a:endParaRPr lang="zh-CN" altLang="en-US"/>
            </a:p>
          </p:txBody>
        </p:sp>
        <p:sp>
          <p:nvSpPr>
            <p:cNvPr id="211" name="任意多边形: 形状 210"/>
            <p:cNvSpPr/>
            <p:nvPr/>
          </p:nvSpPr>
          <p:spPr>
            <a:xfrm>
              <a:off x="10130433" y="619932"/>
              <a:ext cx="19091" cy="23749"/>
            </a:xfrm>
            <a:custGeom>
              <a:avLst/>
              <a:gdLst>
                <a:gd name="connsiteX0" fmla="*/ 8858 w 23812"/>
                <a:gd name="connsiteY0" fmla="*/ 10096 h 29622"/>
                <a:gd name="connsiteX1" fmla="*/ 2286 w 23812"/>
                <a:gd name="connsiteY1" fmla="*/ 13621 h 29622"/>
                <a:gd name="connsiteX2" fmla="*/ 1143 w 23812"/>
                <a:gd name="connsiteY2" fmla="*/ 11525 h 29622"/>
                <a:gd name="connsiteX3" fmla="*/ 0 w 23812"/>
                <a:gd name="connsiteY3" fmla="*/ 9430 h 29622"/>
                <a:gd name="connsiteX4" fmla="*/ 17812 w 23812"/>
                <a:gd name="connsiteY4" fmla="*/ 0 h 29622"/>
                <a:gd name="connsiteX5" fmla="*/ 18859 w 23812"/>
                <a:gd name="connsiteY5" fmla="*/ 2095 h 29622"/>
                <a:gd name="connsiteX6" fmla="*/ 20003 w 23812"/>
                <a:gd name="connsiteY6" fmla="*/ 4191 h 29622"/>
                <a:gd name="connsiteX7" fmla="*/ 13430 w 23812"/>
                <a:gd name="connsiteY7" fmla="*/ 7715 h 29622"/>
                <a:gd name="connsiteX8" fmla="*/ 23813 w 23812"/>
                <a:gd name="connsiteY8" fmla="*/ 27146 h 29622"/>
                <a:gd name="connsiteX9" fmla="*/ 21527 w 23812"/>
                <a:gd name="connsiteY9" fmla="*/ 28384 h 29622"/>
                <a:gd name="connsiteX10" fmla="*/ 19241 w 23812"/>
                <a:gd name="connsiteY10" fmla="*/ 29623 h 29622"/>
                <a:gd name="connsiteX11" fmla="*/ 8858 w 23812"/>
                <a:gd name="connsiteY11" fmla="*/ 10096 h 29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812" h="29622">
                  <a:moveTo>
                    <a:pt x="8858" y="10096"/>
                  </a:moveTo>
                  <a:lnTo>
                    <a:pt x="2286" y="13621"/>
                  </a:lnTo>
                  <a:lnTo>
                    <a:pt x="1143" y="11525"/>
                  </a:lnTo>
                  <a:lnTo>
                    <a:pt x="0" y="9430"/>
                  </a:lnTo>
                  <a:lnTo>
                    <a:pt x="17812" y="0"/>
                  </a:lnTo>
                  <a:lnTo>
                    <a:pt x="18859" y="2095"/>
                  </a:lnTo>
                  <a:lnTo>
                    <a:pt x="20003" y="4191"/>
                  </a:lnTo>
                  <a:lnTo>
                    <a:pt x="13430" y="7715"/>
                  </a:lnTo>
                  <a:lnTo>
                    <a:pt x="23813" y="27146"/>
                  </a:lnTo>
                  <a:lnTo>
                    <a:pt x="21527" y="28384"/>
                  </a:lnTo>
                  <a:lnTo>
                    <a:pt x="19241" y="29623"/>
                  </a:lnTo>
                  <a:lnTo>
                    <a:pt x="8858" y="10096"/>
                  </a:lnTo>
                  <a:close/>
                </a:path>
              </a:pathLst>
            </a:custGeom>
            <a:solidFill>
              <a:srgbClr val="FFFFFF"/>
            </a:solidFill>
            <a:ln w="9525" cap="flat">
              <a:noFill/>
              <a:prstDash val="solid"/>
              <a:miter/>
            </a:ln>
          </p:spPr>
          <p:txBody>
            <a:bodyPr rtlCol="0" anchor="ctr"/>
            <a:lstStyle/>
            <a:p>
              <a:endParaRPr lang="zh-CN" altLang="en-US"/>
            </a:p>
          </p:txBody>
        </p:sp>
        <p:sp>
          <p:nvSpPr>
            <p:cNvPr id="212" name="任意多边形: 形状 211"/>
            <p:cNvSpPr/>
            <p:nvPr/>
          </p:nvSpPr>
          <p:spPr>
            <a:xfrm>
              <a:off x="10149066" y="609470"/>
              <a:ext cx="24360" cy="25964"/>
            </a:xfrm>
            <a:custGeom>
              <a:avLst/>
              <a:gdLst>
                <a:gd name="connsiteX0" fmla="*/ 14668 w 30384"/>
                <a:gd name="connsiteY0" fmla="*/ 32385 h 32385"/>
                <a:gd name="connsiteX1" fmla="*/ 0 w 30384"/>
                <a:gd name="connsiteY1" fmla="*/ 9906 h 32385"/>
                <a:gd name="connsiteX2" fmla="*/ 15335 w 30384"/>
                <a:gd name="connsiteY2" fmla="*/ 0 h 32385"/>
                <a:gd name="connsiteX3" fmla="*/ 16573 w 30384"/>
                <a:gd name="connsiteY3" fmla="*/ 2000 h 32385"/>
                <a:gd name="connsiteX4" fmla="*/ 17907 w 30384"/>
                <a:gd name="connsiteY4" fmla="*/ 4001 h 32385"/>
                <a:gd name="connsiteX5" fmla="*/ 6953 w 30384"/>
                <a:gd name="connsiteY5" fmla="*/ 11049 h 32385"/>
                <a:gd name="connsiteX6" fmla="*/ 10096 w 30384"/>
                <a:gd name="connsiteY6" fmla="*/ 15811 h 32385"/>
                <a:gd name="connsiteX7" fmla="*/ 20193 w 30384"/>
                <a:gd name="connsiteY7" fmla="*/ 9239 h 32385"/>
                <a:gd name="connsiteX8" fmla="*/ 21431 w 30384"/>
                <a:gd name="connsiteY8" fmla="*/ 11240 h 32385"/>
                <a:gd name="connsiteX9" fmla="*/ 22765 w 30384"/>
                <a:gd name="connsiteY9" fmla="*/ 13145 h 32385"/>
                <a:gd name="connsiteX10" fmla="*/ 12573 w 30384"/>
                <a:gd name="connsiteY10" fmla="*/ 19717 h 32385"/>
                <a:gd name="connsiteX11" fmla="*/ 16383 w 30384"/>
                <a:gd name="connsiteY11" fmla="*/ 25622 h 32385"/>
                <a:gd name="connsiteX12" fmla="*/ 27813 w 30384"/>
                <a:gd name="connsiteY12" fmla="*/ 18193 h 32385"/>
                <a:gd name="connsiteX13" fmla="*/ 29146 w 30384"/>
                <a:gd name="connsiteY13" fmla="*/ 20193 h 32385"/>
                <a:gd name="connsiteX14" fmla="*/ 30385 w 30384"/>
                <a:gd name="connsiteY14" fmla="*/ 22193 h 32385"/>
                <a:gd name="connsiteX15" fmla="*/ 14668 w 30384"/>
                <a:gd name="connsiteY15" fmla="*/ 32385 h 32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384" h="32385">
                  <a:moveTo>
                    <a:pt x="14668" y="32385"/>
                  </a:moveTo>
                  <a:lnTo>
                    <a:pt x="0" y="9906"/>
                  </a:lnTo>
                  <a:lnTo>
                    <a:pt x="15335" y="0"/>
                  </a:lnTo>
                  <a:lnTo>
                    <a:pt x="16573" y="2000"/>
                  </a:lnTo>
                  <a:lnTo>
                    <a:pt x="17907" y="4001"/>
                  </a:lnTo>
                  <a:lnTo>
                    <a:pt x="6953" y="11049"/>
                  </a:lnTo>
                  <a:lnTo>
                    <a:pt x="10096" y="15811"/>
                  </a:lnTo>
                  <a:lnTo>
                    <a:pt x="20193" y="9239"/>
                  </a:lnTo>
                  <a:lnTo>
                    <a:pt x="21431" y="11240"/>
                  </a:lnTo>
                  <a:lnTo>
                    <a:pt x="22765" y="13145"/>
                  </a:lnTo>
                  <a:lnTo>
                    <a:pt x="12573" y="19717"/>
                  </a:lnTo>
                  <a:lnTo>
                    <a:pt x="16383" y="25622"/>
                  </a:lnTo>
                  <a:lnTo>
                    <a:pt x="27813" y="18193"/>
                  </a:lnTo>
                  <a:lnTo>
                    <a:pt x="29146" y="20193"/>
                  </a:lnTo>
                  <a:lnTo>
                    <a:pt x="30385" y="22193"/>
                  </a:lnTo>
                  <a:lnTo>
                    <a:pt x="14668" y="32385"/>
                  </a:lnTo>
                  <a:close/>
                </a:path>
              </a:pathLst>
            </a:custGeom>
            <a:solidFill>
              <a:srgbClr val="FFFFFF"/>
            </a:solidFill>
            <a:ln w="9525" cap="flat">
              <a:noFill/>
              <a:prstDash val="solid"/>
              <a:miter/>
            </a:ln>
          </p:spPr>
          <p:txBody>
            <a:bodyPr rtlCol="0" anchor="ctr"/>
            <a:lstStyle/>
            <a:p>
              <a:endParaRPr lang="zh-CN" altLang="en-US"/>
            </a:p>
          </p:txBody>
        </p:sp>
        <p:sp>
          <p:nvSpPr>
            <p:cNvPr id="213" name="任意多边形: 形状 212"/>
            <p:cNvSpPr/>
            <p:nvPr/>
          </p:nvSpPr>
          <p:spPr>
            <a:xfrm>
              <a:off x="10169056" y="598002"/>
              <a:ext cx="20821" cy="21350"/>
            </a:xfrm>
            <a:custGeom>
              <a:avLst/>
              <a:gdLst>
                <a:gd name="connsiteX0" fmla="*/ 23374 w 25970"/>
                <a:gd name="connsiteY0" fmla="*/ 9025 h 26630"/>
                <a:gd name="connsiteX1" fmla="*/ 25565 w 25970"/>
                <a:gd name="connsiteY1" fmla="*/ 16836 h 26630"/>
                <a:gd name="connsiteX2" fmla="*/ 13213 w 25970"/>
                <a:gd name="connsiteY2" fmla="*/ 26405 h 26630"/>
                <a:gd name="connsiteX3" fmla="*/ 12897 w 25970"/>
                <a:gd name="connsiteY3" fmla="*/ 26361 h 26630"/>
                <a:gd name="connsiteX4" fmla="*/ 4039 w 25970"/>
                <a:gd name="connsiteY4" fmla="*/ 20455 h 26630"/>
                <a:gd name="connsiteX5" fmla="*/ -343 w 25970"/>
                <a:gd name="connsiteY5" fmla="*/ 10930 h 26630"/>
                <a:gd name="connsiteX6" fmla="*/ 3467 w 25970"/>
                <a:gd name="connsiteY6" fmla="*/ 2643 h 26630"/>
                <a:gd name="connsiteX7" fmla="*/ 17741 w 25970"/>
                <a:gd name="connsiteY7" fmla="*/ 3004 h 26630"/>
                <a:gd name="connsiteX8" fmla="*/ 17850 w 25970"/>
                <a:gd name="connsiteY8" fmla="*/ 3120 h 26630"/>
                <a:gd name="connsiteX9" fmla="*/ 13944 w 25970"/>
                <a:gd name="connsiteY9" fmla="*/ 6358 h 26630"/>
                <a:gd name="connsiteX10" fmla="*/ 10325 w 25970"/>
                <a:gd name="connsiteY10" fmla="*/ 4834 h 26630"/>
                <a:gd name="connsiteX11" fmla="*/ 6705 w 25970"/>
                <a:gd name="connsiteY11" fmla="*/ 6263 h 26630"/>
                <a:gd name="connsiteX12" fmla="*/ 4800 w 25970"/>
                <a:gd name="connsiteY12" fmla="*/ 11120 h 26630"/>
                <a:gd name="connsiteX13" fmla="*/ 8039 w 25970"/>
                <a:gd name="connsiteY13" fmla="*/ 17502 h 26630"/>
                <a:gd name="connsiteX14" fmla="*/ 13563 w 25970"/>
                <a:gd name="connsiteY14" fmla="*/ 21598 h 26630"/>
                <a:gd name="connsiteX15" fmla="*/ 18611 w 25970"/>
                <a:gd name="connsiteY15" fmla="*/ 20550 h 26630"/>
                <a:gd name="connsiteX16" fmla="*/ 20612 w 25970"/>
                <a:gd name="connsiteY16" fmla="*/ 17026 h 26630"/>
                <a:gd name="connsiteX17" fmla="*/ 19469 w 25970"/>
                <a:gd name="connsiteY17" fmla="*/ 13025 h 26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970" h="26630">
                  <a:moveTo>
                    <a:pt x="23374" y="9025"/>
                  </a:moveTo>
                  <a:cubicBezTo>
                    <a:pt x="25019" y="11281"/>
                    <a:pt x="25797" y="14053"/>
                    <a:pt x="25565" y="16836"/>
                  </a:cubicBezTo>
                  <a:cubicBezTo>
                    <a:pt x="24797" y="22889"/>
                    <a:pt x="19267" y="27174"/>
                    <a:pt x="13213" y="26405"/>
                  </a:cubicBezTo>
                  <a:cubicBezTo>
                    <a:pt x="13107" y="26392"/>
                    <a:pt x="13002" y="26377"/>
                    <a:pt x="12897" y="26361"/>
                  </a:cubicBezTo>
                  <a:cubicBezTo>
                    <a:pt x="9337" y="25505"/>
                    <a:pt x="6197" y="23412"/>
                    <a:pt x="4039" y="20455"/>
                  </a:cubicBezTo>
                  <a:cubicBezTo>
                    <a:pt x="1556" y="17858"/>
                    <a:pt x="14" y="14505"/>
                    <a:pt x="-343" y="10930"/>
                  </a:cubicBezTo>
                  <a:cubicBezTo>
                    <a:pt x="-564" y="7700"/>
                    <a:pt x="871" y="4579"/>
                    <a:pt x="3467" y="2643"/>
                  </a:cubicBezTo>
                  <a:cubicBezTo>
                    <a:pt x="7508" y="-1199"/>
                    <a:pt x="13899" y="-1038"/>
                    <a:pt x="17741" y="3004"/>
                  </a:cubicBezTo>
                  <a:cubicBezTo>
                    <a:pt x="17778" y="3042"/>
                    <a:pt x="17814" y="3081"/>
                    <a:pt x="17850" y="3120"/>
                  </a:cubicBezTo>
                  <a:lnTo>
                    <a:pt x="13944" y="6358"/>
                  </a:lnTo>
                  <a:cubicBezTo>
                    <a:pt x="12939" y="5465"/>
                    <a:pt x="11666" y="4929"/>
                    <a:pt x="10325" y="4834"/>
                  </a:cubicBezTo>
                  <a:cubicBezTo>
                    <a:pt x="8987" y="4864"/>
                    <a:pt x="7703" y="5371"/>
                    <a:pt x="6705" y="6263"/>
                  </a:cubicBezTo>
                  <a:cubicBezTo>
                    <a:pt x="5252" y="7428"/>
                    <a:pt x="4526" y="9278"/>
                    <a:pt x="4800" y="11120"/>
                  </a:cubicBezTo>
                  <a:cubicBezTo>
                    <a:pt x="5269" y="13506"/>
                    <a:pt x="6390" y="15715"/>
                    <a:pt x="8039" y="17502"/>
                  </a:cubicBezTo>
                  <a:cubicBezTo>
                    <a:pt x="9449" y="19369"/>
                    <a:pt x="11367" y="20791"/>
                    <a:pt x="13563" y="21598"/>
                  </a:cubicBezTo>
                  <a:cubicBezTo>
                    <a:pt x="15311" y="22199"/>
                    <a:pt x="17247" y="21797"/>
                    <a:pt x="18611" y="20550"/>
                  </a:cubicBezTo>
                  <a:cubicBezTo>
                    <a:pt x="19716" y="19684"/>
                    <a:pt x="20434" y="18418"/>
                    <a:pt x="20612" y="17026"/>
                  </a:cubicBezTo>
                  <a:cubicBezTo>
                    <a:pt x="20681" y="15603"/>
                    <a:pt x="20279" y="14197"/>
                    <a:pt x="19469" y="13025"/>
                  </a:cubicBezTo>
                  <a:close/>
                </a:path>
              </a:pathLst>
            </a:custGeom>
            <a:solidFill>
              <a:srgbClr val="FFFFFF"/>
            </a:solidFill>
            <a:ln w="9525" cap="flat">
              <a:noFill/>
              <a:prstDash val="solid"/>
              <a:miter/>
            </a:ln>
          </p:spPr>
          <p:txBody>
            <a:bodyPr rtlCol="0" anchor="ctr"/>
            <a:lstStyle/>
            <a:p>
              <a:endParaRPr lang="zh-CN" altLang="en-US"/>
            </a:p>
          </p:txBody>
        </p:sp>
        <p:sp>
          <p:nvSpPr>
            <p:cNvPr id="214" name="任意多边形: 形状 213"/>
            <p:cNvSpPr/>
            <p:nvPr/>
          </p:nvSpPr>
          <p:spPr>
            <a:xfrm>
              <a:off x="10183049" y="578695"/>
              <a:ext cx="26727" cy="26346"/>
            </a:xfrm>
            <a:custGeom>
              <a:avLst/>
              <a:gdLst>
                <a:gd name="connsiteX0" fmla="*/ 0 w 33337"/>
                <a:gd name="connsiteY0" fmla="*/ 14859 h 32861"/>
                <a:gd name="connsiteX1" fmla="*/ 1714 w 33337"/>
                <a:gd name="connsiteY1" fmla="*/ 12954 h 32861"/>
                <a:gd name="connsiteX2" fmla="*/ 3429 w 33337"/>
                <a:gd name="connsiteY2" fmla="*/ 11049 h 32861"/>
                <a:gd name="connsiteX3" fmla="*/ 10954 w 33337"/>
                <a:gd name="connsiteY3" fmla="*/ 17812 h 32861"/>
                <a:gd name="connsiteX4" fmla="*/ 17431 w 33337"/>
                <a:gd name="connsiteY4" fmla="*/ 10573 h 32861"/>
                <a:gd name="connsiteX5" fmla="*/ 9906 w 33337"/>
                <a:gd name="connsiteY5" fmla="*/ 3905 h 32861"/>
                <a:gd name="connsiteX6" fmla="*/ 11620 w 33337"/>
                <a:gd name="connsiteY6" fmla="*/ 2000 h 32861"/>
                <a:gd name="connsiteX7" fmla="*/ 13430 w 33337"/>
                <a:gd name="connsiteY7" fmla="*/ 0 h 32861"/>
                <a:gd name="connsiteX8" fmla="*/ 33338 w 33337"/>
                <a:gd name="connsiteY8" fmla="*/ 18002 h 32861"/>
                <a:gd name="connsiteX9" fmla="*/ 31623 w 33337"/>
                <a:gd name="connsiteY9" fmla="*/ 19907 h 32861"/>
                <a:gd name="connsiteX10" fmla="*/ 29908 w 33337"/>
                <a:gd name="connsiteY10" fmla="*/ 21812 h 32861"/>
                <a:gd name="connsiteX11" fmla="*/ 20860 w 33337"/>
                <a:gd name="connsiteY11" fmla="*/ 13716 h 32861"/>
                <a:gd name="connsiteX12" fmla="*/ 14383 w 33337"/>
                <a:gd name="connsiteY12" fmla="*/ 20860 h 32861"/>
                <a:gd name="connsiteX13" fmla="*/ 23431 w 33337"/>
                <a:gd name="connsiteY13" fmla="*/ 29051 h 32861"/>
                <a:gd name="connsiteX14" fmla="*/ 21717 w 33337"/>
                <a:gd name="connsiteY14" fmla="*/ 30956 h 32861"/>
                <a:gd name="connsiteX15" fmla="*/ 20002 w 33337"/>
                <a:gd name="connsiteY15" fmla="*/ 32861 h 32861"/>
                <a:gd name="connsiteX16" fmla="*/ 0 w 33337"/>
                <a:gd name="connsiteY16" fmla="*/ 14859 h 3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337" h="32861">
                  <a:moveTo>
                    <a:pt x="0" y="14859"/>
                  </a:moveTo>
                  <a:lnTo>
                    <a:pt x="1714" y="12954"/>
                  </a:lnTo>
                  <a:lnTo>
                    <a:pt x="3429" y="11049"/>
                  </a:lnTo>
                  <a:lnTo>
                    <a:pt x="10954" y="17812"/>
                  </a:lnTo>
                  <a:lnTo>
                    <a:pt x="17431" y="10573"/>
                  </a:lnTo>
                  <a:lnTo>
                    <a:pt x="9906" y="3905"/>
                  </a:lnTo>
                  <a:lnTo>
                    <a:pt x="11620" y="2000"/>
                  </a:lnTo>
                  <a:lnTo>
                    <a:pt x="13430" y="0"/>
                  </a:lnTo>
                  <a:lnTo>
                    <a:pt x="33338" y="18002"/>
                  </a:lnTo>
                  <a:lnTo>
                    <a:pt x="31623" y="19907"/>
                  </a:lnTo>
                  <a:lnTo>
                    <a:pt x="29908" y="21812"/>
                  </a:lnTo>
                  <a:lnTo>
                    <a:pt x="20860" y="13716"/>
                  </a:lnTo>
                  <a:lnTo>
                    <a:pt x="14383" y="20860"/>
                  </a:lnTo>
                  <a:lnTo>
                    <a:pt x="23431" y="29051"/>
                  </a:lnTo>
                  <a:lnTo>
                    <a:pt x="21717" y="30956"/>
                  </a:lnTo>
                  <a:lnTo>
                    <a:pt x="20002" y="32861"/>
                  </a:lnTo>
                  <a:lnTo>
                    <a:pt x="0" y="14859"/>
                  </a:lnTo>
                  <a:close/>
                </a:path>
              </a:pathLst>
            </a:custGeom>
            <a:solidFill>
              <a:srgbClr val="FFFFFF"/>
            </a:solidFill>
            <a:ln w="9525" cap="flat">
              <a:noFill/>
              <a:prstDash val="solid"/>
              <a:miter/>
            </a:ln>
          </p:spPr>
          <p:txBody>
            <a:bodyPr rtlCol="0" anchor="ctr"/>
            <a:lstStyle/>
            <a:p>
              <a:endParaRPr lang="zh-CN" altLang="en-US"/>
            </a:p>
          </p:txBody>
        </p:sp>
        <p:sp>
          <p:nvSpPr>
            <p:cNvPr id="215" name="任意多边形: 形状 214"/>
            <p:cNvSpPr/>
            <p:nvPr/>
          </p:nvSpPr>
          <p:spPr>
            <a:xfrm>
              <a:off x="10197787" y="560673"/>
              <a:ext cx="26881" cy="25582"/>
            </a:xfrm>
            <a:custGeom>
              <a:avLst/>
              <a:gdLst>
                <a:gd name="connsiteX0" fmla="*/ 24765 w 33528"/>
                <a:gd name="connsiteY0" fmla="*/ 27908 h 31908"/>
                <a:gd name="connsiteX1" fmla="*/ 23336 w 33528"/>
                <a:gd name="connsiteY1" fmla="*/ 29908 h 31908"/>
                <a:gd name="connsiteX2" fmla="*/ 22003 w 33528"/>
                <a:gd name="connsiteY2" fmla="*/ 31909 h 31908"/>
                <a:gd name="connsiteX3" fmla="*/ 0 w 33528"/>
                <a:gd name="connsiteY3" fmla="*/ 16478 h 31908"/>
                <a:gd name="connsiteX4" fmla="*/ 1524 w 33528"/>
                <a:gd name="connsiteY4" fmla="*/ 14288 h 31908"/>
                <a:gd name="connsiteX5" fmla="*/ 3048 w 33528"/>
                <a:gd name="connsiteY5" fmla="*/ 12097 h 31908"/>
                <a:gd name="connsiteX6" fmla="*/ 24194 w 33528"/>
                <a:gd name="connsiteY6" fmla="*/ 14764 h 31908"/>
                <a:gd name="connsiteX7" fmla="*/ 8763 w 33528"/>
                <a:gd name="connsiteY7" fmla="*/ 3905 h 31908"/>
                <a:gd name="connsiteX8" fmla="*/ 10192 w 33528"/>
                <a:gd name="connsiteY8" fmla="*/ 2000 h 31908"/>
                <a:gd name="connsiteX9" fmla="*/ 11525 w 33528"/>
                <a:gd name="connsiteY9" fmla="*/ 0 h 31908"/>
                <a:gd name="connsiteX10" fmla="*/ 33528 w 33528"/>
                <a:gd name="connsiteY10" fmla="*/ 15430 h 31908"/>
                <a:gd name="connsiteX11" fmla="*/ 32099 w 33528"/>
                <a:gd name="connsiteY11" fmla="*/ 17526 h 31908"/>
                <a:gd name="connsiteX12" fmla="*/ 30575 w 33528"/>
                <a:gd name="connsiteY12" fmla="*/ 19622 h 31908"/>
                <a:gd name="connsiteX13" fmla="*/ 8858 w 33528"/>
                <a:gd name="connsiteY13" fmla="*/ 16859 h 31908"/>
                <a:gd name="connsiteX14" fmla="*/ 24765 w 33528"/>
                <a:gd name="connsiteY14" fmla="*/ 27908 h 31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28" h="31908">
                  <a:moveTo>
                    <a:pt x="24765" y="27908"/>
                  </a:moveTo>
                  <a:lnTo>
                    <a:pt x="23336" y="29908"/>
                  </a:lnTo>
                  <a:lnTo>
                    <a:pt x="22003" y="31909"/>
                  </a:lnTo>
                  <a:lnTo>
                    <a:pt x="0" y="16478"/>
                  </a:lnTo>
                  <a:lnTo>
                    <a:pt x="1524" y="14288"/>
                  </a:lnTo>
                  <a:lnTo>
                    <a:pt x="3048" y="12097"/>
                  </a:lnTo>
                  <a:lnTo>
                    <a:pt x="24194" y="14764"/>
                  </a:lnTo>
                  <a:lnTo>
                    <a:pt x="8763" y="3905"/>
                  </a:lnTo>
                  <a:lnTo>
                    <a:pt x="10192" y="2000"/>
                  </a:lnTo>
                  <a:lnTo>
                    <a:pt x="11525" y="0"/>
                  </a:lnTo>
                  <a:lnTo>
                    <a:pt x="33528" y="15430"/>
                  </a:lnTo>
                  <a:lnTo>
                    <a:pt x="32099" y="17526"/>
                  </a:lnTo>
                  <a:lnTo>
                    <a:pt x="30575" y="19622"/>
                  </a:lnTo>
                  <a:lnTo>
                    <a:pt x="8858" y="16859"/>
                  </a:lnTo>
                  <a:lnTo>
                    <a:pt x="24765" y="27908"/>
                  </a:lnTo>
                  <a:close/>
                </a:path>
              </a:pathLst>
            </a:custGeom>
            <a:solidFill>
              <a:srgbClr val="FFFFFF"/>
            </a:solidFill>
            <a:ln w="9525" cap="flat">
              <a:noFill/>
              <a:prstDash val="solid"/>
              <a:miter/>
            </a:ln>
          </p:spPr>
          <p:txBody>
            <a:bodyPr rtlCol="0" anchor="ctr"/>
            <a:lstStyle/>
            <a:p>
              <a:endParaRPr lang="zh-CN" altLang="en-US"/>
            </a:p>
          </p:txBody>
        </p:sp>
        <p:sp>
          <p:nvSpPr>
            <p:cNvPr id="216" name="任意多边形: 形状 215"/>
            <p:cNvSpPr/>
            <p:nvPr/>
          </p:nvSpPr>
          <p:spPr>
            <a:xfrm>
              <a:off x="10212634" y="542086"/>
              <a:ext cx="22484" cy="20471"/>
            </a:xfrm>
            <a:custGeom>
              <a:avLst/>
              <a:gdLst>
                <a:gd name="connsiteX0" fmla="*/ 18741 w 28044"/>
                <a:gd name="connsiteY0" fmla="*/ 25142 h 25534"/>
                <a:gd name="connsiteX1" fmla="*/ 8168 w 28044"/>
                <a:gd name="connsiteY1" fmla="*/ 23237 h 25534"/>
                <a:gd name="connsiteX2" fmla="*/ 453 w 28044"/>
                <a:gd name="connsiteY2" fmla="*/ 15427 h 25534"/>
                <a:gd name="connsiteX3" fmla="*/ 1120 w 28044"/>
                <a:gd name="connsiteY3" fmla="*/ 5902 h 25534"/>
                <a:gd name="connsiteX4" fmla="*/ 8644 w 28044"/>
                <a:gd name="connsiteY4" fmla="*/ 91 h 25534"/>
                <a:gd name="connsiteX5" fmla="*/ 19408 w 28044"/>
                <a:gd name="connsiteY5" fmla="*/ 2092 h 25534"/>
                <a:gd name="connsiteX6" fmla="*/ 26933 w 28044"/>
                <a:gd name="connsiteY6" fmla="*/ 9712 h 25534"/>
                <a:gd name="connsiteX7" fmla="*/ 26171 w 28044"/>
                <a:gd name="connsiteY7" fmla="*/ 19237 h 25534"/>
                <a:gd name="connsiteX8" fmla="*/ 18741 w 28044"/>
                <a:gd name="connsiteY8" fmla="*/ 25047 h 25534"/>
                <a:gd name="connsiteX9" fmla="*/ 22074 w 28044"/>
                <a:gd name="connsiteY9" fmla="*/ 11426 h 25534"/>
                <a:gd name="connsiteX10" fmla="*/ 16931 w 28044"/>
                <a:gd name="connsiteY10" fmla="*/ 6664 h 25534"/>
                <a:gd name="connsiteX11" fmla="*/ 9882 w 28044"/>
                <a:gd name="connsiteY11" fmla="*/ 4949 h 25534"/>
                <a:gd name="connsiteX12" fmla="*/ 5310 w 28044"/>
                <a:gd name="connsiteY12" fmla="*/ 8092 h 25534"/>
                <a:gd name="connsiteX13" fmla="*/ 5310 w 28044"/>
                <a:gd name="connsiteY13" fmla="*/ 13712 h 25534"/>
                <a:gd name="connsiteX14" fmla="*/ 10549 w 28044"/>
                <a:gd name="connsiteY14" fmla="*/ 18570 h 25534"/>
                <a:gd name="connsiteX15" fmla="*/ 17502 w 28044"/>
                <a:gd name="connsiteY15" fmla="*/ 20189 h 25534"/>
                <a:gd name="connsiteX16" fmla="*/ 21979 w 28044"/>
                <a:gd name="connsiteY16" fmla="*/ 16951 h 25534"/>
                <a:gd name="connsiteX17" fmla="*/ 21979 w 28044"/>
                <a:gd name="connsiteY17" fmla="*/ 11426 h 25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44" h="25534">
                  <a:moveTo>
                    <a:pt x="18741" y="25142"/>
                  </a:moveTo>
                  <a:cubicBezTo>
                    <a:pt x="15102" y="25820"/>
                    <a:pt x="11341" y="25143"/>
                    <a:pt x="8168" y="23237"/>
                  </a:cubicBezTo>
                  <a:cubicBezTo>
                    <a:pt x="4779" y="21592"/>
                    <a:pt x="2056" y="18836"/>
                    <a:pt x="453" y="15427"/>
                  </a:cubicBezTo>
                  <a:cubicBezTo>
                    <a:pt x="-838" y="12324"/>
                    <a:pt x="-590" y="8794"/>
                    <a:pt x="1120" y="5902"/>
                  </a:cubicBezTo>
                  <a:cubicBezTo>
                    <a:pt x="2554" y="2873"/>
                    <a:pt x="5351" y="713"/>
                    <a:pt x="8644" y="91"/>
                  </a:cubicBezTo>
                  <a:cubicBezTo>
                    <a:pt x="12356" y="-545"/>
                    <a:pt x="16172" y="164"/>
                    <a:pt x="19408" y="2092"/>
                  </a:cubicBezTo>
                  <a:cubicBezTo>
                    <a:pt x="22712" y="3698"/>
                    <a:pt x="25368" y="6387"/>
                    <a:pt x="26933" y="9712"/>
                  </a:cubicBezTo>
                  <a:cubicBezTo>
                    <a:pt x="28150" y="12836"/>
                    <a:pt x="27869" y="16346"/>
                    <a:pt x="26171" y="19237"/>
                  </a:cubicBezTo>
                  <a:cubicBezTo>
                    <a:pt x="24720" y="22213"/>
                    <a:pt x="21980" y="24356"/>
                    <a:pt x="18741" y="25047"/>
                  </a:cubicBezTo>
                  <a:moveTo>
                    <a:pt x="22074" y="11426"/>
                  </a:moveTo>
                  <a:cubicBezTo>
                    <a:pt x="20928" y="9318"/>
                    <a:pt x="19121" y="7645"/>
                    <a:pt x="16931" y="6664"/>
                  </a:cubicBezTo>
                  <a:cubicBezTo>
                    <a:pt x="14824" y="5355"/>
                    <a:pt x="12354" y="4754"/>
                    <a:pt x="9882" y="4949"/>
                  </a:cubicBezTo>
                  <a:cubicBezTo>
                    <a:pt x="7942" y="5203"/>
                    <a:pt x="6241" y="6372"/>
                    <a:pt x="5310" y="8092"/>
                  </a:cubicBezTo>
                  <a:cubicBezTo>
                    <a:pt x="4362" y="9846"/>
                    <a:pt x="4362" y="11959"/>
                    <a:pt x="5310" y="13712"/>
                  </a:cubicBezTo>
                  <a:cubicBezTo>
                    <a:pt x="6518" y="15829"/>
                    <a:pt x="8347" y="17525"/>
                    <a:pt x="10549" y="18570"/>
                  </a:cubicBezTo>
                  <a:cubicBezTo>
                    <a:pt x="12651" y="19797"/>
                    <a:pt x="15074" y="20361"/>
                    <a:pt x="17502" y="20189"/>
                  </a:cubicBezTo>
                  <a:cubicBezTo>
                    <a:pt x="19445" y="19934"/>
                    <a:pt x="21128" y="18716"/>
                    <a:pt x="21979" y="16951"/>
                  </a:cubicBezTo>
                  <a:cubicBezTo>
                    <a:pt x="22928" y="15231"/>
                    <a:pt x="22928" y="13145"/>
                    <a:pt x="21979" y="11426"/>
                  </a:cubicBezTo>
                </a:path>
              </a:pathLst>
            </a:custGeom>
            <a:solidFill>
              <a:srgbClr val="FFFFFF"/>
            </a:solidFill>
            <a:ln w="9525" cap="flat">
              <a:noFill/>
              <a:prstDash val="solid"/>
              <a:miter/>
            </a:ln>
          </p:spPr>
          <p:txBody>
            <a:bodyPr rtlCol="0" anchor="ctr"/>
            <a:lstStyle/>
            <a:p>
              <a:endParaRPr lang="zh-CN" altLang="en-US"/>
            </a:p>
          </p:txBody>
        </p:sp>
        <p:sp>
          <p:nvSpPr>
            <p:cNvPr id="217" name="任意多边形: 形状 216"/>
            <p:cNvSpPr/>
            <p:nvPr/>
          </p:nvSpPr>
          <p:spPr>
            <a:xfrm>
              <a:off x="10220696" y="526690"/>
              <a:ext cx="25124" cy="14433"/>
            </a:xfrm>
            <a:custGeom>
              <a:avLst/>
              <a:gdLst>
                <a:gd name="connsiteX0" fmla="*/ 25051 w 31337"/>
                <a:gd name="connsiteY0" fmla="*/ 18002 h 18002"/>
                <a:gd name="connsiteX1" fmla="*/ 0 w 31337"/>
                <a:gd name="connsiteY1" fmla="*/ 8382 h 18002"/>
                <a:gd name="connsiteX2" fmla="*/ 953 w 31337"/>
                <a:gd name="connsiteY2" fmla="*/ 6001 h 18002"/>
                <a:gd name="connsiteX3" fmla="*/ 1810 w 31337"/>
                <a:gd name="connsiteY3" fmla="*/ 3524 h 18002"/>
                <a:gd name="connsiteX4" fmla="*/ 22479 w 31337"/>
                <a:gd name="connsiteY4" fmla="*/ 11430 h 18002"/>
                <a:gd name="connsiteX5" fmla="*/ 26861 w 31337"/>
                <a:gd name="connsiteY5" fmla="*/ 0 h 18002"/>
                <a:gd name="connsiteX6" fmla="*/ 29147 w 31337"/>
                <a:gd name="connsiteY6" fmla="*/ 857 h 18002"/>
                <a:gd name="connsiteX7" fmla="*/ 31337 w 31337"/>
                <a:gd name="connsiteY7" fmla="*/ 1715 h 18002"/>
                <a:gd name="connsiteX8" fmla="*/ 25051 w 31337"/>
                <a:gd name="connsiteY8" fmla="*/ 18002 h 1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37" h="18002">
                  <a:moveTo>
                    <a:pt x="25051" y="18002"/>
                  </a:moveTo>
                  <a:lnTo>
                    <a:pt x="0" y="8382"/>
                  </a:lnTo>
                  <a:lnTo>
                    <a:pt x="953" y="6001"/>
                  </a:lnTo>
                  <a:lnTo>
                    <a:pt x="1810" y="3524"/>
                  </a:lnTo>
                  <a:lnTo>
                    <a:pt x="22479" y="11430"/>
                  </a:lnTo>
                  <a:lnTo>
                    <a:pt x="26861" y="0"/>
                  </a:lnTo>
                  <a:lnTo>
                    <a:pt x="29147" y="857"/>
                  </a:lnTo>
                  <a:lnTo>
                    <a:pt x="31337" y="1715"/>
                  </a:lnTo>
                  <a:lnTo>
                    <a:pt x="25051" y="18002"/>
                  </a:lnTo>
                  <a:close/>
                </a:path>
              </a:pathLst>
            </a:custGeom>
            <a:solidFill>
              <a:srgbClr val="FFFFFF"/>
            </a:solidFill>
            <a:ln w="9525" cap="flat">
              <a:noFill/>
              <a:prstDash val="solid"/>
              <a:miter/>
            </a:ln>
          </p:spPr>
          <p:txBody>
            <a:bodyPr rtlCol="0" anchor="ctr"/>
            <a:lstStyle/>
            <a:p>
              <a:endParaRPr lang="zh-CN" altLang="en-US"/>
            </a:p>
          </p:txBody>
        </p:sp>
        <p:sp>
          <p:nvSpPr>
            <p:cNvPr id="218" name="任意多边形: 形状 217"/>
            <p:cNvSpPr/>
            <p:nvPr/>
          </p:nvSpPr>
          <p:spPr>
            <a:xfrm>
              <a:off x="10228502" y="499764"/>
              <a:ext cx="22974" cy="19466"/>
            </a:xfrm>
            <a:custGeom>
              <a:avLst/>
              <a:gdLst>
                <a:gd name="connsiteX0" fmla="*/ 21713 w 28655"/>
                <a:gd name="connsiteY0" fmla="*/ 22971 h 24280"/>
                <a:gd name="connsiteX1" fmla="*/ 1711 w 28655"/>
                <a:gd name="connsiteY1" fmla="*/ 17923 h 24280"/>
                <a:gd name="connsiteX2" fmla="*/ 4499 w 28655"/>
                <a:gd name="connsiteY2" fmla="*/ 2001 h 24280"/>
                <a:gd name="connsiteX3" fmla="*/ 5902 w 28655"/>
                <a:gd name="connsiteY3" fmla="*/ 1159 h 24280"/>
                <a:gd name="connsiteX4" fmla="*/ 16760 w 28655"/>
                <a:gd name="connsiteY4" fmla="*/ 588 h 24280"/>
                <a:gd name="connsiteX5" fmla="*/ 26285 w 28655"/>
                <a:gd name="connsiteY5" fmla="*/ 6112 h 24280"/>
                <a:gd name="connsiteX6" fmla="*/ 27810 w 28655"/>
                <a:gd name="connsiteY6" fmla="*/ 15637 h 24280"/>
                <a:gd name="connsiteX7" fmla="*/ 21999 w 28655"/>
                <a:gd name="connsiteY7" fmla="*/ 23162 h 24280"/>
                <a:gd name="connsiteX8" fmla="*/ 21999 w 28655"/>
                <a:gd name="connsiteY8" fmla="*/ 9160 h 24280"/>
                <a:gd name="connsiteX9" fmla="*/ 15808 w 28655"/>
                <a:gd name="connsiteY9" fmla="*/ 5731 h 24280"/>
                <a:gd name="connsiteX10" fmla="*/ 8569 w 28655"/>
                <a:gd name="connsiteY10" fmla="*/ 5731 h 24280"/>
                <a:gd name="connsiteX11" fmla="*/ 4949 w 28655"/>
                <a:gd name="connsiteY11" fmla="*/ 9922 h 24280"/>
                <a:gd name="connsiteX12" fmla="*/ 6188 w 28655"/>
                <a:gd name="connsiteY12" fmla="*/ 15256 h 24280"/>
                <a:gd name="connsiteX13" fmla="*/ 19618 w 28655"/>
                <a:gd name="connsiteY13" fmla="*/ 18590 h 24280"/>
                <a:gd name="connsiteX14" fmla="*/ 23142 w 28655"/>
                <a:gd name="connsiteY14" fmla="*/ 14399 h 24280"/>
                <a:gd name="connsiteX15" fmla="*/ 21999 w 28655"/>
                <a:gd name="connsiteY15" fmla="*/ 9065 h 24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655" h="24280">
                  <a:moveTo>
                    <a:pt x="21713" y="22971"/>
                  </a:moveTo>
                  <a:cubicBezTo>
                    <a:pt x="14647" y="25655"/>
                    <a:pt x="6657" y="23638"/>
                    <a:pt x="1711" y="17923"/>
                  </a:cubicBezTo>
                  <a:cubicBezTo>
                    <a:pt x="-1916" y="12756"/>
                    <a:pt x="-668" y="5628"/>
                    <a:pt x="4499" y="2001"/>
                  </a:cubicBezTo>
                  <a:cubicBezTo>
                    <a:pt x="4946" y="1687"/>
                    <a:pt x="5415" y="1406"/>
                    <a:pt x="5902" y="1159"/>
                  </a:cubicBezTo>
                  <a:cubicBezTo>
                    <a:pt x="9332" y="-342"/>
                    <a:pt x="13192" y="-546"/>
                    <a:pt x="16760" y="588"/>
                  </a:cubicBezTo>
                  <a:cubicBezTo>
                    <a:pt x="20498" y="1220"/>
                    <a:pt x="23881" y="3182"/>
                    <a:pt x="26285" y="6112"/>
                  </a:cubicBezTo>
                  <a:cubicBezTo>
                    <a:pt x="28239" y="8881"/>
                    <a:pt x="28802" y="12398"/>
                    <a:pt x="27810" y="15637"/>
                  </a:cubicBezTo>
                  <a:cubicBezTo>
                    <a:pt x="27173" y="18924"/>
                    <a:pt x="25018" y="21715"/>
                    <a:pt x="21999" y="23162"/>
                  </a:cubicBezTo>
                  <a:moveTo>
                    <a:pt x="21999" y="9160"/>
                  </a:moveTo>
                  <a:cubicBezTo>
                    <a:pt x="20350" y="7391"/>
                    <a:pt x="18182" y="6190"/>
                    <a:pt x="15808" y="5731"/>
                  </a:cubicBezTo>
                  <a:cubicBezTo>
                    <a:pt x="13450" y="5004"/>
                    <a:pt x="10927" y="5004"/>
                    <a:pt x="8569" y="5731"/>
                  </a:cubicBezTo>
                  <a:cubicBezTo>
                    <a:pt x="6687" y="6362"/>
                    <a:pt x="5299" y="7969"/>
                    <a:pt x="4949" y="9922"/>
                  </a:cubicBezTo>
                  <a:cubicBezTo>
                    <a:pt x="4428" y="11795"/>
                    <a:pt x="4894" y="13805"/>
                    <a:pt x="6188" y="15256"/>
                  </a:cubicBezTo>
                  <a:cubicBezTo>
                    <a:pt x="9792" y="18606"/>
                    <a:pt x="14866" y="19865"/>
                    <a:pt x="19618" y="18590"/>
                  </a:cubicBezTo>
                  <a:cubicBezTo>
                    <a:pt x="21451" y="17914"/>
                    <a:pt x="22791" y="16321"/>
                    <a:pt x="23142" y="14399"/>
                  </a:cubicBezTo>
                  <a:cubicBezTo>
                    <a:pt x="23747" y="12545"/>
                    <a:pt x="23310" y="10509"/>
                    <a:pt x="21999" y="9065"/>
                  </a:cubicBezTo>
                </a:path>
              </a:pathLst>
            </a:custGeom>
            <a:solidFill>
              <a:srgbClr val="FFFFFF"/>
            </a:solidFill>
            <a:ln w="9525" cap="flat">
              <a:noFill/>
              <a:prstDash val="solid"/>
              <a:miter/>
            </a:ln>
          </p:spPr>
          <p:txBody>
            <a:bodyPr rtlCol="0" anchor="ctr"/>
            <a:lstStyle/>
            <a:p>
              <a:endParaRPr lang="zh-CN" altLang="en-US"/>
            </a:p>
          </p:txBody>
        </p:sp>
        <p:sp>
          <p:nvSpPr>
            <p:cNvPr id="219" name="任意多边形: 形状 218"/>
            <p:cNvSpPr/>
            <p:nvPr/>
          </p:nvSpPr>
          <p:spPr>
            <a:xfrm>
              <a:off x="10232647" y="474761"/>
              <a:ext cx="23202" cy="18833"/>
            </a:xfrm>
            <a:custGeom>
              <a:avLst/>
              <a:gdLst>
                <a:gd name="connsiteX0" fmla="*/ 27878 w 28940"/>
                <a:gd name="connsiteY0" fmla="*/ 12819 h 23490"/>
                <a:gd name="connsiteX1" fmla="*/ 23306 w 28940"/>
                <a:gd name="connsiteY1" fmla="*/ 21011 h 23490"/>
                <a:gd name="connsiteX2" fmla="*/ 12828 w 28940"/>
                <a:gd name="connsiteY2" fmla="*/ 23201 h 23490"/>
                <a:gd name="connsiteX3" fmla="*/ 2732 w 28940"/>
                <a:gd name="connsiteY3" fmla="*/ 19010 h 23490"/>
                <a:gd name="connsiteX4" fmla="*/ 2732 w 28940"/>
                <a:gd name="connsiteY4" fmla="*/ 2627 h 23490"/>
                <a:gd name="connsiteX5" fmla="*/ 9590 w 28940"/>
                <a:gd name="connsiteY5" fmla="*/ -135 h 23490"/>
                <a:gd name="connsiteX6" fmla="*/ 9590 w 28940"/>
                <a:gd name="connsiteY6" fmla="*/ 5009 h 23490"/>
                <a:gd name="connsiteX7" fmla="*/ 6351 w 28940"/>
                <a:gd name="connsiteY7" fmla="*/ 6533 h 23490"/>
                <a:gd name="connsiteX8" fmla="*/ 4732 w 28940"/>
                <a:gd name="connsiteY8" fmla="*/ 9962 h 23490"/>
                <a:gd name="connsiteX9" fmla="*/ 6732 w 28940"/>
                <a:gd name="connsiteY9" fmla="*/ 15391 h 23490"/>
                <a:gd name="connsiteX10" fmla="*/ 13590 w 28940"/>
                <a:gd name="connsiteY10" fmla="*/ 17963 h 23490"/>
                <a:gd name="connsiteX11" fmla="*/ 20734 w 28940"/>
                <a:gd name="connsiteY11" fmla="*/ 16725 h 23490"/>
                <a:gd name="connsiteX12" fmla="*/ 23496 w 28940"/>
                <a:gd name="connsiteY12" fmla="*/ 11581 h 23490"/>
                <a:gd name="connsiteX13" fmla="*/ 23497 w 28940"/>
                <a:gd name="connsiteY13" fmla="*/ 11581 h 23490"/>
                <a:gd name="connsiteX14" fmla="*/ 21496 w 28940"/>
                <a:gd name="connsiteY14" fmla="*/ 6723 h 23490"/>
                <a:gd name="connsiteX15" fmla="*/ 18258 w 28940"/>
                <a:gd name="connsiteY15" fmla="*/ 5104 h 23490"/>
                <a:gd name="connsiteX16" fmla="*/ 18258 w 28940"/>
                <a:gd name="connsiteY16" fmla="*/ 5104 h 23490"/>
                <a:gd name="connsiteX17" fmla="*/ 17686 w 28940"/>
                <a:gd name="connsiteY17" fmla="*/ 10914 h 23490"/>
                <a:gd name="connsiteX18" fmla="*/ 13114 w 28940"/>
                <a:gd name="connsiteY18" fmla="*/ 10914 h 23490"/>
                <a:gd name="connsiteX19" fmla="*/ 14067 w 28940"/>
                <a:gd name="connsiteY19" fmla="*/ 532 h 23490"/>
                <a:gd name="connsiteX20" fmla="*/ 28449 w 28940"/>
                <a:gd name="connsiteY20" fmla="*/ 1866 h 23490"/>
                <a:gd name="connsiteX21" fmla="*/ 28449 w 28940"/>
                <a:gd name="connsiteY21" fmla="*/ 5295 h 23490"/>
                <a:gd name="connsiteX22" fmla="*/ 24925 w 28940"/>
                <a:gd name="connsiteY22" fmla="*/ 5295 h 23490"/>
                <a:gd name="connsiteX23" fmla="*/ 25401 w 28940"/>
                <a:gd name="connsiteY23" fmla="*/ 5295 h 23490"/>
                <a:gd name="connsiteX24" fmla="*/ 28545 w 28940"/>
                <a:gd name="connsiteY24" fmla="*/ 12724 h 23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8940" h="23490">
                  <a:moveTo>
                    <a:pt x="27878" y="12819"/>
                  </a:moveTo>
                  <a:cubicBezTo>
                    <a:pt x="27687" y="16105"/>
                    <a:pt x="26002" y="19123"/>
                    <a:pt x="23306" y="21011"/>
                  </a:cubicBezTo>
                  <a:cubicBezTo>
                    <a:pt x="20174" y="22937"/>
                    <a:pt x="16469" y="23712"/>
                    <a:pt x="12828" y="23201"/>
                  </a:cubicBezTo>
                  <a:cubicBezTo>
                    <a:pt x="9058" y="23110"/>
                    <a:pt x="5458" y="21616"/>
                    <a:pt x="2732" y="19010"/>
                  </a:cubicBezTo>
                  <a:cubicBezTo>
                    <a:pt x="-1397" y="14330"/>
                    <a:pt x="-1397" y="7308"/>
                    <a:pt x="2732" y="2627"/>
                  </a:cubicBezTo>
                  <a:cubicBezTo>
                    <a:pt x="4553" y="821"/>
                    <a:pt x="7025" y="-175"/>
                    <a:pt x="9590" y="-135"/>
                  </a:cubicBezTo>
                  <a:lnTo>
                    <a:pt x="9590" y="5009"/>
                  </a:lnTo>
                  <a:cubicBezTo>
                    <a:pt x="8337" y="5007"/>
                    <a:pt x="7149" y="5566"/>
                    <a:pt x="6351" y="6533"/>
                  </a:cubicBezTo>
                  <a:cubicBezTo>
                    <a:pt x="5410" y="7439"/>
                    <a:pt x="4834" y="8659"/>
                    <a:pt x="4732" y="9962"/>
                  </a:cubicBezTo>
                  <a:cubicBezTo>
                    <a:pt x="4460" y="11991"/>
                    <a:pt x="5209" y="14023"/>
                    <a:pt x="6732" y="15391"/>
                  </a:cubicBezTo>
                  <a:cubicBezTo>
                    <a:pt x="8688" y="16953"/>
                    <a:pt x="11089" y="17854"/>
                    <a:pt x="13590" y="17963"/>
                  </a:cubicBezTo>
                  <a:cubicBezTo>
                    <a:pt x="16043" y="18329"/>
                    <a:pt x="18548" y="17895"/>
                    <a:pt x="20734" y="16725"/>
                  </a:cubicBezTo>
                  <a:cubicBezTo>
                    <a:pt x="22431" y="15557"/>
                    <a:pt x="23460" y="13641"/>
                    <a:pt x="23496" y="11581"/>
                  </a:cubicBezTo>
                  <a:lnTo>
                    <a:pt x="23497" y="11581"/>
                  </a:lnTo>
                  <a:cubicBezTo>
                    <a:pt x="23710" y="9725"/>
                    <a:pt x="22954" y="7891"/>
                    <a:pt x="21496" y="6723"/>
                  </a:cubicBezTo>
                  <a:cubicBezTo>
                    <a:pt x="20510" y="6015"/>
                    <a:pt x="19417" y="5468"/>
                    <a:pt x="18258" y="5104"/>
                  </a:cubicBezTo>
                  <a:lnTo>
                    <a:pt x="18258" y="5104"/>
                  </a:lnTo>
                  <a:lnTo>
                    <a:pt x="17686" y="10914"/>
                  </a:lnTo>
                  <a:lnTo>
                    <a:pt x="13114" y="10914"/>
                  </a:lnTo>
                  <a:lnTo>
                    <a:pt x="14067" y="532"/>
                  </a:lnTo>
                  <a:lnTo>
                    <a:pt x="28449" y="1866"/>
                  </a:lnTo>
                  <a:lnTo>
                    <a:pt x="28449" y="5295"/>
                  </a:lnTo>
                  <a:lnTo>
                    <a:pt x="24925" y="5295"/>
                  </a:lnTo>
                  <a:lnTo>
                    <a:pt x="25401" y="5295"/>
                  </a:lnTo>
                  <a:cubicBezTo>
                    <a:pt x="27608" y="7103"/>
                    <a:pt x="28783" y="9881"/>
                    <a:pt x="28545" y="12724"/>
                  </a:cubicBezTo>
                  <a:close/>
                </a:path>
              </a:pathLst>
            </a:custGeom>
            <a:solidFill>
              <a:srgbClr val="FFFFFF"/>
            </a:solidFill>
            <a:ln w="9525" cap="flat">
              <a:noFill/>
              <a:prstDash val="solid"/>
              <a:miter/>
            </a:ln>
          </p:spPr>
          <p:txBody>
            <a:bodyPr rtlCol="0" anchor="ctr"/>
            <a:lstStyle/>
            <a:p>
              <a:endParaRPr lang="zh-CN" altLang="en-US"/>
            </a:p>
          </p:txBody>
        </p:sp>
        <p:sp>
          <p:nvSpPr>
            <p:cNvPr id="220" name="任意多边形: 形状 219"/>
            <p:cNvSpPr/>
            <p:nvPr/>
          </p:nvSpPr>
          <p:spPr>
            <a:xfrm>
              <a:off x="10233831" y="451929"/>
              <a:ext cx="21916" cy="17640"/>
            </a:xfrm>
            <a:custGeom>
              <a:avLst/>
              <a:gdLst>
                <a:gd name="connsiteX0" fmla="*/ 17240 w 27336"/>
                <a:gd name="connsiteY0" fmla="*/ 12764 h 22002"/>
                <a:gd name="connsiteX1" fmla="*/ 762 w 27336"/>
                <a:gd name="connsiteY1" fmla="*/ 22003 h 22002"/>
                <a:gd name="connsiteX2" fmla="*/ 667 w 27336"/>
                <a:gd name="connsiteY2" fmla="*/ 18859 h 22002"/>
                <a:gd name="connsiteX3" fmla="*/ 572 w 27336"/>
                <a:gd name="connsiteY3" fmla="*/ 15811 h 22002"/>
                <a:gd name="connsiteX4" fmla="*/ 12001 w 27336"/>
                <a:gd name="connsiteY4" fmla="*/ 10287 h 22002"/>
                <a:gd name="connsiteX5" fmla="*/ 12001 w 27336"/>
                <a:gd name="connsiteY5" fmla="*/ 10287 h 22002"/>
                <a:gd name="connsiteX6" fmla="*/ 191 w 27336"/>
                <a:gd name="connsiteY6" fmla="*/ 5810 h 22002"/>
                <a:gd name="connsiteX7" fmla="*/ 95 w 27336"/>
                <a:gd name="connsiteY7" fmla="*/ 2953 h 22002"/>
                <a:gd name="connsiteX8" fmla="*/ 0 w 27336"/>
                <a:gd name="connsiteY8" fmla="*/ 0 h 22002"/>
                <a:gd name="connsiteX9" fmla="*/ 16955 w 27336"/>
                <a:gd name="connsiteY9" fmla="*/ 7620 h 22002"/>
                <a:gd name="connsiteX10" fmla="*/ 27146 w 27336"/>
                <a:gd name="connsiteY10" fmla="*/ 7239 h 22002"/>
                <a:gd name="connsiteX11" fmla="*/ 27241 w 27336"/>
                <a:gd name="connsiteY11" fmla="*/ 9811 h 22002"/>
                <a:gd name="connsiteX12" fmla="*/ 27337 w 27336"/>
                <a:gd name="connsiteY12" fmla="*/ 12383 h 22002"/>
                <a:gd name="connsiteX13" fmla="*/ 17240 w 27336"/>
                <a:gd name="connsiteY13" fmla="*/ 12764 h 2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336" h="22002">
                  <a:moveTo>
                    <a:pt x="17240" y="12764"/>
                  </a:moveTo>
                  <a:lnTo>
                    <a:pt x="762" y="22003"/>
                  </a:lnTo>
                  <a:lnTo>
                    <a:pt x="667" y="18859"/>
                  </a:lnTo>
                  <a:lnTo>
                    <a:pt x="572" y="15811"/>
                  </a:lnTo>
                  <a:lnTo>
                    <a:pt x="12001" y="10287"/>
                  </a:lnTo>
                  <a:lnTo>
                    <a:pt x="12001" y="10287"/>
                  </a:lnTo>
                  <a:lnTo>
                    <a:pt x="191" y="5810"/>
                  </a:lnTo>
                  <a:lnTo>
                    <a:pt x="95" y="2953"/>
                  </a:lnTo>
                  <a:lnTo>
                    <a:pt x="0" y="0"/>
                  </a:lnTo>
                  <a:lnTo>
                    <a:pt x="16955" y="7620"/>
                  </a:lnTo>
                  <a:lnTo>
                    <a:pt x="27146" y="7239"/>
                  </a:lnTo>
                  <a:lnTo>
                    <a:pt x="27241" y="9811"/>
                  </a:lnTo>
                  <a:lnTo>
                    <a:pt x="27337" y="12383"/>
                  </a:lnTo>
                  <a:lnTo>
                    <a:pt x="17240" y="12764"/>
                  </a:lnTo>
                  <a:close/>
                </a:path>
              </a:pathLst>
            </a:custGeom>
            <a:solidFill>
              <a:srgbClr val="FFFFFF"/>
            </a:solidFill>
            <a:ln w="9525" cap="flat">
              <a:noFill/>
              <a:prstDash val="solid"/>
              <a:miter/>
            </a:ln>
          </p:spPr>
          <p:txBody>
            <a:bodyPr rtlCol="0" anchor="ctr"/>
            <a:lstStyle/>
            <a:p>
              <a:endParaRPr lang="zh-CN" altLang="en-US"/>
            </a:p>
          </p:txBody>
        </p:sp>
        <p:sp>
          <p:nvSpPr>
            <p:cNvPr id="221" name="任意多边形: 形状 220"/>
            <p:cNvSpPr/>
            <p:nvPr/>
          </p:nvSpPr>
          <p:spPr>
            <a:xfrm>
              <a:off x="10372511" y="580803"/>
              <a:ext cx="43798" cy="57282"/>
            </a:xfrm>
            <a:custGeom>
              <a:avLst/>
              <a:gdLst>
                <a:gd name="connsiteX0" fmla="*/ -365 w 54629"/>
                <a:gd name="connsiteY0" fmla="*/ -98 h 71448"/>
                <a:gd name="connsiteX1" fmla="*/ 31734 w 54629"/>
                <a:gd name="connsiteY1" fmla="*/ -98 h 71448"/>
                <a:gd name="connsiteX2" fmla="*/ 46593 w 54629"/>
                <a:gd name="connsiteY2" fmla="*/ 4664 h 71448"/>
                <a:gd name="connsiteX3" fmla="*/ 52023 w 54629"/>
                <a:gd name="connsiteY3" fmla="*/ 17999 h 71448"/>
                <a:gd name="connsiteX4" fmla="*/ 45926 w 54629"/>
                <a:gd name="connsiteY4" fmla="*/ 31429 h 71448"/>
                <a:gd name="connsiteX5" fmla="*/ 43736 w 54629"/>
                <a:gd name="connsiteY5" fmla="*/ 32858 h 71448"/>
                <a:gd name="connsiteX6" fmla="*/ 47927 w 54629"/>
                <a:gd name="connsiteY6" fmla="*/ 35239 h 71448"/>
                <a:gd name="connsiteX7" fmla="*/ 54213 w 54629"/>
                <a:gd name="connsiteY7" fmla="*/ 48955 h 71448"/>
                <a:gd name="connsiteX8" fmla="*/ 47927 w 54629"/>
                <a:gd name="connsiteY8" fmla="*/ 65529 h 71448"/>
                <a:gd name="connsiteX9" fmla="*/ 29734 w 54629"/>
                <a:gd name="connsiteY9" fmla="*/ 71244 h 71448"/>
                <a:gd name="connsiteX10" fmla="*/ -79 w 54629"/>
                <a:gd name="connsiteY10" fmla="*/ 71244 h 71448"/>
                <a:gd name="connsiteX11" fmla="*/ 12780 w 54629"/>
                <a:gd name="connsiteY11" fmla="*/ 27905 h 71448"/>
                <a:gd name="connsiteX12" fmla="*/ 28496 w 54629"/>
                <a:gd name="connsiteY12" fmla="*/ 27905 h 71448"/>
                <a:gd name="connsiteX13" fmla="*/ 36211 w 54629"/>
                <a:gd name="connsiteY13" fmla="*/ 25810 h 71448"/>
                <a:gd name="connsiteX14" fmla="*/ 38688 w 54629"/>
                <a:gd name="connsiteY14" fmla="*/ 19428 h 71448"/>
                <a:gd name="connsiteX15" fmla="*/ 36021 w 54629"/>
                <a:gd name="connsiteY15" fmla="*/ 13999 h 71448"/>
                <a:gd name="connsiteX16" fmla="*/ 27924 w 54629"/>
                <a:gd name="connsiteY16" fmla="*/ 12189 h 71448"/>
                <a:gd name="connsiteX17" fmla="*/ 12684 w 54629"/>
                <a:gd name="connsiteY17" fmla="*/ 12189 h 71448"/>
                <a:gd name="connsiteX18" fmla="*/ 12780 w 54629"/>
                <a:gd name="connsiteY18" fmla="*/ 58861 h 71448"/>
                <a:gd name="connsiteX19" fmla="*/ 29448 w 54629"/>
                <a:gd name="connsiteY19" fmla="*/ 58861 h 71448"/>
                <a:gd name="connsiteX20" fmla="*/ 37545 w 54629"/>
                <a:gd name="connsiteY20" fmla="*/ 56385 h 71448"/>
                <a:gd name="connsiteX21" fmla="*/ 40212 w 54629"/>
                <a:gd name="connsiteY21" fmla="*/ 48765 h 71448"/>
                <a:gd name="connsiteX22" fmla="*/ 37449 w 54629"/>
                <a:gd name="connsiteY22" fmla="*/ 42097 h 71448"/>
                <a:gd name="connsiteX23" fmla="*/ 29163 w 54629"/>
                <a:gd name="connsiteY23" fmla="*/ 39907 h 71448"/>
                <a:gd name="connsiteX24" fmla="*/ 12684 w 54629"/>
                <a:gd name="connsiteY24" fmla="*/ 39907 h 7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4629" h="71448">
                  <a:moveTo>
                    <a:pt x="-365" y="-98"/>
                  </a:moveTo>
                  <a:lnTo>
                    <a:pt x="31734" y="-98"/>
                  </a:lnTo>
                  <a:cubicBezTo>
                    <a:pt x="37107" y="-416"/>
                    <a:pt x="42406" y="1283"/>
                    <a:pt x="46593" y="4664"/>
                  </a:cubicBezTo>
                  <a:cubicBezTo>
                    <a:pt x="50305" y="8074"/>
                    <a:pt x="52297" y="12966"/>
                    <a:pt x="52023" y="17999"/>
                  </a:cubicBezTo>
                  <a:cubicBezTo>
                    <a:pt x="52365" y="23214"/>
                    <a:pt x="50077" y="28254"/>
                    <a:pt x="45926" y="31429"/>
                  </a:cubicBezTo>
                  <a:cubicBezTo>
                    <a:pt x="45289" y="32035"/>
                    <a:pt x="44547" y="32519"/>
                    <a:pt x="43736" y="32858"/>
                  </a:cubicBezTo>
                  <a:cubicBezTo>
                    <a:pt x="45234" y="33458"/>
                    <a:pt x="46644" y="34259"/>
                    <a:pt x="47927" y="35239"/>
                  </a:cubicBezTo>
                  <a:cubicBezTo>
                    <a:pt x="52168" y="38485"/>
                    <a:pt x="54523" y="43624"/>
                    <a:pt x="54213" y="48955"/>
                  </a:cubicBezTo>
                  <a:cubicBezTo>
                    <a:pt x="54646" y="55134"/>
                    <a:pt x="52348" y="61192"/>
                    <a:pt x="47927" y="65529"/>
                  </a:cubicBezTo>
                  <a:cubicBezTo>
                    <a:pt x="42809" y="69677"/>
                    <a:pt x="36304" y="71721"/>
                    <a:pt x="29734" y="71244"/>
                  </a:cubicBezTo>
                  <a:lnTo>
                    <a:pt x="-79" y="71244"/>
                  </a:lnTo>
                  <a:close/>
                  <a:moveTo>
                    <a:pt x="12780" y="27905"/>
                  </a:moveTo>
                  <a:lnTo>
                    <a:pt x="28496" y="27905"/>
                  </a:lnTo>
                  <a:cubicBezTo>
                    <a:pt x="31228" y="28079"/>
                    <a:pt x="33942" y="27342"/>
                    <a:pt x="36211" y="25810"/>
                  </a:cubicBezTo>
                  <a:cubicBezTo>
                    <a:pt x="37951" y="24161"/>
                    <a:pt x="38860" y="21819"/>
                    <a:pt x="38688" y="19428"/>
                  </a:cubicBezTo>
                  <a:cubicBezTo>
                    <a:pt x="38822" y="17274"/>
                    <a:pt x="37808" y="15209"/>
                    <a:pt x="36021" y="13999"/>
                  </a:cubicBezTo>
                  <a:cubicBezTo>
                    <a:pt x="33558" y="12613"/>
                    <a:pt x="30742" y="11984"/>
                    <a:pt x="27924" y="12189"/>
                  </a:cubicBezTo>
                  <a:lnTo>
                    <a:pt x="12684" y="12189"/>
                  </a:lnTo>
                  <a:close/>
                  <a:moveTo>
                    <a:pt x="12780" y="58861"/>
                  </a:moveTo>
                  <a:lnTo>
                    <a:pt x="29448" y="58861"/>
                  </a:lnTo>
                  <a:cubicBezTo>
                    <a:pt x="32366" y="59113"/>
                    <a:pt x="35267" y="58225"/>
                    <a:pt x="37545" y="56385"/>
                  </a:cubicBezTo>
                  <a:cubicBezTo>
                    <a:pt x="39435" y="54314"/>
                    <a:pt x="40398" y="51562"/>
                    <a:pt x="40212" y="48765"/>
                  </a:cubicBezTo>
                  <a:cubicBezTo>
                    <a:pt x="40387" y="46232"/>
                    <a:pt x="39365" y="43764"/>
                    <a:pt x="37449" y="42097"/>
                  </a:cubicBezTo>
                  <a:cubicBezTo>
                    <a:pt x="35026" y="40427"/>
                    <a:pt x="32096" y="39652"/>
                    <a:pt x="29163" y="39907"/>
                  </a:cubicBezTo>
                  <a:lnTo>
                    <a:pt x="12684" y="39907"/>
                  </a:lnTo>
                  <a:close/>
                </a:path>
              </a:pathLst>
            </a:custGeom>
            <a:solidFill>
              <a:schemeClr val="tx1"/>
            </a:solidFill>
            <a:ln w="9525" cap="flat">
              <a:noFill/>
              <a:prstDash val="solid"/>
              <a:miter/>
            </a:ln>
          </p:spPr>
          <p:txBody>
            <a:bodyPr rtlCol="0" anchor="ctr"/>
            <a:lstStyle/>
            <a:p>
              <a:endParaRPr lang="zh-CN" altLang="en-US"/>
            </a:p>
          </p:txBody>
        </p:sp>
        <p:sp>
          <p:nvSpPr>
            <p:cNvPr id="222" name="任意多边形: 形状 221"/>
            <p:cNvSpPr/>
            <p:nvPr/>
          </p:nvSpPr>
          <p:spPr>
            <a:xfrm>
              <a:off x="10428410" y="580833"/>
              <a:ext cx="39938" cy="57197"/>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23" name="任意多边形: 形状 222"/>
            <p:cNvSpPr/>
            <p:nvPr/>
          </p:nvSpPr>
          <p:spPr>
            <a:xfrm>
              <a:off x="10479345" y="580833"/>
              <a:ext cx="10997" cy="57197"/>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24" name="任意多边形: 形状 223"/>
            <p:cNvSpPr/>
            <p:nvPr/>
          </p:nvSpPr>
          <p:spPr>
            <a:xfrm>
              <a:off x="10499438" y="580833"/>
              <a:ext cx="34106" cy="58859"/>
            </a:xfrm>
            <a:custGeom>
              <a:avLst/>
              <a:gdLst>
                <a:gd name="connsiteX0" fmla="*/ 28485 w 42540"/>
                <a:gd name="connsiteY0" fmla="*/ -136 h 73415"/>
                <a:gd name="connsiteX1" fmla="*/ 42106 w 42540"/>
                <a:gd name="connsiteY1" fmla="*/ -136 h 73415"/>
                <a:gd name="connsiteX2" fmla="*/ 42106 w 42540"/>
                <a:gd name="connsiteY2" fmla="*/ 51204 h 73415"/>
                <a:gd name="connsiteX3" fmla="*/ 36772 w 42540"/>
                <a:gd name="connsiteY3" fmla="*/ 67587 h 73415"/>
                <a:gd name="connsiteX4" fmla="*/ 20960 w 42540"/>
                <a:gd name="connsiteY4" fmla="*/ 73207 h 73415"/>
                <a:gd name="connsiteX5" fmla="*/ 4673 w 42540"/>
                <a:gd name="connsiteY5" fmla="*/ 67015 h 73415"/>
                <a:gd name="connsiteX6" fmla="*/ -185 w 42540"/>
                <a:gd name="connsiteY6" fmla="*/ 47965 h 73415"/>
                <a:gd name="connsiteX7" fmla="*/ -185 w 42540"/>
                <a:gd name="connsiteY7" fmla="*/ 44251 h 73415"/>
                <a:gd name="connsiteX8" fmla="*/ 12864 w 42540"/>
                <a:gd name="connsiteY8" fmla="*/ 44251 h 73415"/>
                <a:gd name="connsiteX9" fmla="*/ 12864 w 42540"/>
                <a:gd name="connsiteY9" fmla="*/ 48537 h 73415"/>
                <a:gd name="connsiteX10" fmla="*/ 14674 w 42540"/>
                <a:gd name="connsiteY10" fmla="*/ 58062 h 73415"/>
                <a:gd name="connsiteX11" fmla="*/ 20865 w 42540"/>
                <a:gd name="connsiteY11" fmla="*/ 61205 h 73415"/>
                <a:gd name="connsiteX12" fmla="*/ 26675 w 42540"/>
                <a:gd name="connsiteY12" fmla="*/ 58919 h 73415"/>
                <a:gd name="connsiteX13" fmla="*/ 28485 w 42540"/>
                <a:gd name="connsiteY13" fmla="*/ 51490 h 7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540" h="73415">
                  <a:moveTo>
                    <a:pt x="28485" y="-136"/>
                  </a:moveTo>
                  <a:lnTo>
                    <a:pt x="42106" y="-136"/>
                  </a:lnTo>
                  <a:lnTo>
                    <a:pt x="42106" y="51204"/>
                  </a:lnTo>
                  <a:cubicBezTo>
                    <a:pt x="42574" y="57156"/>
                    <a:pt x="40655" y="63051"/>
                    <a:pt x="36772" y="67587"/>
                  </a:cubicBezTo>
                  <a:cubicBezTo>
                    <a:pt x="32514" y="71581"/>
                    <a:pt x="26784" y="73618"/>
                    <a:pt x="20960" y="73207"/>
                  </a:cubicBezTo>
                  <a:cubicBezTo>
                    <a:pt x="14872" y="73726"/>
                    <a:pt x="8879" y="71448"/>
                    <a:pt x="4673" y="67015"/>
                  </a:cubicBezTo>
                  <a:cubicBezTo>
                    <a:pt x="772" y="61476"/>
                    <a:pt x="-957" y="54696"/>
                    <a:pt x="-185" y="47965"/>
                  </a:cubicBezTo>
                  <a:lnTo>
                    <a:pt x="-185" y="44251"/>
                  </a:lnTo>
                  <a:lnTo>
                    <a:pt x="12864" y="44251"/>
                  </a:lnTo>
                  <a:lnTo>
                    <a:pt x="12864" y="48537"/>
                  </a:lnTo>
                  <a:cubicBezTo>
                    <a:pt x="12555" y="51819"/>
                    <a:pt x="13182" y="55122"/>
                    <a:pt x="14674" y="58062"/>
                  </a:cubicBezTo>
                  <a:cubicBezTo>
                    <a:pt x="15987" y="60186"/>
                    <a:pt x="18376" y="61399"/>
                    <a:pt x="20865" y="61205"/>
                  </a:cubicBezTo>
                  <a:cubicBezTo>
                    <a:pt x="23057" y="61420"/>
                    <a:pt x="25218" y="60570"/>
                    <a:pt x="26675" y="58919"/>
                  </a:cubicBezTo>
                  <a:cubicBezTo>
                    <a:pt x="28041" y="56693"/>
                    <a:pt x="28674" y="54094"/>
                    <a:pt x="28485" y="51490"/>
                  </a:cubicBezTo>
                  <a:close/>
                </a:path>
              </a:pathLst>
            </a:custGeom>
            <a:solidFill>
              <a:schemeClr val="tx1"/>
            </a:solidFill>
            <a:ln w="9525" cap="flat">
              <a:noFill/>
              <a:prstDash val="solid"/>
              <a:miter/>
            </a:ln>
          </p:spPr>
          <p:txBody>
            <a:bodyPr rtlCol="0" anchor="ctr"/>
            <a:lstStyle/>
            <a:p>
              <a:endParaRPr lang="zh-CN" altLang="en-US"/>
            </a:p>
          </p:txBody>
        </p:sp>
        <p:sp>
          <p:nvSpPr>
            <p:cNvPr id="225" name="任意多边形: 形状 224"/>
            <p:cNvSpPr/>
            <p:nvPr/>
          </p:nvSpPr>
          <p:spPr>
            <a:xfrm>
              <a:off x="10546394" y="580833"/>
              <a:ext cx="10996" cy="57197"/>
            </a:xfrm>
            <a:custGeom>
              <a:avLst/>
              <a:gdLst>
                <a:gd name="connsiteX0" fmla="*/ 0 w 13715"/>
                <a:gd name="connsiteY0" fmla="*/ 0 h 71342"/>
                <a:gd name="connsiteX1" fmla="*/ 6858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858" y="0"/>
                  </a:lnTo>
                  <a:lnTo>
                    <a:pt x="13716" y="0"/>
                  </a:lnTo>
                  <a:lnTo>
                    <a:pt x="13716" y="71342"/>
                  </a:lnTo>
                  <a:lnTo>
                    <a:pt x="6858"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26" name="任意多边形: 形状 225"/>
            <p:cNvSpPr/>
            <p:nvPr/>
          </p:nvSpPr>
          <p:spPr>
            <a:xfrm>
              <a:off x="10570067" y="580833"/>
              <a:ext cx="42917" cy="57197"/>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383 w 53530"/>
                <a:gd name="connsiteY5" fmla="*/ 0 h 71342"/>
                <a:gd name="connsiteX6" fmla="*/ 40672 w 53530"/>
                <a:gd name="connsiteY6" fmla="*/ 50102 h 71342"/>
                <a:gd name="connsiteX7" fmla="*/ 40672 w 53530"/>
                <a:gd name="connsiteY7" fmla="*/ 0 h 71342"/>
                <a:gd name="connsiteX8" fmla="*/ 47053 w 53530"/>
                <a:gd name="connsiteY8" fmla="*/ 0 h 71342"/>
                <a:gd name="connsiteX9" fmla="*/ 53530 w 53530"/>
                <a:gd name="connsiteY9" fmla="*/ 0 h 71342"/>
                <a:gd name="connsiteX10" fmla="*/ 53530 w 53530"/>
                <a:gd name="connsiteY10" fmla="*/ 71342 h 71342"/>
                <a:gd name="connsiteX11" fmla="*/ 46673 w 53530"/>
                <a:gd name="connsiteY11" fmla="*/ 71342 h 71342"/>
                <a:gd name="connsiteX12" fmla="*/ 39815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383" y="0"/>
                  </a:lnTo>
                  <a:lnTo>
                    <a:pt x="40672" y="50102"/>
                  </a:lnTo>
                  <a:lnTo>
                    <a:pt x="40672" y="0"/>
                  </a:lnTo>
                  <a:lnTo>
                    <a:pt x="47053" y="0"/>
                  </a:lnTo>
                  <a:lnTo>
                    <a:pt x="53530" y="0"/>
                  </a:lnTo>
                  <a:lnTo>
                    <a:pt x="53530" y="71342"/>
                  </a:lnTo>
                  <a:lnTo>
                    <a:pt x="46673" y="71342"/>
                  </a:lnTo>
                  <a:lnTo>
                    <a:pt x="39815" y="71342"/>
                  </a:lnTo>
                  <a:lnTo>
                    <a:pt x="12763" y="19907"/>
                  </a:lnTo>
                  <a:lnTo>
                    <a:pt x="12763" y="71342"/>
                  </a:lnTo>
                  <a:close/>
                </a:path>
              </a:pathLst>
            </a:custGeom>
            <a:solidFill>
              <a:schemeClr val="tx1"/>
            </a:solidFill>
            <a:ln w="9525" cap="flat">
              <a:noFill/>
              <a:prstDash val="solid"/>
              <a:miter/>
            </a:ln>
          </p:spPr>
          <p:txBody>
            <a:bodyPr rtlCol="0" anchor="ctr"/>
            <a:lstStyle/>
            <a:p>
              <a:endParaRPr lang="zh-CN" altLang="en-US"/>
            </a:p>
          </p:txBody>
        </p:sp>
        <p:sp>
          <p:nvSpPr>
            <p:cNvPr id="227" name="任意多边形: 形状 226"/>
            <p:cNvSpPr/>
            <p:nvPr/>
          </p:nvSpPr>
          <p:spPr>
            <a:xfrm>
              <a:off x="10623985" y="578995"/>
              <a:ext cx="49176" cy="60347"/>
            </a:xfrm>
            <a:custGeom>
              <a:avLst/>
              <a:gdLst>
                <a:gd name="connsiteX0" fmla="*/ 30968 w 61337"/>
                <a:gd name="connsiteY0" fmla="*/ 75118 h 75270"/>
                <a:gd name="connsiteX1" fmla="*/ 8203 w 61337"/>
                <a:gd name="connsiteY1" fmla="*/ 65022 h 75270"/>
                <a:gd name="connsiteX2" fmla="*/ 8203 w 61337"/>
                <a:gd name="connsiteY2" fmla="*/ 10158 h 75270"/>
                <a:gd name="connsiteX3" fmla="*/ 51542 w 61337"/>
                <a:gd name="connsiteY3" fmla="*/ 6348 h 75270"/>
                <a:gd name="connsiteX4" fmla="*/ 60591 w 61337"/>
                <a:gd name="connsiteY4" fmla="*/ 23874 h 75270"/>
                <a:gd name="connsiteX5" fmla="*/ 46875 w 61337"/>
                <a:gd name="connsiteY5" fmla="*/ 23874 h 75270"/>
                <a:gd name="connsiteX6" fmla="*/ 42112 w 61337"/>
                <a:gd name="connsiteY6" fmla="*/ 15778 h 75270"/>
                <a:gd name="connsiteX7" fmla="*/ 32587 w 61337"/>
                <a:gd name="connsiteY7" fmla="*/ 12253 h 75270"/>
                <a:gd name="connsiteX8" fmla="*/ 18586 w 61337"/>
                <a:gd name="connsiteY8" fmla="*/ 18921 h 75270"/>
                <a:gd name="connsiteX9" fmla="*/ 13537 w 61337"/>
                <a:gd name="connsiteY9" fmla="*/ 37971 h 75270"/>
                <a:gd name="connsiteX10" fmla="*/ 18395 w 61337"/>
                <a:gd name="connsiteY10" fmla="*/ 56449 h 75270"/>
                <a:gd name="connsiteX11" fmla="*/ 32587 w 61337"/>
                <a:gd name="connsiteY11" fmla="*/ 62831 h 75270"/>
                <a:gd name="connsiteX12" fmla="*/ 32587 w 61337"/>
                <a:gd name="connsiteY12" fmla="*/ 62831 h 75270"/>
                <a:gd name="connsiteX13" fmla="*/ 44970 w 61337"/>
                <a:gd name="connsiteY13" fmla="*/ 56164 h 75270"/>
                <a:gd name="connsiteX14" fmla="*/ 48589 w 61337"/>
                <a:gd name="connsiteY14" fmla="*/ 47401 h 75270"/>
                <a:gd name="connsiteX15" fmla="*/ 33159 w 61337"/>
                <a:gd name="connsiteY15" fmla="*/ 47401 h 75270"/>
                <a:gd name="connsiteX16" fmla="*/ 33159 w 61337"/>
                <a:gd name="connsiteY16" fmla="*/ 35113 h 75270"/>
                <a:gd name="connsiteX17" fmla="*/ 60972 w 61337"/>
                <a:gd name="connsiteY17" fmla="*/ 35113 h 75270"/>
                <a:gd name="connsiteX18" fmla="*/ 60972 w 61337"/>
                <a:gd name="connsiteY18" fmla="*/ 73213 h 75270"/>
                <a:gd name="connsiteX19" fmla="*/ 51447 w 61337"/>
                <a:gd name="connsiteY19" fmla="*/ 73213 h 75270"/>
                <a:gd name="connsiteX20" fmla="*/ 50113 w 61337"/>
                <a:gd name="connsiteY20" fmla="*/ 63688 h 75270"/>
                <a:gd name="connsiteX21" fmla="*/ 49352 w 61337"/>
                <a:gd name="connsiteY21" fmla="*/ 64831 h 75270"/>
                <a:gd name="connsiteX22" fmla="*/ 30302 w 61337"/>
                <a:gd name="connsiteY22" fmla="*/ 74928 h 7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337" h="75270">
                  <a:moveTo>
                    <a:pt x="30968" y="75118"/>
                  </a:moveTo>
                  <a:cubicBezTo>
                    <a:pt x="22235" y="75410"/>
                    <a:pt x="13849" y="71691"/>
                    <a:pt x="8203" y="65022"/>
                  </a:cubicBezTo>
                  <a:cubicBezTo>
                    <a:pt x="-3221" y="48518"/>
                    <a:pt x="-3221" y="26662"/>
                    <a:pt x="8203" y="10158"/>
                  </a:cubicBezTo>
                  <a:cubicBezTo>
                    <a:pt x="19581" y="-1945"/>
                    <a:pt x="38228" y="-3584"/>
                    <a:pt x="51542" y="6348"/>
                  </a:cubicBezTo>
                  <a:cubicBezTo>
                    <a:pt x="56785" y="10742"/>
                    <a:pt x="60044" y="17056"/>
                    <a:pt x="60591" y="23874"/>
                  </a:cubicBezTo>
                  <a:lnTo>
                    <a:pt x="46875" y="23874"/>
                  </a:lnTo>
                  <a:cubicBezTo>
                    <a:pt x="46486" y="20629"/>
                    <a:pt x="44760" y="17694"/>
                    <a:pt x="42112" y="15778"/>
                  </a:cubicBezTo>
                  <a:cubicBezTo>
                    <a:pt x="39472" y="13484"/>
                    <a:pt x="36085" y="12231"/>
                    <a:pt x="32587" y="12253"/>
                  </a:cubicBezTo>
                  <a:cubicBezTo>
                    <a:pt x="27108" y="12037"/>
                    <a:pt x="21872" y="14530"/>
                    <a:pt x="18586" y="18921"/>
                  </a:cubicBezTo>
                  <a:cubicBezTo>
                    <a:pt x="14866" y="24548"/>
                    <a:pt x="13093" y="31240"/>
                    <a:pt x="13537" y="37971"/>
                  </a:cubicBezTo>
                  <a:cubicBezTo>
                    <a:pt x="13093" y="44496"/>
                    <a:pt x="14799" y="50987"/>
                    <a:pt x="18395" y="56449"/>
                  </a:cubicBezTo>
                  <a:cubicBezTo>
                    <a:pt x="21813" y="60750"/>
                    <a:pt x="27102" y="63129"/>
                    <a:pt x="32587" y="62831"/>
                  </a:cubicBezTo>
                  <a:lnTo>
                    <a:pt x="32587" y="62831"/>
                  </a:lnTo>
                  <a:cubicBezTo>
                    <a:pt x="37608" y="62973"/>
                    <a:pt x="42325" y="60433"/>
                    <a:pt x="44970" y="56164"/>
                  </a:cubicBezTo>
                  <a:cubicBezTo>
                    <a:pt x="46685" y="53480"/>
                    <a:pt x="47910" y="50513"/>
                    <a:pt x="48589" y="47401"/>
                  </a:cubicBezTo>
                  <a:lnTo>
                    <a:pt x="33159" y="47401"/>
                  </a:lnTo>
                  <a:lnTo>
                    <a:pt x="33159" y="35113"/>
                  </a:lnTo>
                  <a:lnTo>
                    <a:pt x="60972" y="35113"/>
                  </a:lnTo>
                  <a:lnTo>
                    <a:pt x="60972" y="73213"/>
                  </a:lnTo>
                  <a:lnTo>
                    <a:pt x="51447" y="73213"/>
                  </a:lnTo>
                  <a:lnTo>
                    <a:pt x="50113" y="63688"/>
                  </a:lnTo>
                  <a:lnTo>
                    <a:pt x="49352" y="64831"/>
                  </a:lnTo>
                  <a:cubicBezTo>
                    <a:pt x="45225" y="71319"/>
                    <a:pt x="37987" y="75155"/>
                    <a:pt x="30302" y="74928"/>
                  </a:cubicBezTo>
                  <a:close/>
                </a:path>
              </a:pathLst>
            </a:custGeom>
            <a:solidFill>
              <a:schemeClr val="tx1"/>
            </a:solidFill>
            <a:ln w="9525" cap="flat">
              <a:noFill/>
              <a:prstDash val="solid"/>
              <a:miter/>
            </a:ln>
          </p:spPr>
          <p:txBody>
            <a:bodyPr rtlCol="0" anchor="ctr"/>
            <a:lstStyle/>
            <a:p>
              <a:endParaRPr lang="zh-CN" altLang="en-US"/>
            </a:p>
          </p:txBody>
        </p:sp>
        <p:sp>
          <p:nvSpPr>
            <p:cNvPr id="228" name="任意多边形: 形状 227"/>
            <p:cNvSpPr/>
            <p:nvPr/>
          </p:nvSpPr>
          <p:spPr>
            <a:xfrm>
              <a:off x="10708899" y="580833"/>
              <a:ext cx="10996" cy="57197"/>
            </a:xfrm>
            <a:custGeom>
              <a:avLst/>
              <a:gdLst>
                <a:gd name="connsiteX0" fmla="*/ 0 w 13715"/>
                <a:gd name="connsiteY0" fmla="*/ 0 h 71342"/>
                <a:gd name="connsiteX1" fmla="*/ 6763 w 13715"/>
                <a:gd name="connsiteY1" fmla="*/ 0 h 71342"/>
                <a:gd name="connsiteX2" fmla="*/ 13716 w 13715"/>
                <a:gd name="connsiteY2" fmla="*/ 0 h 71342"/>
                <a:gd name="connsiteX3" fmla="*/ 13716 w 13715"/>
                <a:gd name="connsiteY3" fmla="*/ 71342 h 71342"/>
                <a:gd name="connsiteX4" fmla="*/ 6858 w 13715"/>
                <a:gd name="connsiteY4" fmla="*/ 71342 h 71342"/>
                <a:gd name="connsiteX5" fmla="*/ 0 w 13715"/>
                <a:gd name="connsiteY5" fmla="*/ 71342 h 71342"/>
                <a:gd name="connsiteX6" fmla="*/ 0 w 13715"/>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5" h="71342">
                  <a:moveTo>
                    <a:pt x="0" y="0"/>
                  </a:moveTo>
                  <a:lnTo>
                    <a:pt x="6763" y="0"/>
                  </a:lnTo>
                  <a:lnTo>
                    <a:pt x="13716" y="0"/>
                  </a:lnTo>
                  <a:lnTo>
                    <a:pt x="13716" y="71342"/>
                  </a:lnTo>
                  <a:lnTo>
                    <a:pt x="6858"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29" name="任意多边形: 形状 228"/>
            <p:cNvSpPr/>
            <p:nvPr/>
          </p:nvSpPr>
          <p:spPr>
            <a:xfrm>
              <a:off x="10732496" y="580833"/>
              <a:ext cx="42993" cy="57197"/>
            </a:xfrm>
            <a:custGeom>
              <a:avLst/>
              <a:gdLst>
                <a:gd name="connsiteX0" fmla="*/ 12859 w 53625"/>
                <a:gd name="connsiteY0" fmla="*/ 71342 h 71342"/>
                <a:gd name="connsiteX1" fmla="*/ 6477 w 53625"/>
                <a:gd name="connsiteY1" fmla="*/ 71342 h 71342"/>
                <a:gd name="connsiteX2" fmla="*/ 0 w 53625"/>
                <a:gd name="connsiteY2" fmla="*/ 71342 h 71342"/>
                <a:gd name="connsiteX3" fmla="*/ 0 w 53625"/>
                <a:gd name="connsiteY3" fmla="*/ 0 h 71342"/>
                <a:gd name="connsiteX4" fmla="*/ 7239 w 53625"/>
                <a:gd name="connsiteY4" fmla="*/ 0 h 71342"/>
                <a:gd name="connsiteX5" fmla="*/ 14383 w 53625"/>
                <a:gd name="connsiteY5" fmla="*/ 0 h 71342"/>
                <a:gd name="connsiteX6" fmla="*/ 40767 w 53625"/>
                <a:gd name="connsiteY6" fmla="*/ 50102 h 71342"/>
                <a:gd name="connsiteX7" fmla="*/ 40767 w 53625"/>
                <a:gd name="connsiteY7" fmla="*/ 0 h 71342"/>
                <a:gd name="connsiteX8" fmla="*/ 47149 w 53625"/>
                <a:gd name="connsiteY8" fmla="*/ 0 h 71342"/>
                <a:gd name="connsiteX9" fmla="*/ 53626 w 53625"/>
                <a:gd name="connsiteY9" fmla="*/ 0 h 71342"/>
                <a:gd name="connsiteX10" fmla="*/ 53626 w 53625"/>
                <a:gd name="connsiteY10" fmla="*/ 71342 h 71342"/>
                <a:gd name="connsiteX11" fmla="*/ 46768 w 53625"/>
                <a:gd name="connsiteY11" fmla="*/ 71342 h 71342"/>
                <a:gd name="connsiteX12" fmla="*/ 39910 w 53625"/>
                <a:gd name="connsiteY12" fmla="*/ 71342 h 71342"/>
                <a:gd name="connsiteX13" fmla="*/ 12859 w 53625"/>
                <a:gd name="connsiteY13" fmla="*/ 19907 h 71342"/>
                <a:gd name="connsiteX14" fmla="*/ 12859 w 53625"/>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625" h="71342">
                  <a:moveTo>
                    <a:pt x="12859" y="71342"/>
                  </a:moveTo>
                  <a:lnTo>
                    <a:pt x="6477" y="71342"/>
                  </a:lnTo>
                  <a:lnTo>
                    <a:pt x="0" y="71342"/>
                  </a:lnTo>
                  <a:lnTo>
                    <a:pt x="0" y="0"/>
                  </a:lnTo>
                  <a:lnTo>
                    <a:pt x="7239" y="0"/>
                  </a:lnTo>
                  <a:lnTo>
                    <a:pt x="14383" y="0"/>
                  </a:lnTo>
                  <a:lnTo>
                    <a:pt x="40767" y="50102"/>
                  </a:lnTo>
                  <a:lnTo>
                    <a:pt x="40767" y="0"/>
                  </a:lnTo>
                  <a:lnTo>
                    <a:pt x="47149" y="0"/>
                  </a:lnTo>
                  <a:lnTo>
                    <a:pt x="53626" y="0"/>
                  </a:lnTo>
                  <a:lnTo>
                    <a:pt x="53626" y="71342"/>
                  </a:lnTo>
                  <a:lnTo>
                    <a:pt x="46768" y="71342"/>
                  </a:lnTo>
                  <a:lnTo>
                    <a:pt x="39910" y="71342"/>
                  </a:lnTo>
                  <a:lnTo>
                    <a:pt x="12859" y="19907"/>
                  </a:lnTo>
                  <a:lnTo>
                    <a:pt x="12859" y="71342"/>
                  </a:lnTo>
                  <a:close/>
                </a:path>
              </a:pathLst>
            </a:custGeom>
            <a:solidFill>
              <a:schemeClr val="tx1"/>
            </a:solidFill>
            <a:ln w="9525" cap="flat">
              <a:noFill/>
              <a:prstDash val="solid"/>
              <a:miter/>
            </a:ln>
          </p:spPr>
          <p:txBody>
            <a:bodyPr rtlCol="0" anchor="ctr"/>
            <a:lstStyle/>
            <a:p>
              <a:endParaRPr lang="zh-CN" altLang="en-US"/>
            </a:p>
          </p:txBody>
        </p:sp>
        <p:sp>
          <p:nvSpPr>
            <p:cNvPr id="230" name="任意多边形: 形状 229"/>
            <p:cNvSpPr/>
            <p:nvPr/>
          </p:nvSpPr>
          <p:spPr>
            <a:xfrm>
              <a:off x="10786714" y="579254"/>
              <a:ext cx="42985" cy="60413"/>
            </a:xfrm>
            <a:custGeom>
              <a:avLst/>
              <a:gdLst>
                <a:gd name="connsiteX0" fmla="*/ 38022 w 53615"/>
                <a:gd name="connsiteY0" fmla="*/ 23265 h 75353"/>
                <a:gd name="connsiteX1" fmla="*/ 33926 w 53615"/>
                <a:gd name="connsiteY1" fmla="*/ 15168 h 75353"/>
                <a:gd name="connsiteX2" fmla="*/ 24401 w 53615"/>
                <a:gd name="connsiteY2" fmla="*/ 12216 h 75353"/>
                <a:gd name="connsiteX3" fmla="*/ 16305 w 53615"/>
                <a:gd name="connsiteY3" fmla="*/ 14692 h 75353"/>
                <a:gd name="connsiteX4" fmla="*/ 13352 w 53615"/>
                <a:gd name="connsiteY4" fmla="*/ 21645 h 75353"/>
                <a:gd name="connsiteX5" fmla="*/ 16400 w 53615"/>
                <a:gd name="connsiteY5" fmla="*/ 26598 h 75353"/>
                <a:gd name="connsiteX6" fmla="*/ 29354 w 53615"/>
                <a:gd name="connsiteY6" fmla="*/ 30694 h 75353"/>
                <a:gd name="connsiteX7" fmla="*/ 48404 w 53615"/>
                <a:gd name="connsiteY7" fmla="*/ 38790 h 75353"/>
                <a:gd name="connsiteX8" fmla="*/ 53167 w 53615"/>
                <a:gd name="connsiteY8" fmla="*/ 53268 h 75353"/>
                <a:gd name="connsiteX9" fmla="*/ 45927 w 53615"/>
                <a:gd name="connsiteY9" fmla="*/ 69270 h 75353"/>
                <a:gd name="connsiteX10" fmla="*/ 26211 w 53615"/>
                <a:gd name="connsiteY10" fmla="*/ 75176 h 75353"/>
                <a:gd name="connsiteX11" fmla="*/ 7161 w 53615"/>
                <a:gd name="connsiteY11" fmla="*/ 68889 h 75353"/>
                <a:gd name="connsiteX12" fmla="*/ -364 w 53615"/>
                <a:gd name="connsiteY12" fmla="*/ 51077 h 75353"/>
                <a:gd name="connsiteX13" fmla="*/ 12876 w 53615"/>
                <a:gd name="connsiteY13" fmla="*/ 51078 h 75353"/>
                <a:gd name="connsiteX14" fmla="*/ 16686 w 53615"/>
                <a:gd name="connsiteY14" fmla="*/ 59841 h 75353"/>
                <a:gd name="connsiteX15" fmla="*/ 26211 w 53615"/>
                <a:gd name="connsiteY15" fmla="*/ 62889 h 75353"/>
                <a:gd name="connsiteX16" fmla="*/ 36498 w 53615"/>
                <a:gd name="connsiteY16" fmla="*/ 60603 h 75353"/>
                <a:gd name="connsiteX17" fmla="*/ 40213 w 53615"/>
                <a:gd name="connsiteY17" fmla="*/ 54221 h 75353"/>
                <a:gd name="connsiteX18" fmla="*/ 37546 w 53615"/>
                <a:gd name="connsiteY18" fmla="*/ 48220 h 75353"/>
                <a:gd name="connsiteX19" fmla="*/ 26401 w 53615"/>
                <a:gd name="connsiteY19" fmla="*/ 44315 h 75353"/>
                <a:gd name="connsiteX20" fmla="*/ 5542 w 53615"/>
                <a:gd name="connsiteY20" fmla="*/ 36123 h 75353"/>
                <a:gd name="connsiteX21" fmla="*/ 303 w 53615"/>
                <a:gd name="connsiteY21" fmla="*/ 22503 h 75353"/>
                <a:gd name="connsiteX22" fmla="*/ 7256 w 53615"/>
                <a:gd name="connsiteY22" fmla="*/ 6024 h 75353"/>
                <a:gd name="connsiteX23" fmla="*/ 26306 w 53615"/>
                <a:gd name="connsiteY23" fmla="*/ -72 h 75353"/>
                <a:gd name="connsiteX24" fmla="*/ 44309 w 53615"/>
                <a:gd name="connsiteY24" fmla="*/ 6215 h 75353"/>
                <a:gd name="connsiteX25" fmla="*/ 51929 w 53615"/>
                <a:gd name="connsiteY25" fmla="*/ 23265 h 75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3615" h="75353">
                  <a:moveTo>
                    <a:pt x="38022" y="23265"/>
                  </a:moveTo>
                  <a:cubicBezTo>
                    <a:pt x="37916" y="20094"/>
                    <a:pt x="36418" y="17132"/>
                    <a:pt x="33926" y="15168"/>
                  </a:cubicBezTo>
                  <a:cubicBezTo>
                    <a:pt x="31179" y="13130"/>
                    <a:pt x="27820" y="12089"/>
                    <a:pt x="24401" y="12216"/>
                  </a:cubicBezTo>
                  <a:cubicBezTo>
                    <a:pt x="21489" y="12012"/>
                    <a:pt x="18605" y="12894"/>
                    <a:pt x="16305" y="14692"/>
                  </a:cubicBezTo>
                  <a:cubicBezTo>
                    <a:pt x="14285" y="16419"/>
                    <a:pt x="13192" y="18993"/>
                    <a:pt x="13352" y="21645"/>
                  </a:cubicBezTo>
                  <a:cubicBezTo>
                    <a:pt x="13347" y="23741"/>
                    <a:pt x="14527" y="25659"/>
                    <a:pt x="16400" y="26598"/>
                  </a:cubicBezTo>
                  <a:cubicBezTo>
                    <a:pt x="20534" y="28489"/>
                    <a:pt x="24885" y="29865"/>
                    <a:pt x="29354" y="30694"/>
                  </a:cubicBezTo>
                  <a:cubicBezTo>
                    <a:pt x="36238" y="31904"/>
                    <a:pt x="42755" y="34674"/>
                    <a:pt x="48404" y="38790"/>
                  </a:cubicBezTo>
                  <a:cubicBezTo>
                    <a:pt x="51937" y="42743"/>
                    <a:pt x="53663" y="47990"/>
                    <a:pt x="53167" y="53268"/>
                  </a:cubicBezTo>
                  <a:cubicBezTo>
                    <a:pt x="53503" y="59463"/>
                    <a:pt x="50802" y="65433"/>
                    <a:pt x="45927" y="69270"/>
                  </a:cubicBezTo>
                  <a:cubicBezTo>
                    <a:pt x="40235" y="73458"/>
                    <a:pt x="33268" y="75545"/>
                    <a:pt x="26211" y="75176"/>
                  </a:cubicBezTo>
                  <a:cubicBezTo>
                    <a:pt x="19302" y="75505"/>
                    <a:pt x="12516" y="73265"/>
                    <a:pt x="7161" y="68889"/>
                  </a:cubicBezTo>
                  <a:cubicBezTo>
                    <a:pt x="2305" y="64243"/>
                    <a:pt x="-418" y="57798"/>
                    <a:pt x="-364" y="51077"/>
                  </a:cubicBezTo>
                  <a:lnTo>
                    <a:pt x="12876" y="51078"/>
                  </a:lnTo>
                  <a:cubicBezTo>
                    <a:pt x="12806" y="54415"/>
                    <a:pt x="14197" y="57616"/>
                    <a:pt x="16686" y="59841"/>
                  </a:cubicBezTo>
                  <a:cubicBezTo>
                    <a:pt x="19421" y="61913"/>
                    <a:pt x="22781" y="62988"/>
                    <a:pt x="26211" y="62889"/>
                  </a:cubicBezTo>
                  <a:cubicBezTo>
                    <a:pt x="29784" y="63079"/>
                    <a:pt x="33342" y="62288"/>
                    <a:pt x="36498" y="60603"/>
                  </a:cubicBezTo>
                  <a:cubicBezTo>
                    <a:pt x="38795" y="59299"/>
                    <a:pt x="40214" y="56862"/>
                    <a:pt x="40213" y="54221"/>
                  </a:cubicBezTo>
                  <a:cubicBezTo>
                    <a:pt x="40367" y="51903"/>
                    <a:pt x="39369" y="49659"/>
                    <a:pt x="37546" y="48220"/>
                  </a:cubicBezTo>
                  <a:cubicBezTo>
                    <a:pt x="34073" y="46309"/>
                    <a:pt x="30307" y="44989"/>
                    <a:pt x="26401" y="44315"/>
                  </a:cubicBezTo>
                  <a:cubicBezTo>
                    <a:pt x="18958" y="43049"/>
                    <a:pt x="11857" y="40260"/>
                    <a:pt x="5542" y="36123"/>
                  </a:cubicBezTo>
                  <a:cubicBezTo>
                    <a:pt x="1831" y="32605"/>
                    <a:pt x="-94" y="27600"/>
                    <a:pt x="303" y="22503"/>
                  </a:cubicBezTo>
                  <a:cubicBezTo>
                    <a:pt x="-13" y="16237"/>
                    <a:pt x="2547" y="10170"/>
                    <a:pt x="7256" y="6024"/>
                  </a:cubicBezTo>
                  <a:cubicBezTo>
                    <a:pt x="12594" y="1633"/>
                    <a:pt x="19411" y="-548"/>
                    <a:pt x="26306" y="-72"/>
                  </a:cubicBezTo>
                  <a:cubicBezTo>
                    <a:pt x="32891" y="-360"/>
                    <a:pt x="39335" y="1890"/>
                    <a:pt x="44309" y="6215"/>
                  </a:cubicBezTo>
                  <a:cubicBezTo>
                    <a:pt x="49011" y="10662"/>
                    <a:pt x="51752" y="16795"/>
                    <a:pt x="51929" y="23265"/>
                  </a:cubicBezTo>
                  <a:close/>
                </a:path>
              </a:pathLst>
            </a:custGeom>
            <a:solidFill>
              <a:schemeClr val="tx1"/>
            </a:solidFill>
            <a:ln w="9525" cap="flat">
              <a:noFill/>
              <a:prstDash val="solid"/>
              <a:miter/>
            </a:ln>
          </p:spPr>
          <p:txBody>
            <a:bodyPr rtlCol="0" anchor="ctr"/>
            <a:lstStyle/>
            <a:p>
              <a:endParaRPr lang="zh-CN" altLang="en-US"/>
            </a:p>
          </p:txBody>
        </p:sp>
        <p:sp>
          <p:nvSpPr>
            <p:cNvPr id="231" name="任意多边形: 形状 230"/>
            <p:cNvSpPr/>
            <p:nvPr/>
          </p:nvSpPr>
          <p:spPr>
            <a:xfrm>
              <a:off x="10836277" y="580833"/>
              <a:ext cx="42764" cy="57197"/>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solidFill>
              <a:schemeClr val="tx1"/>
            </a:solidFill>
            <a:ln w="9525" cap="flat">
              <a:noFill/>
              <a:prstDash val="solid"/>
              <a:miter/>
            </a:ln>
          </p:spPr>
          <p:txBody>
            <a:bodyPr rtlCol="0" anchor="ctr"/>
            <a:lstStyle/>
            <a:p>
              <a:endParaRPr lang="zh-CN" altLang="en-US"/>
            </a:p>
          </p:txBody>
        </p:sp>
        <p:sp>
          <p:nvSpPr>
            <p:cNvPr id="232" name="任意多边形: 形状 231"/>
            <p:cNvSpPr/>
            <p:nvPr/>
          </p:nvSpPr>
          <p:spPr>
            <a:xfrm>
              <a:off x="10887594" y="580833"/>
              <a:ext cx="10997" cy="57197"/>
            </a:xfrm>
            <a:custGeom>
              <a:avLst/>
              <a:gdLst>
                <a:gd name="connsiteX0" fmla="*/ 0 w 13716"/>
                <a:gd name="connsiteY0" fmla="*/ 0 h 71342"/>
                <a:gd name="connsiteX1" fmla="*/ 6858 w 13716"/>
                <a:gd name="connsiteY1" fmla="*/ 0 h 71342"/>
                <a:gd name="connsiteX2" fmla="*/ 13716 w 13716"/>
                <a:gd name="connsiteY2" fmla="*/ 0 h 71342"/>
                <a:gd name="connsiteX3" fmla="*/ 13716 w 13716"/>
                <a:gd name="connsiteY3" fmla="*/ 71342 h 71342"/>
                <a:gd name="connsiteX4" fmla="*/ 6953 w 13716"/>
                <a:gd name="connsiteY4" fmla="*/ 71342 h 71342"/>
                <a:gd name="connsiteX5" fmla="*/ 0 w 13716"/>
                <a:gd name="connsiteY5" fmla="*/ 71342 h 71342"/>
                <a:gd name="connsiteX6" fmla="*/ 0 w 13716"/>
                <a:gd name="connsiteY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16" h="71342">
                  <a:moveTo>
                    <a:pt x="0" y="0"/>
                  </a:moveTo>
                  <a:lnTo>
                    <a:pt x="6858" y="0"/>
                  </a:lnTo>
                  <a:lnTo>
                    <a:pt x="13716" y="0"/>
                  </a:lnTo>
                  <a:lnTo>
                    <a:pt x="13716" y="71342"/>
                  </a:lnTo>
                  <a:lnTo>
                    <a:pt x="6953"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33" name="任意多边形: 形状 232"/>
            <p:cNvSpPr/>
            <p:nvPr/>
          </p:nvSpPr>
          <p:spPr>
            <a:xfrm>
              <a:off x="10907296" y="580833"/>
              <a:ext cx="42764" cy="57197"/>
            </a:xfrm>
            <a:custGeom>
              <a:avLst/>
              <a:gdLst>
                <a:gd name="connsiteX0" fmla="*/ 19812 w 53340"/>
                <a:gd name="connsiteY0" fmla="*/ 12668 h 71342"/>
                <a:gd name="connsiteX1" fmla="*/ 0 w 53340"/>
                <a:gd name="connsiteY1" fmla="*/ 12668 h 71342"/>
                <a:gd name="connsiteX2" fmla="*/ 0 w 53340"/>
                <a:gd name="connsiteY2" fmla="*/ 6382 h 71342"/>
                <a:gd name="connsiteX3" fmla="*/ 0 w 53340"/>
                <a:gd name="connsiteY3" fmla="*/ 0 h 71342"/>
                <a:gd name="connsiteX4" fmla="*/ 53340 w 53340"/>
                <a:gd name="connsiteY4" fmla="*/ 0 h 71342"/>
                <a:gd name="connsiteX5" fmla="*/ 53340 w 53340"/>
                <a:gd name="connsiteY5" fmla="*/ 6286 h 71342"/>
                <a:gd name="connsiteX6" fmla="*/ 53340 w 53340"/>
                <a:gd name="connsiteY6" fmla="*/ 12668 h 71342"/>
                <a:gd name="connsiteX7" fmla="*/ 33528 w 53340"/>
                <a:gd name="connsiteY7" fmla="*/ 12668 h 71342"/>
                <a:gd name="connsiteX8" fmla="*/ 33528 w 53340"/>
                <a:gd name="connsiteY8" fmla="*/ 71342 h 71342"/>
                <a:gd name="connsiteX9" fmla="*/ 26670 w 53340"/>
                <a:gd name="connsiteY9" fmla="*/ 71342 h 71342"/>
                <a:gd name="connsiteX10" fmla="*/ 19812 w 53340"/>
                <a:gd name="connsiteY10" fmla="*/ 71342 h 71342"/>
                <a:gd name="connsiteX11" fmla="*/ 19812 w 53340"/>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40"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solidFill>
              <a:schemeClr val="tx1"/>
            </a:solidFill>
            <a:ln w="9525" cap="flat">
              <a:noFill/>
              <a:prstDash val="solid"/>
              <a:miter/>
            </a:ln>
          </p:spPr>
          <p:txBody>
            <a:bodyPr rtlCol="0" anchor="ctr"/>
            <a:lstStyle/>
            <a:p>
              <a:endParaRPr lang="zh-CN" altLang="en-US"/>
            </a:p>
          </p:txBody>
        </p:sp>
        <p:sp>
          <p:nvSpPr>
            <p:cNvPr id="234" name="任意多边形: 形状 233"/>
            <p:cNvSpPr/>
            <p:nvPr/>
          </p:nvSpPr>
          <p:spPr>
            <a:xfrm>
              <a:off x="10958934" y="580757"/>
              <a:ext cx="42706" cy="58889"/>
            </a:xfrm>
            <a:custGeom>
              <a:avLst/>
              <a:gdLst>
                <a:gd name="connsiteX0" fmla="*/ 52766 w 53267"/>
                <a:gd name="connsiteY0" fmla="*/ 44346 h 73452"/>
                <a:gd name="connsiteX1" fmla="*/ 46574 w 53267"/>
                <a:gd name="connsiteY1" fmla="*/ 66444 h 73452"/>
                <a:gd name="connsiteX2" fmla="*/ 26286 w 53267"/>
                <a:gd name="connsiteY2" fmla="*/ 73207 h 73452"/>
                <a:gd name="connsiteX3" fmla="*/ 6284 w 53267"/>
                <a:gd name="connsiteY3" fmla="*/ 66158 h 73452"/>
                <a:gd name="connsiteX4" fmla="*/ -288 w 53267"/>
                <a:gd name="connsiteY4" fmla="*/ 44346 h 73452"/>
                <a:gd name="connsiteX5" fmla="*/ -288 w 53267"/>
                <a:gd name="connsiteY5" fmla="*/ -136 h 73452"/>
                <a:gd name="connsiteX6" fmla="*/ 13428 w 53267"/>
                <a:gd name="connsiteY6" fmla="*/ -136 h 73452"/>
                <a:gd name="connsiteX7" fmla="*/ 13428 w 53267"/>
                <a:gd name="connsiteY7" fmla="*/ 44822 h 73452"/>
                <a:gd name="connsiteX8" fmla="*/ 16666 w 53267"/>
                <a:gd name="connsiteY8" fmla="*/ 56347 h 73452"/>
                <a:gd name="connsiteX9" fmla="*/ 26191 w 53267"/>
                <a:gd name="connsiteY9" fmla="*/ 60157 h 73452"/>
                <a:gd name="connsiteX10" fmla="*/ 35716 w 53267"/>
                <a:gd name="connsiteY10" fmla="*/ 56633 h 73452"/>
                <a:gd name="connsiteX11" fmla="*/ 38669 w 53267"/>
                <a:gd name="connsiteY11" fmla="*/ 44822 h 73452"/>
                <a:gd name="connsiteX12" fmla="*/ 38669 w 53267"/>
                <a:gd name="connsiteY12" fmla="*/ -136 h 73452"/>
                <a:gd name="connsiteX13" fmla="*/ 52766 w 53267"/>
                <a:gd name="connsiteY13" fmla="*/ -136 h 73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267" h="73452">
                  <a:moveTo>
                    <a:pt x="52766" y="44346"/>
                  </a:moveTo>
                  <a:cubicBezTo>
                    <a:pt x="53495" y="52223"/>
                    <a:pt x="51291" y="60092"/>
                    <a:pt x="46574" y="66444"/>
                  </a:cubicBezTo>
                  <a:cubicBezTo>
                    <a:pt x="41051" y="71429"/>
                    <a:pt x="33696" y="73881"/>
                    <a:pt x="26286" y="73207"/>
                  </a:cubicBezTo>
                  <a:cubicBezTo>
                    <a:pt x="18923" y="73782"/>
                    <a:pt x="11659" y="71222"/>
                    <a:pt x="6284" y="66158"/>
                  </a:cubicBezTo>
                  <a:cubicBezTo>
                    <a:pt x="1508" y="59931"/>
                    <a:pt x="-829" y="52175"/>
                    <a:pt x="-288" y="44346"/>
                  </a:cubicBezTo>
                  <a:lnTo>
                    <a:pt x="-288" y="-136"/>
                  </a:lnTo>
                  <a:lnTo>
                    <a:pt x="13428" y="-136"/>
                  </a:lnTo>
                  <a:lnTo>
                    <a:pt x="13428" y="44822"/>
                  </a:lnTo>
                  <a:cubicBezTo>
                    <a:pt x="13153" y="48922"/>
                    <a:pt x="14296" y="52991"/>
                    <a:pt x="16666" y="56347"/>
                  </a:cubicBezTo>
                  <a:cubicBezTo>
                    <a:pt x="19087" y="59014"/>
                    <a:pt x="22600" y="60419"/>
                    <a:pt x="26191" y="60157"/>
                  </a:cubicBezTo>
                  <a:cubicBezTo>
                    <a:pt x="29731" y="60450"/>
                    <a:pt x="33219" y="59160"/>
                    <a:pt x="35716" y="56633"/>
                  </a:cubicBezTo>
                  <a:cubicBezTo>
                    <a:pt x="38028" y="53152"/>
                    <a:pt x="39070" y="48981"/>
                    <a:pt x="38669" y="44822"/>
                  </a:cubicBezTo>
                  <a:lnTo>
                    <a:pt x="38669" y="-136"/>
                  </a:lnTo>
                  <a:lnTo>
                    <a:pt x="52766" y="-136"/>
                  </a:lnTo>
                  <a:close/>
                </a:path>
              </a:pathLst>
            </a:custGeom>
            <a:solidFill>
              <a:schemeClr val="tx1"/>
            </a:solidFill>
            <a:ln w="9525" cap="flat">
              <a:noFill/>
              <a:prstDash val="solid"/>
              <a:miter/>
            </a:ln>
          </p:spPr>
          <p:txBody>
            <a:bodyPr rtlCol="0" anchor="ctr"/>
            <a:lstStyle/>
            <a:p>
              <a:endParaRPr lang="zh-CN" altLang="en-US"/>
            </a:p>
          </p:txBody>
        </p:sp>
        <p:sp>
          <p:nvSpPr>
            <p:cNvPr id="235" name="任意多边形: 形状 234"/>
            <p:cNvSpPr/>
            <p:nvPr/>
          </p:nvSpPr>
          <p:spPr>
            <a:xfrm>
              <a:off x="11010924" y="580833"/>
              <a:ext cx="42764" cy="57197"/>
            </a:xfrm>
            <a:custGeom>
              <a:avLst/>
              <a:gdLst>
                <a:gd name="connsiteX0" fmla="*/ 19812 w 53339"/>
                <a:gd name="connsiteY0" fmla="*/ 12668 h 71342"/>
                <a:gd name="connsiteX1" fmla="*/ 0 w 53339"/>
                <a:gd name="connsiteY1" fmla="*/ 12668 h 71342"/>
                <a:gd name="connsiteX2" fmla="*/ 0 w 53339"/>
                <a:gd name="connsiteY2" fmla="*/ 6382 h 71342"/>
                <a:gd name="connsiteX3" fmla="*/ 0 w 53339"/>
                <a:gd name="connsiteY3" fmla="*/ 0 h 71342"/>
                <a:gd name="connsiteX4" fmla="*/ 53340 w 53339"/>
                <a:gd name="connsiteY4" fmla="*/ 0 h 71342"/>
                <a:gd name="connsiteX5" fmla="*/ 53340 w 53339"/>
                <a:gd name="connsiteY5" fmla="*/ 6286 h 71342"/>
                <a:gd name="connsiteX6" fmla="*/ 53340 w 53339"/>
                <a:gd name="connsiteY6" fmla="*/ 12668 h 71342"/>
                <a:gd name="connsiteX7" fmla="*/ 33528 w 53339"/>
                <a:gd name="connsiteY7" fmla="*/ 12668 h 71342"/>
                <a:gd name="connsiteX8" fmla="*/ 33528 w 53339"/>
                <a:gd name="connsiteY8" fmla="*/ 71342 h 71342"/>
                <a:gd name="connsiteX9" fmla="*/ 26670 w 53339"/>
                <a:gd name="connsiteY9" fmla="*/ 71342 h 71342"/>
                <a:gd name="connsiteX10" fmla="*/ 19812 w 53339"/>
                <a:gd name="connsiteY10" fmla="*/ 71342 h 71342"/>
                <a:gd name="connsiteX11" fmla="*/ 19812 w 53339"/>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339" h="71342">
                  <a:moveTo>
                    <a:pt x="19812" y="12668"/>
                  </a:moveTo>
                  <a:lnTo>
                    <a:pt x="0" y="12668"/>
                  </a:lnTo>
                  <a:lnTo>
                    <a:pt x="0" y="6382"/>
                  </a:lnTo>
                  <a:lnTo>
                    <a:pt x="0" y="0"/>
                  </a:lnTo>
                  <a:lnTo>
                    <a:pt x="53340" y="0"/>
                  </a:lnTo>
                  <a:lnTo>
                    <a:pt x="53340" y="6286"/>
                  </a:lnTo>
                  <a:lnTo>
                    <a:pt x="53340" y="12668"/>
                  </a:lnTo>
                  <a:lnTo>
                    <a:pt x="33528" y="12668"/>
                  </a:lnTo>
                  <a:lnTo>
                    <a:pt x="33528" y="71342"/>
                  </a:lnTo>
                  <a:lnTo>
                    <a:pt x="26670" y="71342"/>
                  </a:lnTo>
                  <a:lnTo>
                    <a:pt x="19812" y="71342"/>
                  </a:lnTo>
                  <a:lnTo>
                    <a:pt x="19812" y="12668"/>
                  </a:lnTo>
                  <a:close/>
                </a:path>
              </a:pathLst>
            </a:custGeom>
            <a:solidFill>
              <a:schemeClr val="tx1"/>
            </a:solidFill>
            <a:ln w="9525" cap="flat">
              <a:noFill/>
              <a:prstDash val="solid"/>
              <a:miter/>
            </a:ln>
          </p:spPr>
          <p:txBody>
            <a:bodyPr rtlCol="0" anchor="ctr"/>
            <a:lstStyle/>
            <a:p>
              <a:endParaRPr lang="zh-CN" altLang="en-US"/>
            </a:p>
          </p:txBody>
        </p:sp>
        <p:sp>
          <p:nvSpPr>
            <p:cNvPr id="236" name="任意多边形: 形状 235"/>
            <p:cNvSpPr/>
            <p:nvPr/>
          </p:nvSpPr>
          <p:spPr>
            <a:xfrm>
              <a:off x="11063158" y="580833"/>
              <a:ext cx="40015" cy="57197"/>
            </a:xfrm>
            <a:custGeom>
              <a:avLst/>
              <a:gdLst>
                <a:gd name="connsiteX0" fmla="*/ 0 w 49911"/>
                <a:gd name="connsiteY0" fmla="*/ 71342 h 71342"/>
                <a:gd name="connsiteX1" fmla="*/ 0 w 49911"/>
                <a:gd name="connsiteY1" fmla="*/ 0 h 71342"/>
                <a:gd name="connsiteX2" fmla="*/ 48387 w 49911"/>
                <a:gd name="connsiteY2" fmla="*/ 0 h 71342"/>
                <a:gd name="connsiteX3" fmla="*/ 48387 w 49911"/>
                <a:gd name="connsiteY3" fmla="*/ 6286 h 71342"/>
                <a:gd name="connsiteX4" fmla="*/ 48387 w 49911"/>
                <a:gd name="connsiteY4" fmla="*/ 12668 h 71342"/>
                <a:gd name="connsiteX5" fmla="*/ 13716 w 49911"/>
                <a:gd name="connsiteY5" fmla="*/ 12668 h 71342"/>
                <a:gd name="connsiteX6" fmla="*/ 13716 w 49911"/>
                <a:gd name="connsiteY6" fmla="*/ 27813 h 71342"/>
                <a:gd name="connsiteX7" fmla="*/ 45815 w 49911"/>
                <a:gd name="connsiteY7" fmla="*/ 27813 h 71342"/>
                <a:gd name="connsiteX8" fmla="*/ 45815 w 49911"/>
                <a:gd name="connsiteY8" fmla="*/ 33909 h 71342"/>
                <a:gd name="connsiteX9" fmla="*/ 45815 w 49911"/>
                <a:gd name="connsiteY9" fmla="*/ 40100 h 71342"/>
                <a:gd name="connsiteX10" fmla="*/ 13716 w 49911"/>
                <a:gd name="connsiteY10" fmla="*/ 40100 h 71342"/>
                <a:gd name="connsiteX11" fmla="*/ 13716 w 49911"/>
                <a:gd name="connsiteY11" fmla="*/ 58674 h 71342"/>
                <a:gd name="connsiteX12" fmla="*/ 49911 w 49911"/>
                <a:gd name="connsiteY12" fmla="*/ 58674 h 71342"/>
                <a:gd name="connsiteX13" fmla="*/ 49911 w 49911"/>
                <a:gd name="connsiteY13" fmla="*/ 65056 h 71342"/>
                <a:gd name="connsiteX14" fmla="*/ 49911 w 49911"/>
                <a:gd name="connsiteY14" fmla="*/ 71342 h 71342"/>
                <a:gd name="connsiteX15" fmla="*/ 0 w 49911"/>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911" h="71342">
                  <a:moveTo>
                    <a:pt x="0" y="71342"/>
                  </a:moveTo>
                  <a:lnTo>
                    <a:pt x="0" y="0"/>
                  </a:lnTo>
                  <a:lnTo>
                    <a:pt x="48387" y="0"/>
                  </a:lnTo>
                  <a:lnTo>
                    <a:pt x="48387" y="6286"/>
                  </a:lnTo>
                  <a:lnTo>
                    <a:pt x="48387" y="12668"/>
                  </a:lnTo>
                  <a:lnTo>
                    <a:pt x="13716" y="12668"/>
                  </a:lnTo>
                  <a:lnTo>
                    <a:pt x="13716" y="27813"/>
                  </a:lnTo>
                  <a:lnTo>
                    <a:pt x="45815" y="27813"/>
                  </a:lnTo>
                  <a:lnTo>
                    <a:pt x="45815" y="33909"/>
                  </a:lnTo>
                  <a:lnTo>
                    <a:pt x="45815" y="40100"/>
                  </a:lnTo>
                  <a:lnTo>
                    <a:pt x="13716" y="40100"/>
                  </a:lnTo>
                  <a:lnTo>
                    <a:pt x="13716" y="58674"/>
                  </a:lnTo>
                  <a:lnTo>
                    <a:pt x="49911" y="58674"/>
                  </a:lnTo>
                  <a:lnTo>
                    <a:pt x="49911" y="65056"/>
                  </a:lnTo>
                  <a:lnTo>
                    <a:pt x="49911"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37" name="任意多边形: 形状 236"/>
            <p:cNvSpPr/>
            <p:nvPr/>
          </p:nvSpPr>
          <p:spPr>
            <a:xfrm>
              <a:off x="11135959" y="579454"/>
              <a:ext cx="50663" cy="60342"/>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solidFill>
              <a:schemeClr val="tx1"/>
            </a:solidFill>
            <a:ln w="9525" cap="flat">
              <a:noFill/>
              <a:prstDash val="solid"/>
              <a:miter/>
            </a:ln>
          </p:spPr>
          <p:txBody>
            <a:bodyPr rtlCol="0" anchor="ctr"/>
            <a:lstStyle/>
            <a:p>
              <a:endParaRPr lang="zh-CN" altLang="en-US"/>
            </a:p>
          </p:txBody>
        </p:sp>
        <p:sp>
          <p:nvSpPr>
            <p:cNvPr id="238" name="任意多边形: 形状 237"/>
            <p:cNvSpPr/>
            <p:nvPr/>
          </p:nvSpPr>
          <p:spPr>
            <a:xfrm>
              <a:off x="11198323" y="580833"/>
              <a:ext cx="37419" cy="57197"/>
            </a:xfrm>
            <a:custGeom>
              <a:avLst/>
              <a:gdLst>
                <a:gd name="connsiteX0" fmla="*/ 0 w 46672"/>
                <a:gd name="connsiteY0" fmla="*/ 71342 h 71342"/>
                <a:gd name="connsiteX1" fmla="*/ 0 w 46672"/>
                <a:gd name="connsiteY1" fmla="*/ 0 h 71342"/>
                <a:gd name="connsiteX2" fmla="*/ 46672 w 46672"/>
                <a:gd name="connsiteY2" fmla="*/ 0 h 71342"/>
                <a:gd name="connsiteX3" fmla="*/ 46672 w 46672"/>
                <a:gd name="connsiteY3" fmla="*/ 6286 h 71342"/>
                <a:gd name="connsiteX4" fmla="*/ 46672 w 46672"/>
                <a:gd name="connsiteY4" fmla="*/ 12668 h 71342"/>
                <a:gd name="connsiteX5" fmla="*/ 13716 w 46672"/>
                <a:gd name="connsiteY5" fmla="*/ 12668 h 71342"/>
                <a:gd name="connsiteX6" fmla="*/ 13716 w 46672"/>
                <a:gd name="connsiteY6" fmla="*/ 28861 h 71342"/>
                <a:gd name="connsiteX7" fmla="*/ 42482 w 46672"/>
                <a:gd name="connsiteY7" fmla="*/ 28861 h 71342"/>
                <a:gd name="connsiteX8" fmla="*/ 42482 w 46672"/>
                <a:gd name="connsiteY8" fmla="*/ 35052 h 71342"/>
                <a:gd name="connsiteX9" fmla="*/ 42482 w 46672"/>
                <a:gd name="connsiteY9" fmla="*/ 41148 h 71342"/>
                <a:gd name="connsiteX10" fmla="*/ 13716 w 46672"/>
                <a:gd name="connsiteY10" fmla="*/ 41148 h 71342"/>
                <a:gd name="connsiteX11" fmla="*/ 13716 w 46672"/>
                <a:gd name="connsiteY11" fmla="*/ 71342 h 71342"/>
                <a:gd name="connsiteX12" fmla="*/ 6858 w 46672"/>
                <a:gd name="connsiteY12" fmla="*/ 71342 h 71342"/>
                <a:gd name="connsiteX13" fmla="*/ 0 w 46672"/>
                <a:gd name="connsiteY13"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672" h="71342">
                  <a:moveTo>
                    <a:pt x="0" y="71342"/>
                  </a:moveTo>
                  <a:lnTo>
                    <a:pt x="0" y="0"/>
                  </a:lnTo>
                  <a:lnTo>
                    <a:pt x="46672" y="0"/>
                  </a:lnTo>
                  <a:lnTo>
                    <a:pt x="46672" y="6286"/>
                  </a:lnTo>
                  <a:lnTo>
                    <a:pt x="46672" y="12668"/>
                  </a:lnTo>
                  <a:lnTo>
                    <a:pt x="13716" y="12668"/>
                  </a:lnTo>
                  <a:lnTo>
                    <a:pt x="13716" y="28861"/>
                  </a:lnTo>
                  <a:lnTo>
                    <a:pt x="42482" y="28861"/>
                  </a:lnTo>
                  <a:lnTo>
                    <a:pt x="42482" y="35052"/>
                  </a:lnTo>
                  <a:lnTo>
                    <a:pt x="42482" y="41148"/>
                  </a:lnTo>
                  <a:lnTo>
                    <a:pt x="13716" y="41148"/>
                  </a:lnTo>
                  <a:lnTo>
                    <a:pt x="13716" y="71342"/>
                  </a:lnTo>
                  <a:lnTo>
                    <a:pt x="6858"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39" name="任意多边形: 形状 238"/>
            <p:cNvSpPr/>
            <p:nvPr/>
          </p:nvSpPr>
          <p:spPr>
            <a:xfrm>
              <a:off x="11264761" y="580833"/>
              <a:ext cx="42841" cy="57197"/>
            </a:xfrm>
            <a:custGeom>
              <a:avLst/>
              <a:gdLst>
                <a:gd name="connsiteX0" fmla="*/ 19907 w 53435"/>
                <a:gd name="connsiteY0" fmla="*/ 12668 h 71342"/>
                <a:gd name="connsiteX1" fmla="*/ 0 w 53435"/>
                <a:gd name="connsiteY1" fmla="*/ 12668 h 71342"/>
                <a:gd name="connsiteX2" fmla="*/ 0 w 53435"/>
                <a:gd name="connsiteY2" fmla="*/ 6382 h 71342"/>
                <a:gd name="connsiteX3" fmla="*/ 0 w 53435"/>
                <a:gd name="connsiteY3" fmla="*/ 0 h 71342"/>
                <a:gd name="connsiteX4" fmla="*/ 53435 w 53435"/>
                <a:gd name="connsiteY4" fmla="*/ 0 h 71342"/>
                <a:gd name="connsiteX5" fmla="*/ 53435 w 53435"/>
                <a:gd name="connsiteY5" fmla="*/ 6286 h 71342"/>
                <a:gd name="connsiteX6" fmla="*/ 53435 w 53435"/>
                <a:gd name="connsiteY6" fmla="*/ 12668 h 71342"/>
                <a:gd name="connsiteX7" fmla="*/ 33528 w 53435"/>
                <a:gd name="connsiteY7" fmla="*/ 12668 h 71342"/>
                <a:gd name="connsiteX8" fmla="*/ 33528 w 53435"/>
                <a:gd name="connsiteY8" fmla="*/ 71342 h 71342"/>
                <a:gd name="connsiteX9" fmla="*/ 26765 w 53435"/>
                <a:gd name="connsiteY9" fmla="*/ 71342 h 71342"/>
                <a:gd name="connsiteX10" fmla="*/ 19907 w 53435"/>
                <a:gd name="connsiteY10" fmla="*/ 71342 h 71342"/>
                <a:gd name="connsiteX11" fmla="*/ 19907 w 53435"/>
                <a:gd name="connsiteY11" fmla="*/ 12668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35" h="71342">
                  <a:moveTo>
                    <a:pt x="19907" y="12668"/>
                  </a:moveTo>
                  <a:lnTo>
                    <a:pt x="0" y="12668"/>
                  </a:lnTo>
                  <a:lnTo>
                    <a:pt x="0" y="6382"/>
                  </a:lnTo>
                  <a:lnTo>
                    <a:pt x="0" y="0"/>
                  </a:lnTo>
                  <a:lnTo>
                    <a:pt x="53435" y="0"/>
                  </a:lnTo>
                  <a:lnTo>
                    <a:pt x="53435" y="6286"/>
                  </a:lnTo>
                  <a:lnTo>
                    <a:pt x="53435" y="12668"/>
                  </a:lnTo>
                  <a:lnTo>
                    <a:pt x="33528" y="12668"/>
                  </a:lnTo>
                  <a:lnTo>
                    <a:pt x="33528" y="71342"/>
                  </a:lnTo>
                  <a:lnTo>
                    <a:pt x="26765" y="71342"/>
                  </a:lnTo>
                  <a:lnTo>
                    <a:pt x="19907" y="71342"/>
                  </a:lnTo>
                  <a:lnTo>
                    <a:pt x="19907" y="12668"/>
                  </a:lnTo>
                  <a:close/>
                </a:path>
              </a:pathLst>
            </a:custGeom>
            <a:solidFill>
              <a:schemeClr val="tx1"/>
            </a:solidFill>
            <a:ln w="9525" cap="flat">
              <a:noFill/>
              <a:prstDash val="solid"/>
              <a:miter/>
            </a:ln>
          </p:spPr>
          <p:txBody>
            <a:bodyPr rtlCol="0" anchor="ctr"/>
            <a:lstStyle/>
            <a:p>
              <a:endParaRPr lang="zh-CN" altLang="en-US"/>
            </a:p>
          </p:txBody>
        </p:sp>
        <p:sp>
          <p:nvSpPr>
            <p:cNvPr id="240" name="任意多边形: 形状 239"/>
            <p:cNvSpPr/>
            <p:nvPr/>
          </p:nvSpPr>
          <p:spPr>
            <a:xfrm>
              <a:off x="11317071" y="580833"/>
              <a:ext cx="39938" cy="57197"/>
            </a:xfrm>
            <a:custGeom>
              <a:avLst/>
              <a:gdLst>
                <a:gd name="connsiteX0" fmla="*/ 0 w 49815"/>
                <a:gd name="connsiteY0" fmla="*/ 71342 h 71342"/>
                <a:gd name="connsiteX1" fmla="*/ 0 w 49815"/>
                <a:gd name="connsiteY1" fmla="*/ 0 h 71342"/>
                <a:gd name="connsiteX2" fmla="*/ 48292 w 49815"/>
                <a:gd name="connsiteY2" fmla="*/ 0 h 71342"/>
                <a:gd name="connsiteX3" fmla="*/ 48292 w 49815"/>
                <a:gd name="connsiteY3" fmla="*/ 6286 h 71342"/>
                <a:gd name="connsiteX4" fmla="*/ 48292 w 49815"/>
                <a:gd name="connsiteY4" fmla="*/ 12668 h 71342"/>
                <a:gd name="connsiteX5" fmla="*/ 13716 w 49815"/>
                <a:gd name="connsiteY5" fmla="*/ 12668 h 71342"/>
                <a:gd name="connsiteX6" fmla="*/ 13716 w 49815"/>
                <a:gd name="connsiteY6" fmla="*/ 27813 h 71342"/>
                <a:gd name="connsiteX7" fmla="*/ 45815 w 49815"/>
                <a:gd name="connsiteY7" fmla="*/ 27813 h 71342"/>
                <a:gd name="connsiteX8" fmla="*/ 45815 w 49815"/>
                <a:gd name="connsiteY8" fmla="*/ 33909 h 71342"/>
                <a:gd name="connsiteX9" fmla="*/ 45815 w 49815"/>
                <a:gd name="connsiteY9" fmla="*/ 40100 h 71342"/>
                <a:gd name="connsiteX10" fmla="*/ 13716 w 49815"/>
                <a:gd name="connsiteY10" fmla="*/ 40100 h 71342"/>
                <a:gd name="connsiteX11" fmla="*/ 13716 w 49815"/>
                <a:gd name="connsiteY11" fmla="*/ 58674 h 71342"/>
                <a:gd name="connsiteX12" fmla="*/ 49816 w 49815"/>
                <a:gd name="connsiteY12" fmla="*/ 58674 h 71342"/>
                <a:gd name="connsiteX13" fmla="*/ 49816 w 49815"/>
                <a:gd name="connsiteY13" fmla="*/ 65056 h 71342"/>
                <a:gd name="connsiteX14" fmla="*/ 49816 w 49815"/>
                <a:gd name="connsiteY14" fmla="*/ 71342 h 71342"/>
                <a:gd name="connsiteX15" fmla="*/ 0 w 49815"/>
                <a:gd name="connsiteY15"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9815" h="71342">
                  <a:moveTo>
                    <a:pt x="0" y="71342"/>
                  </a:moveTo>
                  <a:lnTo>
                    <a:pt x="0" y="0"/>
                  </a:lnTo>
                  <a:lnTo>
                    <a:pt x="48292" y="0"/>
                  </a:lnTo>
                  <a:lnTo>
                    <a:pt x="48292" y="6286"/>
                  </a:lnTo>
                  <a:lnTo>
                    <a:pt x="48292" y="12668"/>
                  </a:lnTo>
                  <a:lnTo>
                    <a:pt x="13716" y="12668"/>
                  </a:lnTo>
                  <a:lnTo>
                    <a:pt x="13716" y="27813"/>
                  </a:lnTo>
                  <a:lnTo>
                    <a:pt x="45815" y="27813"/>
                  </a:lnTo>
                  <a:lnTo>
                    <a:pt x="45815" y="33909"/>
                  </a:lnTo>
                  <a:lnTo>
                    <a:pt x="45815" y="40100"/>
                  </a:lnTo>
                  <a:lnTo>
                    <a:pt x="13716" y="40100"/>
                  </a:lnTo>
                  <a:lnTo>
                    <a:pt x="13716" y="58674"/>
                  </a:lnTo>
                  <a:lnTo>
                    <a:pt x="49816" y="58674"/>
                  </a:lnTo>
                  <a:lnTo>
                    <a:pt x="49816" y="65056"/>
                  </a:lnTo>
                  <a:lnTo>
                    <a:pt x="49816"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41" name="任意多边形: 形状 240"/>
            <p:cNvSpPr/>
            <p:nvPr/>
          </p:nvSpPr>
          <p:spPr>
            <a:xfrm>
              <a:off x="11367191" y="579291"/>
              <a:ext cx="47169" cy="60361"/>
            </a:xfrm>
            <a:custGeom>
              <a:avLst/>
              <a:gdLst>
                <a:gd name="connsiteX0" fmla="*/ 57898 w 58834"/>
                <a:gd name="connsiteY0" fmla="*/ 48174 h 75288"/>
                <a:gd name="connsiteX1" fmla="*/ 48944 w 58834"/>
                <a:gd name="connsiteY1" fmla="*/ 67796 h 75288"/>
                <a:gd name="connsiteX2" fmla="*/ 29894 w 58834"/>
                <a:gd name="connsiteY2" fmla="*/ 75130 h 75288"/>
                <a:gd name="connsiteX3" fmla="*/ 7891 w 58834"/>
                <a:gd name="connsiteY3" fmla="*/ 65034 h 75288"/>
                <a:gd name="connsiteX4" fmla="*/ -300 w 58834"/>
                <a:gd name="connsiteY4" fmla="*/ 37887 h 75288"/>
                <a:gd name="connsiteX5" fmla="*/ 7891 w 58834"/>
                <a:gd name="connsiteY5" fmla="*/ 10170 h 75288"/>
                <a:gd name="connsiteX6" fmla="*/ 29894 w 58834"/>
                <a:gd name="connsiteY6" fmla="*/ -117 h 75288"/>
                <a:gd name="connsiteX7" fmla="*/ 48944 w 58834"/>
                <a:gd name="connsiteY7" fmla="*/ 6741 h 75288"/>
                <a:gd name="connsiteX8" fmla="*/ 58469 w 58834"/>
                <a:gd name="connsiteY8" fmla="*/ 25314 h 75288"/>
                <a:gd name="connsiteX9" fmla="*/ 44753 w 58834"/>
                <a:gd name="connsiteY9" fmla="*/ 25314 h 75288"/>
                <a:gd name="connsiteX10" fmla="*/ 40181 w 58834"/>
                <a:gd name="connsiteY10" fmla="*/ 15789 h 75288"/>
                <a:gd name="connsiteX11" fmla="*/ 30656 w 58834"/>
                <a:gd name="connsiteY11" fmla="*/ 12360 h 75288"/>
                <a:gd name="connsiteX12" fmla="*/ 18655 w 58834"/>
                <a:gd name="connsiteY12" fmla="*/ 19028 h 75288"/>
                <a:gd name="connsiteX13" fmla="*/ 14368 w 58834"/>
                <a:gd name="connsiteY13" fmla="*/ 37411 h 75288"/>
                <a:gd name="connsiteX14" fmla="*/ 18655 w 58834"/>
                <a:gd name="connsiteY14" fmla="*/ 55318 h 75288"/>
                <a:gd name="connsiteX15" fmla="*/ 39019 w 58834"/>
                <a:gd name="connsiteY15" fmla="*/ 59269 h 75288"/>
                <a:gd name="connsiteX16" fmla="*/ 40657 w 58834"/>
                <a:gd name="connsiteY16" fmla="*/ 57985 h 75288"/>
                <a:gd name="connsiteX17" fmla="*/ 45229 w 58834"/>
                <a:gd name="connsiteY17" fmla="*/ 47793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8834" h="75288">
                  <a:moveTo>
                    <a:pt x="57898" y="48174"/>
                  </a:moveTo>
                  <a:cubicBezTo>
                    <a:pt x="57422" y="55592"/>
                    <a:pt x="54235" y="62576"/>
                    <a:pt x="48944" y="67796"/>
                  </a:cubicBezTo>
                  <a:cubicBezTo>
                    <a:pt x="43796" y="72635"/>
                    <a:pt x="36958" y="75267"/>
                    <a:pt x="29894" y="75130"/>
                  </a:cubicBezTo>
                  <a:cubicBezTo>
                    <a:pt x="21367" y="75479"/>
                    <a:pt x="13188" y="71726"/>
                    <a:pt x="7891" y="65034"/>
                  </a:cubicBezTo>
                  <a:cubicBezTo>
                    <a:pt x="2076" y="57219"/>
                    <a:pt x="-823" y="47615"/>
                    <a:pt x="-300" y="37887"/>
                  </a:cubicBezTo>
                  <a:cubicBezTo>
                    <a:pt x="-845" y="27980"/>
                    <a:pt x="2049" y="18189"/>
                    <a:pt x="7891" y="10170"/>
                  </a:cubicBezTo>
                  <a:cubicBezTo>
                    <a:pt x="13138" y="3393"/>
                    <a:pt x="21330" y="-437"/>
                    <a:pt x="29894" y="-117"/>
                  </a:cubicBezTo>
                  <a:cubicBezTo>
                    <a:pt x="36879" y="-297"/>
                    <a:pt x="43676" y="2151"/>
                    <a:pt x="48944" y="6741"/>
                  </a:cubicBezTo>
                  <a:cubicBezTo>
                    <a:pt x="54348" y="11509"/>
                    <a:pt x="57750" y="18143"/>
                    <a:pt x="58469" y="25314"/>
                  </a:cubicBezTo>
                  <a:lnTo>
                    <a:pt x="44753" y="25314"/>
                  </a:lnTo>
                  <a:cubicBezTo>
                    <a:pt x="44522" y="21667"/>
                    <a:pt x="42882" y="18251"/>
                    <a:pt x="40181" y="15789"/>
                  </a:cubicBezTo>
                  <a:cubicBezTo>
                    <a:pt x="37514" y="13552"/>
                    <a:pt x="34138" y="12337"/>
                    <a:pt x="30656" y="12360"/>
                  </a:cubicBezTo>
                  <a:cubicBezTo>
                    <a:pt x="25746" y="12257"/>
                    <a:pt x="21161" y="14804"/>
                    <a:pt x="18655" y="19028"/>
                  </a:cubicBezTo>
                  <a:cubicBezTo>
                    <a:pt x="15500" y="24621"/>
                    <a:pt x="14013" y="31000"/>
                    <a:pt x="14368" y="37411"/>
                  </a:cubicBezTo>
                  <a:cubicBezTo>
                    <a:pt x="14018" y="43670"/>
                    <a:pt x="15508" y="49896"/>
                    <a:pt x="18655" y="55318"/>
                  </a:cubicBezTo>
                  <a:cubicBezTo>
                    <a:pt x="23187" y="62033"/>
                    <a:pt x="32305" y="63801"/>
                    <a:pt x="39019" y="59269"/>
                  </a:cubicBezTo>
                  <a:cubicBezTo>
                    <a:pt x="39595" y="58880"/>
                    <a:pt x="40142" y="58451"/>
                    <a:pt x="40657" y="57985"/>
                  </a:cubicBezTo>
                  <a:cubicBezTo>
                    <a:pt x="43349" y="55242"/>
                    <a:pt x="44971" y="51627"/>
                    <a:pt x="45229" y="47793"/>
                  </a:cubicBezTo>
                  <a:close/>
                </a:path>
              </a:pathLst>
            </a:custGeom>
            <a:solidFill>
              <a:schemeClr val="tx1"/>
            </a:solidFill>
            <a:ln w="9525" cap="flat">
              <a:noFill/>
              <a:prstDash val="solid"/>
              <a:miter/>
            </a:ln>
          </p:spPr>
          <p:txBody>
            <a:bodyPr rtlCol="0" anchor="ctr"/>
            <a:lstStyle/>
            <a:p>
              <a:endParaRPr lang="zh-CN" altLang="en-US"/>
            </a:p>
          </p:txBody>
        </p:sp>
        <p:sp>
          <p:nvSpPr>
            <p:cNvPr id="242" name="任意多边形: 形状 241"/>
            <p:cNvSpPr/>
            <p:nvPr/>
          </p:nvSpPr>
          <p:spPr>
            <a:xfrm>
              <a:off x="11424440" y="580833"/>
              <a:ext cx="42535" cy="57197"/>
            </a:xfrm>
            <a:custGeom>
              <a:avLst/>
              <a:gdLst>
                <a:gd name="connsiteX0" fmla="*/ 0 w 53054"/>
                <a:gd name="connsiteY0" fmla="*/ 0 h 71342"/>
                <a:gd name="connsiteX1" fmla="*/ 6763 w 53054"/>
                <a:gd name="connsiteY1" fmla="*/ 0 h 71342"/>
                <a:gd name="connsiteX2" fmla="*/ 13621 w 53054"/>
                <a:gd name="connsiteY2" fmla="*/ 0 h 71342"/>
                <a:gd name="connsiteX3" fmla="*/ 13621 w 53054"/>
                <a:gd name="connsiteY3" fmla="*/ 26765 h 71342"/>
                <a:gd name="connsiteX4" fmla="*/ 39338 w 53054"/>
                <a:gd name="connsiteY4" fmla="*/ 26765 h 71342"/>
                <a:gd name="connsiteX5" fmla="*/ 39338 w 53054"/>
                <a:gd name="connsiteY5" fmla="*/ 0 h 71342"/>
                <a:gd name="connsiteX6" fmla="*/ 46196 w 53054"/>
                <a:gd name="connsiteY6" fmla="*/ 0 h 71342"/>
                <a:gd name="connsiteX7" fmla="*/ 53054 w 53054"/>
                <a:gd name="connsiteY7" fmla="*/ 0 h 71342"/>
                <a:gd name="connsiteX8" fmla="*/ 53054 w 53054"/>
                <a:gd name="connsiteY8" fmla="*/ 71342 h 71342"/>
                <a:gd name="connsiteX9" fmla="*/ 46196 w 53054"/>
                <a:gd name="connsiteY9" fmla="*/ 71342 h 71342"/>
                <a:gd name="connsiteX10" fmla="*/ 39338 w 53054"/>
                <a:gd name="connsiteY10" fmla="*/ 71342 h 71342"/>
                <a:gd name="connsiteX11" fmla="*/ 39338 w 53054"/>
                <a:gd name="connsiteY11" fmla="*/ 39053 h 71342"/>
                <a:gd name="connsiteX12" fmla="*/ 13621 w 53054"/>
                <a:gd name="connsiteY12" fmla="*/ 39053 h 71342"/>
                <a:gd name="connsiteX13" fmla="*/ 13621 w 53054"/>
                <a:gd name="connsiteY13" fmla="*/ 71342 h 71342"/>
                <a:gd name="connsiteX14" fmla="*/ 6858 w 53054"/>
                <a:gd name="connsiteY14" fmla="*/ 71342 h 71342"/>
                <a:gd name="connsiteX15" fmla="*/ 0 w 53054"/>
                <a:gd name="connsiteY15" fmla="*/ 71342 h 71342"/>
                <a:gd name="connsiteX16" fmla="*/ 0 w 53054"/>
                <a:gd name="connsiteY16" fmla="*/ 0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054" h="71342">
                  <a:moveTo>
                    <a:pt x="0" y="0"/>
                  </a:moveTo>
                  <a:lnTo>
                    <a:pt x="6763" y="0"/>
                  </a:lnTo>
                  <a:lnTo>
                    <a:pt x="13621" y="0"/>
                  </a:lnTo>
                  <a:lnTo>
                    <a:pt x="13621" y="26765"/>
                  </a:lnTo>
                  <a:lnTo>
                    <a:pt x="39338" y="26765"/>
                  </a:lnTo>
                  <a:lnTo>
                    <a:pt x="39338" y="0"/>
                  </a:lnTo>
                  <a:lnTo>
                    <a:pt x="46196" y="0"/>
                  </a:lnTo>
                  <a:lnTo>
                    <a:pt x="53054" y="0"/>
                  </a:lnTo>
                  <a:lnTo>
                    <a:pt x="53054" y="71342"/>
                  </a:lnTo>
                  <a:lnTo>
                    <a:pt x="46196" y="71342"/>
                  </a:lnTo>
                  <a:lnTo>
                    <a:pt x="39338" y="71342"/>
                  </a:lnTo>
                  <a:lnTo>
                    <a:pt x="39338" y="39053"/>
                  </a:lnTo>
                  <a:lnTo>
                    <a:pt x="13621" y="39053"/>
                  </a:lnTo>
                  <a:lnTo>
                    <a:pt x="13621" y="71342"/>
                  </a:lnTo>
                  <a:lnTo>
                    <a:pt x="6858" y="71342"/>
                  </a:lnTo>
                  <a:lnTo>
                    <a:pt x="0" y="71342"/>
                  </a:lnTo>
                  <a:lnTo>
                    <a:pt x="0" y="0"/>
                  </a:lnTo>
                  <a:close/>
                </a:path>
              </a:pathLst>
            </a:custGeom>
            <a:solidFill>
              <a:schemeClr val="tx1"/>
            </a:solidFill>
            <a:ln w="9525" cap="flat">
              <a:noFill/>
              <a:prstDash val="solid"/>
              <a:miter/>
            </a:ln>
          </p:spPr>
          <p:txBody>
            <a:bodyPr rtlCol="0" anchor="ctr"/>
            <a:lstStyle/>
            <a:p>
              <a:endParaRPr lang="zh-CN" altLang="en-US"/>
            </a:p>
          </p:txBody>
        </p:sp>
        <p:sp>
          <p:nvSpPr>
            <p:cNvPr id="243" name="任意多边形: 形状 242"/>
            <p:cNvSpPr/>
            <p:nvPr/>
          </p:nvSpPr>
          <p:spPr>
            <a:xfrm>
              <a:off x="11480187" y="580833"/>
              <a:ext cx="42917" cy="57197"/>
            </a:xfrm>
            <a:custGeom>
              <a:avLst/>
              <a:gdLst>
                <a:gd name="connsiteX0" fmla="*/ 12763 w 53530"/>
                <a:gd name="connsiteY0" fmla="*/ 71342 h 71342"/>
                <a:gd name="connsiteX1" fmla="*/ 6382 w 53530"/>
                <a:gd name="connsiteY1" fmla="*/ 71342 h 71342"/>
                <a:gd name="connsiteX2" fmla="*/ 0 w 53530"/>
                <a:gd name="connsiteY2" fmla="*/ 71342 h 71342"/>
                <a:gd name="connsiteX3" fmla="*/ 0 w 53530"/>
                <a:gd name="connsiteY3" fmla="*/ 0 h 71342"/>
                <a:gd name="connsiteX4" fmla="*/ 7144 w 53530"/>
                <a:gd name="connsiteY4" fmla="*/ 0 h 71342"/>
                <a:gd name="connsiteX5" fmla="*/ 14288 w 53530"/>
                <a:gd name="connsiteY5" fmla="*/ 0 h 71342"/>
                <a:gd name="connsiteX6" fmla="*/ 40672 w 53530"/>
                <a:gd name="connsiteY6" fmla="*/ 50102 h 71342"/>
                <a:gd name="connsiteX7" fmla="*/ 40672 w 53530"/>
                <a:gd name="connsiteY7" fmla="*/ 0 h 71342"/>
                <a:gd name="connsiteX8" fmla="*/ 47054 w 53530"/>
                <a:gd name="connsiteY8" fmla="*/ 0 h 71342"/>
                <a:gd name="connsiteX9" fmla="*/ 53530 w 53530"/>
                <a:gd name="connsiteY9" fmla="*/ 0 h 71342"/>
                <a:gd name="connsiteX10" fmla="*/ 53530 w 53530"/>
                <a:gd name="connsiteY10" fmla="*/ 71342 h 71342"/>
                <a:gd name="connsiteX11" fmla="*/ 46672 w 53530"/>
                <a:gd name="connsiteY11" fmla="*/ 71342 h 71342"/>
                <a:gd name="connsiteX12" fmla="*/ 39814 w 53530"/>
                <a:gd name="connsiteY12" fmla="*/ 71342 h 71342"/>
                <a:gd name="connsiteX13" fmla="*/ 12763 w 53530"/>
                <a:gd name="connsiteY13" fmla="*/ 19907 h 71342"/>
                <a:gd name="connsiteX14" fmla="*/ 12763 w 53530"/>
                <a:gd name="connsiteY14"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530" h="71342">
                  <a:moveTo>
                    <a:pt x="12763" y="71342"/>
                  </a:moveTo>
                  <a:lnTo>
                    <a:pt x="6382" y="71342"/>
                  </a:lnTo>
                  <a:lnTo>
                    <a:pt x="0" y="71342"/>
                  </a:lnTo>
                  <a:lnTo>
                    <a:pt x="0" y="0"/>
                  </a:lnTo>
                  <a:lnTo>
                    <a:pt x="7144" y="0"/>
                  </a:lnTo>
                  <a:lnTo>
                    <a:pt x="14288" y="0"/>
                  </a:lnTo>
                  <a:lnTo>
                    <a:pt x="40672" y="50102"/>
                  </a:lnTo>
                  <a:lnTo>
                    <a:pt x="40672" y="0"/>
                  </a:lnTo>
                  <a:lnTo>
                    <a:pt x="47054" y="0"/>
                  </a:lnTo>
                  <a:lnTo>
                    <a:pt x="53530" y="0"/>
                  </a:lnTo>
                  <a:lnTo>
                    <a:pt x="53530" y="71342"/>
                  </a:lnTo>
                  <a:lnTo>
                    <a:pt x="46672" y="71342"/>
                  </a:lnTo>
                  <a:lnTo>
                    <a:pt x="39814" y="71342"/>
                  </a:lnTo>
                  <a:lnTo>
                    <a:pt x="12763" y="19907"/>
                  </a:lnTo>
                  <a:lnTo>
                    <a:pt x="12763" y="71342"/>
                  </a:lnTo>
                  <a:close/>
                </a:path>
              </a:pathLst>
            </a:custGeom>
            <a:solidFill>
              <a:schemeClr val="tx1"/>
            </a:solidFill>
            <a:ln w="9525" cap="flat">
              <a:noFill/>
              <a:prstDash val="solid"/>
              <a:miter/>
            </a:ln>
          </p:spPr>
          <p:txBody>
            <a:bodyPr rtlCol="0" anchor="ctr"/>
            <a:lstStyle/>
            <a:p>
              <a:endParaRPr lang="zh-CN" altLang="en-US"/>
            </a:p>
          </p:txBody>
        </p:sp>
        <p:sp>
          <p:nvSpPr>
            <p:cNvPr id="244" name="任意多边形: 形状 243"/>
            <p:cNvSpPr/>
            <p:nvPr/>
          </p:nvSpPr>
          <p:spPr>
            <a:xfrm>
              <a:off x="11534203" y="579454"/>
              <a:ext cx="50663" cy="60342"/>
            </a:xfrm>
            <a:custGeom>
              <a:avLst/>
              <a:gdLst>
                <a:gd name="connsiteX0" fmla="*/ 8175 w 63192"/>
                <a:gd name="connsiteY0" fmla="*/ 65022 h 75265"/>
                <a:gd name="connsiteX1" fmla="*/ -302 w 63192"/>
                <a:gd name="connsiteY1" fmla="*/ 37875 h 75265"/>
                <a:gd name="connsiteX2" fmla="*/ 8175 w 63192"/>
                <a:gd name="connsiteY2" fmla="*/ 10157 h 75265"/>
                <a:gd name="connsiteX3" fmla="*/ 51889 w 63192"/>
                <a:gd name="connsiteY3" fmla="*/ 7770 h 75265"/>
                <a:gd name="connsiteX4" fmla="*/ 54276 w 63192"/>
                <a:gd name="connsiteY4" fmla="*/ 10157 h 75265"/>
                <a:gd name="connsiteX5" fmla="*/ 62754 w 63192"/>
                <a:gd name="connsiteY5" fmla="*/ 37875 h 75265"/>
                <a:gd name="connsiteX6" fmla="*/ 54276 w 63192"/>
                <a:gd name="connsiteY6" fmla="*/ 65022 h 75265"/>
                <a:gd name="connsiteX7" fmla="*/ 9997 w 63192"/>
                <a:gd name="connsiteY7" fmla="*/ 66842 h 75265"/>
                <a:gd name="connsiteX8" fmla="*/ 8176 w 63192"/>
                <a:gd name="connsiteY8" fmla="*/ 65022 h 75265"/>
                <a:gd name="connsiteX9" fmla="*/ 44370 w 63192"/>
                <a:gd name="connsiteY9" fmla="*/ 55497 h 75265"/>
                <a:gd name="connsiteX10" fmla="*/ 49037 w 63192"/>
                <a:gd name="connsiteY10" fmla="*/ 37399 h 75265"/>
                <a:gd name="connsiteX11" fmla="*/ 44370 w 63192"/>
                <a:gd name="connsiteY11" fmla="*/ 18349 h 75265"/>
                <a:gd name="connsiteX12" fmla="*/ 21607 w 63192"/>
                <a:gd name="connsiteY12" fmla="*/ 14823 h 75265"/>
                <a:gd name="connsiteX13" fmla="*/ 18081 w 63192"/>
                <a:gd name="connsiteY13" fmla="*/ 18349 h 75265"/>
                <a:gd name="connsiteX14" fmla="*/ 13414 w 63192"/>
                <a:gd name="connsiteY14" fmla="*/ 37399 h 75265"/>
                <a:gd name="connsiteX15" fmla="*/ 18081 w 63192"/>
                <a:gd name="connsiteY15" fmla="*/ 55497 h 75265"/>
                <a:gd name="connsiteX16" fmla="*/ 41004 w 63192"/>
                <a:gd name="connsiteY16" fmla="*/ 58862 h 75265"/>
                <a:gd name="connsiteX17" fmla="*/ 44370 w 63192"/>
                <a:gd name="connsiteY17" fmla="*/ 55497 h 7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192" h="75265">
                  <a:moveTo>
                    <a:pt x="8175" y="65022"/>
                  </a:moveTo>
                  <a:cubicBezTo>
                    <a:pt x="2183" y="57284"/>
                    <a:pt x="-827" y="47648"/>
                    <a:pt x="-302" y="37875"/>
                  </a:cubicBezTo>
                  <a:cubicBezTo>
                    <a:pt x="-846" y="27924"/>
                    <a:pt x="2158" y="18102"/>
                    <a:pt x="8175" y="10157"/>
                  </a:cubicBezTo>
                  <a:cubicBezTo>
                    <a:pt x="19587" y="-2573"/>
                    <a:pt x="39158" y="-3642"/>
                    <a:pt x="51889" y="7770"/>
                  </a:cubicBezTo>
                  <a:cubicBezTo>
                    <a:pt x="52728" y="8522"/>
                    <a:pt x="53524" y="9319"/>
                    <a:pt x="54276" y="10157"/>
                  </a:cubicBezTo>
                  <a:cubicBezTo>
                    <a:pt x="60339" y="18079"/>
                    <a:pt x="63349" y="27918"/>
                    <a:pt x="62754" y="37875"/>
                  </a:cubicBezTo>
                  <a:cubicBezTo>
                    <a:pt x="63322" y="47654"/>
                    <a:pt x="60308" y="57304"/>
                    <a:pt x="54276" y="65022"/>
                  </a:cubicBezTo>
                  <a:cubicBezTo>
                    <a:pt x="42552" y="77752"/>
                    <a:pt x="22727" y="78567"/>
                    <a:pt x="9997" y="66842"/>
                  </a:cubicBezTo>
                  <a:cubicBezTo>
                    <a:pt x="9365" y="66261"/>
                    <a:pt x="8758" y="65653"/>
                    <a:pt x="8176" y="65022"/>
                  </a:cubicBezTo>
                  <a:moveTo>
                    <a:pt x="44370" y="55497"/>
                  </a:moveTo>
                  <a:cubicBezTo>
                    <a:pt x="47783" y="50102"/>
                    <a:pt x="49415" y="43771"/>
                    <a:pt x="49037" y="37399"/>
                  </a:cubicBezTo>
                  <a:cubicBezTo>
                    <a:pt x="49520" y="30717"/>
                    <a:pt x="47887" y="24052"/>
                    <a:pt x="44370" y="18349"/>
                  </a:cubicBezTo>
                  <a:cubicBezTo>
                    <a:pt x="39058" y="11090"/>
                    <a:pt x="28867" y="9511"/>
                    <a:pt x="21607" y="14823"/>
                  </a:cubicBezTo>
                  <a:cubicBezTo>
                    <a:pt x="20258" y="15810"/>
                    <a:pt x="19068" y="17000"/>
                    <a:pt x="18081" y="18349"/>
                  </a:cubicBezTo>
                  <a:cubicBezTo>
                    <a:pt x="14564" y="24052"/>
                    <a:pt x="12931" y="30717"/>
                    <a:pt x="13414" y="37399"/>
                  </a:cubicBezTo>
                  <a:cubicBezTo>
                    <a:pt x="13036" y="43772"/>
                    <a:pt x="14668" y="50102"/>
                    <a:pt x="18081" y="55497"/>
                  </a:cubicBezTo>
                  <a:cubicBezTo>
                    <a:pt x="23482" y="62756"/>
                    <a:pt x="33745" y="64263"/>
                    <a:pt x="41004" y="58862"/>
                  </a:cubicBezTo>
                  <a:cubicBezTo>
                    <a:pt x="42284" y="57910"/>
                    <a:pt x="43418" y="56776"/>
                    <a:pt x="44370" y="55497"/>
                  </a:cubicBezTo>
                </a:path>
              </a:pathLst>
            </a:custGeom>
            <a:solidFill>
              <a:schemeClr val="tx1"/>
            </a:solidFill>
            <a:ln w="9525" cap="flat">
              <a:noFill/>
              <a:prstDash val="solid"/>
              <a:miter/>
            </a:ln>
          </p:spPr>
          <p:txBody>
            <a:bodyPr rtlCol="0" anchor="ctr"/>
            <a:lstStyle/>
            <a:p>
              <a:endParaRPr lang="zh-CN" altLang="en-US"/>
            </a:p>
          </p:txBody>
        </p:sp>
        <p:sp>
          <p:nvSpPr>
            <p:cNvPr id="245" name="任意多边形: 形状 244"/>
            <p:cNvSpPr/>
            <p:nvPr/>
          </p:nvSpPr>
          <p:spPr>
            <a:xfrm>
              <a:off x="11596568" y="580833"/>
              <a:ext cx="37113" cy="57197"/>
            </a:xfrm>
            <a:custGeom>
              <a:avLst/>
              <a:gdLst>
                <a:gd name="connsiteX0" fmla="*/ 0 w 46291"/>
                <a:gd name="connsiteY0" fmla="*/ 71342 h 71342"/>
                <a:gd name="connsiteX1" fmla="*/ 0 w 46291"/>
                <a:gd name="connsiteY1" fmla="*/ 0 h 71342"/>
                <a:gd name="connsiteX2" fmla="*/ 6858 w 46291"/>
                <a:gd name="connsiteY2" fmla="*/ 0 h 71342"/>
                <a:gd name="connsiteX3" fmla="*/ 13716 w 46291"/>
                <a:gd name="connsiteY3" fmla="*/ 0 h 71342"/>
                <a:gd name="connsiteX4" fmla="*/ 13716 w 46291"/>
                <a:gd name="connsiteY4" fmla="*/ 58674 h 71342"/>
                <a:gd name="connsiteX5" fmla="*/ 46292 w 46291"/>
                <a:gd name="connsiteY5" fmla="*/ 58674 h 71342"/>
                <a:gd name="connsiteX6" fmla="*/ 46292 w 46291"/>
                <a:gd name="connsiteY6" fmla="*/ 65056 h 71342"/>
                <a:gd name="connsiteX7" fmla="*/ 46292 w 46291"/>
                <a:gd name="connsiteY7" fmla="*/ 71342 h 71342"/>
                <a:gd name="connsiteX8" fmla="*/ 0 w 46291"/>
                <a:gd name="connsiteY8" fmla="*/ 71342 h 7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291" h="71342">
                  <a:moveTo>
                    <a:pt x="0" y="71342"/>
                  </a:moveTo>
                  <a:lnTo>
                    <a:pt x="0" y="0"/>
                  </a:lnTo>
                  <a:lnTo>
                    <a:pt x="6858" y="0"/>
                  </a:lnTo>
                  <a:lnTo>
                    <a:pt x="13716" y="0"/>
                  </a:lnTo>
                  <a:lnTo>
                    <a:pt x="13716" y="58674"/>
                  </a:lnTo>
                  <a:lnTo>
                    <a:pt x="46292" y="58674"/>
                  </a:lnTo>
                  <a:lnTo>
                    <a:pt x="46292" y="65056"/>
                  </a:lnTo>
                  <a:lnTo>
                    <a:pt x="46292" y="71342"/>
                  </a:lnTo>
                  <a:lnTo>
                    <a:pt x="0" y="71342"/>
                  </a:lnTo>
                  <a:close/>
                </a:path>
              </a:pathLst>
            </a:custGeom>
            <a:solidFill>
              <a:schemeClr val="tx1"/>
            </a:solidFill>
            <a:ln w="9525" cap="flat">
              <a:noFill/>
              <a:prstDash val="solid"/>
              <a:miter/>
            </a:ln>
          </p:spPr>
          <p:txBody>
            <a:bodyPr rtlCol="0" anchor="ctr"/>
            <a:lstStyle/>
            <a:p>
              <a:endParaRPr lang="zh-CN" altLang="en-US"/>
            </a:p>
          </p:txBody>
        </p:sp>
        <p:sp>
          <p:nvSpPr>
            <p:cNvPr id="246" name="任意多边形: 形状 245"/>
            <p:cNvSpPr/>
            <p:nvPr/>
          </p:nvSpPr>
          <p:spPr>
            <a:xfrm>
              <a:off x="11641876" y="579458"/>
              <a:ext cx="50735" cy="60333"/>
            </a:xfrm>
            <a:custGeom>
              <a:avLst/>
              <a:gdLst>
                <a:gd name="connsiteX0" fmla="*/ 8273 w 63282"/>
                <a:gd name="connsiteY0" fmla="*/ 65016 h 75253"/>
                <a:gd name="connsiteX1" fmla="*/ -300 w 63282"/>
                <a:gd name="connsiteY1" fmla="*/ 37870 h 75253"/>
                <a:gd name="connsiteX2" fmla="*/ 8273 w 63282"/>
                <a:gd name="connsiteY2" fmla="*/ 10152 h 75253"/>
                <a:gd name="connsiteX3" fmla="*/ 51850 w 63282"/>
                <a:gd name="connsiteY3" fmla="*/ 7722 h 75253"/>
                <a:gd name="connsiteX4" fmla="*/ 54279 w 63282"/>
                <a:gd name="connsiteY4" fmla="*/ 10152 h 75253"/>
                <a:gd name="connsiteX5" fmla="*/ 62852 w 63282"/>
                <a:gd name="connsiteY5" fmla="*/ 37870 h 75253"/>
                <a:gd name="connsiteX6" fmla="*/ 54279 w 63282"/>
                <a:gd name="connsiteY6" fmla="*/ 65016 h 75253"/>
                <a:gd name="connsiteX7" fmla="*/ 10135 w 63282"/>
                <a:gd name="connsiteY7" fmla="*/ 66878 h 75253"/>
                <a:gd name="connsiteX8" fmla="*/ 8273 w 63282"/>
                <a:gd name="connsiteY8" fmla="*/ 65016 h 75253"/>
                <a:gd name="connsiteX9" fmla="*/ 44373 w 63282"/>
                <a:gd name="connsiteY9" fmla="*/ 55491 h 75253"/>
                <a:gd name="connsiteX10" fmla="*/ 49135 w 63282"/>
                <a:gd name="connsiteY10" fmla="*/ 37393 h 75253"/>
                <a:gd name="connsiteX11" fmla="*/ 44373 w 63282"/>
                <a:gd name="connsiteY11" fmla="*/ 18343 h 75253"/>
                <a:gd name="connsiteX12" fmla="*/ 21754 w 63282"/>
                <a:gd name="connsiteY12" fmla="*/ 14769 h 75253"/>
                <a:gd name="connsiteX13" fmla="*/ 18179 w 63282"/>
                <a:gd name="connsiteY13" fmla="*/ 18343 h 75253"/>
                <a:gd name="connsiteX14" fmla="*/ 13416 w 63282"/>
                <a:gd name="connsiteY14" fmla="*/ 37393 h 75253"/>
                <a:gd name="connsiteX15" fmla="*/ 18084 w 63282"/>
                <a:gd name="connsiteY15" fmla="*/ 55491 h 75253"/>
                <a:gd name="connsiteX16" fmla="*/ 41007 w 63282"/>
                <a:gd name="connsiteY16" fmla="*/ 58857 h 75253"/>
                <a:gd name="connsiteX17" fmla="*/ 44372 w 63282"/>
                <a:gd name="connsiteY17" fmla="*/ 55491 h 7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282" h="75253">
                  <a:moveTo>
                    <a:pt x="8273" y="65016"/>
                  </a:moveTo>
                  <a:cubicBezTo>
                    <a:pt x="2208" y="57312"/>
                    <a:pt x="-840" y="47660"/>
                    <a:pt x="-300" y="37870"/>
                  </a:cubicBezTo>
                  <a:cubicBezTo>
                    <a:pt x="-859" y="27901"/>
                    <a:pt x="2183" y="18064"/>
                    <a:pt x="8273" y="10152"/>
                  </a:cubicBezTo>
                  <a:cubicBezTo>
                    <a:pt x="19636" y="-2552"/>
                    <a:pt x="39145" y="-3640"/>
                    <a:pt x="51850" y="7722"/>
                  </a:cubicBezTo>
                  <a:cubicBezTo>
                    <a:pt x="52704" y="8487"/>
                    <a:pt x="53515" y="9298"/>
                    <a:pt x="54279" y="10152"/>
                  </a:cubicBezTo>
                  <a:cubicBezTo>
                    <a:pt x="60368" y="18064"/>
                    <a:pt x="63410" y="27901"/>
                    <a:pt x="62852" y="37870"/>
                  </a:cubicBezTo>
                  <a:cubicBezTo>
                    <a:pt x="63392" y="47660"/>
                    <a:pt x="60345" y="57312"/>
                    <a:pt x="54279" y="65016"/>
                  </a:cubicBezTo>
                  <a:cubicBezTo>
                    <a:pt x="42604" y="77720"/>
                    <a:pt x="22840" y="78554"/>
                    <a:pt x="10135" y="66878"/>
                  </a:cubicBezTo>
                  <a:cubicBezTo>
                    <a:pt x="9489" y="66284"/>
                    <a:pt x="8867" y="65663"/>
                    <a:pt x="8273" y="65016"/>
                  </a:cubicBezTo>
                  <a:moveTo>
                    <a:pt x="44373" y="55491"/>
                  </a:moveTo>
                  <a:cubicBezTo>
                    <a:pt x="47818" y="50107"/>
                    <a:pt x="49485" y="43776"/>
                    <a:pt x="49135" y="37393"/>
                  </a:cubicBezTo>
                  <a:cubicBezTo>
                    <a:pt x="49590" y="30701"/>
                    <a:pt x="47923" y="24035"/>
                    <a:pt x="44373" y="18343"/>
                  </a:cubicBezTo>
                  <a:cubicBezTo>
                    <a:pt x="39114" y="11110"/>
                    <a:pt x="28987" y="9510"/>
                    <a:pt x="21754" y="14769"/>
                  </a:cubicBezTo>
                  <a:cubicBezTo>
                    <a:pt x="20382" y="15766"/>
                    <a:pt x="19176" y="16972"/>
                    <a:pt x="18179" y="18343"/>
                  </a:cubicBezTo>
                  <a:cubicBezTo>
                    <a:pt x="14629" y="24035"/>
                    <a:pt x="12962" y="30701"/>
                    <a:pt x="13416" y="37393"/>
                  </a:cubicBezTo>
                  <a:cubicBezTo>
                    <a:pt x="13083" y="43762"/>
                    <a:pt x="14712" y="50078"/>
                    <a:pt x="18084" y="55491"/>
                  </a:cubicBezTo>
                  <a:cubicBezTo>
                    <a:pt x="23484" y="62750"/>
                    <a:pt x="33747" y="64257"/>
                    <a:pt x="41007" y="58857"/>
                  </a:cubicBezTo>
                  <a:cubicBezTo>
                    <a:pt x="42286" y="57904"/>
                    <a:pt x="43420" y="56771"/>
                    <a:pt x="44372" y="55491"/>
                  </a:cubicBezTo>
                </a:path>
              </a:pathLst>
            </a:custGeom>
            <a:solidFill>
              <a:schemeClr val="tx1"/>
            </a:solidFill>
            <a:ln w="9525" cap="flat">
              <a:noFill/>
              <a:prstDash val="solid"/>
              <a:miter/>
            </a:ln>
          </p:spPr>
          <p:txBody>
            <a:bodyPr rtlCol="0" anchor="ctr"/>
            <a:lstStyle/>
            <a:p>
              <a:endParaRPr lang="zh-CN" altLang="en-US"/>
            </a:p>
          </p:txBody>
        </p:sp>
        <p:sp>
          <p:nvSpPr>
            <p:cNvPr id="247" name="任意多边形: 形状 246"/>
            <p:cNvSpPr/>
            <p:nvPr/>
          </p:nvSpPr>
          <p:spPr>
            <a:xfrm>
              <a:off x="11701702" y="579434"/>
              <a:ext cx="49428" cy="60361"/>
            </a:xfrm>
            <a:custGeom>
              <a:avLst/>
              <a:gdLst>
                <a:gd name="connsiteX0" fmla="*/ 31189 w 61652"/>
                <a:gd name="connsiteY0" fmla="*/ 74570 h 75288"/>
                <a:gd name="connsiteX1" fmla="*/ 8329 w 61652"/>
                <a:gd name="connsiteY1" fmla="*/ 65045 h 75288"/>
                <a:gd name="connsiteX2" fmla="*/ 8329 w 61652"/>
                <a:gd name="connsiteY2" fmla="*/ 10181 h 75288"/>
                <a:gd name="connsiteX3" fmla="*/ 32046 w 61652"/>
                <a:gd name="connsiteY3" fmla="*/ -106 h 75288"/>
                <a:gd name="connsiteX4" fmla="*/ 51763 w 61652"/>
                <a:gd name="connsiteY4" fmla="*/ 6371 h 75288"/>
                <a:gd name="connsiteX5" fmla="*/ 60812 w 61652"/>
                <a:gd name="connsiteY5" fmla="*/ 23897 h 75288"/>
                <a:gd name="connsiteX6" fmla="*/ 47382 w 61652"/>
                <a:gd name="connsiteY6" fmla="*/ 23897 h 75288"/>
                <a:gd name="connsiteX7" fmla="*/ 42524 w 61652"/>
                <a:gd name="connsiteY7" fmla="*/ 15801 h 75288"/>
                <a:gd name="connsiteX8" fmla="*/ 32999 w 61652"/>
                <a:gd name="connsiteY8" fmla="*/ 12277 h 75288"/>
                <a:gd name="connsiteX9" fmla="*/ 18997 w 61652"/>
                <a:gd name="connsiteY9" fmla="*/ 18944 h 75288"/>
                <a:gd name="connsiteX10" fmla="*/ 18997 w 61652"/>
                <a:gd name="connsiteY10" fmla="*/ 56091 h 75288"/>
                <a:gd name="connsiteX11" fmla="*/ 33190 w 61652"/>
                <a:gd name="connsiteY11" fmla="*/ 62473 h 75288"/>
                <a:gd name="connsiteX12" fmla="*/ 33190 w 61652"/>
                <a:gd name="connsiteY12" fmla="*/ 62473 h 75288"/>
                <a:gd name="connsiteX13" fmla="*/ 45572 w 61652"/>
                <a:gd name="connsiteY13" fmla="*/ 55806 h 75288"/>
                <a:gd name="connsiteX14" fmla="*/ 49191 w 61652"/>
                <a:gd name="connsiteY14" fmla="*/ 47043 h 75288"/>
                <a:gd name="connsiteX15" fmla="*/ 33761 w 61652"/>
                <a:gd name="connsiteY15" fmla="*/ 47043 h 75288"/>
                <a:gd name="connsiteX16" fmla="*/ 33761 w 61652"/>
                <a:gd name="connsiteY16" fmla="*/ 34756 h 75288"/>
                <a:gd name="connsiteX17" fmla="*/ 61288 w 61652"/>
                <a:gd name="connsiteY17" fmla="*/ 34756 h 75288"/>
                <a:gd name="connsiteX18" fmla="*/ 61288 w 61652"/>
                <a:gd name="connsiteY18" fmla="*/ 72856 h 75288"/>
                <a:gd name="connsiteX19" fmla="*/ 51763 w 61652"/>
                <a:gd name="connsiteY19" fmla="*/ 72856 h 75288"/>
                <a:gd name="connsiteX20" fmla="*/ 50430 w 61652"/>
                <a:gd name="connsiteY20" fmla="*/ 63331 h 75288"/>
                <a:gd name="connsiteX21" fmla="*/ 50239 w 61652"/>
                <a:gd name="connsiteY21" fmla="*/ 65045 h 75288"/>
                <a:gd name="connsiteX22" fmla="*/ 31189 w 61652"/>
                <a:gd name="connsiteY22" fmla="*/ 75142 h 75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1652" h="75288">
                  <a:moveTo>
                    <a:pt x="31189" y="74570"/>
                  </a:moveTo>
                  <a:cubicBezTo>
                    <a:pt x="22517" y="75034"/>
                    <a:pt x="14106" y="71529"/>
                    <a:pt x="8329" y="65045"/>
                  </a:cubicBezTo>
                  <a:cubicBezTo>
                    <a:pt x="-3263" y="48594"/>
                    <a:pt x="-3263" y="26632"/>
                    <a:pt x="8329" y="10181"/>
                  </a:cubicBezTo>
                  <a:cubicBezTo>
                    <a:pt x="14242" y="3301"/>
                    <a:pt x="22982" y="-489"/>
                    <a:pt x="32046" y="-106"/>
                  </a:cubicBezTo>
                  <a:cubicBezTo>
                    <a:pt x="39189" y="-430"/>
                    <a:pt x="46203" y="1874"/>
                    <a:pt x="51763" y="6371"/>
                  </a:cubicBezTo>
                  <a:cubicBezTo>
                    <a:pt x="56972" y="10791"/>
                    <a:pt x="60224" y="17090"/>
                    <a:pt x="60812" y="23897"/>
                  </a:cubicBezTo>
                  <a:lnTo>
                    <a:pt x="47382" y="23897"/>
                  </a:lnTo>
                  <a:cubicBezTo>
                    <a:pt x="46906" y="20659"/>
                    <a:pt x="45157" y="17745"/>
                    <a:pt x="42524" y="15801"/>
                  </a:cubicBezTo>
                  <a:cubicBezTo>
                    <a:pt x="39883" y="13507"/>
                    <a:pt x="36497" y="12254"/>
                    <a:pt x="32999" y="12277"/>
                  </a:cubicBezTo>
                  <a:cubicBezTo>
                    <a:pt x="27508" y="12009"/>
                    <a:pt x="22250" y="14513"/>
                    <a:pt x="18997" y="18944"/>
                  </a:cubicBezTo>
                  <a:cubicBezTo>
                    <a:pt x="12401" y="30448"/>
                    <a:pt x="12401" y="44588"/>
                    <a:pt x="18997" y="56091"/>
                  </a:cubicBezTo>
                  <a:cubicBezTo>
                    <a:pt x="22405" y="60405"/>
                    <a:pt x="27701" y="62787"/>
                    <a:pt x="33190" y="62473"/>
                  </a:cubicBezTo>
                  <a:lnTo>
                    <a:pt x="33190" y="62473"/>
                  </a:lnTo>
                  <a:cubicBezTo>
                    <a:pt x="38219" y="62655"/>
                    <a:pt x="42955" y="60105"/>
                    <a:pt x="45572" y="55806"/>
                  </a:cubicBezTo>
                  <a:cubicBezTo>
                    <a:pt x="47325" y="53142"/>
                    <a:pt x="48554" y="50168"/>
                    <a:pt x="49191" y="47043"/>
                  </a:cubicBezTo>
                  <a:lnTo>
                    <a:pt x="33761" y="47043"/>
                  </a:lnTo>
                  <a:lnTo>
                    <a:pt x="33761" y="34756"/>
                  </a:lnTo>
                  <a:lnTo>
                    <a:pt x="61288" y="34756"/>
                  </a:lnTo>
                  <a:lnTo>
                    <a:pt x="61288" y="72856"/>
                  </a:lnTo>
                  <a:lnTo>
                    <a:pt x="51763" y="72856"/>
                  </a:lnTo>
                  <a:lnTo>
                    <a:pt x="50430" y="63331"/>
                  </a:lnTo>
                  <a:lnTo>
                    <a:pt x="50239" y="65045"/>
                  </a:lnTo>
                  <a:cubicBezTo>
                    <a:pt x="46126" y="71548"/>
                    <a:pt x="38879" y="75388"/>
                    <a:pt x="31189" y="75142"/>
                  </a:cubicBezTo>
                  <a:close/>
                </a:path>
              </a:pathLst>
            </a:custGeom>
            <a:solidFill>
              <a:schemeClr val="tx1"/>
            </a:solidFill>
            <a:ln w="9525" cap="flat">
              <a:noFill/>
              <a:prstDash val="solid"/>
              <a:miter/>
            </a:ln>
          </p:spPr>
          <p:txBody>
            <a:bodyPr rtlCol="0" anchor="ctr"/>
            <a:lstStyle/>
            <a:p>
              <a:endParaRPr lang="zh-CN" altLang="en-US"/>
            </a:p>
          </p:txBody>
        </p:sp>
        <p:sp>
          <p:nvSpPr>
            <p:cNvPr id="248" name="任意多边形: 形状 247"/>
            <p:cNvSpPr/>
            <p:nvPr/>
          </p:nvSpPr>
          <p:spPr>
            <a:xfrm>
              <a:off x="11759760" y="580833"/>
              <a:ext cx="46735" cy="57273"/>
            </a:xfrm>
            <a:custGeom>
              <a:avLst/>
              <a:gdLst>
                <a:gd name="connsiteX0" fmla="*/ 22860 w 58293"/>
                <a:gd name="connsiteY0" fmla="*/ 44577 h 71437"/>
                <a:gd name="connsiteX1" fmla="*/ 0 w 58293"/>
                <a:gd name="connsiteY1" fmla="*/ 0 h 71437"/>
                <a:gd name="connsiteX2" fmla="*/ 8096 w 58293"/>
                <a:gd name="connsiteY2" fmla="*/ 0 h 71437"/>
                <a:gd name="connsiteX3" fmla="*/ 16288 w 58293"/>
                <a:gd name="connsiteY3" fmla="*/ 0 h 71437"/>
                <a:gd name="connsiteX4" fmla="*/ 30004 w 58293"/>
                <a:gd name="connsiteY4" fmla="*/ 30956 h 71437"/>
                <a:gd name="connsiteX5" fmla="*/ 29909 w 58293"/>
                <a:gd name="connsiteY5" fmla="*/ 30956 h 71437"/>
                <a:gd name="connsiteX6" fmla="*/ 42767 w 58293"/>
                <a:gd name="connsiteY6" fmla="*/ 0 h 71437"/>
                <a:gd name="connsiteX7" fmla="*/ 50578 w 58293"/>
                <a:gd name="connsiteY7" fmla="*/ 0 h 71437"/>
                <a:gd name="connsiteX8" fmla="*/ 58293 w 58293"/>
                <a:gd name="connsiteY8" fmla="*/ 0 h 71437"/>
                <a:gd name="connsiteX9" fmla="*/ 36576 w 58293"/>
                <a:gd name="connsiteY9" fmla="*/ 44291 h 71437"/>
                <a:gd name="connsiteX10" fmla="*/ 36576 w 58293"/>
                <a:gd name="connsiteY10" fmla="*/ 71438 h 71437"/>
                <a:gd name="connsiteX11" fmla="*/ 29813 w 58293"/>
                <a:gd name="connsiteY11" fmla="*/ 71438 h 71437"/>
                <a:gd name="connsiteX12" fmla="*/ 22860 w 58293"/>
                <a:gd name="connsiteY12" fmla="*/ 71438 h 71437"/>
                <a:gd name="connsiteX13" fmla="*/ 22860 w 58293"/>
                <a:gd name="connsiteY13" fmla="*/ 44577 h 7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293" h="71437">
                  <a:moveTo>
                    <a:pt x="22860" y="44577"/>
                  </a:moveTo>
                  <a:lnTo>
                    <a:pt x="0" y="0"/>
                  </a:lnTo>
                  <a:lnTo>
                    <a:pt x="8096" y="0"/>
                  </a:lnTo>
                  <a:lnTo>
                    <a:pt x="16288" y="0"/>
                  </a:lnTo>
                  <a:lnTo>
                    <a:pt x="30004" y="30956"/>
                  </a:lnTo>
                  <a:lnTo>
                    <a:pt x="29909" y="30956"/>
                  </a:lnTo>
                  <a:lnTo>
                    <a:pt x="42767" y="0"/>
                  </a:lnTo>
                  <a:lnTo>
                    <a:pt x="50578" y="0"/>
                  </a:lnTo>
                  <a:lnTo>
                    <a:pt x="58293" y="0"/>
                  </a:lnTo>
                  <a:lnTo>
                    <a:pt x="36576" y="44291"/>
                  </a:lnTo>
                  <a:lnTo>
                    <a:pt x="36576" y="71438"/>
                  </a:lnTo>
                  <a:lnTo>
                    <a:pt x="29813" y="71438"/>
                  </a:lnTo>
                  <a:lnTo>
                    <a:pt x="22860" y="71438"/>
                  </a:lnTo>
                  <a:lnTo>
                    <a:pt x="22860" y="44577"/>
                  </a:lnTo>
                  <a:close/>
                </a:path>
              </a:pathLst>
            </a:custGeom>
            <a:solidFill>
              <a:schemeClr val="tx1"/>
            </a:solidFill>
            <a:ln w="9525" cap="flat">
              <a:noFill/>
              <a:prstDash val="solid"/>
              <a:miter/>
            </a:ln>
          </p:spPr>
          <p:txBody>
            <a:bodyPr rtlCol="0" anchor="ctr"/>
            <a:lstStyle/>
            <a:p>
              <a:endParaRPr lang="zh-CN" altLang="en-US"/>
            </a:p>
          </p:txBody>
        </p:sp>
        <p:sp>
          <p:nvSpPr>
            <p:cNvPr id="249" name="任意多边形: 形状 248"/>
            <p:cNvSpPr/>
            <p:nvPr/>
          </p:nvSpPr>
          <p:spPr>
            <a:xfrm>
              <a:off x="10954409" y="345018"/>
              <a:ext cx="134788" cy="179823"/>
            </a:xfrm>
            <a:custGeom>
              <a:avLst/>
              <a:gdLst>
                <a:gd name="connsiteX0" fmla="*/ 157088 w 168121"/>
                <a:gd name="connsiteY0" fmla="*/ 5007 h 224293"/>
                <a:gd name="connsiteX1" fmla="*/ 138038 w 168121"/>
                <a:gd name="connsiteY1" fmla="*/ 3579 h 224293"/>
                <a:gd name="connsiteX2" fmla="*/ 128513 w 168121"/>
                <a:gd name="connsiteY2" fmla="*/ -136 h 224293"/>
                <a:gd name="connsiteX3" fmla="*/ 86032 w 168121"/>
                <a:gd name="connsiteY3" fmla="*/ 13675 h 224293"/>
                <a:gd name="connsiteX4" fmla="*/ 71839 w 168121"/>
                <a:gd name="connsiteY4" fmla="*/ 15104 h 224293"/>
                <a:gd name="connsiteX5" fmla="*/ 53933 w 168121"/>
                <a:gd name="connsiteY5" fmla="*/ 22438 h 224293"/>
                <a:gd name="connsiteX6" fmla="*/ 43455 w 168121"/>
                <a:gd name="connsiteY6" fmla="*/ 25772 h 224293"/>
                <a:gd name="connsiteX7" fmla="*/ 35454 w 168121"/>
                <a:gd name="connsiteY7" fmla="*/ 26629 h 224293"/>
                <a:gd name="connsiteX8" fmla="*/ 26977 w 168121"/>
                <a:gd name="connsiteY8" fmla="*/ 21486 h 224293"/>
                <a:gd name="connsiteX9" fmla="*/ 20405 w 168121"/>
                <a:gd name="connsiteY9" fmla="*/ 35011 h 224293"/>
                <a:gd name="connsiteX10" fmla="*/ 17737 w 168121"/>
                <a:gd name="connsiteY10" fmla="*/ 48346 h 224293"/>
                <a:gd name="connsiteX11" fmla="*/ 16499 w 168121"/>
                <a:gd name="connsiteY11" fmla="*/ 56157 h 224293"/>
                <a:gd name="connsiteX12" fmla="*/ 19547 w 168121"/>
                <a:gd name="connsiteY12" fmla="*/ 66444 h 224293"/>
                <a:gd name="connsiteX13" fmla="*/ 22024 w 168121"/>
                <a:gd name="connsiteY13" fmla="*/ 90542 h 224293"/>
                <a:gd name="connsiteX14" fmla="*/ 16880 w 168121"/>
                <a:gd name="connsiteY14" fmla="*/ 105496 h 224293"/>
                <a:gd name="connsiteX15" fmla="*/ 19548 w 168121"/>
                <a:gd name="connsiteY15" fmla="*/ 115021 h 224293"/>
                <a:gd name="connsiteX16" fmla="*/ 24310 w 168121"/>
                <a:gd name="connsiteY16" fmla="*/ 123879 h 224293"/>
                <a:gd name="connsiteX17" fmla="*/ 26405 w 168121"/>
                <a:gd name="connsiteY17" fmla="*/ 129975 h 224293"/>
                <a:gd name="connsiteX18" fmla="*/ 29072 w 168121"/>
                <a:gd name="connsiteY18" fmla="*/ 134166 h 224293"/>
                <a:gd name="connsiteX19" fmla="*/ 34406 w 168121"/>
                <a:gd name="connsiteY19" fmla="*/ 134928 h 224293"/>
                <a:gd name="connsiteX20" fmla="*/ 40978 w 168121"/>
                <a:gd name="connsiteY20" fmla="*/ 133500 h 224293"/>
                <a:gd name="connsiteX21" fmla="*/ 48122 w 168121"/>
                <a:gd name="connsiteY21" fmla="*/ 131499 h 224293"/>
                <a:gd name="connsiteX22" fmla="*/ 53742 w 168121"/>
                <a:gd name="connsiteY22" fmla="*/ 132261 h 224293"/>
                <a:gd name="connsiteX23" fmla="*/ 52695 w 168121"/>
                <a:gd name="connsiteY23" fmla="*/ 141786 h 224293"/>
                <a:gd name="connsiteX24" fmla="*/ 48599 w 168121"/>
                <a:gd name="connsiteY24" fmla="*/ 145501 h 224293"/>
                <a:gd name="connsiteX25" fmla="*/ 44027 w 168121"/>
                <a:gd name="connsiteY25" fmla="*/ 145501 h 224293"/>
                <a:gd name="connsiteX26" fmla="*/ 39359 w 168121"/>
                <a:gd name="connsiteY26" fmla="*/ 146358 h 224293"/>
                <a:gd name="connsiteX27" fmla="*/ 34978 w 168121"/>
                <a:gd name="connsiteY27" fmla="*/ 144930 h 224293"/>
                <a:gd name="connsiteX28" fmla="*/ 30692 w 168121"/>
                <a:gd name="connsiteY28" fmla="*/ 150645 h 224293"/>
                <a:gd name="connsiteX29" fmla="*/ 29834 w 168121"/>
                <a:gd name="connsiteY29" fmla="*/ 158455 h 224293"/>
                <a:gd name="connsiteX30" fmla="*/ 29834 w 168121"/>
                <a:gd name="connsiteY30" fmla="*/ 164837 h 224293"/>
                <a:gd name="connsiteX31" fmla="*/ 36407 w 168121"/>
                <a:gd name="connsiteY31" fmla="*/ 168171 h 224293"/>
                <a:gd name="connsiteX32" fmla="*/ 44217 w 168121"/>
                <a:gd name="connsiteY32" fmla="*/ 169219 h 224293"/>
                <a:gd name="connsiteX33" fmla="*/ 47361 w 168121"/>
                <a:gd name="connsiteY33" fmla="*/ 174553 h 224293"/>
                <a:gd name="connsiteX34" fmla="*/ 28311 w 168121"/>
                <a:gd name="connsiteY34" fmla="*/ 182935 h 224293"/>
                <a:gd name="connsiteX35" fmla="*/ 13261 w 168121"/>
                <a:gd name="connsiteY35" fmla="*/ 188078 h 224293"/>
                <a:gd name="connsiteX36" fmla="*/ 8117 w 168121"/>
                <a:gd name="connsiteY36" fmla="*/ 185602 h 224293"/>
                <a:gd name="connsiteX37" fmla="*/ 4021 w 168121"/>
                <a:gd name="connsiteY37" fmla="*/ 188935 h 224293"/>
                <a:gd name="connsiteX38" fmla="*/ 306 w 168121"/>
                <a:gd name="connsiteY38" fmla="*/ 196746 h 224293"/>
                <a:gd name="connsiteX39" fmla="*/ -264 w 168121"/>
                <a:gd name="connsiteY39" fmla="*/ 203508 h 224293"/>
                <a:gd name="connsiteX40" fmla="*/ 2212 w 168121"/>
                <a:gd name="connsiteY40" fmla="*/ 218272 h 224293"/>
                <a:gd name="connsiteX41" fmla="*/ 13261 w 168121"/>
                <a:gd name="connsiteY41" fmla="*/ 224082 h 224293"/>
                <a:gd name="connsiteX42" fmla="*/ 30787 w 168121"/>
                <a:gd name="connsiteY42" fmla="*/ 218748 h 224293"/>
                <a:gd name="connsiteX43" fmla="*/ 47837 w 168121"/>
                <a:gd name="connsiteY43" fmla="*/ 217034 h 224293"/>
                <a:gd name="connsiteX44" fmla="*/ 64315 w 168121"/>
                <a:gd name="connsiteY44" fmla="*/ 213796 h 224293"/>
                <a:gd name="connsiteX45" fmla="*/ 77840 w 168121"/>
                <a:gd name="connsiteY45" fmla="*/ 211510 h 224293"/>
                <a:gd name="connsiteX46" fmla="*/ 89937 w 168121"/>
                <a:gd name="connsiteY46" fmla="*/ 210271 h 224293"/>
                <a:gd name="connsiteX47" fmla="*/ 103748 w 168121"/>
                <a:gd name="connsiteY47" fmla="*/ 211128 h 224293"/>
                <a:gd name="connsiteX48" fmla="*/ 129085 w 168121"/>
                <a:gd name="connsiteY48" fmla="*/ 210081 h 224293"/>
                <a:gd name="connsiteX49" fmla="*/ 144420 w 168121"/>
                <a:gd name="connsiteY49" fmla="*/ 212748 h 224293"/>
                <a:gd name="connsiteX50" fmla="*/ 161279 w 168121"/>
                <a:gd name="connsiteY50" fmla="*/ 188459 h 224293"/>
                <a:gd name="connsiteX51" fmla="*/ 151754 w 168121"/>
                <a:gd name="connsiteY51" fmla="*/ 173505 h 224293"/>
                <a:gd name="connsiteX52" fmla="*/ 140229 w 168121"/>
                <a:gd name="connsiteY52" fmla="*/ 173505 h 224293"/>
                <a:gd name="connsiteX53" fmla="*/ 127085 w 168121"/>
                <a:gd name="connsiteY53" fmla="*/ 176172 h 224293"/>
                <a:gd name="connsiteX54" fmla="*/ 116417 w 168121"/>
                <a:gd name="connsiteY54" fmla="*/ 176172 h 224293"/>
                <a:gd name="connsiteX55" fmla="*/ 102224 w 168121"/>
                <a:gd name="connsiteY55" fmla="*/ 178839 h 224293"/>
                <a:gd name="connsiteX56" fmla="*/ 97081 w 168121"/>
                <a:gd name="connsiteY56" fmla="*/ 174743 h 224293"/>
                <a:gd name="connsiteX57" fmla="*/ 100414 w 168121"/>
                <a:gd name="connsiteY57" fmla="*/ 168552 h 224293"/>
                <a:gd name="connsiteX58" fmla="*/ 111083 w 168121"/>
                <a:gd name="connsiteY58" fmla="*/ 164646 h 224293"/>
                <a:gd name="connsiteX59" fmla="*/ 120608 w 168121"/>
                <a:gd name="connsiteY59" fmla="*/ 158074 h 224293"/>
                <a:gd name="connsiteX60" fmla="*/ 122227 w 168121"/>
                <a:gd name="connsiteY60" fmla="*/ 152740 h 224293"/>
                <a:gd name="connsiteX61" fmla="*/ 119560 w 168121"/>
                <a:gd name="connsiteY61" fmla="*/ 139786 h 224293"/>
                <a:gd name="connsiteX62" fmla="*/ 115464 w 168121"/>
                <a:gd name="connsiteY62" fmla="*/ 135024 h 224293"/>
                <a:gd name="connsiteX63" fmla="*/ 105177 w 168121"/>
                <a:gd name="connsiteY63" fmla="*/ 131785 h 224293"/>
                <a:gd name="connsiteX64" fmla="*/ 97747 w 168121"/>
                <a:gd name="connsiteY64" fmla="*/ 135214 h 224293"/>
                <a:gd name="connsiteX65" fmla="*/ 88223 w 168121"/>
                <a:gd name="connsiteY65" fmla="*/ 136929 h 224293"/>
                <a:gd name="connsiteX66" fmla="*/ 88223 w 168121"/>
                <a:gd name="connsiteY66" fmla="*/ 127404 h 224293"/>
                <a:gd name="connsiteX67" fmla="*/ 100414 w 168121"/>
                <a:gd name="connsiteY67" fmla="*/ 123689 h 224293"/>
                <a:gd name="connsiteX68" fmla="*/ 108606 w 168121"/>
                <a:gd name="connsiteY68" fmla="*/ 121022 h 224293"/>
                <a:gd name="connsiteX69" fmla="*/ 116417 w 168121"/>
                <a:gd name="connsiteY69" fmla="*/ 121022 h 224293"/>
                <a:gd name="connsiteX70" fmla="*/ 122798 w 168121"/>
                <a:gd name="connsiteY70" fmla="*/ 114640 h 224293"/>
                <a:gd name="connsiteX71" fmla="*/ 141848 w 168121"/>
                <a:gd name="connsiteY71" fmla="*/ 74826 h 224293"/>
                <a:gd name="connsiteX72" fmla="*/ 150421 w 168121"/>
                <a:gd name="connsiteY72" fmla="*/ 65301 h 224293"/>
                <a:gd name="connsiteX73" fmla="*/ 159946 w 168121"/>
                <a:gd name="connsiteY73" fmla="*/ 48441 h 224293"/>
                <a:gd name="connsiteX74" fmla="*/ 162422 w 168121"/>
                <a:gd name="connsiteY74" fmla="*/ 37964 h 224293"/>
                <a:gd name="connsiteX75" fmla="*/ 167756 w 168121"/>
                <a:gd name="connsiteY75" fmla="*/ 26629 h 224293"/>
                <a:gd name="connsiteX76" fmla="*/ 161184 w 168121"/>
                <a:gd name="connsiteY76" fmla="*/ 13294 h 224293"/>
                <a:gd name="connsiteX77" fmla="*/ 157946 w 168121"/>
                <a:gd name="connsiteY77" fmla="*/ 5484 h 224293"/>
                <a:gd name="connsiteX78" fmla="*/ 62696 w 168121"/>
                <a:gd name="connsiteY78" fmla="*/ 96733 h 224293"/>
                <a:gd name="connsiteX79" fmla="*/ 53171 w 168121"/>
                <a:gd name="connsiteY79" fmla="*/ 95686 h 224293"/>
                <a:gd name="connsiteX80" fmla="*/ 52313 w 168121"/>
                <a:gd name="connsiteY80" fmla="*/ 90161 h 224293"/>
                <a:gd name="connsiteX81" fmla="*/ 54980 w 168121"/>
                <a:gd name="connsiteY81" fmla="*/ 84256 h 224293"/>
                <a:gd name="connsiteX82" fmla="*/ 66125 w 168121"/>
                <a:gd name="connsiteY82" fmla="*/ 82351 h 224293"/>
                <a:gd name="connsiteX83" fmla="*/ 69195 w 168121"/>
                <a:gd name="connsiteY83" fmla="*/ 85181 h 224293"/>
                <a:gd name="connsiteX84" fmla="*/ 69173 w 168121"/>
                <a:gd name="connsiteY84" fmla="*/ 85684 h 224293"/>
                <a:gd name="connsiteX85" fmla="*/ 62791 w 168121"/>
                <a:gd name="connsiteY85" fmla="*/ 96733 h 224293"/>
                <a:gd name="connsiteX86" fmla="*/ 69744 w 168121"/>
                <a:gd name="connsiteY86" fmla="*/ 54157 h 224293"/>
                <a:gd name="connsiteX87" fmla="*/ 58885 w 168121"/>
                <a:gd name="connsiteY87" fmla="*/ 64444 h 224293"/>
                <a:gd name="connsiteX88" fmla="*/ 54790 w 168121"/>
                <a:gd name="connsiteY88" fmla="*/ 61967 h 224293"/>
                <a:gd name="connsiteX89" fmla="*/ 53742 w 168121"/>
                <a:gd name="connsiteY89" fmla="*/ 52442 h 224293"/>
                <a:gd name="connsiteX90" fmla="*/ 63267 w 168121"/>
                <a:gd name="connsiteY90" fmla="*/ 45870 h 224293"/>
                <a:gd name="connsiteX91" fmla="*/ 70220 w 168121"/>
                <a:gd name="connsiteY91" fmla="*/ 53871 h 224293"/>
                <a:gd name="connsiteX92" fmla="*/ 104605 w 168121"/>
                <a:gd name="connsiteY92" fmla="*/ 81684 h 224293"/>
                <a:gd name="connsiteX93" fmla="*/ 95080 w 168121"/>
                <a:gd name="connsiteY93" fmla="*/ 88827 h 224293"/>
                <a:gd name="connsiteX94" fmla="*/ 89746 w 168121"/>
                <a:gd name="connsiteY94" fmla="*/ 83970 h 224293"/>
                <a:gd name="connsiteX95" fmla="*/ 90795 w 168121"/>
                <a:gd name="connsiteY95" fmla="*/ 75302 h 224293"/>
                <a:gd name="connsiteX96" fmla="*/ 99462 w 168121"/>
                <a:gd name="connsiteY96" fmla="*/ 72444 h 224293"/>
                <a:gd name="connsiteX97" fmla="*/ 104987 w 168121"/>
                <a:gd name="connsiteY97" fmla="*/ 74445 h 224293"/>
                <a:gd name="connsiteX98" fmla="*/ 104987 w 168121"/>
                <a:gd name="connsiteY98" fmla="*/ 81684 h 224293"/>
                <a:gd name="connsiteX99" fmla="*/ 115559 w 168121"/>
                <a:gd name="connsiteY99" fmla="*/ 40250 h 224293"/>
                <a:gd name="connsiteX100" fmla="*/ 107749 w 168121"/>
                <a:gd name="connsiteY100" fmla="*/ 51394 h 224293"/>
                <a:gd name="connsiteX101" fmla="*/ 96033 w 168121"/>
                <a:gd name="connsiteY101" fmla="*/ 50727 h 224293"/>
                <a:gd name="connsiteX102" fmla="*/ 92890 w 168121"/>
                <a:gd name="connsiteY102" fmla="*/ 40440 h 224293"/>
                <a:gd name="connsiteX103" fmla="*/ 114702 w 168121"/>
                <a:gd name="connsiteY103" fmla="*/ 31868 h 224293"/>
                <a:gd name="connsiteX104" fmla="*/ 115559 w 168121"/>
                <a:gd name="connsiteY104" fmla="*/ 40250 h 224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68121" h="224293">
                  <a:moveTo>
                    <a:pt x="157088" y="5007"/>
                  </a:moveTo>
                  <a:cubicBezTo>
                    <a:pt x="150843" y="3595"/>
                    <a:pt x="144424" y="3114"/>
                    <a:pt x="138038" y="3579"/>
                  </a:cubicBezTo>
                  <a:cubicBezTo>
                    <a:pt x="134895" y="3579"/>
                    <a:pt x="132037" y="-136"/>
                    <a:pt x="128513" y="-136"/>
                  </a:cubicBezTo>
                  <a:cubicBezTo>
                    <a:pt x="124989" y="-136"/>
                    <a:pt x="96319" y="10151"/>
                    <a:pt x="86032" y="13675"/>
                  </a:cubicBezTo>
                  <a:cubicBezTo>
                    <a:pt x="82317" y="14913"/>
                    <a:pt x="76507" y="13675"/>
                    <a:pt x="71839" y="15104"/>
                  </a:cubicBezTo>
                  <a:cubicBezTo>
                    <a:pt x="64886" y="17295"/>
                    <a:pt x="60314" y="20152"/>
                    <a:pt x="53933" y="22438"/>
                  </a:cubicBezTo>
                  <a:cubicBezTo>
                    <a:pt x="51742" y="23295"/>
                    <a:pt x="44408" y="25105"/>
                    <a:pt x="43455" y="25772"/>
                  </a:cubicBezTo>
                  <a:cubicBezTo>
                    <a:pt x="40850" y="26479"/>
                    <a:pt x="38149" y="26768"/>
                    <a:pt x="35454" y="26629"/>
                  </a:cubicBezTo>
                  <a:cubicBezTo>
                    <a:pt x="30977" y="26629"/>
                    <a:pt x="31073" y="21486"/>
                    <a:pt x="26977" y="21486"/>
                  </a:cubicBezTo>
                  <a:cubicBezTo>
                    <a:pt x="22881" y="21486"/>
                    <a:pt x="19833" y="29011"/>
                    <a:pt x="20405" y="35011"/>
                  </a:cubicBezTo>
                  <a:cubicBezTo>
                    <a:pt x="19998" y="39539"/>
                    <a:pt x="19104" y="44010"/>
                    <a:pt x="17737" y="48346"/>
                  </a:cubicBezTo>
                  <a:cubicBezTo>
                    <a:pt x="17055" y="50900"/>
                    <a:pt x="16640" y="53517"/>
                    <a:pt x="16499" y="56157"/>
                  </a:cubicBezTo>
                  <a:cubicBezTo>
                    <a:pt x="16499" y="60538"/>
                    <a:pt x="19833" y="64253"/>
                    <a:pt x="19547" y="66444"/>
                  </a:cubicBezTo>
                  <a:cubicBezTo>
                    <a:pt x="19463" y="74544"/>
                    <a:pt x="20294" y="82628"/>
                    <a:pt x="22024" y="90542"/>
                  </a:cubicBezTo>
                  <a:cubicBezTo>
                    <a:pt x="22691" y="94447"/>
                    <a:pt x="16880" y="99305"/>
                    <a:pt x="16880" y="105496"/>
                  </a:cubicBezTo>
                  <a:cubicBezTo>
                    <a:pt x="17209" y="108802"/>
                    <a:pt x="18112" y="112025"/>
                    <a:pt x="19548" y="115021"/>
                  </a:cubicBezTo>
                  <a:cubicBezTo>
                    <a:pt x="20309" y="116450"/>
                    <a:pt x="24691" y="118450"/>
                    <a:pt x="24310" y="123879"/>
                  </a:cubicBezTo>
                  <a:cubicBezTo>
                    <a:pt x="24617" y="126026"/>
                    <a:pt x="25328" y="128094"/>
                    <a:pt x="26405" y="129975"/>
                  </a:cubicBezTo>
                  <a:cubicBezTo>
                    <a:pt x="27072" y="131881"/>
                    <a:pt x="26405" y="133500"/>
                    <a:pt x="29072" y="134166"/>
                  </a:cubicBezTo>
                  <a:cubicBezTo>
                    <a:pt x="30803" y="134680"/>
                    <a:pt x="32600" y="134936"/>
                    <a:pt x="34406" y="134928"/>
                  </a:cubicBezTo>
                  <a:cubicBezTo>
                    <a:pt x="36621" y="134568"/>
                    <a:pt x="38814" y="134091"/>
                    <a:pt x="40978" y="133500"/>
                  </a:cubicBezTo>
                  <a:cubicBezTo>
                    <a:pt x="43407" y="133016"/>
                    <a:pt x="45796" y="132347"/>
                    <a:pt x="48122" y="131499"/>
                  </a:cubicBezTo>
                  <a:cubicBezTo>
                    <a:pt x="51075" y="130071"/>
                    <a:pt x="53361" y="129690"/>
                    <a:pt x="53742" y="132261"/>
                  </a:cubicBezTo>
                  <a:cubicBezTo>
                    <a:pt x="53906" y="135472"/>
                    <a:pt x="53551" y="138688"/>
                    <a:pt x="52695" y="141786"/>
                  </a:cubicBezTo>
                  <a:cubicBezTo>
                    <a:pt x="51706" y="143385"/>
                    <a:pt x="50286" y="144672"/>
                    <a:pt x="48599" y="145501"/>
                  </a:cubicBezTo>
                  <a:cubicBezTo>
                    <a:pt x="47086" y="145753"/>
                    <a:pt x="45540" y="145753"/>
                    <a:pt x="44027" y="145501"/>
                  </a:cubicBezTo>
                  <a:cubicBezTo>
                    <a:pt x="42121" y="145501"/>
                    <a:pt x="41264" y="146358"/>
                    <a:pt x="39359" y="146358"/>
                  </a:cubicBezTo>
                  <a:cubicBezTo>
                    <a:pt x="37454" y="146358"/>
                    <a:pt x="36978" y="144930"/>
                    <a:pt x="34978" y="144930"/>
                  </a:cubicBezTo>
                  <a:cubicBezTo>
                    <a:pt x="31358" y="144930"/>
                    <a:pt x="31073" y="148359"/>
                    <a:pt x="30692" y="150645"/>
                  </a:cubicBezTo>
                  <a:cubicBezTo>
                    <a:pt x="30310" y="152931"/>
                    <a:pt x="30120" y="155788"/>
                    <a:pt x="29834" y="158455"/>
                  </a:cubicBezTo>
                  <a:cubicBezTo>
                    <a:pt x="29548" y="161122"/>
                    <a:pt x="28787" y="163123"/>
                    <a:pt x="29834" y="164837"/>
                  </a:cubicBezTo>
                  <a:cubicBezTo>
                    <a:pt x="30882" y="166552"/>
                    <a:pt x="32502" y="167504"/>
                    <a:pt x="36407" y="168171"/>
                  </a:cubicBezTo>
                  <a:cubicBezTo>
                    <a:pt x="38764" y="169553"/>
                    <a:pt x="41578" y="169931"/>
                    <a:pt x="44217" y="169219"/>
                  </a:cubicBezTo>
                  <a:cubicBezTo>
                    <a:pt x="45741" y="169219"/>
                    <a:pt x="49837" y="171028"/>
                    <a:pt x="47361" y="174553"/>
                  </a:cubicBezTo>
                  <a:cubicBezTo>
                    <a:pt x="40855" y="176978"/>
                    <a:pt x="34494" y="179776"/>
                    <a:pt x="28311" y="182935"/>
                  </a:cubicBezTo>
                  <a:cubicBezTo>
                    <a:pt x="23510" y="185227"/>
                    <a:pt x="18460" y="186953"/>
                    <a:pt x="13261" y="188078"/>
                  </a:cubicBezTo>
                  <a:cubicBezTo>
                    <a:pt x="10404" y="188078"/>
                    <a:pt x="10022" y="185792"/>
                    <a:pt x="8117" y="185602"/>
                  </a:cubicBezTo>
                  <a:cubicBezTo>
                    <a:pt x="6212" y="185411"/>
                    <a:pt x="4688" y="188745"/>
                    <a:pt x="4021" y="188935"/>
                  </a:cubicBezTo>
                  <a:cubicBezTo>
                    <a:pt x="1685" y="190858"/>
                    <a:pt x="324" y="193720"/>
                    <a:pt x="306" y="196746"/>
                  </a:cubicBezTo>
                  <a:cubicBezTo>
                    <a:pt x="307" y="198270"/>
                    <a:pt x="307" y="201508"/>
                    <a:pt x="-264" y="203508"/>
                  </a:cubicBezTo>
                  <a:cubicBezTo>
                    <a:pt x="-931" y="210271"/>
                    <a:pt x="1926" y="213033"/>
                    <a:pt x="2212" y="218272"/>
                  </a:cubicBezTo>
                  <a:cubicBezTo>
                    <a:pt x="2498" y="223511"/>
                    <a:pt x="10022" y="224463"/>
                    <a:pt x="13261" y="224082"/>
                  </a:cubicBezTo>
                  <a:cubicBezTo>
                    <a:pt x="19277" y="222936"/>
                    <a:pt x="25152" y="221147"/>
                    <a:pt x="30787" y="218748"/>
                  </a:cubicBezTo>
                  <a:cubicBezTo>
                    <a:pt x="36514" y="218755"/>
                    <a:pt x="42226" y="218181"/>
                    <a:pt x="47837" y="217034"/>
                  </a:cubicBezTo>
                  <a:cubicBezTo>
                    <a:pt x="53043" y="214817"/>
                    <a:pt x="58656" y="213714"/>
                    <a:pt x="64315" y="213796"/>
                  </a:cubicBezTo>
                  <a:cubicBezTo>
                    <a:pt x="68880" y="213416"/>
                    <a:pt x="73404" y="212651"/>
                    <a:pt x="77840" y="211510"/>
                  </a:cubicBezTo>
                  <a:cubicBezTo>
                    <a:pt x="81832" y="210771"/>
                    <a:pt x="85878" y="210357"/>
                    <a:pt x="89937" y="210271"/>
                  </a:cubicBezTo>
                  <a:cubicBezTo>
                    <a:pt x="94513" y="210899"/>
                    <a:pt x="99129" y="211186"/>
                    <a:pt x="103748" y="211128"/>
                  </a:cubicBezTo>
                  <a:cubicBezTo>
                    <a:pt x="105748" y="211128"/>
                    <a:pt x="116512" y="210271"/>
                    <a:pt x="129085" y="210081"/>
                  </a:cubicBezTo>
                  <a:cubicBezTo>
                    <a:pt x="143182" y="210081"/>
                    <a:pt x="140419" y="213129"/>
                    <a:pt x="144420" y="212748"/>
                  </a:cubicBezTo>
                  <a:cubicBezTo>
                    <a:pt x="153945" y="211986"/>
                    <a:pt x="161279" y="199508"/>
                    <a:pt x="161279" y="188459"/>
                  </a:cubicBezTo>
                  <a:cubicBezTo>
                    <a:pt x="161279" y="180744"/>
                    <a:pt x="151754" y="178458"/>
                    <a:pt x="151754" y="173505"/>
                  </a:cubicBezTo>
                  <a:cubicBezTo>
                    <a:pt x="149087" y="170647"/>
                    <a:pt x="144420" y="174553"/>
                    <a:pt x="140229" y="173505"/>
                  </a:cubicBezTo>
                  <a:cubicBezTo>
                    <a:pt x="135753" y="173839"/>
                    <a:pt x="131337" y="174735"/>
                    <a:pt x="127085" y="176172"/>
                  </a:cubicBezTo>
                  <a:cubicBezTo>
                    <a:pt x="123531" y="176351"/>
                    <a:pt x="119971" y="176351"/>
                    <a:pt x="116417" y="176172"/>
                  </a:cubicBezTo>
                  <a:cubicBezTo>
                    <a:pt x="112511" y="176172"/>
                    <a:pt x="104225" y="178839"/>
                    <a:pt x="102224" y="178839"/>
                  </a:cubicBezTo>
                  <a:cubicBezTo>
                    <a:pt x="100224" y="178839"/>
                    <a:pt x="97081" y="178839"/>
                    <a:pt x="97081" y="174743"/>
                  </a:cubicBezTo>
                  <a:cubicBezTo>
                    <a:pt x="97231" y="172290"/>
                    <a:pt x="98449" y="170027"/>
                    <a:pt x="100414" y="168552"/>
                  </a:cubicBezTo>
                  <a:cubicBezTo>
                    <a:pt x="103653" y="166456"/>
                    <a:pt x="108796" y="166075"/>
                    <a:pt x="111083" y="164646"/>
                  </a:cubicBezTo>
                  <a:cubicBezTo>
                    <a:pt x="114523" y="162867"/>
                    <a:pt x="117723" y="160659"/>
                    <a:pt x="120608" y="158074"/>
                  </a:cubicBezTo>
                  <a:cubicBezTo>
                    <a:pt x="121733" y="156529"/>
                    <a:pt x="122304" y="154650"/>
                    <a:pt x="122227" y="152740"/>
                  </a:cubicBezTo>
                  <a:cubicBezTo>
                    <a:pt x="120524" y="148631"/>
                    <a:pt x="119619" y="144234"/>
                    <a:pt x="119560" y="139786"/>
                  </a:cubicBezTo>
                  <a:cubicBezTo>
                    <a:pt x="119542" y="137411"/>
                    <a:pt x="117810" y="135396"/>
                    <a:pt x="115464" y="135024"/>
                  </a:cubicBezTo>
                  <a:cubicBezTo>
                    <a:pt x="111929" y="134314"/>
                    <a:pt x="108481" y="133228"/>
                    <a:pt x="105177" y="131785"/>
                  </a:cubicBezTo>
                  <a:cubicBezTo>
                    <a:pt x="102311" y="131752"/>
                    <a:pt x="99582" y="133011"/>
                    <a:pt x="97747" y="135214"/>
                  </a:cubicBezTo>
                  <a:cubicBezTo>
                    <a:pt x="96605" y="136929"/>
                    <a:pt x="90985" y="140167"/>
                    <a:pt x="88223" y="136929"/>
                  </a:cubicBezTo>
                  <a:cubicBezTo>
                    <a:pt x="86984" y="133875"/>
                    <a:pt x="86984" y="130458"/>
                    <a:pt x="88223" y="127404"/>
                  </a:cubicBezTo>
                  <a:cubicBezTo>
                    <a:pt x="89937" y="124070"/>
                    <a:pt x="98700" y="125403"/>
                    <a:pt x="100414" y="123689"/>
                  </a:cubicBezTo>
                  <a:cubicBezTo>
                    <a:pt x="102129" y="121974"/>
                    <a:pt x="107368" y="122070"/>
                    <a:pt x="108606" y="121022"/>
                  </a:cubicBezTo>
                  <a:cubicBezTo>
                    <a:pt x="111090" y="119905"/>
                    <a:pt x="113933" y="119905"/>
                    <a:pt x="116417" y="121022"/>
                  </a:cubicBezTo>
                  <a:cubicBezTo>
                    <a:pt x="118227" y="121879"/>
                    <a:pt x="121941" y="117021"/>
                    <a:pt x="122798" y="114640"/>
                  </a:cubicBezTo>
                  <a:cubicBezTo>
                    <a:pt x="128132" y="99877"/>
                    <a:pt x="135371" y="89590"/>
                    <a:pt x="141848" y="74826"/>
                  </a:cubicBezTo>
                  <a:cubicBezTo>
                    <a:pt x="142896" y="72444"/>
                    <a:pt x="149373" y="67301"/>
                    <a:pt x="150421" y="65301"/>
                  </a:cubicBezTo>
                  <a:cubicBezTo>
                    <a:pt x="152918" y="59324"/>
                    <a:pt x="156115" y="53665"/>
                    <a:pt x="159946" y="48441"/>
                  </a:cubicBezTo>
                  <a:cubicBezTo>
                    <a:pt x="161838" y="45290"/>
                    <a:pt x="162704" y="41629"/>
                    <a:pt x="162422" y="37964"/>
                  </a:cubicBezTo>
                  <a:cubicBezTo>
                    <a:pt x="162422" y="36535"/>
                    <a:pt x="167471" y="30439"/>
                    <a:pt x="167756" y="26629"/>
                  </a:cubicBezTo>
                  <a:cubicBezTo>
                    <a:pt x="167243" y="21538"/>
                    <a:pt x="164909" y="16802"/>
                    <a:pt x="161184" y="13294"/>
                  </a:cubicBezTo>
                  <a:cubicBezTo>
                    <a:pt x="159851" y="12056"/>
                    <a:pt x="159089" y="6436"/>
                    <a:pt x="157946" y="5484"/>
                  </a:cubicBezTo>
                  <a:moveTo>
                    <a:pt x="62696" y="96733"/>
                  </a:moveTo>
                  <a:cubicBezTo>
                    <a:pt x="60791" y="97781"/>
                    <a:pt x="56314" y="96733"/>
                    <a:pt x="53171" y="95686"/>
                  </a:cubicBezTo>
                  <a:cubicBezTo>
                    <a:pt x="52339" y="93971"/>
                    <a:pt x="52040" y="92047"/>
                    <a:pt x="52313" y="90161"/>
                  </a:cubicBezTo>
                  <a:cubicBezTo>
                    <a:pt x="52485" y="87941"/>
                    <a:pt x="53428" y="85852"/>
                    <a:pt x="54980" y="84256"/>
                  </a:cubicBezTo>
                  <a:cubicBezTo>
                    <a:pt x="58640" y="83332"/>
                    <a:pt x="62366" y="82695"/>
                    <a:pt x="66125" y="82351"/>
                  </a:cubicBezTo>
                  <a:cubicBezTo>
                    <a:pt x="67754" y="82284"/>
                    <a:pt x="69128" y="83551"/>
                    <a:pt x="69195" y="85181"/>
                  </a:cubicBezTo>
                  <a:cubicBezTo>
                    <a:pt x="69202" y="85349"/>
                    <a:pt x="69195" y="85517"/>
                    <a:pt x="69173" y="85684"/>
                  </a:cubicBezTo>
                  <a:cubicBezTo>
                    <a:pt x="68816" y="90140"/>
                    <a:pt x="66472" y="94198"/>
                    <a:pt x="62791" y="96733"/>
                  </a:cubicBezTo>
                  <a:moveTo>
                    <a:pt x="69744" y="54157"/>
                  </a:moveTo>
                  <a:cubicBezTo>
                    <a:pt x="69173" y="59586"/>
                    <a:pt x="63458" y="61015"/>
                    <a:pt x="58885" y="64444"/>
                  </a:cubicBezTo>
                  <a:cubicBezTo>
                    <a:pt x="56600" y="66253"/>
                    <a:pt x="54790" y="61967"/>
                    <a:pt x="54790" y="61967"/>
                  </a:cubicBezTo>
                  <a:cubicBezTo>
                    <a:pt x="52504" y="59967"/>
                    <a:pt x="53837" y="55681"/>
                    <a:pt x="53742" y="52442"/>
                  </a:cubicBezTo>
                  <a:cubicBezTo>
                    <a:pt x="53742" y="45870"/>
                    <a:pt x="60981" y="48156"/>
                    <a:pt x="63267" y="45870"/>
                  </a:cubicBezTo>
                  <a:cubicBezTo>
                    <a:pt x="69268" y="44441"/>
                    <a:pt x="71078" y="46536"/>
                    <a:pt x="70220" y="53871"/>
                  </a:cubicBezTo>
                  <a:moveTo>
                    <a:pt x="104605" y="81684"/>
                  </a:moveTo>
                  <a:cubicBezTo>
                    <a:pt x="102753" y="85449"/>
                    <a:pt x="99214" y="88103"/>
                    <a:pt x="95080" y="88827"/>
                  </a:cubicBezTo>
                  <a:cubicBezTo>
                    <a:pt x="93842" y="88827"/>
                    <a:pt x="89842" y="85970"/>
                    <a:pt x="89746" y="83970"/>
                  </a:cubicBezTo>
                  <a:cubicBezTo>
                    <a:pt x="89652" y="81969"/>
                    <a:pt x="88794" y="77588"/>
                    <a:pt x="90795" y="75302"/>
                  </a:cubicBezTo>
                  <a:cubicBezTo>
                    <a:pt x="94890" y="75302"/>
                    <a:pt x="96795" y="73207"/>
                    <a:pt x="99462" y="72444"/>
                  </a:cubicBezTo>
                  <a:cubicBezTo>
                    <a:pt x="102129" y="71682"/>
                    <a:pt x="104605" y="71968"/>
                    <a:pt x="104987" y="74445"/>
                  </a:cubicBezTo>
                  <a:cubicBezTo>
                    <a:pt x="105230" y="76851"/>
                    <a:pt x="105230" y="79277"/>
                    <a:pt x="104987" y="81684"/>
                  </a:cubicBezTo>
                  <a:moveTo>
                    <a:pt x="115559" y="40250"/>
                  </a:moveTo>
                  <a:cubicBezTo>
                    <a:pt x="114181" y="44688"/>
                    <a:pt x="111450" y="48584"/>
                    <a:pt x="107749" y="51394"/>
                  </a:cubicBezTo>
                  <a:cubicBezTo>
                    <a:pt x="103837" y="51916"/>
                    <a:pt x="99861" y="51690"/>
                    <a:pt x="96033" y="50727"/>
                  </a:cubicBezTo>
                  <a:cubicBezTo>
                    <a:pt x="92604" y="49489"/>
                    <a:pt x="92604" y="43774"/>
                    <a:pt x="92890" y="40440"/>
                  </a:cubicBezTo>
                  <a:cubicBezTo>
                    <a:pt x="93557" y="34059"/>
                    <a:pt x="106606" y="34440"/>
                    <a:pt x="114702" y="31868"/>
                  </a:cubicBezTo>
                  <a:cubicBezTo>
                    <a:pt x="115655" y="32725"/>
                    <a:pt x="115559" y="38250"/>
                    <a:pt x="115559" y="40250"/>
                  </a:cubicBezTo>
                </a:path>
              </a:pathLst>
            </a:custGeom>
            <a:solidFill>
              <a:schemeClr val="tx1"/>
            </a:solidFill>
            <a:ln w="9525" cap="flat">
              <a:noFill/>
              <a:prstDash val="solid"/>
              <a:miter/>
            </a:ln>
          </p:spPr>
          <p:txBody>
            <a:bodyPr rtlCol="0" anchor="ctr"/>
            <a:lstStyle/>
            <a:p>
              <a:endParaRPr lang="zh-CN" altLang="en-US"/>
            </a:p>
          </p:txBody>
        </p:sp>
        <p:sp>
          <p:nvSpPr>
            <p:cNvPr id="250" name="任意多边形: 形状 249"/>
            <p:cNvSpPr/>
            <p:nvPr/>
          </p:nvSpPr>
          <p:spPr>
            <a:xfrm>
              <a:off x="10871223" y="359689"/>
              <a:ext cx="94173" cy="166399"/>
            </a:xfrm>
            <a:custGeom>
              <a:avLst/>
              <a:gdLst>
                <a:gd name="connsiteX0" fmla="*/ 92444 w 117462"/>
                <a:gd name="connsiteY0" fmla="*/ 134632 h 207549"/>
                <a:gd name="connsiteX1" fmla="*/ 84062 w 117462"/>
                <a:gd name="connsiteY1" fmla="*/ 134632 h 207549"/>
                <a:gd name="connsiteX2" fmla="*/ 83014 w 117462"/>
                <a:gd name="connsiteY2" fmla="*/ 125964 h 207549"/>
                <a:gd name="connsiteX3" fmla="*/ 105017 w 117462"/>
                <a:gd name="connsiteY3" fmla="*/ 104818 h 207549"/>
                <a:gd name="connsiteX4" fmla="*/ 106636 w 117462"/>
                <a:gd name="connsiteY4" fmla="*/ 100342 h 207549"/>
                <a:gd name="connsiteX5" fmla="*/ 101969 w 117462"/>
                <a:gd name="connsiteY5" fmla="*/ 89197 h 207549"/>
                <a:gd name="connsiteX6" fmla="*/ 99492 w 117462"/>
                <a:gd name="connsiteY6" fmla="*/ 82244 h 207549"/>
                <a:gd name="connsiteX7" fmla="*/ 91872 w 117462"/>
                <a:gd name="connsiteY7" fmla="*/ 82244 h 207549"/>
                <a:gd name="connsiteX8" fmla="*/ 91015 w 117462"/>
                <a:gd name="connsiteY8" fmla="*/ 72719 h 207549"/>
                <a:gd name="connsiteX9" fmla="*/ 92254 w 117462"/>
                <a:gd name="connsiteY9" fmla="*/ 58336 h 207549"/>
                <a:gd name="connsiteX10" fmla="*/ 103969 w 117462"/>
                <a:gd name="connsiteY10" fmla="*/ 45382 h 207549"/>
                <a:gd name="connsiteX11" fmla="*/ 111017 w 117462"/>
                <a:gd name="connsiteY11" fmla="*/ 35857 h 207549"/>
                <a:gd name="connsiteX12" fmla="*/ 114922 w 117462"/>
                <a:gd name="connsiteY12" fmla="*/ 22903 h 207549"/>
                <a:gd name="connsiteX13" fmla="*/ 116923 w 117462"/>
                <a:gd name="connsiteY13" fmla="*/ 11569 h 207549"/>
                <a:gd name="connsiteX14" fmla="*/ 108350 w 117462"/>
                <a:gd name="connsiteY14" fmla="*/ 329 h 207549"/>
                <a:gd name="connsiteX15" fmla="*/ 94920 w 117462"/>
                <a:gd name="connsiteY15" fmla="*/ 1282 h 207549"/>
                <a:gd name="connsiteX16" fmla="*/ 47867 w 117462"/>
                <a:gd name="connsiteY16" fmla="*/ 23761 h 207549"/>
                <a:gd name="connsiteX17" fmla="*/ 37008 w 117462"/>
                <a:gd name="connsiteY17" fmla="*/ 24999 h 207549"/>
                <a:gd name="connsiteX18" fmla="*/ 28721 w 117462"/>
                <a:gd name="connsiteY18" fmla="*/ 29857 h 207549"/>
                <a:gd name="connsiteX19" fmla="*/ 24816 w 117462"/>
                <a:gd name="connsiteY19" fmla="*/ 35857 h 207549"/>
                <a:gd name="connsiteX20" fmla="*/ 19672 w 117462"/>
                <a:gd name="connsiteY20" fmla="*/ 39096 h 207549"/>
                <a:gd name="connsiteX21" fmla="*/ 22340 w 117462"/>
                <a:gd name="connsiteY21" fmla="*/ 50240 h 207549"/>
                <a:gd name="connsiteX22" fmla="*/ 27293 w 117462"/>
                <a:gd name="connsiteY22" fmla="*/ 53574 h 207549"/>
                <a:gd name="connsiteX23" fmla="*/ 33293 w 117462"/>
                <a:gd name="connsiteY23" fmla="*/ 60146 h 207549"/>
                <a:gd name="connsiteX24" fmla="*/ 42818 w 117462"/>
                <a:gd name="connsiteY24" fmla="*/ 63575 h 207549"/>
                <a:gd name="connsiteX25" fmla="*/ 50819 w 117462"/>
                <a:gd name="connsiteY25" fmla="*/ 71005 h 207549"/>
                <a:gd name="connsiteX26" fmla="*/ 48534 w 117462"/>
                <a:gd name="connsiteY26" fmla="*/ 86626 h 207549"/>
                <a:gd name="connsiteX27" fmla="*/ 38246 w 117462"/>
                <a:gd name="connsiteY27" fmla="*/ 95103 h 207549"/>
                <a:gd name="connsiteX28" fmla="*/ 30912 w 117462"/>
                <a:gd name="connsiteY28" fmla="*/ 95103 h 207549"/>
                <a:gd name="connsiteX29" fmla="*/ 19958 w 117462"/>
                <a:gd name="connsiteY29" fmla="*/ 106438 h 207549"/>
                <a:gd name="connsiteX30" fmla="*/ 26816 w 117462"/>
                <a:gd name="connsiteY30" fmla="*/ 118344 h 207549"/>
                <a:gd name="connsiteX31" fmla="*/ 30245 w 117462"/>
                <a:gd name="connsiteY31" fmla="*/ 123869 h 207549"/>
                <a:gd name="connsiteX32" fmla="*/ 33102 w 117462"/>
                <a:gd name="connsiteY32" fmla="*/ 130250 h 207549"/>
                <a:gd name="connsiteX33" fmla="*/ 31293 w 117462"/>
                <a:gd name="connsiteY33" fmla="*/ 138251 h 207549"/>
                <a:gd name="connsiteX34" fmla="*/ 29674 w 117462"/>
                <a:gd name="connsiteY34" fmla="*/ 144442 h 207549"/>
                <a:gd name="connsiteX35" fmla="*/ 23483 w 117462"/>
                <a:gd name="connsiteY35" fmla="*/ 150824 h 207549"/>
                <a:gd name="connsiteX36" fmla="*/ 14815 w 117462"/>
                <a:gd name="connsiteY36" fmla="*/ 157206 h 207549"/>
                <a:gd name="connsiteX37" fmla="*/ -330 w 117462"/>
                <a:gd name="connsiteY37" fmla="*/ 171779 h 207549"/>
                <a:gd name="connsiteX38" fmla="*/ 2337 w 117462"/>
                <a:gd name="connsiteY38" fmla="*/ 187210 h 207549"/>
                <a:gd name="connsiteX39" fmla="*/ 8243 w 117462"/>
                <a:gd name="connsiteY39" fmla="*/ 195687 h 207549"/>
                <a:gd name="connsiteX40" fmla="*/ 12339 w 117462"/>
                <a:gd name="connsiteY40" fmla="*/ 204069 h 207549"/>
                <a:gd name="connsiteX41" fmla="*/ 21864 w 117462"/>
                <a:gd name="connsiteY41" fmla="*/ 206736 h 207549"/>
                <a:gd name="connsiteX42" fmla="*/ 28626 w 117462"/>
                <a:gd name="connsiteY42" fmla="*/ 206736 h 207549"/>
                <a:gd name="connsiteX43" fmla="*/ 45676 w 117462"/>
                <a:gd name="connsiteY43" fmla="*/ 191496 h 207549"/>
                <a:gd name="connsiteX44" fmla="*/ 80633 w 117462"/>
                <a:gd name="connsiteY44" fmla="*/ 174065 h 207549"/>
                <a:gd name="connsiteX45" fmla="*/ 102064 w 117462"/>
                <a:gd name="connsiteY45" fmla="*/ 148348 h 207549"/>
                <a:gd name="connsiteX46" fmla="*/ 99778 w 117462"/>
                <a:gd name="connsiteY46" fmla="*/ 140156 h 207549"/>
                <a:gd name="connsiteX47" fmla="*/ 92158 w 117462"/>
                <a:gd name="connsiteY47" fmla="*/ 135203 h 20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17462" h="207549">
                  <a:moveTo>
                    <a:pt x="92444" y="134632"/>
                  </a:moveTo>
                  <a:cubicBezTo>
                    <a:pt x="90443" y="134632"/>
                    <a:pt x="85871" y="134632"/>
                    <a:pt x="84062" y="134632"/>
                  </a:cubicBezTo>
                  <a:cubicBezTo>
                    <a:pt x="82757" y="131940"/>
                    <a:pt x="82388" y="128889"/>
                    <a:pt x="83014" y="125964"/>
                  </a:cubicBezTo>
                  <a:cubicBezTo>
                    <a:pt x="88677" y="117361"/>
                    <a:pt x="96195" y="110135"/>
                    <a:pt x="105017" y="104818"/>
                  </a:cubicBezTo>
                  <a:cubicBezTo>
                    <a:pt x="106540" y="103866"/>
                    <a:pt x="106540" y="102247"/>
                    <a:pt x="106636" y="100342"/>
                  </a:cubicBezTo>
                  <a:cubicBezTo>
                    <a:pt x="106636" y="97008"/>
                    <a:pt x="105493" y="95960"/>
                    <a:pt x="101969" y="89197"/>
                  </a:cubicBezTo>
                  <a:cubicBezTo>
                    <a:pt x="100064" y="85673"/>
                    <a:pt x="101112" y="82435"/>
                    <a:pt x="99492" y="82244"/>
                  </a:cubicBezTo>
                  <a:cubicBezTo>
                    <a:pt x="97873" y="82054"/>
                    <a:pt x="94730" y="85007"/>
                    <a:pt x="91872" y="82244"/>
                  </a:cubicBezTo>
                  <a:cubicBezTo>
                    <a:pt x="89015" y="79482"/>
                    <a:pt x="91015" y="74338"/>
                    <a:pt x="91015" y="72719"/>
                  </a:cubicBezTo>
                  <a:cubicBezTo>
                    <a:pt x="89911" y="67914"/>
                    <a:pt x="90344" y="62882"/>
                    <a:pt x="92254" y="58336"/>
                  </a:cubicBezTo>
                  <a:cubicBezTo>
                    <a:pt x="95866" y="53762"/>
                    <a:pt x="99779" y="49434"/>
                    <a:pt x="103969" y="45382"/>
                  </a:cubicBezTo>
                  <a:cubicBezTo>
                    <a:pt x="108065" y="41668"/>
                    <a:pt x="111113" y="39191"/>
                    <a:pt x="111017" y="35857"/>
                  </a:cubicBezTo>
                  <a:cubicBezTo>
                    <a:pt x="111017" y="28428"/>
                    <a:pt x="114637" y="25380"/>
                    <a:pt x="114922" y="22903"/>
                  </a:cubicBezTo>
                  <a:cubicBezTo>
                    <a:pt x="115209" y="20427"/>
                    <a:pt x="117780" y="13378"/>
                    <a:pt x="116923" y="11569"/>
                  </a:cubicBezTo>
                  <a:cubicBezTo>
                    <a:pt x="115399" y="7854"/>
                    <a:pt x="113018" y="-2433"/>
                    <a:pt x="108350" y="329"/>
                  </a:cubicBezTo>
                  <a:cubicBezTo>
                    <a:pt x="105397" y="1949"/>
                    <a:pt x="102349" y="1758"/>
                    <a:pt x="94920" y="1282"/>
                  </a:cubicBezTo>
                  <a:cubicBezTo>
                    <a:pt x="80347" y="520"/>
                    <a:pt x="63106" y="17570"/>
                    <a:pt x="47867" y="23761"/>
                  </a:cubicBezTo>
                  <a:cubicBezTo>
                    <a:pt x="44273" y="24371"/>
                    <a:pt x="40647" y="24785"/>
                    <a:pt x="37008" y="24999"/>
                  </a:cubicBezTo>
                  <a:cubicBezTo>
                    <a:pt x="33770" y="25856"/>
                    <a:pt x="30246" y="26618"/>
                    <a:pt x="28721" y="29857"/>
                  </a:cubicBezTo>
                  <a:cubicBezTo>
                    <a:pt x="27198" y="33095"/>
                    <a:pt x="27198" y="34810"/>
                    <a:pt x="24816" y="35857"/>
                  </a:cubicBezTo>
                  <a:cubicBezTo>
                    <a:pt x="22435" y="36905"/>
                    <a:pt x="19672" y="38048"/>
                    <a:pt x="19672" y="39096"/>
                  </a:cubicBezTo>
                  <a:cubicBezTo>
                    <a:pt x="19672" y="40144"/>
                    <a:pt x="19672" y="49192"/>
                    <a:pt x="22340" y="50240"/>
                  </a:cubicBezTo>
                  <a:cubicBezTo>
                    <a:pt x="25006" y="51288"/>
                    <a:pt x="26055" y="50240"/>
                    <a:pt x="27293" y="53574"/>
                  </a:cubicBezTo>
                  <a:cubicBezTo>
                    <a:pt x="28531" y="56908"/>
                    <a:pt x="30722" y="59956"/>
                    <a:pt x="33293" y="60146"/>
                  </a:cubicBezTo>
                  <a:cubicBezTo>
                    <a:pt x="36596" y="60898"/>
                    <a:pt x="39795" y="62049"/>
                    <a:pt x="42818" y="63575"/>
                  </a:cubicBezTo>
                  <a:cubicBezTo>
                    <a:pt x="45962" y="64813"/>
                    <a:pt x="52343" y="65671"/>
                    <a:pt x="50819" y="71005"/>
                  </a:cubicBezTo>
                  <a:cubicBezTo>
                    <a:pt x="50623" y="76279"/>
                    <a:pt x="49857" y="81516"/>
                    <a:pt x="48534" y="86626"/>
                  </a:cubicBezTo>
                  <a:cubicBezTo>
                    <a:pt x="46057" y="90340"/>
                    <a:pt x="42818" y="94722"/>
                    <a:pt x="38246" y="95103"/>
                  </a:cubicBezTo>
                  <a:cubicBezTo>
                    <a:pt x="36341" y="95103"/>
                    <a:pt x="32817" y="94341"/>
                    <a:pt x="30912" y="95103"/>
                  </a:cubicBezTo>
                  <a:cubicBezTo>
                    <a:pt x="24905" y="95536"/>
                    <a:pt x="20185" y="100419"/>
                    <a:pt x="19958" y="106438"/>
                  </a:cubicBezTo>
                  <a:cubicBezTo>
                    <a:pt x="19959" y="110343"/>
                    <a:pt x="26816" y="118249"/>
                    <a:pt x="26816" y="118344"/>
                  </a:cubicBezTo>
                  <a:cubicBezTo>
                    <a:pt x="27534" y="120417"/>
                    <a:pt x="28706" y="122305"/>
                    <a:pt x="30245" y="123869"/>
                  </a:cubicBezTo>
                  <a:cubicBezTo>
                    <a:pt x="31841" y="125645"/>
                    <a:pt x="32840" y="127877"/>
                    <a:pt x="33102" y="130250"/>
                  </a:cubicBezTo>
                  <a:cubicBezTo>
                    <a:pt x="33103" y="132632"/>
                    <a:pt x="31484" y="135013"/>
                    <a:pt x="31293" y="138251"/>
                  </a:cubicBezTo>
                  <a:cubicBezTo>
                    <a:pt x="31047" y="140381"/>
                    <a:pt x="30501" y="142465"/>
                    <a:pt x="29674" y="144442"/>
                  </a:cubicBezTo>
                  <a:cubicBezTo>
                    <a:pt x="28286" y="147134"/>
                    <a:pt x="26131" y="149355"/>
                    <a:pt x="23483" y="150824"/>
                  </a:cubicBezTo>
                  <a:cubicBezTo>
                    <a:pt x="20716" y="153113"/>
                    <a:pt x="17822" y="155244"/>
                    <a:pt x="14815" y="157206"/>
                  </a:cubicBezTo>
                  <a:cubicBezTo>
                    <a:pt x="7985" y="159786"/>
                    <a:pt x="2511" y="165053"/>
                    <a:pt x="-330" y="171779"/>
                  </a:cubicBezTo>
                  <a:cubicBezTo>
                    <a:pt x="-562" y="177055"/>
                    <a:pt x="348" y="182318"/>
                    <a:pt x="2337" y="187210"/>
                  </a:cubicBezTo>
                  <a:cubicBezTo>
                    <a:pt x="3749" y="190385"/>
                    <a:pt x="5754" y="193262"/>
                    <a:pt x="8243" y="195687"/>
                  </a:cubicBezTo>
                  <a:cubicBezTo>
                    <a:pt x="10624" y="198449"/>
                    <a:pt x="9100" y="203021"/>
                    <a:pt x="12339" y="204069"/>
                  </a:cubicBezTo>
                  <a:cubicBezTo>
                    <a:pt x="15574" y="204723"/>
                    <a:pt x="18759" y="205615"/>
                    <a:pt x="21864" y="206736"/>
                  </a:cubicBezTo>
                  <a:cubicBezTo>
                    <a:pt x="23959" y="208260"/>
                    <a:pt x="28626" y="206736"/>
                    <a:pt x="28626" y="206736"/>
                  </a:cubicBezTo>
                  <a:cubicBezTo>
                    <a:pt x="32532" y="205117"/>
                    <a:pt x="38913" y="195401"/>
                    <a:pt x="45676" y="191496"/>
                  </a:cubicBezTo>
                  <a:cubicBezTo>
                    <a:pt x="53867" y="186829"/>
                    <a:pt x="71108" y="180161"/>
                    <a:pt x="80633" y="174065"/>
                  </a:cubicBezTo>
                  <a:cubicBezTo>
                    <a:pt x="90158" y="167969"/>
                    <a:pt x="100635" y="160445"/>
                    <a:pt x="102064" y="148348"/>
                  </a:cubicBezTo>
                  <a:cubicBezTo>
                    <a:pt x="101929" y="145480"/>
                    <a:pt x="101148" y="142680"/>
                    <a:pt x="99778" y="140156"/>
                  </a:cubicBezTo>
                  <a:cubicBezTo>
                    <a:pt x="97809" y="137759"/>
                    <a:pt x="95148" y="136029"/>
                    <a:pt x="92158" y="135203"/>
                  </a:cubicBezTo>
                </a:path>
              </a:pathLst>
            </a:custGeom>
            <a:solidFill>
              <a:schemeClr val="tx1"/>
            </a:solidFill>
            <a:ln w="9525" cap="flat">
              <a:noFill/>
              <a:prstDash val="solid"/>
              <a:miter/>
            </a:ln>
          </p:spPr>
          <p:txBody>
            <a:bodyPr rtlCol="0" anchor="ctr"/>
            <a:lstStyle/>
            <a:p>
              <a:endParaRPr lang="zh-CN" altLang="en-US"/>
            </a:p>
          </p:txBody>
        </p:sp>
        <p:sp>
          <p:nvSpPr>
            <p:cNvPr id="251" name="任意多边形: 形状 250"/>
            <p:cNvSpPr/>
            <p:nvPr/>
          </p:nvSpPr>
          <p:spPr>
            <a:xfrm>
              <a:off x="10675986" y="394393"/>
              <a:ext cx="107725" cy="153831"/>
            </a:xfrm>
            <a:custGeom>
              <a:avLst/>
              <a:gdLst>
                <a:gd name="connsiteX0" fmla="*/ 121936 w 134365"/>
                <a:gd name="connsiteY0" fmla="*/ 43148 h 191873"/>
                <a:gd name="connsiteX1" fmla="*/ 133271 w 134365"/>
                <a:gd name="connsiteY1" fmla="*/ 31623 h 191873"/>
                <a:gd name="connsiteX2" fmla="*/ 133271 w 134365"/>
                <a:gd name="connsiteY2" fmla="*/ 22955 h 191873"/>
                <a:gd name="connsiteX3" fmla="*/ 129556 w 134365"/>
                <a:gd name="connsiteY3" fmla="*/ 11811 h 191873"/>
                <a:gd name="connsiteX4" fmla="*/ 116126 w 134365"/>
                <a:gd name="connsiteY4" fmla="*/ 3048 h 191873"/>
                <a:gd name="connsiteX5" fmla="*/ 106601 w 134365"/>
                <a:gd name="connsiteY5" fmla="*/ 3048 h 191873"/>
                <a:gd name="connsiteX6" fmla="*/ 98410 w 134365"/>
                <a:gd name="connsiteY6" fmla="*/ -96 h 191873"/>
                <a:gd name="connsiteX7" fmla="*/ 92980 w 134365"/>
                <a:gd name="connsiteY7" fmla="*/ 1714 h 191873"/>
                <a:gd name="connsiteX8" fmla="*/ 88218 w 134365"/>
                <a:gd name="connsiteY8" fmla="*/ 4191 h 191873"/>
                <a:gd name="connsiteX9" fmla="*/ 82788 w 134365"/>
                <a:gd name="connsiteY9" fmla="*/ 7715 h 191873"/>
                <a:gd name="connsiteX10" fmla="*/ 73263 w 134365"/>
                <a:gd name="connsiteY10" fmla="*/ 11430 h 191873"/>
                <a:gd name="connsiteX11" fmla="*/ 66405 w 134365"/>
                <a:gd name="connsiteY11" fmla="*/ 13430 h 191873"/>
                <a:gd name="connsiteX12" fmla="*/ 57642 w 134365"/>
                <a:gd name="connsiteY12" fmla="*/ 16573 h 191873"/>
                <a:gd name="connsiteX13" fmla="*/ 45641 w 134365"/>
                <a:gd name="connsiteY13" fmla="*/ 19812 h 191873"/>
                <a:gd name="connsiteX14" fmla="*/ 29448 w 134365"/>
                <a:gd name="connsiteY14" fmla="*/ 24574 h 191873"/>
                <a:gd name="connsiteX15" fmla="*/ 25733 w 134365"/>
                <a:gd name="connsiteY15" fmla="*/ 19621 h 191873"/>
                <a:gd name="connsiteX16" fmla="*/ 17923 w 134365"/>
                <a:gd name="connsiteY16" fmla="*/ 15526 h 191873"/>
                <a:gd name="connsiteX17" fmla="*/ 9160 w 134365"/>
                <a:gd name="connsiteY17" fmla="*/ 19431 h 191873"/>
                <a:gd name="connsiteX18" fmla="*/ -365 w 134365"/>
                <a:gd name="connsiteY18" fmla="*/ 36671 h 191873"/>
                <a:gd name="connsiteX19" fmla="*/ 397 w 134365"/>
                <a:gd name="connsiteY19" fmla="*/ 51911 h 191873"/>
                <a:gd name="connsiteX20" fmla="*/ 2873 w 134365"/>
                <a:gd name="connsiteY20" fmla="*/ 66961 h 191873"/>
                <a:gd name="connsiteX21" fmla="*/ 5445 w 134365"/>
                <a:gd name="connsiteY21" fmla="*/ 78676 h 191873"/>
                <a:gd name="connsiteX22" fmla="*/ 6398 w 134365"/>
                <a:gd name="connsiteY22" fmla="*/ 86677 h 191873"/>
                <a:gd name="connsiteX23" fmla="*/ 8207 w 134365"/>
                <a:gd name="connsiteY23" fmla="*/ 90773 h 191873"/>
                <a:gd name="connsiteX24" fmla="*/ 10303 w 134365"/>
                <a:gd name="connsiteY24" fmla="*/ 98393 h 191873"/>
                <a:gd name="connsiteX25" fmla="*/ 14018 w 134365"/>
                <a:gd name="connsiteY25" fmla="*/ 101727 h 191873"/>
                <a:gd name="connsiteX26" fmla="*/ 24400 w 134365"/>
                <a:gd name="connsiteY26" fmla="*/ 102679 h 191873"/>
                <a:gd name="connsiteX27" fmla="*/ 30877 w 134365"/>
                <a:gd name="connsiteY27" fmla="*/ 101536 h 191873"/>
                <a:gd name="connsiteX28" fmla="*/ 39069 w 134365"/>
                <a:gd name="connsiteY28" fmla="*/ 103822 h 191873"/>
                <a:gd name="connsiteX29" fmla="*/ 41831 w 134365"/>
                <a:gd name="connsiteY29" fmla="*/ 108966 h 191873"/>
                <a:gd name="connsiteX30" fmla="*/ 40021 w 134365"/>
                <a:gd name="connsiteY30" fmla="*/ 124111 h 191873"/>
                <a:gd name="connsiteX31" fmla="*/ 40021 w 134365"/>
                <a:gd name="connsiteY31" fmla="*/ 135445 h 191873"/>
                <a:gd name="connsiteX32" fmla="*/ 40021 w 134365"/>
                <a:gd name="connsiteY32" fmla="*/ 143732 h 191873"/>
                <a:gd name="connsiteX33" fmla="*/ 29829 w 134365"/>
                <a:gd name="connsiteY33" fmla="*/ 155638 h 191873"/>
                <a:gd name="connsiteX34" fmla="*/ 17161 w 134365"/>
                <a:gd name="connsiteY34" fmla="*/ 151257 h 191873"/>
                <a:gd name="connsiteX35" fmla="*/ 8589 w 134365"/>
                <a:gd name="connsiteY35" fmla="*/ 154781 h 191873"/>
                <a:gd name="connsiteX36" fmla="*/ 22019 w 134365"/>
                <a:gd name="connsiteY36" fmla="*/ 168497 h 191873"/>
                <a:gd name="connsiteX37" fmla="*/ 26781 w 134365"/>
                <a:gd name="connsiteY37" fmla="*/ 177451 h 191873"/>
                <a:gd name="connsiteX38" fmla="*/ 35544 w 134365"/>
                <a:gd name="connsiteY38" fmla="*/ 181737 h 191873"/>
                <a:gd name="connsiteX39" fmla="*/ 40783 w 134365"/>
                <a:gd name="connsiteY39" fmla="*/ 185833 h 191873"/>
                <a:gd name="connsiteX40" fmla="*/ 47451 w 134365"/>
                <a:gd name="connsiteY40" fmla="*/ 188785 h 191873"/>
                <a:gd name="connsiteX41" fmla="*/ 51737 w 134365"/>
                <a:gd name="connsiteY41" fmla="*/ 191738 h 191873"/>
                <a:gd name="connsiteX42" fmla="*/ 61262 w 134365"/>
                <a:gd name="connsiteY42" fmla="*/ 186880 h 191873"/>
                <a:gd name="connsiteX43" fmla="*/ 71454 w 134365"/>
                <a:gd name="connsiteY43" fmla="*/ 176689 h 191873"/>
                <a:gd name="connsiteX44" fmla="*/ 80979 w 134365"/>
                <a:gd name="connsiteY44" fmla="*/ 162401 h 191873"/>
                <a:gd name="connsiteX45" fmla="*/ 80979 w 134365"/>
                <a:gd name="connsiteY45" fmla="*/ 112014 h 191873"/>
                <a:gd name="connsiteX46" fmla="*/ 79169 w 134365"/>
                <a:gd name="connsiteY46" fmla="*/ 100679 h 191873"/>
                <a:gd name="connsiteX47" fmla="*/ 84693 w 134365"/>
                <a:gd name="connsiteY47" fmla="*/ 94488 h 191873"/>
                <a:gd name="connsiteX48" fmla="*/ 90503 w 134365"/>
                <a:gd name="connsiteY48" fmla="*/ 93726 h 191873"/>
                <a:gd name="connsiteX49" fmla="*/ 98314 w 134365"/>
                <a:gd name="connsiteY49" fmla="*/ 83725 h 191873"/>
                <a:gd name="connsiteX50" fmla="*/ 116126 w 134365"/>
                <a:gd name="connsiteY50" fmla="*/ 52673 h 191873"/>
                <a:gd name="connsiteX51" fmla="*/ 121555 w 134365"/>
                <a:gd name="connsiteY51" fmla="*/ 43148 h 191873"/>
                <a:gd name="connsiteX52" fmla="*/ 76026 w 134365"/>
                <a:gd name="connsiteY52" fmla="*/ 43720 h 191873"/>
                <a:gd name="connsiteX53" fmla="*/ 67644 w 134365"/>
                <a:gd name="connsiteY53" fmla="*/ 51149 h 191873"/>
                <a:gd name="connsiteX54" fmla="*/ 57547 w 134365"/>
                <a:gd name="connsiteY54" fmla="*/ 58960 h 191873"/>
                <a:gd name="connsiteX55" fmla="*/ 46784 w 134365"/>
                <a:gd name="connsiteY55" fmla="*/ 62293 h 191873"/>
                <a:gd name="connsiteX56" fmla="*/ 40688 w 134365"/>
                <a:gd name="connsiteY56" fmla="*/ 56197 h 191873"/>
                <a:gd name="connsiteX57" fmla="*/ 44974 w 134365"/>
                <a:gd name="connsiteY57" fmla="*/ 48958 h 191873"/>
                <a:gd name="connsiteX58" fmla="*/ 59071 w 134365"/>
                <a:gd name="connsiteY58" fmla="*/ 42862 h 191873"/>
                <a:gd name="connsiteX59" fmla="*/ 64501 w 134365"/>
                <a:gd name="connsiteY59" fmla="*/ 39433 h 191873"/>
                <a:gd name="connsiteX60" fmla="*/ 71739 w 134365"/>
                <a:gd name="connsiteY60" fmla="*/ 37052 h 191873"/>
                <a:gd name="connsiteX61" fmla="*/ 78788 w 134365"/>
                <a:gd name="connsiteY61" fmla="*/ 36100 h 191873"/>
                <a:gd name="connsiteX62" fmla="*/ 76026 w 134365"/>
                <a:gd name="connsiteY62" fmla="*/ 43720 h 191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4365" h="191873">
                  <a:moveTo>
                    <a:pt x="121936" y="43148"/>
                  </a:moveTo>
                  <a:cubicBezTo>
                    <a:pt x="125500" y="39101"/>
                    <a:pt x="129284" y="35254"/>
                    <a:pt x="133271" y="31623"/>
                  </a:cubicBezTo>
                  <a:cubicBezTo>
                    <a:pt x="134243" y="28815"/>
                    <a:pt x="134243" y="25762"/>
                    <a:pt x="133271" y="22955"/>
                  </a:cubicBezTo>
                  <a:cubicBezTo>
                    <a:pt x="132352" y="19141"/>
                    <a:pt x="131110" y="15413"/>
                    <a:pt x="129556" y="11811"/>
                  </a:cubicBezTo>
                  <a:cubicBezTo>
                    <a:pt x="125384" y="8447"/>
                    <a:pt x="120885" y="5512"/>
                    <a:pt x="116126" y="3048"/>
                  </a:cubicBezTo>
                  <a:cubicBezTo>
                    <a:pt x="114221" y="1810"/>
                    <a:pt x="108506" y="3048"/>
                    <a:pt x="106601" y="3048"/>
                  </a:cubicBezTo>
                  <a:cubicBezTo>
                    <a:pt x="104011" y="1666"/>
                    <a:pt x="101259" y="610"/>
                    <a:pt x="98410" y="-96"/>
                  </a:cubicBezTo>
                  <a:cubicBezTo>
                    <a:pt x="96422" y="-312"/>
                    <a:pt x="94440" y="349"/>
                    <a:pt x="92980" y="1714"/>
                  </a:cubicBezTo>
                  <a:cubicBezTo>
                    <a:pt x="91336" y="2427"/>
                    <a:pt x="89745" y="3254"/>
                    <a:pt x="88218" y="4191"/>
                  </a:cubicBezTo>
                  <a:cubicBezTo>
                    <a:pt x="86598" y="5143"/>
                    <a:pt x="84789" y="6286"/>
                    <a:pt x="82788" y="7715"/>
                  </a:cubicBezTo>
                  <a:cubicBezTo>
                    <a:pt x="79928" y="9645"/>
                    <a:pt x="76675" y="10914"/>
                    <a:pt x="73263" y="11430"/>
                  </a:cubicBezTo>
                  <a:cubicBezTo>
                    <a:pt x="68882" y="12668"/>
                    <a:pt x="68310" y="13430"/>
                    <a:pt x="66405" y="13430"/>
                  </a:cubicBezTo>
                  <a:cubicBezTo>
                    <a:pt x="63346" y="14041"/>
                    <a:pt x="60393" y="15100"/>
                    <a:pt x="57642" y="16573"/>
                  </a:cubicBezTo>
                  <a:cubicBezTo>
                    <a:pt x="53451" y="18478"/>
                    <a:pt x="48117" y="18478"/>
                    <a:pt x="45641" y="19812"/>
                  </a:cubicBezTo>
                  <a:cubicBezTo>
                    <a:pt x="40645" y="22536"/>
                    <a:pt x="35124" y="24159"/>
                    <a:pt x="29448" y="24574"/>
                  </a:cubicBezTo>
                  <a:cubicBezTo>
                    <a:pt x="28303" y="22855"/>
                    <a:pt x="27063" y="21202"/>
                    <a:pt x="25733" y="19621"/>
                  </a:cubicBezTo>
                  <a:cubicBezTo>
                    <a:pt x="22209" y="17145"/>
                    <a:pt x="21257" y="15907"/>
                    <a:pt x="17923" y="15526"/>
                  </a:cubicBezTo>
                  <a:cubicBezTo>
                    <a:pt x="14589" y="15145"/>
                    <a:pt x="11922" y="17907"/>
                    <a:pt x="9160" y="19431"/>
                  </a:cubicBezTo>
                  <a:cubicBezTo>
                    <a:pt x="6588" y="23527"/>
                    <a:pt x="206" y="25908"/>
                    <a:pt x="-365" y="36671"/>
                  </a:cubicBezTo>
                  <a:cubicBezTo>
                    <a:pt x="-365" y="38481"/>
                    <a:pt x="-365" y="42862"/>
                    <a:pt x="397" y="51911"/>
                  </a:cubicBezTo>
                  <a:cubicBezTo>
                    <a:pt x="397" y="57912"/>
                    <a:pt x="2207" y="61436"/>
                    <a:pt x="2873" y="66961"/>
                  </a:cubicBezTo>
                  <a:cubicBezTo>
                    <a:pt x="3540" y="72485"/>
                    <a:pt x="5445" y="76486"/>
                    <a:pt x="5445" y="78676"/>
                  </a:cubicBezTo>
                  <a:cubicBezTo>
                    <a:pt x="5445" y="80867"/>
                    <a:pt x="6207" y="84487"/>
                    <a:pt x="6398" y="86677"/>
                  </a:cubicBezTo>
                  <a:cubicBezTo>
                    <a:pt x="7160" y="86677"/>
                    <a:pt x="7731" y="90106"/>
                    <a:pt x="8207" y="90773"/>
                  </a:cubicBezTo>
                  <a:cubicBezTo>
                    <a:pt x="8601" y="93387"/>
                    <a:pt x="9305" y="95945"/>
                    <a:pt x="10303" y="98393"/>
                  </a:cubicBezTo>
                  <a:cubicBezTo>
                    <a:pt x="11308" y="99740"/>
                    <a:pt x="12571" y="100873"/>
                    <a:pt x="14018" y="101727"/>
                  </a:cubicBezTo>
                  <a:cubicBezTo>
                    <a:pt x="17432" y="102434"/>
                    <a:pt x="20915" y="102753"/>
                    <a:pt x="24400" y="102679"/>
                  </a:cubicBezTo>
                  <a:cubicBezTo>
                    <a:pt x="26305" y="102679"/>
                    <a:pt x="28972" y="101536"/>
                    <a:pt x="30877" y="101536"/>
                  </a:cubicBezTo>
                  <a:cubicBezTo>
                    <a:pt x="32782" y="101536"/>
                    <a:pt x="35925" y="104584"/>
                    <a:pt x="39069" y="103822"/>
                  </a:cubicBezTo>
                  <a:cubicBezTo>
                    <a:pt x="40402" y="103822"/>
                    <a:pt x="41831" y="107442"/>
                    <a:pt x="41831" y="108966"/>
                  </a:cubicBezTo>
                  <a:cubicBezTo>
                    <a:pt x="40808" y="113955"/>
                    <a:pt x="40203" y="119021"/>
                    <a:pt x="40021" y="124111"/>
                  </a:cubicBezTo>
                  <a:cubicBezTo>
                    <a:pt x="39634" y="127879"/>
                    <a:pt x="39634" y="131677"/>
                    <a:pt x="40021" y="135445"/>
                  </a:cubicBezTo>
                  <a:cubicBezTo>
                    <a:pt x="40021" y="137350"/>
                    <a:pt x="40021" y="141827"/>
                    <a:pt x="40021" y="143732"/>
                  </a:cubicBezTo>
                  <a:cubicBezTo>
                    <a:pt x="39449" y="153257"/>
                    <a:pt x="36306" y="155638"/>
                    <a:pt x="29829" y="155638"/>
                  </a:cubicBezTo>
                  <a:cubicBezTo>
                    <a:pt x="28020" y="155638"/>
                    <a:pt x="23638" y="151066"/>
                    <a:pt x="17161" y="151257"/>
                  </a:cubicBezTo>
                  <a:cubicBezTo>
                    <a:pt x="16208" y="151257"/>
                    <a:pt x="8398" y="151733"/>
                    <a:pt x="8589" y="154781"/>
                  </a:cubicBezTo>
                  <a:cubicBezTo>
                    <a:pt x="8779" y="157829"/>
                    <a:pt x="18971" y="163068"/>
                    <a:pt x="22019" y="168497"/>
                  </a:cubicBezTo>
                  <a:cubicBezTo>
                    <a:pt x="24210" y="172307"/>
                    <a:pt x="24590" y="175355"/>
                    <a:pt x="26781" y="177451"/>
                  </a:cubicBezTo>
                  <a:cubicBezTo>
                    <a:pt x="29390" y="179444"/>
                    <a:pt x="32369" y="180901"/>
                    <a:pt x="35544" y="181737"/>
                  </a:cubicBezTo>
                  <a:cubicBezTo>
                    <a:pt x="37735" y="182880"/>
                    <a:pt x="38688" y="184594"/>
                    <a:pt x="40783" y="185833"/>
                  </a:cubicBezTo>
                  <a:cubicBezTo>
                    <a:pt x="42879" y="187071"/>
                    <a:pt x="46593" y="187642"/>
                    <a:pt x="47451" y="188785"/>
                  </a:cubicBezTo>
                  <a:cubicBezTo>
                    <a:pt x="48284" y="190435"/>
                    <a:pt x="49899" y="191547"/>
                    <a:pt x="51737" y="191738"/>
                  </a:cubicBezTo>
                  <a:cubicBezTo>
                    <a:pt x="53642" y="191738"/>
                    <a:pt x="57738" y="188500"/>
                    <a:pt x="61262" y="186880"/>
                  </a:cubicBezTo>
                  <a:cubicBezTo>
                    <a:pt x="64786" y="185261"/>
                    <a:pt x="68691" y="178022"/>
                    <a:pt x="71454" y="176689"/>
                  </a:cubicBezTo>
                  <a:cubicBezTo>
                    <a:pt x="76645" y="173631"/>
                    <a:pt x="80153" y="168369"/>
                    <a:pt x="80979" y="162401"/>
                  </a:cubicBezTo>
                  <a:cubicBezTo>
                    <a:pt x="82123" y="145625"/>
                    <a:pt x="82123" y="128790"/>
                    <a:pt x="80979" y="112014"/>
                  </a:cubicBezTo>
                  <a:cubicBezTo>
                    <a:pt x="79615" y="108397"/>
                    <a:pt x="78999" y="104541"/>
                    <a:pt x="79169" y="100679"/>
                  </a:cubicBezTo>
                  <a:cubicBezTo>
                    <a:pt x="79169" y="96774"/>
                    <a:pt x="83265" y="93916"/>
                    <a:pt x="84693" y="94488"/>
                  </a:cubicBezTo>
                  <a:cubicBezTo>
                    <a:pt x="86623" y="95322"/>
                    <a:pt x="88854" y="95029"/>
                    <a:pt x="90503" y="93726"/>
                  </a:cubicBezTo>
                  <a:cubicBezTo>
                    <a:pt x="93308" y="90554"/>
                    <a:pt x="95917" y="87214"/>
                    <a:pt x="98314" y="83725"/>
                  </a:cubicBezTo>
                  <a:cubicBezTo>
                    <a:pt x="103662" y="73047"/>
                    <a:pt x="109609" y="62680"/>
                    <a:pt x="116126" y="52673"/>
                  </a:cubicBezTo>
                  <a:cubicBezTo>
                    <a:pt x="118137" y="49617"/>
                    <a:pt x="119950" y="46436"/>
                    <a:pt x="121555" y="43148"/>
                  </a:cubicBezTo>
                  <a:moveTo>
                    <a:pt x="76026" y="43720"/>
                  </a:moveTo>
                  <a:cubicBezTo>
                    <a:pt x="73613" y="46595"/>
                    <a:pt x="70789" y="49099"/>
                    <a:pt x="67644" y="51149"/>
                  </a:cubicBezTo>
                  <a:cubicBezTo>
                    <a:pt x="62976" y="54007"/>
                    <a:pt x="61166" y="56769"/>
                    <a:pt x="57547" y="58960"/>
                  </a:cubicBezTo>
                  <a:cubicBezTo>
                    <a:pt x="54163" y="60646"/>
                    <a:pt x="50528" y="61772"/>
                    <a:pt x="46784" y="62293"/>
                  </a:cubicBezTo>
                  <a:cubicBezTo>
                    <a:pt x="43459" y="62194"/>
                    <a:pt x="40787" y="59522"/>
                    <a:pt x="40688" y="56197"/>
                  </a:cubicBezTo>
                  <a:cubicBezTo>
                    <a:pt x="40584" y="53155"/>
                    <a:pt x="42257" y="50330"/>
                    <a:pt x="44974" y="48958"/>
                  </a:cubicBezTo>
                  <a:cubicBezTo>
                    <a:pt x="49527" y="46605"/>
                    <a:pt x="54237" y="44568"/>
                    <a:pt x="59071" y="42862"/>
                  </a:cubicBezTo>
                  <a:cubicBezTo>
                    <a:pt x="61022" y="41960"/>
                    <a:pt x="62847" y="40807"/>
                    <a:pt x="64501" y="39433"/>
                  </a:cubicBezTo>
                  <a:cubicBezTo>
                    <a:pt x="66310" y="37814"/>
                    <a:pt x="68977" y="38767"/>
                    <a:pt x="71739" y="37052"/>
                  </a:cubicBezTo>
                  <a:cubicBezTo>
                    <a:pt x="73998" y="36253"/>
                    <a:pt x="76398" y="35929"/>
                    <a:pt x="78788" y="36100"/>
                  </a:cubicBezTo>
                  <a:cubicBezTo>
                    <a:pt x="80216" y="36100"/>
                    <a:pt x="77835" y="40576"/>
                    <a:pt x="76026" y="43720"/>
                  </a:cubicBezTo>
                </a:path>
              </a:pathLst>
            </a:custGeom>
            <a:solidFill>
              <a:schemeClr val="tx1"/>
            </a:solidFill>
            <a:ln w="9525" cap="flat">
              <a:noFill/>
              <a:prstDash val="solid"/>
              <a:miter/>
            </a:ln>
          </p:spPr>
          <p:txBody>
            <a:bodyPr rtlCol="0" anchor="ctr"/>
            <a:lstStyle/>
            <a:p>
              <a:endParaRPr lang="zh-CN" altLang="en-US"/>
            </a:p>
          </p:txBody>
        </p:sp>
        <p:sp>
          <p:nvSpPr>
            <p:cNvPr id="252" name="任意多边形: 形状 251"/>
            <p:cNvSpPr/>
            <p:nvPr/>
          </p:nvSpPr>
          <p:spPr>
            <a:xfrm>
              <a:off x="10758531" y="467707"/>
              <a:ext cx="48145" cy="51881"/>
            </a:xfrm>
            <a:custGeom>
              <a:avLst/>
              <a:gdLst>
                <a:gd name="connsiteX0" fmla="*/ 56030 w 60051"/>
                <a:gd name="connsiteY0" fmla="*/ 21427 h 64711"/>
                <a:gd name="connsiteX1" fmla="*/ 40409 w 60051"/>
                <a:gd name="connsiteY1" fmla="*/ 7616 h 64711"/>
                <a:gd name="connsiteX2" fmla="*/ 33837 w 60051"/>
                <a:gd name="connsiteY2" fmla="*/ 8663 h 64711"/>
                <a:gd name="connsiteX3" fmla="*/ 26217 w 60051"/>
                <a:gd name="connsiteY3" fmla="*/ 6282 h 64711"/>
                <a:gd name="connsiteX4" fmla="*/ 18502 w 60051"/>
                <a:gd name="connsiteY4" fmla="*/ 5615 h 64711"/>
                <a:gd name="connsiteX5" fmla="*/ 10787 w 60051"/>
                <a:gd name="connsiteY5" fmla="*/ 1615 h 64711"/>
                <a:gd name="connsiteX6" fmla="*/ 3166 w 60051"/>
                <a:gd name="connsiteY6" fmla="*/ -100 h 64711"/>
                <a:gd name="connsiteX7" fmla="*/ 595 w 60051"/>
                <a:gd name="connsiteY7" fmla="*/ 9997 h 64711"/>
                <a:gd name="connsiteX8" fmla="*/ 23 w 60051"/>
                <a:gd name="connsiteY8" fmla="*/ 16855 h 64711"/>
                <a:gd name="connsiteX9" fmla="*/ 2976 w 60051"/>
                <a:gd name="connsiteY9" fmla="*/ 27999 h 64711"/>
                <a:gd name="connsiteX10" fmla="*/ 8024 w 60051"/>
                <a:gd name="connsiteY10" fmla="*/ 38000 h 64711"/>
                <a:gd name="connsiteX11" fmla="*/ 14311 w 60051"/>
                <a:gd name="connsiteY11" fmla="*/ 49526 h 64711"/>
                <a:gd name="connsiteX12" fmla="*/ 14311 w 60051"/>
                <a:gd name="connsiteY12" fmla="*/ 58098 h 64711"/>
                <a:gd name="connsiteX13" fmla="*/ 20407 w 60051"/>
                <a:gd name="connsiteY13" fmla="*/ 64575 h 64711"/>
                <a:gd name="connsiteX14" fmla="*/ 28217 w 60051"/>
                <a:gd name="connsiteY14" fmla="*/ 60860 h 64711"/>
                <a:gd name="connsiteX15" fmla="*/ 35647 w 60051"/>
                <a:gd name="connsiteY15" fmla="*/ 60860 h 64711"/>
                <a:gd name="connsiteX16" fmla="*/ 44410 w 60051"/>
                <a:gd name="connsiteY16" fmla="*/ 57336 h 64711"/>
                <a:gd name="connsiteX17" fmla="*/ 49458 w 60051"/>
                <a:gd name="connsiteY17" fmla="*/ 51431 h 64711"/>
                <a:gd name="connsiteX18" fmla="*/ 53744 w 60051"/>
                <a:gd name="connsiteY18" fmla="*/ 42668 h 64711"/>
                <a:gd name="connsiteX19" fmla="*/ 59269 w 60051"/>
                <a:gd name="connsiteY19" fmla="*/ 35428 h 64711"/>
                <a:gd name="connsiteX20" fmla="*/ 59269 w 60051"/>
                <a:gd name="connsiteY20" fmla="*/ 27618 h 64711"/>
                <a:gd name="connsiteX21" fmla="*/ 55173 w 60051"/>
                <a:gd name="connsiteY21" fmla="*/ 21617 h 6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60051" h="64711">
                  <a:moveTo>
                    <a:pt x="56030" y="21427"/>
                  </a:moveTo>
                  <a:cubicBezTo>
                    <a:pt x="53078" y="17426"/>
                    <a:pt x="44314" y="6853"/>
                    <a:pt x="40409" y="7616"/>
                  </a:cubicBezTo>
                  <a:cubicBezTo>
                    <a:pt x="38252" y="8150"/>
                    <a:pt x="36053" y="8500"/>
                    <a:pt x="33837" y="8663"/>
                  </a:cubicBezTo>
                  <a:cubicBezTo>
                    <a:pt x="32027" y="8663"/>
                    <a:pt x="28503" y="5996"/>
                    <a:pt x="26217" y="6282"/>
                  </a:cubicBezTo>
                  <a:cubicBezTo>
                    <a:pt x="23626" y="6562"/>
                    <a:pt x="21006" y="6335"/>
                    <a:pt x="18502" y="5615"/>
                  </a:cubicBezTo>
                  <a:cubicBezTo>
                    <a:pt x="16692" y="5615"/>
                    <a:pt x="12025" y="1520"/>
                    <a:pt x="10787" y="1615"/>
                  </a:cubicBezTo>
                  <a:cubicBezTo>
                    <a:pt x="6881" y="2282"/>
                    <a:pt x="5643" y="-481"/>
                    <a:pt x="3166" y="-100"/>
                  </a:cubicBezTo>
                  <a:cubicBezTo>
                    <a:pt x="23" y="2282"/>
                    <a:pt x="2119" y="7901"/>
                    <a:pt x="595" y="9997"/>
                  </a:cubicBezTo>
                  <a:cubicBezTo>
                    <a:pt x="-444" y="12132"/>
                    <a:pt x="-648" y="14577"/>
                    <a:pt x="23" y="16855"/>
                  </a:cubicBezTo>
                  <a:cubicBezTo>
                    <a:pt x="1972" y="20245"/>
                    <a:pt x="2990" y="24089"/>
                    <a:pt x="2976" y="27999"/>
                  </a:cubicBezTo>
                  <a:cubicBezTo>
                    <a:pt x="2976" y="31047"/>
                    <a:pt x="7834" y="33333"/>
                    <a:pt x="8024" y="38000"/>
                  </a:cubicBezTo>
                  <a:cubicBezTo>
                    <a:pt x="9902" y="41957"/>
                    <a:pt x="12001" y="45805"/>
                    <a:pt x="14311" y="49526"/>
                  </a:cubicBezTo>
                  <a:cubicBezTo>
                    <a:pt x="15358" y="52097"/>
                    <a:pt x="14311" y="56003"/>
                    <a:pt x="14311" y="58098"/>
                  </a:cubicBezTo>
                  <a:cubicBezTo>
                    <a:pt x="15263" y="62194"/>
                    <a:pt x="17835" y="64575"/>
                    <a:pt x="20407" y="64575"/>
                  </a:cubicBezTo>
                  <a:cubicBezTo>
                    <a:pt x="22979" y="64575"/>
                    <a:pt x="24598" y="61813"/>
                    <a:pt x="28217" y="60860"/>
                  </a:cubicBezTo>
                  <a:cubicBezTo>
                    <a:pt x="30313" y="60289"/>
                    <a:pt x="33551" y="60860"/>
                    <a:pt x="35647" y="60860"/>
                  </a:cubicBezTo>
                  <a:cubicBezTo>
                    <a:pt x="38791" y="60343"/>
                    <a:pt x="41783" y="59139"/>
                    <a:pt x="44410" y="57336"/>
                  </a:cubicBezTo>
                  <a:cubicBezTo>
                    <a:pt x="46298" y="55553"/>
                    <a:pt x="47990" y="53573"/>
                    <a:pt x="49458" y="51431"/>
                  </a:cubicBezTo>
                  <a:cubicBezTo>
                    <a:pt x="51363" y="49145"/>
                    <a:pt x="52030" y="44573"/>
                    <a:pt x="53744" y="42668"/>
                  </a:cubicBezTo>
                  <a:cubicBezTo>
                    <a:pt x="55459" y="40763"/>
                    <a:pt x="57935" y="39620"/>
                    <a:pt x="59269" y="35428"/>
                  </a:cubicBezTo>
                  <a:cubicBezTo>
                    <a:pt x="59825" y="32855"/>
                    <a:pt x="59825" y="30192"/>
                    <a:pt x="59269" y="27618"/>
                  </a:cubicBezTo>
                  <a:cubicBezTo>
                    <a:pt x="58124" y="25476"/>
                    <a:pt x="56751" y="23464"/>
                    <a:pt x="55173" y="21617"/>
                  </a:cubicBezTo>
                </a:path>
              </a:pathLst>
            </a:custGeom>
            <a:solidFill>
              <a:schemeClr val="tx1"/>
            </a:solidFill>
            <a:ln w="9525" cap="flat">
              <a:noFill/>
              <a:prstDash val="solid"/>
              <a:miter/>
            </a:ln>
          </p:spPr>
          <p:txBody>
            <a:bodyPr rtlCol="0" anchor="ctr"/>
            <a:lstStyle/>
            <a:p>
              <a:endParaRPr lang="zh-CN" altLang="en-US"/>
            </a:p>
          </p:txBody>
        </p:sp>
        <p:sp>
          <p:nvSpPr>
            <p:cNvPr id="253" name="任意多边形: 形状 252"/>
            <p:cNvSpPr/>
            <p:nvPr/>
          </p:nvSpPr>
          <p:spPr>
            <a:xfrm>
              <a:off x="10641774" y="486522"/>
              <a:ext cx="46248" cy="44826"/>
            </a:xfrm>
            <a:custGeom>
              <a:avLst/>
              <a:gdLst>
                <a:gd name="connsiteX0" fmla="*/ 55070 w 57685"/>
                <a:gd name="connsiteY0" fmla="*/ 25296 h 55911"/>
                <a:gd name="connsiteX1" fmla="*/ 56213 w 57685"/>
                <a:gd name="connsiteY1" fmla="*/ 17866 h 55911"/>
                <a:gd name="connsiteX2" fmla="*/ 57166 w 57685"/>
                <a:gd name="connsiteY2" fmla="*/ 11199 h 55911"/>
                <a:gd name="connsiteX3" fmla="*/ 53070 w 57685"/>
                <a:gd name="connsiteY3" fmla="*/ 9294 h 55911"/>
                <a:gd name="connsiteX4" fmla="*/ 41354 w 57685"/>
                <a:gd name="connsiteY4" fmla="*/ 9294 h 55911"/>
                <a:gd name="connsiteX5" fmla="*/ 31258 w 57685"/>
                <a:gd name="connsiteY5" fmla="*/ 11770 h 55911"/>
                <a:gd name="connsiteX6" fmla="*/ 21733 w 57685"/>
                <a:gd name="connsiteY6" fmla="*/ -136 h 55911"/>
                <a:gd name="connsiteX7" fmla="*/ 14113 w 57685"/>
                <a:gd name="connsiteY7" fmla="*/ 3960 h 55911"/>
                <a:gd name="connsiteX8" fmla="*/ 3731 w 57685"/>
                <a:gd name="connsiteY8" fmla="*/ 21771 h 55911"/>
                <a:gd name="connsiteX9" fmla="*/ -365 w 57685"/>
                <a:gd name="connsiteY9" fmla="*/ 29582 h 55911"/>
                <a:gd name="connsiteX10" fmla="*/ 1635 w 57685"/>
                <a:gd name="connsiteY10" fmla="*/ 36249 h 55911"/>
                <a:gd name="connsiteX11" fmla="*/ 206 w 57685"/>
                <a:gd name="connsiteY11" fmla="*/ 44632 h 55911"/>
                <a:gd name="connsiteX12" fmla="*/ 13732 w 57685"/>
                <a:gd name="connsiteY12" fmla="*/ 55776 h 55911"/>
                <a:gd name="connsiteX13" fmla="*/ 25067 w 57685"/>
                <a:gd name="connsiteY13" fmla="*/ 51013 h 55911"/>
                <a:gd name="connsiteX14" fmla="*/ 33639 w 57685"/>
                <a:gd name="connsiteY14" fmla="*/ 50251 h 55911"/>
                <a:gd name="connsiteX15" fmla="*/ 41069 w 57685"/>
                <a:gd name="connsiteY15" fmla="*/ 45203 h 55911"/>
                <a:gd name="connsiteX16" fmla="*/ 44783 w 57685"/>
                <a:gd name="connsiteY16" fmla="*/ 34630 h 55911"/>
                <a:gd name="connsiteX17" fmla="*/ 50022 w 57685"/>
                <a:gd name="connsiteY17" fmla="*/ 30725 h 55911"/>
                <a:gd name="connsiteX18" fmla="*/ 55166 w 57685"/>
                <a:gd name="connsiteY18" fmla="*/ 25105 h 55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685" h="55911">
                  <a:moveTo>
                    <a:pt x="55070" y="25296"/>
                  </a:moveTo>
                  <a:cubicBezTo>
                    <a:pt x="55973" y="22928"/>
                    <a:pt x="56362" y="20396"/>
                    <a:pt x="56213" y="17866"/>
                  </a:cubicBezTo>
                  <a:cubicBezTo>
                    <a:pt x="57217" y="15797"/>
                    <a:pt x="57550" y="13466"/>
                    <a:pt x="57166" y="11199"/>
                  </a:cubicBezTo>
                  <a:cubicBezTo>
                    <a:pt x="57166" y="9675"/>
                    <a:pt x="54975" y="9294"/>
                    <a:pt x="53070" y="9294"/>
                  </a:cubicBezTo>
                  <a:cubicBezTo>
                    <a:pt x="49168" y="9063"/>
                    <a:pt x="45256" y="9063"/>
                    <a:pt x="41354" y="9294"/>
                  </a:cubicBezTo>
                  <a:cubicBezTo>
                    <a:pt x="38143" y="10653"/>
                    <a:pt x="34734" y="11489"/>
                    <a:pt x="31258" y="11770"/>
                  </a:cubicBezTo>
                  <a:cubicBezTo>
                    <a:pt x="28877" y="11770"/>
                    <a:pt x="28496" y="-136"/>
                    <a:pt x="21733" y="-136"/>
                  </a:cubicBezTo>
                  <a:cubicBezTo>
                    <a:pt x="19828" y="-136"/>
                    <a:pt x="16685" y="2626"/>
                    <a:pt x="14113" y="3960"/>
                  </a:cubicBezTo>
                  <a:cubicBezTo>
                    <a:pt x="8556" y="8398"/>
                    <a:pt x="4854" y="14749"/>
                    <a:pt x="3731" y="21771"/>
                  </a:cubicBezTo>
                  <a:cubicBezTo>
                    <a:pt x="3159" y="24057"/>
                    <a:pt x="-365" y="27677"/>
                    <a:pt x="-365" y="29582"/>
                  </a:cubicBezTo>
                  <a:cubicBezTo>
                    <a:pt x="-365" y="31487"/>
                    <a:pt x="1635" y="34344"/>
                    <a:pt x="1635" y="36249"/>
                  </a:cubicBezTo>
                  <a:cubicBezTo>
                    <a:pt x="1635" y="38154"/>
                    <a:pt x="206" y="42727"/>
                    <a:pt x="206" y="44632"/>
                  </a:cubicBezTo>
                  <a:cubicBezTo>
                    <a:pt x="206" y="52632"/>
                    <a:pt x="6779" y="55776"/>
                    <a:pt x="13732" y="55776"/>
                  </a:cubicBezTo>
                  <a:cubicBezTo>
                    <a:pt x="17710" y="54714"/>
                    <a:pt x="21524" y="53111"/>
                    <a:pt x="25067" y="51013"/>
                  </a:cubicBezTo>
                  <a:cubicBezTo>
                    <a:pt x="27162" y="50442"/>
                    <a:pt x="30496" y="52252"/>
                    <a:pt x="33639" y="50251"/>
                  </a:cubicBezTo>
                  <a:cubicBezTo>
                    <a:pt x="36782" y="48251"/>
                    <a:pt x="39068" y="47584"/>
                    <a:pt x="41069" y="45203"/>
                  </a:cubicBezTo>
                  <a:cubicBezTo>
                    <a:pt x="43069" y="42822"/>
                    <a:pt x="43069" y="38916"/>
                    <a:pt x="44783" y="34630"/>
                  </a:cubicBezTo>
                  <a:cubicBezTo>
                    <a:pt x="45545" y="32820"/>
                    <a:pt x="49260" y="31963"/>
                    <a:pt x="50022" y="30725"/>
                  </a:cubicBezTo>
                  <a:cubicBezTo>
                    <a:pt x="51626" y="28754"/>
                    <a:pt x="53344" y="26877"/>
                    <a:pt x="55166" y="25105"/>
                  </a:cubicBezTo>
                </a:path>
              </a:pathLst>
            </a:custGeom>
            <a:solidFill>
              <a:schemeClr val="tx1"/>
            </a:solidFill>
            <a:ln w="9525" cap="flat">
              <a:noFill/>
              <a:prstDash val="solid"/>
              <a:miter/>
            </a:ln>
          </p:spPr>
          <p:txBody>
            <a:bodyPr rtlCol="0" anchor="ctr"/>
            <a:lstStyle/>
            <a:p>
              <a:endParaRPr lang="zh-CN" altLang="en-US"/>
            </a:p>
          </p:txBody>
        </p:sp>
        <p:sp>
          <p:nvSpPr>
            <p:cNvPr id="254" name="任意多边形: 形状 253"/>
            <p:cNvSpPr/>
            <p:nvPr/>
          </p:nvSpPr>
          <p:spPr>
            <a:xfrm>
              <a:off x="10638777" y="312410"/>
              <a:ext cx="179629" cy="95584"/>
            </a:xfrm>
            <a:custGeom>
              <a:avLst/>
              <a:gdLst>
                <a:gd name="connsiteX0" fmla="*/ 219971 w 224051"/>
                <a:gd name="connsiteY0" fmla="*/ 52823 h 119221"/>
                <a:gd name="connsiteX1" fmla="*/ 211304 w 224051"/>
                <a:gd name="connsiteY1" fmla="*/ 45203 h 119221"/>
                <a:gd name="connsiteX2" fmla="*/ 204065 w 224051"/>
                <a:gd name="connsiteY2" fmla="*/ 42822 h 119221"/>
                <a:gd name="connsiteX3" fmla="*/ 197112 w 224051"/>
                <a:gd name="connsiteY3" fmla="*/ 39869 h 119221"/>
                <a:gd name="connsiteX4" fmla="*/ 180824 w 224051"/>
                <a:gd name="connsiteY4" fmla="*/ 43584 h 119221"/>
                <a:gd name="connsiteX5" fmla="*/ 152249 w 224051"/>
                <a:gd name="connsiteY5" fmla="*/ 50251 h 119221"/>
                <a:gd name="connsiteX6" fmla="*/ 150725 w 224051"/>
                <a:gd name="connsiteY6" fmla="*/ 45394 h 119221"/>
                <a:gd name="connsiteX7" fmla="*/ 158726 w 224051"/>
                <a:gd name="connsiteY7" fmla="*/ 30725 h 119221"/>
                <a:gd name="connsiteX8" fmla="*/ 152249 w 224051"/>
                <a:gd name="connsiteY8" fmla="*/ 16437 h 119221"/>
                <a:gd name="connsiteX9" fmla="*/ 149487 w 224051"/>
                <a:gd name="connsiteY9" fmla="*/ 6912 h 119221"/>
                <a:gd name="connsiteX10" fmla="*/ 141104 w 224051"/>
                <a:gd name="connsiteY10" fmla="*/ 4341 h 119221"/>
                <a:gd name="connsiteX11" fmla="*/ 136437 w 224051"/>
                <a:gd name="connsiteY11" fmla="*/ 626 h 119221"/>
                <a:gd name="connsiteX12" fmla="*/ 127484 w 224051"/>
                <a:gd name="connsiteY12" fmla="*/ 626 h 119221"/>
                <a:gd name="connsiteX13" fmla="*/ 120244 w 224051"/>
                <a:gd name="connsiteY13" fmla="*/ -136 h 119221"/>
                <a:gd name="connsiteX14" fmla="*/ 114149 w 224051"/>
                <a:gd name="connsiteY14" fmla="*/ 2150 h 119221"/>
                <a:gd name="connsiteX15" fmla="*/ 108148 w 224051"/>
                <a:gd name="connsiteY15" fmla="*/ 2817 h 119221"/>
                <a:gd name="connsiteX16" fmla="*/ 101862 w 224051"/>
                <a:gd name="connsiteY16" fmla="*/ 5293 h 119221"/>
                <a:gd name="connsiteX17" fmla="*/ 91098 w 224051"/>
                <a:gd name="connsiteY17" fmla="*/ 7103 h 119221"/>
                <a:gd name="connsiteX18" fmla="*/ 89003 w 224051"/>
                <a:gd name="connsiteY18" fmla="*/ 13104 h 119221"/>
                <a:gd name="connsiteX19" fmla="*/ 96146 w 224051"/>
                <a:gd name="connsiteY19" fmla="*/ 30725 h 119221"/>
                <a:gd name="connsiteX20" fmla="*/ 93861 w 224051"/>
                <a:gd name="connsiteY20" fmla="*/ 37773 h 119221"/>
                <a:gd name="connsiteX21" fmla="*/ 91670 w 224051"/>
                <a:gd name="connsiteY21" fmla="*/ 43393 h 119221"/>
                <a:gd name="connsiteX22" fmla="*/ 90336 w 224051"/>
                <a:gd name="connsiteY22" fmla="*/ 49299 h 119221"/>
                <a:gd name="connsiteX23" fmla="*/ 95956 w 224051"/>
                <a:gd name="connsiteY23" fmla="*/ 53585 h 119221"/>
                <a:gd name="connsiteX24" fmla="*/ 101862 w 224051"/>
                <a:gd name="connsiteY24" fmla="*/ 55490 h 119221"/>
                <a:gd name="connsiteX25" fmla="*/ 102814 w 224051"/>
                <a:gd name="connsiteY25" fmla="*/ 61205 h 119221"/>
                <a:gd name="connsiteX26" fmla="*/ 94432 w 224051"/>
                <a:gd name="connsiteY26" fmla="*/ 66063 h 119221"/>
                <a:gd name="connsiteX27" fmla="*/ 73953 w 224051"/>
                <a:gd name="connsiteY27" fmla="*/ 72349 h 119221"/>
                <a:gd name="connsiteX28" fmla="*/ 62809 w 224051"/>
                <a:gd name="connsiteY28" fmla="*/ 73873 h 119221"/>
                <a:gd name="connsiteX29" fmla="*/ 36615 w 224051"/>
                <a:gd name="connsiteY29" fmla="*/ 79112 h 119221"/>
                <a:gd name="connsiteX30" fmla="*/ 25662 w 224051"/>
                <a:gd name="connsiteY30" fmla="*/ 82827 h 119221"/>
                <a:gd name="connsiteX31" fmla="*/ 20613 w 224051"/>
                <a:gd name="connsiteY31" fmla="*/ 79969 h 119221"/>
                <a:gd name="connsiteX32" fmla="*/ 1563 w 224051"/>
                <a:gd name="connsiteY32" fmla="*/ 89494 h 119221"/>
                <a:gd name="connsiteX33" fmla="*/ -246 w 224051"/>
                <a:gd name="connsiteY33" fmla="*/ 96162 h 119221"/>
                <a:gd name="connsiteX34" fmla="*/ 230 w 224051"/>
                <a:gd name="connsiteY34" fmla="*/ 104544 h 119221"/>
                <a:gd name="connsiteX35" fmla="*/ 2706 w 224051"/>
                <a:gd name="connsiteY35" fmla="*/ 114736 h 119221"/>
                <a:gd name="connsiteX36" fmla="*/ 12231 w 224051"/>
                <a:gd name="connsiteY36" fmla="*/ 115307 h 119221"/>
                <a:gd name="connsiteX37" fmla="*/ 17470 w 224051"/>
                <a:gd name="connsiteY37" fmla="*/ 119022 h 119221"/>
                <a:gd name="connsiteX38" fmla="*/ 23947 w 224051"/>
                <a:gd name="connsiteY38" fmla="*/ 115307 h 119221"/>
                <a:gd name="connsiteX39" fmla="*/ 31376 w 224051"/>
                <a:gd name="connsiteY39" fmla="*/ 112735 h 119221"/>
                <a:gd name="connsiteX40" fmla="*/ 40139 w 224051"/>
                <a:gd name="connsiteY40" fmla="*/ 110354 h 119221"/>
                <a:gd name="connsiteX41" fmla="*/ 45569 w 224051"/>
                <a:gd name="connsiteY41" fmla="*/ 110354 h 119221"/>
                <a:gd name="connsiteX42" fmla="*/ 52427 w 224051"/>
                <a:gd name="connsiteY42" fmla="*/ 110354 h 119221"/>
                <a:gd name="connsiteX43" fmla="*/ 60237 w 224051"/>
                <a:gd name="connsiteY43" fmla="*/ 108258 h 119221"/>
                <a:gd name="connsiteX44" fmla="*/ 67476 w 224051"/>
                <a:gd name="connsiteY44" fmla="*/ 107306 h 119221"/>
                <a:gd name="connsiteX45" fmla="*/ 76049 w 224051"/>
                <a:gd name="connsiteY45" fmla="*/ 105115 h 119221"/>
                <a:gd name="connsiteX46" fmla="*/ 85574 w 224051"/>
                <a:gd name="connsiteY46" fmla="*/ 102734 h 119221"/>
                <a:gd name="connsiteX47" fmla="*/ 95099 w 224051"/>
                <a:gd name="connsiteY47" fmla="*/ 100257 h 119221"/>
                <a:gd name="connsiteX48" fmla="*/ 128912 w 224051"/>
                <a:gd name="connsiteY48" fmla="*/ 91875 h 119221"/>
                <a:gd name="connsiteX49" fmla="*/ 143390 w 224051"/>
                <a:gd name="connsiteY49" fmla="*/ 85780 h 119221"/>
                <a:gd name="connsiteX50" fmla="*/ 152915 w 224051"/>
                <a:gd name="connsiteY50" fmla="*/ 85780 h 119221"/>
                <a:gd name="connsiteX51" fmla="*/ 163298 w 224051"/>
                <a:gd name="connsiteY51" fmla="*/ 82065 h 119221"/>
                <a:gd name="connsiteX52" fmla="*/ 173680 w 224051"/>
                <a:gd name="connsiteY52" fmla="*/ 78922 h 119221"/>
                <a:gd name="connsiteX53" fmla="*/ 185015 w 224051"/>
                <a:gd name="connsiteY53" fmla="*/ 77588 h 119221"/>
                <a:gd name="connsiteX54" fmla="*/ 199207 w 224051"/>
                <a:gd name="connsiteY54" fmla="*/ 76636 h 119221"/>
                <a:gd name="connsiteX55" fmla="*/ 207589 w 224051"/>
                <a:gd name="connsiteY55" fmla="*/ 79112 h 119221"/>
                <a:gd name="connsiteX56" fmla="*/ 223210 w 224051"/>
                <a:gd name="connsiteY56" fmla="*/ 65872 h 119221"/>
                <a:gd name="connsiteX57" fmla="*/ 223686 w 224051"/>
                <a:gd name="connsiteY57" fmla="*/ 57109 h 119221"/>
                <a:gd name="connsiteX58" fmla="*/ 219781 w 224051"/>
                <a:gd name="connsiteY58" fmla="*/ 52823 h 119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24051" h="119221">
                  <a:moveTo>
                    <a:pt x="219971" y="52823"/>
                  </a:moveTo>
                  <a:cubicBezTo>
                    <a:pt x="216018" y="51837"/>
                    <a:pt x="212788" y="48997"/>
                    <a:pt x="211304" y="45203"/>
                  </a:cubicBezTo>
                  <a:cubicBezTo>
                    <a:pt x="210542" y="43203"/>
                    <a:pt x="206255" y="43393"/>
                    <a:pt x="204065" y="42822"/>
                  </a:cubicBezTo>
                  <a:cubicBezTo>
                    <a:pt x="201874" y="42250"/>
                    <a:pt x="198921" y="39678"/>
                    <a:pt x="197112" y="39869"/>
                  </a:cubicBezTo>
                  <a:cubicBezTo>
                    <a:pt x="191592" y="40674"/>
                    <a:pt x="186146" y="41916"/>
                    <a:pt x="180824" y="43584"/>
                  </a:cubicBezTo>
                  <a:cubicBezTo>
                    <a:pt x="176347" y="45012"/>
                    <a:pt x="157488" y="49203"/>
                    <a:pt x="152249" y="50251"/>
                  </a:cubicBezTo>
                  <a:cubicBezTo>
                    <a:pt x="149296" y="50823"/>
                    <a:pt x="149105" y="47489"/>
                    <a:pt x="150725" y="45394"/>
                  </a:cubicBezTo>
                  <a:cubicBezTo>
                    <a:pt x="156535" y="40440"/>
                    <a:pt x="159107" y="40250"/>
                    <a:pt x="158726" y="30725"/>
                  </a:cubicBezTo>
                  <a:cubicBezTo>
                    <a:pt x="158345" y="21200"/>
                    <a:pt x="153773" y="19581"/>
                    <a:pt x="152249" y="16437"/>
                  </a:cubicBezTo>
                  <a:cubicBezTo>
                    <a:pt x="150725" y="13294"/>
                    <a:pt x="150915" y="8436"/>
                    <a:pt x="149487" y="6912"/>
                  </a:cubicBezTo>
                  <a:cubicBezTo>
                    <a:pt x="148058" y="5389"/>
                    <a:pt x="142057" y="5103"/>
                    <a:pt x="141104" y="4341"/>
                  </a:cubicBezTo>
                  <a:cubicBezTo>
                    <a:pt x="140152" y="3579"/>
                    <a:pt x="138723" y="626"/>
                    <a:pt x="136437" y="626"/>
                  </a:cubicBezTo>
                  <a:cubicBezTo>
                    <a:pt x="133456" y="818"/>
                    <a:pt x="130465" y="818"/>
                    <a:pt x="127484" y="626"/>
                  </a:cubicBezTo>
                  <a:cubicBezTo>
                    <a:pt x="125091" y="208"/>
                    <a:pt x="122672" y="-46"/>
                    <a:pt x="120244" y="-136"/>
                  </a:cubicBezTo>
                  <a:cubicBezTo>
                    <a:pt x="116911" y="-136"/>
                    <a:pt x="116911" y="1198"/>
                    <a:pt x="114149" y="2150"/>
                  </a:cubicBezTo>
                  <a:cubicBezTo>
                    <a:pt x="111387" y="3102"/>
                    <a:pt x="109386" y="2150"/>
                    <a:pt x="108148" y="2817"/>
                  </a:cubicBezTo>
                  <a:cubicBezTo>
                    <a:pt x="106242" y="4060"/>
                    <a:pt x="104104" y="4903"/>
                    <a:pt x="101862" y="5293"/>
                  </a:cubicBezTo>
                  <a:cubicBezTo>
                    <a:pt x="98051" y="5293"/>
                    <a:pt x="94337" y="3769"/>
                    <a:pt x="91098" y="7103"/>
                  </a:cubicBezTo>
                  <a:cubicBezTo>
                    <a:pt x="89348" y="8565"/>
                    <a:pt x="88543" y="10870"/>
                    <a:pt x="89003" y="13104"/>
                  </a:cubicBezTo>
                  <a:cubicBezTo>
                    <a:pt x="89955" y="16057"/>
                    <a:pt x="97385" y="26820"/>
                    <a:pt x="96146" y="30725"/>
                  </a:cubicBezTo>
                  <a:cubicBezTo>
                    <a:pt x="95511" y="33114"/>
                    <a:pt x="94748" y="35467"/>
                    <a:pt x="93861" y="37773"/>
                  </a:cubicBezTo>
                  <a:cubicBezTo>
                    <a:pt x="92908" y="40440"/>
                    <a:pt x="92432" y="41298"/>
                    <a:pt x="91670" y="43393"/>
                  </a:cubicBezTo>
                  <a:cubicBezTo>
                    <a:pt x="90679" y="45197"/>
                    <a:pt x="90217" y="47244"/>
                    <a:pt x="90336" y="49299"/>
                  </a:cubicBezTo>
                  <a:cubicBezTo>
                    <a:pt x="91590" y="51395"/>
                    <a:pt x="93602" y="52930"/>
                    <a:pt x="95956" y="53585"/>
                  </a:cubicBezTo>
                  <a:cubicBezTo>
                    <a:pt x="98432" y="53585"/>
                    <a:pt x="100718" y="52537"/>
                    <a:pt x="101862" y="55490"/>
                  </a:cubicBezTo>
                  <a:cubicBezTo>
                    <a:pt x="102630" y="57292"/>
                    <a:pt x="102957" y="59251"/>
                    <a:pt x="102814" y="61205"/>
                  </a:cubicBezTo>
                  <a:cubicBezTo>
                    <a:pt x="101480" y="64253"/>
                    <a:pt x="96908" y="65491"/>
                    <a:pt x="94432" y="66063"/>
                  </a:cubicBezTo>
                  <a:cubicBezTo>
                    <a:pt x="87493" y="67771"/>
                    <a:pt x="80656" y="69870"/>
                    <a:pt x="73953" y="72349"/>
                  </a:cubicBezTo>
                  <a:cubicBezTo>
                    <a:pt x="71381" y="74445"/>
                    <a:pt x="67286" y="72349"/>
                    <a:pt x="62809" y="73873"/>
                  </a:cubicBezTo>
                  <a:cubicBezTo>
                    <a:pt x="54226" y="76295"/>
                    <a:pt x="45469" y="78046"/>
                    <a:pt x="36615" y="79112"/>
                  </a:cubicBezTo>
                  <a:cubicBezTo>
                    <a:pt x="33758" y="79112"/>
                    <a:pt x="27090" y="82827"/>
                    <a:pt x="25662" y="82827"/>
                  </a:cubicBezTo>
                  <a:cubicBezTo>
                    <a:pt x="24233" y="82827"/>
                    <a:pt x="22423" y="79588"/>
                    <a:pt x="20613" y="79969"/>
                  </a:cubicBezTo>
                  <a:cubicBezTo>
                    <a:pt x="13758" y="82013"/>
                    <a:pt x="7311" y="85236"/>
                    <a:pt x="1563" y="89494"/>
                  </a:cubicBezTo>
                  <a:cubicBezTo>
                    <a:pt x="6" y="91341"/>
                    <a:pt x="-656" y="93781"/>
                    <a:pt x="-246" y="96162"/>
                  </a:cubicBezTo>
                  <a:cubicBezTo>
                    <a:pt x="-246" y="100067"/>
                    <a:pt x="325" y="103686"/>
                    <a:pt x="230" y="104544"/>
                  </a:cubicBezTo>
                  <a:cubicBezTo>
                    <a:pt x="-437" y="108449"/>
                    <a:pt x="-628" y="113116"/>
                    <a:pt x="2706" y="114736"/>
                  </a:cubicBezTo>
                  <a:cubicBezTo>
                    <a:pt x="6040" y="116355"/>
                    <a:pt x="10326" y="114736"/>
                    <a:pt x="12231" y="115307"/>
                  </a:cubicBezTo>
                  <a:cubicBezTo>
                    <a:pt x="16327" y="117212"/>
                    <a:pt x="14613" y="119498"/>
                    <a:pt x="17470" y="119022"/>
                  </a:cubicBezTo>
                  <a:cubicBezTo>
                    <a:pt x="20328" y="118545"/>
                    <a:pt x="23375" y="117022"/>
                    <a:pt x="23947" y="115307"/>
                  </a:cubicBezTo>
                  <a:cubicBezTo>
                    <a:pt x="26290" y="114105"/>
                    <a:pt x="28791" y="113239"/>
                    <a:pt x="31376" y="112735"/>
                  </a:cubicBezTo>
                  <a:cubicBezTo>
                    <a:pt x="34901" y="112735"/>
                    <a:pt x="38330" y="112735"/>
                    <a:pt x="40139" y="110354"/>
                  </a:cubicBezTo>
                  <a:cubicBezTo>
                    <a:pt x="41939" y="110087"/>
                    <a:pt x="43769" y="110087"/>
                    <a:pt x="45569" y="110354"/>
                  </a:cubicBezTo>
                  <a:cubicBezTo>
                    <a:pt x="47825" y="110875"/>
                    <a:pt x="50171" y="110875"/>
                    <a:pt x="52427" y="110354"/>
                  </a:cubicBezTo>
                  <a:cubicBezTo>
                    <a:pt x="54982" y="109486"/>
                    <a:pt x="57591" y="108786"/>
                    <a:pt x="60237" y="108258"/>
                  </a:cubicBezTo>
                  <a:cubicBezTo>
                    <a:pt x="62691" y="108493"/>
                    <a:pt x="65166" y="108167"/>
                    <a:pt x="67476" y="107306"/>
                  </a:cubicBezTo>
                  <a:cubicBezTo>
                    <a:pt x="69857" y="106068"/>
                    <a:pt x="71763" y="107306"/>
                    <a:pt x="76049" y="105115"/>
                  </a:cubicBezTo>
                  <a:cubicBezTo>
                    <a:pt x="78621" y="103782"/>
                    <a:pt x="83669" y="103782"/>
                    <a:pt x="85574" y="102734"/>
                  </a:cubicBezTo>
                  <a:cubicBezTo>
                    <a:pt x="87479" y="101686"/>
                    <a:pt x="92622" y="102734"/>
                    <a:pt x="95099" y="100257"/>
                  </a:cubicBezTo>
                  <a:cubicBezTo>
                    <a:pt x="106161" y="96680"/>
                    <a:pt x="117460" y="93879"/>
                    <a:pt x="128912" y="91875"/>
                  </a:cubicBezTo>
                  <a:cubicBezTo>
                    <a:pt x="134723" y="90256"/>
                    <a:pt x="141486" y="86161"/>
                    <a:pt x="143390" y="85780"/>
                  </a:cubicBezTo>
                  <a:cubicBezTo>
                    <a:pt x="147677" y="85018"/>
                    <a:pt x="151391" y="86732"/>
                    <a:pt x="152915" y="85780"/>
                  </a:cubicBezTo>
                  <a:cubicBezTo>
                    <a:pt x="156287" y="84305"/>
                    <a:pt x="159756" y="83063"/>
                    <a:pt x="163298" y="82065"/>
                  </a:cubicBezTo>
                  <a:cubicBezTo>
                    <a:pt x="165774" y="81303"/>
                    <a:pt x="171108" y="79493"/>
                    <a:pt x="173680" y="78922"/>
                  </a:cubicBezTo>
                  <a:lnTo>
                    <a:pt x="185015" y="77588"/>
                  </a:lnTo>
                  <a:cubicBezTo>
                    <a:pt x="186824" y="77588"/>
                    <a:pt x="197397" y="76731"/>
                    <a:pt x="199207" y="76636"/>
                  </a:cubicBezTo>
                  <a:cubicBezTo>
                    <a:pt x="204541" y="76636"/>
                    <a:pt x="206065" y="80160"/>
                    <a:pt x="207589" y="79112"/>
                  </a:cubicBezTo>
                  <a:cubicBezTo>
                    <a:pt x="212161" y="76255"/>
                    <a:pt x="222638" y="71968"/>
                    <a:pt x="223210" y="65872"/>
                  </a:cubicBezTo>
                  <a:cubicBezTo>
                    <a:pt x="223210" y="61967"/>
                    <a:pt x="223686" y="58919"/>
                    <a:pt x="223686" y="57109"/>
                  </a:cubicBezTo>
                  <a:cubicBezTo>
                    <a:pt x="223366" y="55025"/>
                    <a:pt x="221827" y="53335"/>
                    <a:pt x="219781" y="52823"/>
                  </a:cubicBezTo>
                </a:path>
              </a:pathLst>
            </a:custGeom>
            <a:solidFill>
              <a:schemeClr val="tx1"/>
            </a:solidFill>
            <a:ln w="9525" cap="flat">
              <a:noFill/>
              <a:prstDash val="solid"/>
              <a:miter/>
            </a:ln>
          </p:spPr>
          <p:txBody>
            <a:bodyPr rtlCol="0" anchor="ctr"/>
            <a:lstStyle/>
            <a:p>
              <a:endParaRPr lang="zh-CN" altLang="en-US" dirty="0"/>
            </a:p>
          </p:txBody>
        </p:sp>
        <p:sp>
          <p:nvSpPr>
            <p:cNvPr id="255" name="任意多边形: 形状 254"/>
            <p:cNvSpPr/>
            <p:nvPr/>
          </p:nvSpPr>
          <p:spPr>
            <a:xfrm>
              <a:off x="11637176" y="311028"/>
              <a:ext cx="173523" cy="238917"/>
            </a:xfrm>
            <a:custGeom>
              <a:avLst/>
              <a:gdLst>
                <a:gd name="connsiteX0" fmla="*/ 211303 w 216435"/>
                <a:gd name="connsiteY0" fmla="*/ 97027 h 298001"/>
                <a:gd name="connsiteX1" fmla="*/ 203588 w 216435"/>
                <a:gd name="connsiteY1" fmla="*/ 94265 h 298001"/>
                <a:gd name="connsiteX2" fmla="*/ 196825 w 216435"/>
                <a:gd name="connsiteY2" fmla="*/ 92265 h 298001"/>
                <a:gd name="connsiteX3" fmla="*/ 190824 w 216435"/>
                <a:gd name="connsiteY3" fmla="*/ 87883 h 298001"/>
                <a:gd name="connsiteX4" fmla="*/ 183395 w 216435"/>
                <a:gd name="connsiteY4" fmla="*/ 87883 h 298001"/>
                <a:gd name="connsiteX5" fmla="*/ 172631 w 216435"/>
                <a:gd name="connsiteY5" fmla="*/ 93789 h 298001"/>
                <a:gd name="connsiteX6" fmla="*/ 167107 w 216435"/>
                <a:gd name="connsiteY6" fmla="*/ 92074 h 298001"/>
                <a:gd name="connsiteX7" fmla="*/ 169012 w 216435"/>
                <a:gd name="connsiteY7" fmla="*/ 80073 h 298001"/>
                <a:gd name="connsiteX8" fmla="*/ 171393 w 216435"/>
                <a:gd name="connsiteY8" fmla="*/ 70548 h 298001"/>
                <a:gd name="connsiteX9" fmla="*/ 174251 w 216435"/>
                <a:gd name="connsiteY9" fmla="*/ 62547 h 298001"/>
                <a:gd name="connsiteX10" fmla="*/ 183776 w 216435"/>
                <a:gd name="connsiteY10" fmla="*/ 39496 h 298001"/>
                <a:gd name="connsiteX11" fmla="*/ 195968 w 216435"/>
                <a:gd name="connsiteY11" fmla="*/ 29971 h 298001"/>
                <a:gd name="connsiteX12" fmla="*/ 197016 w 216435"/>
                <a:gd name="connsiteY12" fmla="*/ 18446 h 298001"/>
                <a:gd name="connsiteX13" fmla="*/ 194730 w 216435"/>
                <a:gd name="connsiteY13" fmla="*/ 11874 h 298001"/>
                <a:gd name="connsiteX14" fmla="*/ 185776 w 216435"/>
                <a:gd name="connsiteY14" fmla="*/ 6254 h 298001"/>
                <a:gd name="connsiteX15" fmla="*/ 177490 w 216435"/>
                <a:gd name="connsiteY15" fmla="*/ 7207 h 298001"/>
                <a:gd name="connsiteX16" fmla="*/ 175013 w 216435"/>
                <a:gd name="connsiteY16" fmla="*/ 10731 h 298001"/>
                <a:gd name="connsiteX17" fmla="*/ 147295 w 216435"/>
                <a:gd name="connsiteY17" fmla="*/ 25399 h 298001"/>
                <a:gd name="connsiteX18" fmla="*/ 152820 w 216435"/>
                <a:gd name="connsiteY18" fmla="*/ 38734 h 298001"/>
                <a:gd name="connsiteX19" fmla="*/ 150819 w 216435"/>
                <a:gd name="connsiteY19" fmla="*/ 45973 h 298001"/>
                <a:gd name="connsiteX20" fmla="*/ 146438 w 216435"/>
                <a:gd name="connsiteY20" fmla="*/ 52545 h 298001"/>
                <a:gd name="connsiteX21" fmla="*/ 138723 w 216435"/>
                <a:gd name="connsiteY21" fmla="*/ 56451 h 298001"/>
                <a:gd name="connsiteX22" fmla="*/ 139484 w 216435"/>
                <a:gd name="connsiteY22" fmla="*/ 65499 h 298001"/>
                <a:gd name="connsiteX23" fmla="*/ 135103 w 216435"/>
                <a:gd name="connsiteY23" fmla="*/ 70643 h 298001"/>
                <a:gd name="connsiteX24" fmla="*/ 129674 w 216435"/>
                <a:gd name="connsiteY24" fmla="*/ 74929 h 298001"/>
                <a:gd name="connsiteX25" fmla="*/ 131579 w 216435"/>
                <a:gd name="connsiteY25" fmla="*/ 84454 h 298001"/>
                <a:gd name="connsiteX26" fmla="*/ 139866 w 216435"/>
                <a:gd name="connsiteY26" fmla="*/ 87216 h 298001"/>
                <a:gd name="connsiteX27" fmla="*/ 130341 w 216435"/>
                <a:gd name="connsiteY27" fmla="*/ 96741 h 298001"/>
                <a:gd name="connsiteX28" fmla="*/ 125292 w 216435"/>
                <a:gd name="connsiteY28" fmla="*/ 88645 h 298001"/>
                <a:gd name="connsiteX29" fmla="*/ 115005 w 216435"/>
                <a:gd name="connsiteY29" fmla="*/ 83216 h 298001"/>
                <a:gd name="connsiteX30" fmla="*/ 123482 w 216435"/>
                <a:gd name="connsiteY30" fmla="*/ 70929 h 298001"/>
                <a:gd name="connsiteX31" fmla="*/ 134722 w 216435"/>
                <a:gd name="connsiteY31" fmla="*/ 48164 h 298001"/>
                <a:gd name="connsiteX32" fmla="*/ 129579 w 216435"/>
                <a:gd name="connsiteY32" fmla="*/ 40449 h 298001"/>
                <a:gd name="connsiteX33" fmla="*/ 129579 w 216435"/>
                <a:gd name="connsiteY33" fmla="*/ 30924 h 298001"/>
                <a:gd name="connsiteX34" fmla="*/ 137865 w 216435"/>
                <a:gd name="connsiteY34" fmla="*/ 20065 h 298001"/>
                <a:gd name="connsiteX35" fmla="*/ 142152 w 216435"/>
                <a:gd name="connsiteY35" fmla="*/ 7683 h 298001"/>
                <a:gd name="connsiteX36" fmla="*/ 132055 w 216435"/>
                <a:gd name="connsiteY36" fmla="*/ -128 h 298001"/>
                <a:gd name="connsiteX37" fmla="*/ 126721 w 216435"/>
                <a:gd name="connsiteY37" fmla="*/ 1015 h 298001"/>
                <a:gd name="connsiteX38" fmla="*/ 121387 w 216435"/>
                <a:gd name="connsiteY38" fmla="*/ 1015 h 298001"/>
                <a:gd name="connsiteX39" fmla="*/ 114815 w 216435"/>
                <a:gd name="connsiteY39" fmla="*/ 13207 h 298001"/>
                <a:gd name="connsiteX40" fmla="*/ 105957 w 216435"/>
                <a:gd name="connsiteY40" fmla="*/ 24923 h 298001"/>
                <a:gd name="connsiteX41" fmla="*/ 98622 w 216435"/>
                <a:gd name="connsiteY41" fmla="*/ 18922 h 298001"/>
                <a:gd name="connsiteX42" fmla="*/ 91955 w 216435"/>
                <a:gd name="connsiteY42" fmla="*/ 25590 h 298001"/>
                <a:gd name="connsiteX43" fmla="*/ 95955 w 216435"/>
                <a:gd name="connsiteY43" fmla="*/ 36163 h 298001"/>
                <a:gd name="connsiteX44" fmla="*/ 92336 w 216435"/>
                <a:gd name="connsiteY44" fmla="*/ 45688 h 298001"/>
                <a:gd name="connsiteX45" fmla="*/ 92336 w 216435"/>
                <a:gd name="connsiteY45" fmla="*/ 57594 h 298001"/>
                <a:gd name="connsiteX46" fmla="*/ 98242 w 216435"/>
                <a:gd name="connsiteY46" fmla="*/ 54831 h 298001"/>
                <a:gd name="connsiteX47" fmla="*/ 106623 w 216435"/>
                <a:gd name="connsiteY47" fmla="*/ 51593 h 298001"/>
                <a:gd name="connsiteX48" fmla="*/ 111672 w 216435"/>
                <a:gd name="connsiteY48" fmla="*/ 63594 h 298001"/>
                <a:gd name="connsiteX49" fmla="*/ 102147 w 216435"/>
                <a:gd name="connsiteY49" fmla="*/ 72453 h 298001"/>
                <a:gd name="connsiteX50" fmla="*/ 98242 w 216435"/>
                <a:gd name="connsiteY50" fmla="*/ 67500 h 298001"/>
                <a:gd name="connsiteX51" fmla="*/ 87859 w 216435"/>
                <a:gd name="connsiteY51" fmla="*/ 67500 h 298001"/>
                <a:gd name="connsiteX52" fmla="*/ 85192 w 216435"/>
                <a:gd name="connsiteY52" fmla="*/ 62832 h 298001"/>
                <a:gd name="connsiteX53" fmla="*/ 82334 w 216435"/>
                <a:gd name="connsiteY53" fmla="*/ 42735 h 298001"/>
                <a:gd name="connsiteX54" fmla="*/ 80334 w 216435"/>
                <a:gd name="connsiteY54" fmla="*/ 36734 h 298001"/>
                <a:gd name="connsiteX55" fmla="*/ 77382 w 216435"/>
                <a:gd name="connsiteY55" fmla="*/ 27209 h 298001"/>
                <a:gd name="connsiteX56" fmla="*/ 71286 w 216435"/>
                <a:gd name="connsiteY56" fmla="*/ 30638 h 298001"/>
                <a:gd name="connsiteX57" fmla="*/ 67666 w 216435"/>
                <a:gd name="connsiteY57" fmla="*/ 39306 h 298001"/>
                <a:gd name="connsiteX58" fmla="*/ 69000 w 216435"/>
                <a:gd name="connsiteY58" fmla="*/ 45307 h 298001"/>
                <a:gd name="connsiteX59" fmla="*/ 69000 w 216435"/>
                <a:gd name="connsiteY59" fmla="*/ 63118 h 298001"/>
                <a:gd name="connsiteX60" fmla="*/ 71095 w 216435"/>
                <a:gd name="connsiteY60" fmla="*/ 75691 h 298001"/>
                <a:gd name="connsiteX61" fmla="*/ 70428 w 216435"/>
                <a:gd name="connsiteY61" fmla="*/ 94170 h 298001"/>
                <a:gd name="connsiteX62" fmla="*/ 75191 w 216435"/>
                <a:gd name="connsiteY62" fmla="*/ 103123 h 298001"/>
                <a:gd name="connsiteX63" fmla="*/ 79858 w 216435"/>
                <a:gd name="connsiteY63" fmla="*/ 100647 h 298001"/>
                <a:gd name="connsiteX64" fmla="*/ 83192 w 216435"/>
                <a:gd name="connsiteY64" fmla="*/ 95980 h 298001"/>
                <a:gd name="connsiteX65" fmla="*/ 85954 w 216435"/>
                <a:gd name="connsiteY65" fmla="*/ 88169 h 298001"/>
                <a:gd name="connsiteX66" fmla="*/ 90145 w 216435"/>
                <a:gd name="connsiteY66" fmla="*/ 93408 h 298001"/>
                <a:gd name="connsiteX67" fmla="*/ 92145 w 216435"/>
                <a:gd name="connsiteY67" fmla="*/ 99789 h 298001"/>
                <a:gd name="connsiteX68" fmla="*/ 99098 w 216435"/>
                <a:gd name="connsiteY68" fmla="*/ 96932 h 298001"/>
                <a:gd name="connsiteX69" fmla="*/ 106718 w 216435"/>
                <a:gd name="connsiteY69" fmla="*/ 97694 h 298001"/>
                <a:gd name="connsiteX70" fmla="*/ 105956 w 216435"/>
                <a:gd name="connsiteY70" fmla="*/ 101790 h 298001"/>
                <a:gd name="connsiteX71" fmla="*/ 100527 w 216435"/>
                <a:gd name="connsiteY71" fmla="*/ 105409 h 298001"/>
                <a:gd name="connsiteX72" fmla="*/ 93574 w 216435"/>
                <a:gd name="connsiteY72" fmla="*/ 107790 h 298001"/>
                <a:gd name="connsiteX73" fmla="*/ 80810 w 216435"/>
                <a:gd name="connsiteY73" fmla="*/ 110076 h 298001"/>
                <a:gd name="connsiteX74" fmla="*/ 72999 w 216435"/>
                <a:gd name="connsiteY74" fmla="*/ 110553 h 298001"/>
                <a:gd name="connsiteX75" fmla="*/ 63951 w 216435"/>
                <a:gd name="connsiteY75" fmla="*/ 113029 h 298001"/>
                <a:gd name="connsiteX76" fmla="*/ 59379 w 216435"/>
                <a:gd name="connsiteY76" fmla="*/ 108362 h 298001"/>
                <a:gd name="connsiteX77" fmla="*/ 62618 w 216435"/>
                <a:gd name="connsiteY77" fmla="*/ 98837 h 298001"/>
                <a:gd name="connsiteX78" fmla="*/ 62618 w 216435"/>
                <a:gd name="connsiteY78" fmla="*/ 90836 h 298001"/>
                <a:gd name="connsiteX79" fmla="*/ 60522 w 216435"/>
                <a:gd name="connsiteY79" fmla="*/ 79977 h 298001"/>
                <a:gd name="connsiteX80" fmla="*/ 59570 w 216435"/>
                <a:gd name="connsiteY80" fmla="*/ 63785 h 298001"/>
                <a:gd name="connsiteX81" fmla="*/ 59570 w 216435"/>
                <a:gd name="connsiteY81" fmla="*/ 55498 h 298001"/>
                <a:gd name="connsiteX82" fmla="*/ 59570 w 216435"/>
                <a:gd name="connsiteY82" fmla="*/ 48926 h 298001"/>
                <a:gd name="connsiteX83" fmla="*/ 59570 w 216435"/>
                <a:gd name="connsiteY83" fmla="*/ 42925 h 298001"/>
                <a:gd name="connsiteX84" fmla="*/ 58713 w 216435"/>
                <a:gd name="connsiteY84" fmla="*/ 33400 h 298001"/>
                <a:gd name="connsiteX85" fmla="*/ 57570 w 216435"/>
                <a:gd name="connsiteY85" fmla="*/ 25590 h 298001"/>
                <a:gd name="connsiteX86" fmla="*/ 54712 w 216435"/>
                <a:gd name="connsiteY86" fmla="*/ 21303 h 298001"/>
                <a:gd name="connsiteX87" fmla="*/ 51378 w 216435"/>
                <a:gd name="connsiteY87" fmla="*/ 23494 h 298001"/>
                <a:gd name="connsiteX88" fmla="*/ 44806 w 216435"/>
                <a:gd name="connsiteY88" fmla="*/ 23494 h 298001"/>
                <a:gd name="connsiteX89" fmla="*/ 40234 w 216435"/>
                <a:gd name="connsiteY89" fmla="*/ 31400 h 298001"/>
                <a:gd name="connsiteX90" fmla="*/ 42425 w 216435"/>
                <a:gd name="connsiteY90" fmla="*/ 45116 h 298001"/>
                <a:gd name="connsiteX91" fmla="*/ 44044 w 216435"/>
                <a:gd name="connsiteY91" fmla="*/ 69119 h 298001"/>
                <a:gd name="connsiteX92" fmla="*/ 42329 w 216435"/>
                <a:gd name="connsiteY92" fmla="*/ 91788 h 298001"/>
                <a:gd name="connsiteX93" fmla="*/ 44234 w 216435"/>
                <a:gd name="connsiteY93" fmla="*/ 102838 h 298001"/>
                <a:gd name="connsiteX94" fmla="*/ 47092 w 216435"/>
                <a:gd name="connsiteY94" fmla="*/ 110458 h 298001"/>
                <a:gd name="connsiteX95" fmla="*/ 43377 w 216435"/>
                <a:gd name="connsiteY95" fmla="*/ 114172 h 298001"/>
                <a:gd name="connsiteX96" fmla="*/ 32423 w 216435"/>
                <a:gd name="connsiteY96" fmla="*/ 118458 h 298001"/>
                <a:gd name="connsiteX97" fmla="*/ 27050 w 216435"/>
                <a:gd name="connsiteY97" fmla="*/ 115958 h 298001"/>
                <a:gd name="connsiteX98" fmla="*/ 26804 w 216435"/>
                <a:gd name="connsiteY98" fmla="*/ 114267 h 298001"/>
                <a:gd name="connsiteX99" fmla="*/ 24232 w 216435"/>
                <a:gd name="connsiteY99" fmla="*/ 97884 h 298001"/>
                <a:gd name="connsiteX100" fmla="*/ 20613 w 216435"/>
                <a:gd name="connsiteY100" fmla="*/ 97884 h 298001"/>
                <a:gd name="connsiteX101" fmla="*/ 7849 w 216435"/>
                <a:gd name="connsiteY101" fmla="*/ 119030 h 298001"/>
                <a:gd name="connsiteX102" fmla="*/ 2610 w 216435"/>
                <a:gd name="connsiteY102" fmla="*/ 122459 h 298001"/>
                <a:gd name="connsiteX103" fmla="*/ -247 w 216435"/>
                <a:gd name="connsiteY103" fmla="*/ 129888 h 298001"/>
                <a:gd name="connsiteX104" fmla="*/ -247 w 216435"/>
                <a:gd name="connsiteY104" fmla="*/ 148176 h 298001"/>
                <a:gd name="connsiteX105" fmla="*/ 5563 w 216435"/>
                <a:gd name="connsiteY105" fmla="*/ 166369 h 298001"/>
                <a:gd name="connsiteX106" fmla="*/ 13278 w 216435"/>
                <a:gd name="connsiteY106" fmla="*/ 169513 h 298001"/>
                <a:gd name="connsiteX107" fmla="*/ 33090 w 216435"/>
                <a:gd name="connsiteY107" fmla="*/ 154368 h 298001"/>
                <a:gd name="connsiteX108" fmla="*/ 37662 w 216435"/>
                <a:gd name="connsiteY108" fmla="*/ 148938 h 298001"/>
                <a:gd name="connsiteX109" fmla="*/ 47187 w 216435"/>
                <a:gd name="connsiteY109" fmla="*/ 136270 h 298001"/>
                <a:gd name="connsiteX110" fmla="*/ 62713 w 216435"/>
                <a:gd name="connsiteY110" fmla="*/ 129984 h 298001"/>
                <a:gd name="connsiteX111" fmla="*/ 75857 w 216435"/>
                <a:gd name="connsiteY111" fmla="*/ 127317 h 298001"/>
                <a:gd name="connsiteX112" fmla="*/ 93002 w 216435"/>
                <a:gd name="connsiteY112" fmla="*/ 125126 h 298001"/>
                <a:gd name="connsiteX113" fmla="*/ 103575 w 216435"/>
                <a:gd name="connsiteY113" fmla="*/ 122935 h 298001"/>
                <a:gd name="connsiteX114" fmla="*/ 114148 w 216435"/>
                <a:gd name="connsiteY114" fmla="*/ 120459 h 298001"/>
                <a:gd name="connsiteX115" fmla="*/ 135103 w 216435"/>
                <a:gd name="connsiteY115" fmla="*/ 118268 h 298001"/>
                <a:gd name="connsiteX116" fmla="*/ 148438 w 216435"/>
                <a:gd name="connsiteY116" fmla="*/ 116363 h 298001"/>
                <a:gd name="connsiteX117" fmla="*/ 161106 w 216435"/>
                <a:gd name="connsiteY117" fmla="*/ 114934 h 298001"/>
                <a:gd name="connsiteX118" fmla="*/ 155772 w 216435"/>
                <a:gd name="connsiteY118" fmla="*/ 125126 h 298001"/>
                <a:gd name="connsiteX119" fmla="*/ 146247 w 216435"/>
                <a:gd name="connsiteY119" fmla="*/ 129793 h 298001"/>
                <a:gd name="connsiteX120" fmla="*/ 137485 w 216435"/>
                <a:gd name="connsiteY120" fmla="*/ 127698 h 298001"/>
                <a:gd name="connsiteX121" fmla="*/ 129007 w 216435"/>
                <a:gd name="connsiteY121" fmla="*/ 127698 h 298001"/>
                <a:gd name="connsiteX122" fmla="*/ 118625 w 216435"/>
                <a:gd name="connsiteY122" fmla="*/ 127698 h 298001"/>
                <a:gd name="connsiteX123" fmla="*/ 114243 w 216435"/>
                <a:gd name="connsiteY123" fmla="*/ 130841 h 298001"/>
                <a:gd name="connsiteX124" fmla="*/ 106814 w 216435"/>
                <a:gd name="connsiteY124" fmla="*/ 133508 h 298001"/>
                <a:gd name="connsiteX125" fmla="*/ 97956 w 216435"/>
                <a:gd name="connsiteY125" fmla="*/ 135032 h 298001"/>
                <a:gd name="connsiteX126" fmla="*/ 86145 w 216435"/>
                <a:gd name="connsiteY126" fmla="*/ 137985 h 298001"/>
                <a:gd name="connsiteX127" fmla="*/ 75762 w 216435"/>
                <a:gd name="connsiteY127" fmla="*/ 138937 h 298001"/>
                <a:gd name="connsiteX128" fmla="*/ 71571 w 216435"/>
                <a:gd name="connsiteY128" fmla="*/ 141699 h 298001"/>
                <a:gd name="connsiteX129" fmla="*/ 60332 w 216435"/>
                <a:gd name="connsiteY129" fmla="*/ 142461 h 298001"/>
                <a:gd name="connsiteX130" fmla="*/ 52331 w 216435"/>
                <a:gd name="connsiteY130" fmla="*/ 161511 h 298001"/>
                <a:gd name="connsiteX131" fmla="*/ 50236 w 216435"/>
                <a:gd name="connsiteY131" fmla="*/ 171894 h 298001"/>
                <a:gd name="connsiteX132" fmla="*/ 53093 w 216435"/>
                <a:gd name="connsiteY132" fmla="*/ 178847 h 298001"/>
                <a:gd name="connsiteX133" fmla="*/ 60712 w 216435"/>
                <a:gd name="connsiteY133" fmla="*/ 178847 h 298001"/>
                <a:gd name="connsiteX134" fmla="*/ 69761 w 216435"/>
                <a:gd name="connsiteY134" fmla="*/ 174180 h 298001"/>
                <a:gd name="connsiteX135" fmla="*/ 77763 w 216435"/>
                <a:gd name="connsiteY135" fmla="*/ 168941 h 298001"/>
                <a:gd name="connsiteX136" fmla="*/ 85002 w 216435"/>
                <a:gd name="connsiteY136" fmla="*/ 169608 h 298001"/>
                <a:gd name="connsiteX137" fmla="*/ 81477 w 216435"/>
                <a:gd name="connsiteY137" fmla="*/ 179133 h 298001"/>
                <a:gd name="connsiteX138" fmla="*/ 80144 w 216435"/>
                <a:gd name="connsiteY138" fmla="*/ 188658 h 298001"/>
                <a:gd name="connsiteX139" fmla="*/ 77477 w 216435"/>
                <a:gd name="connsiteY139" fmla="*/ 193039 h 298001"/>
                <a:gd name="connsiteX140" fmla="*/ 69952 w 216435"/>
                <a:gd name="connsiteY140" fmla="*/ 196849 h 298001"/>
                <a:gd name="connsiteX141" fmla="*/ 57474 w 216435"/>
                <a:gd name="connsiteY141" fmla="*/ 200183 h 298001"/>
                <a:gd name="connsiteX142" fmla="*/ 47378 w 216435"/>
                <a:gd name="connsiteY142" fmla="*/ 206469 h 298001"/>
                <a:gd name="connsiteX143" fmla="*/ 36995 w 216435"/>
                <a:gd name="connsiteY143" fmla="*/ 203802 h 298001"/>
                <a:gd name="connsiteX144" fmla="*/ 22708 w 216435"/>
                <a:gd name="connsiteY144" fmla="*/ 212661 h 298001"/>
                <a:gd name="connsiteX145" fmla="*/ 20327 w 216435"/>
                <a:gd name="connsiteY145" fmla="*/ 224472 h 298001"/>
                <a:gd name="connsiteX146" fmla="*/ 21565 w 216435"/>
                <a:gd name="connsiteY146" fmla="*/ 233044 h 298001"/>
                <a:gd name="connsiteX147" fmla="*/ 26899 w 216435"/>
                <a:gd name="connsiteY147" fmla="*/ 235426 h 298001"/>
                <a:gd name="connsiteX148" fmla="*/ 38615 w 216435"/>
                <a:gd name="connsiteY148" fmla="*/ 238283 h 298001"/>
                <a:gd name="connsiteX149" fmla="*/ 51664 w 216435"/>
                <a:gd name="connsiteY149" fmla="*/ 233616 h 298001"/>
                <a:gd name="connsiteX150" fmla="*/ 67571 w 216435"/>
                <a:gd name="connsiteY150" fmla="*/ 230854 h 298001"/>
                <a:gd name="connsiteX151" fmla="*/ 83001 w 216435"/>
                <a:gd name="connsiteY151" fmla="*/ 228091 h 298001"/>
                <a:gd name="connsiteX152" fmla="*/ 87573 w 216435"/>
                <a:gd name="connsiteY152" fmla="*/ 234568 h 298001"/>
                <a:gd name="connsiteX153" fmla="*/ 71095 w 216435"/>
                <a:gd name="connsiteY153" fmla="*/ 263143 h 298001"/>
                <a:gd name="connsiteX154" fmla="*/ 50140 w 216435"/>
                <a:gd name="connsiteY154" fmla="*/ 266953 h 298001"/>
                <a:gd name="connsiteX155" fmla="*/ 41472 w 216435"/>
                <a:gd name="connsiteY155" fmla="*/ 271239 h 298001"/>
                <a:gd name="connsiteX156" fmla="*/ 57665 w 216435"/>
                <a:gd name="connsiteY156" fmla="*/ 286575 h 298001"/>
                <a:gd name="connsiteX157" fmla="*/ 58713 w 216435"/>
                <a:gd name="connsiteY157" fmla="*/ 296671 h 298001"/>
                <a:gd name="connsiteX158" fmla="*/ 75477 w 216435"/>
                <a:gd name="connsiteY158" fmla="*/ 296671 h 298001"/>
                <a:gd name="connsiteX159" fmla="*/ 86621 w 216435"/>
                <a:gd name="connsiteY159" fmla="*/ 293623 h 298001"/>
                <a:gd name="connsiteX160" fmla="*/ 100527 w 216435"/>
                <a:gd name="connsiteY160" fmla="*/ 288670 h 298001"/>
                <a:gd name="connsiteX161" fmla="*/ 110052 w 216435"/>
                <a:gd name="connsiteY161" fmla="*/ 270192 h 298001"/>
                <a:gd name="connsiteX162" fmla="*/ 115005 w 216435"/>
                <a:gd name="connsiteY162" fmla="*/ 261619 h 298001"/>
                <a:gd name="connsiteX163" fmla="*/ 117672 w 216435"/>
                <a:gd name="connsiteY163" fmla="*/ 248760 h 298001"/>
                <a:gd name="connsiteX164" fmla="*/ 119101 w 216435"/>
                <a:gd name="connsiteY164" fmla="*/ 237521 h 298001"/>
                <a:gd name="connsiteX165" fmla="*/ 118244 w 216435"/>
                <a:gd name="connsiteY165" fmla="*/ 224376 h 298001"/>
                <a:gd name="connsiteX166" fmla="*/ 137294 w 216435"/>
                <a:gd name="connsiteY166" fmla="*/ 215804 h 298001"/>
                <a:gd name="connsiteX167" fmla="*/ 145485 w 216435"/>
                <a:gd name="connsiteY167" fmla="*/ 213042 h 298001"/>
                <a:gd name="connsiteX168" fmla="*/ 157582 w 216435"/>
                <a:gd name="connsiteY168" fmla="*/ 210756 h 298001"/>
                <a:gd name="connsiteX169" fmla="*/ 164440 w 216435"/>
                <a:gd name="connsiteY169" fmla="*/ 204850 h 298001"/>
                <a:gd name="connsiteX170" fmla="*/ 167393 w 216435"/>
                <a:gd name="connsiteY170" fmla="*/ 192849 h 298001"/>
                <a:gd name="connsiteX171" fmla="*/ 162916 w 216435"/>
                <a:gd name="connsiteY171" fmla="*/ 188277 h 298001"/>
                <a:gd name="connsiteX172" fmla="*/ 151391 w 216435"/>
                <a:gd name="connsiteY172" fmla="*/ 183514 h 298001"/>
                <a:gd name="connsiteX173" fmla="*/ 139580 w 216435"/>
                <a:gd name="connsiteY173" fmla="*/ 177513 h 298001"/>
                <a:gd name="connsiteX174" fmla="*/ 132817 w 216435"/>
                <a:gd name="connsiteY174" fmla="*/ 181133 h 298001"/>
                <a:gd name="connsiteX175" fmla="*/ 122530 w 216435"/>
                <a:gd name="connsiteY175" fmla="*/ 185229 h 298001"/>
                <a:gd name="connsiteX176" fmla="*/ 116815 w 216435"/>
                <a:gd name="connsiteY176" fmla="*/ 184086 h 298001"/>
                <a:gd name="connsiteX177" fmla="*/ 118720 w 216435"/>
                <a:gd name="connsiteY177" fmla="*/ 172751 h 298001"/>
                <a:gd name="connsiteX178" fmla="*/ 130722 w 216435"/>
                <a:gd name="connsiteY178" fmla="*/ 161702 h 298001"/>
                <a:gd name="connsiteX179" fmla="*/ 138246 w 216435"/>
                <a:gd name="connsiteY179" fmla="*/ 153701 h 298001"/>
                <a:gd name="connsiteX180" fmla="*/ 158725 w 216435"/>
                <a:gd name="connsiteY180" fmla="*/ 139128 h 298001"/>
                <a:gd name="connsiteX181" fmla="*/ 170631 w 216435"/>
                <a:gd name="connsiteY181" fmla="*/ 139128 h 298001"/>
                <a:gd name="connsiteX182" fmla="*/ 180156 w 216435"/>
                <a:gd name="connsiteY182" fmla="*/ 139985 h 298001"/>
                <a:gd name="connsiteX183" fmla="*/ 187586 w 216435"/>
                <a:gd name="connsiteY183" fmla="*/ 136842 h 298001"/>
                <a:gd name="connsiteX184" fmla="*/ 211589 w 216435"/>
                <a:gd name="connsiteY184" fmla="*/ 130460 h 298001"/>
                <a:gd name="connsiteX185" fmla="*/ 215971 w 216435"/>
                <a:gd name="connsiteY185" fmla="*/ 114553 h 298001"/>
                <a:gd name="connsiteX186" fmla="*/ 211875 w 216435"/>
                <a:gd name="connsiteY186" fmla="*/ 96932 h 29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216435" h="298001">
                  <a:moveTo>
                    <a:pt x="211303" y="97027"/>
                  </a:moveTo>
                  <a:cubicBezTo>
                    <a:pt x="209017" y="94265"/>
                    <a:pt x="205302" y="95408"/>
                    <a:pt x="203588" y="94265"/>
                  </a:cubicBezTo>
                  <a:cubicBezTo>
                    <a:pt x="201873" y="93122"/>
                    <a:pt x="198920" y="92931"/>
                    <a:pt x="196825" y="92265"/>
                  </a:cubicBezTo>
                  <a:cubicBezTo>
                    <a:pt x="194729" y="91598"/>
                    <a:pt x="192729" y="88455"/>
                    <a:pt x="190824" y="87883"/>
                  </a:cubicBezTo>
                  <a:cubicBezTo>
                    <a:pt x="188365" y="87469"/>
                    <a:pt x="185854" y="87469"/>
                    <a:pt x="183395" y="87883"/>
                  </a:cubicBezTo>
                  <a:cubicBezTo>
                    <a:pt x="180427" y="90816"/>
                    <a:pt x="176699" y="92862"/>
                    <a:pt x="172631" y="93789"/>
                  </a:cubicBezTo>
                  <a:cubicBezTo>
                    <a:pt x="170631" y="93789"/>
                    <a:pt x="167393" y="94455"/>
                    <a:pt x="167107" y="92074"/>
                  </a:cubicBezTo>
                  <a:cubicBezTo>
                    <a:pt x="167063" y="87995"/>
                    <a:pt x="167707" y="83938"/>
                    <a:pt x="169012" y="80073"/>
                  </a:cubicBezTo>
                  <a:cubicBezTo>
                    <a:pt x="170060" y="76358"/>
                    <a:pt x="171107" y="72072"/>
                    <a:pt x="171393" y="70548"/>
                  </a:cubicBezTo>
                  <a:cubicBezTo>
                    <a:pt x="171679" y="69024"/>
                    <a:pt x="174060" y="63309"/>
                    <a:pt x="174251" y="62547"/>
                  </a:cubicBezTo>
                  <a:cubicBezTo>
                    <a:pt x="175286" y="54144"/>
                    <a:pt x="178577" y="46178"/>
                    <a:pt x="183776" y="39496"/>
                  </a:cubicBezTo>
                  <a:cubicBezTo>
                    <a:pt x="187872" y="35496"/>
                    <a:pt x="196825" y="30638"/>
                    <a:pt x="195968" y="29971"/>
                  </a:cubicBezTo>
                  <a:cubicBezTo>
                    <a:pt x="195111" y="29305"/>
                    <a:pt x="196634" y="21303"/>
                    <a:pt x="197016" y="18446"/>
                  </a:cubicBezTo>
                  <a:cubicBezTo>
                    <a:pt x="197408" y="16010"/>
                    <a:pt x="196549" y="13541"/>
                    <a:pt x="194730" y="11874"/>
                  </a:cubicBezTo>
                  <a:cubicBezTo>
                    <a:pt x="191940" y="9706"/>
                    <a:pt x="188941" y="7823"/>
                    <a:pt x="185776" y="6254"/>
                  </a:cubicBezTo>
                  <a:cubicBezTo>
                    <a:pt x="183047" y="5036"/>
                    <a:pt x="179871" y="5401"/>
                    <a:pt x="177490" y="7207"/>
                  </a:cubicBezTo>
                  <a:cubicBezTo>
                    <a:pt x="176251" y="8159"/>
                    <a:pt x="175679" y="10255"/>
                    <a:pt x="175013" y="10731"/>
                  </a:cubicBezTo>
                  <a:cubicBezTo>
                    <a:pt x="172632" y="12350"/>
                    <a:pt x="149676" y="15969"/>
                    <a:pt x="147295" y="25399"/>
                  </a:cubicBezTo>
                  <a:cubicBezTo>
                    <a:pt x="146152" y="30066"/>
                    <a:pt x="152915" y="32734"/>
                    <a:pt x="152820" y="38734"/>
                  </a:cubicBezTo>
                  <a:cubicBezTo>
                    <a:pt x="152584" y="41246"/>
                    <a:pt x="151907" y="43697"/>
                    <a:pt x="150819" y="45973"/>
                  </a:cubicBezTo>
                  <a:cubicBezTo>
                    <a:pt x="149867" y="48069"/>
                    <a:pt x="148152" y="52164"/>
                    <a:pt x="146438" y="52545"/>
                  </a:cubicBezTo>
                  <a:cubicBezTo>
                    <a:pt x="144723" y="52926"/>
                    <a:pt x="141390" y="52545"/>
                    <a:pt x="138723" y="56451"/>
                  </a:cubicBezTo>
                  <a:cubicBezTo>
                    <a:pt x="134532" y="62547"/>
                    <a:pt x="139484" y="63785"/>
                    <a:pt x="139484" y="65499"/>
                  </a:cubicBezTo>
                  <a:cubicBezTo>
                    <a:pt x="139484" y="67214"/>
                    <a:pt x="136151" y="69595"/>
                    <a:pt x="135103" y="70643"/>
                  </a:cubicBezTo>
                  <a:cubicBezTo>
                    <a:pt x="133762" y="72582"/>
                    <a:pt x="131871" y="74074"/>
                    <a:pt x="129674" y="74929"/>
                  </a:cubicBezTo>
                  <a:cubicBezTo>
                    <a:pt x="128436" y="74929"/>
                    <a:pt x="128340" y="81692"/>
                    <a:pt x="131579" y="84454"/>
                  </a:cubicBezTo>
                  <a:cubicBezTo>
                    <a:pt x="134817" y="87216"/>
                    <a:pt x="138151" y="85597"/>
                    <a:pt x="139866" y="87216"/>
                  </a:cubicBezTo>
                  <a:cubicBezTo>
                    <a:pt x="141866" y="92074"/>
                    <a:pt x="135579" y="96741"/>
                    <a:pt x="130341" y="96741"/>
                  </a:cubicBezTo>
                  <a:cubicBezTo>
                    <a:pt x="123482" y="96741"/>
                    <a:pt x="128340" y="87788"/>
                    <a:pt x="125292" y="88645"/>
                  </a:cubicBezTo>
                  <a:cubicBezTo>
                    <a:pt x="119577" y="90169"/>
                    <a:pt x="113195" y="85788"/>
                    <a:pt x="115005" y="83216"/>
                  </a:cubicBezTo>
                  <a:cubicBezTo>
                    <a:pt x="116815" y="80644"/>
                    <a:pt x="123768" y="71119"/>
                    <a:pt x="123482" y="70929"/>
                  </a:cubicBezTo>
                  <a:cubicBezTo>
                    <a:pt x="130912" y="55784"/>
                    <a:pt x="135008" y="52450"/>
                    <a:pt x="134722" y="48164"/>
                  </a:cubicBezTo>
                  <a:cubicBezTo>
                    <a:pt x="134436" y="43878"/>
                    <a:pt x="130150" y="40925"/>
                    <a:pt x="129579" y="40449"/>
                  </a:cubicBezTo>
                  <a:cubicBezTo>
                    <a:pt x="129007" y="39972"/>
                    <a:pt x="129007" y="32162"/>
                    <a:pt x="129579" y="30924"/>
                  </a:cubicBezTo>
                  <a:cubicBezTo>
                    <a:pt x="131478" y="26721"/>
                    <a:pt x="134313" y="23007"/>
                    <a:pt x="137865" y="20065"/>
                  </a:cubicBezTo>
                  <a:cubicBezTo>
                    <a:pt x="141199" y="17113"/>
                    <a:pt x="144723" y="11112"/>
                    <a:pt x="142152" y="7683"/>
                  </a:cubicBezTo>
                  <a:cubicBezTo>
                    <a:pt x="139580" y="4254"/>
                    <a:pt x="136436" y="158"/>
                    <a:pt x="132055" y="-128"/>
                  </a:cubicBezTo>
                  <a:cubicBezTo>
                    <a:pt x="130209" y="-199"/>
                    <a:pt x="128376" y="194"/>
                    <a:pt x="126721" y="1015"/>
                  </a:cubicBezTo>
                  <a:cubicBezTo>
                    <a:pt x="125483" y="1872"/>
                    <a:pt x="123102" y="1015"/>
                    <a:pt x="121387" y="1015"/>
                  </a:cubicBezTo>
                  <a:cubicBezTo>
                    <a:pt x="117101" y="2920"/>
                    <a:pt x="116243" y="10540"/>
                    <a:pt x="114815" y="13207"/>
                  </a:cubicBezTo>
                  <a:cubicBezTo>
                    <a:pt x="112624" y="17493"/>
                    <a:pt x="107861" y="24923"/>
                    <a:pt x="105957" y="24923"/>
                  </a:cubicBezTo>
                  <a:cubicBezTo>
                    <a:pt x="104052" y="24923"/>
                    <a:pt x="100623" y="18827"/>
                    <a:pt x="98622" y="18922"/>
                  </a:cubicBezTo>
                  <a:cubicBezTo>
                    <a:pt x="96622" y="19017"/>
                    <a:pt x="91955" y="24066"/>
                    <a:pt x="91955" y="25590"/>
                  </a:cubicBezTo>
                  <a:cubicBezTo>
                    <a:pt x="91955" y="27114"/>
                    <a:pt x="95574" y="32067"/>
                    <a:pt x="95955" y="36163"/>
                  </a:cubicBezTo>
                  <a:cubicBezTo>
                    <a:pt x="95517" y="39579"/>
                    <a:pt x="94277" y="42843"/>
                    <a:pt x="92336" y="45688"/>
                  </a:cubicBezTo>
                  <a:cubicBezTo>
                    <a:pt x="90431" y="49116"/>
                    <a:pt x="88907" y="56641"/>
                    <a:pt x="92336" y="57594"/>
                  </a:cubicBezTo>
                  <a:cubicBezTo>
                    <a:pt x="95765" y="58546"/>
                    <a:pt x="93955" y="55498"/>
                    <a:pt x="98242" y="54831"/>
                  </a:cubicBezTo>
                  <a:cubicBezTo>
                    <a:pt x="102527" y="54165"/>
                    <a:pt x="105575" y="51402"/>
                    <a:pt x="106623" y="51593"/>
                  </a:cubicBezTo>
                  <a:cubicBezTo>
                    <a:pt x="107671" y="51784"/>
                    <a:pt x="115196" y="58641"/>
                    <a:pt x="111672" y="63594"/>
                  </a:cubicBezTo>
                  <a:cubicBezTo>
                    <a:pt x="110338" y="65499"/>
                    <a:pt x="107004" y="73119"/>
                    <a:pt x="102147" y="72453"/>
                  </a:cubicBezTo>
                  <a:cubicBezTo>
                    <a:pt x="100623" y="72453"/>
                    <a:pt x="99861" y="68833"/>
                    <a:pt x="98242" y="67500"/>
                  </a:cubicBezTo>
                  <a:cubicBezTo>
                    <a:pt x="96622" y="66166"/>
                    <a:pt x="90050" y="68928"/>
                    <a:pt x="87859" y="67500"/>
                  </a:cubicBezTo>
                  <a:cubicBezTo>
                    <a:pt x="85668" y="66071"/>
                    <a:pt x="85097" y="66547"/>
                    <a:pt x="85192" y="62832"/>
                  </a:cubicBezTo>
                  <a:cubicBezTo>
                    <a:pt x="85096" y="56039"/>
                    <a:pt x="84136" y="49285"/>
                    <a:pt x="82334" y="42735"/>
                  </a:cubicBezTo>
                  <a:cubicBezTo>
                    <a:pt x="80959" y="41044"/>
                    <a:pt x="80248" y="38911"/>
                    <a:pt x="80334" y="36734"/>
                  </a:cubicBezTo>
                  <a:cubicBezTo>
                    <a:pt x="80335" y="32638"/>
                    <a:pt x="79668" y="26733"/>
                    <a:pt x="77382" y="27209"/>
                  </a:cubicBezTo>
                  <a:cubicBezTo>
                    <a:pt x="75006" y="27589"/>
                    <a:pt x="72844" y="28805"/>
                    <a:pt x="71286" y="30638"/>
                  </a:cubicBezTo>
                  <a:cubicBezTo>
                    <a:pt x="69213" y="33084"/>
                    <a:pt x="67949" y="36112"/>
                    <a:pt x="67666" y="39306"/>
                  </a:cubicBezTo>
                  <a:cubicBezTo>
                    <a:pt x="68228" y="41278"/>
                    <a:pt x="68672" y="43282"/>
                    <a:pt x="69000" y="45307"/>
                  </a:cubicBezTo>
                  <a:cubicBezTo>
                    <a:pt x="69313" y="51240"/>
                    <a:pt x="69313" y="57185"/>
                    <a:pt x="69000" y="63118"/>
                  </a:cubicBezTo>
                  <a:cubicBezTo>
                    <a:pt x="69000" y="66452"/>
                    <a:pt x="71476" y="71786"/>
                    <a:pt x="71095" y="75691"/>
                  </a:cubicBezTo>
                  <a:cubicBezTo>
                    <a:pt x="71095" y="77596"/>
                    <a:pt x="70333" y="92169"/>
                    <a:pt x="70428" y="94170"/>
                  </a:cubicBezTo>
                  <a:cubicBezTo>
                    <a:pt x="70163" y="97822"/>
                    <a:pt x="72014" y="101302"/>
                    <a:pt x="75191" y="103123"/>
                  </a:cubicBezTo>
                  <a:cubicBezTo>
                    <a:pt x="77286" y="103980"/>
                    <a:pt x="78525" y="101694"/>
                    <a:pt x="79858" y="100647"/>
                  </a:cubicBezTo>
                  <a:cubicBezTo>
                    <a:pt x="81191" y="99599"/>
                    <a:pt x="83383" y="98932"/>
                    <a:pt x="83192" y="95980"/>
                  </a:cubicBezTo>
                  <a:cubicBezTo>
                    <a:pt x="83001" y="93027"/>
                    <a:pt x="83192" y="89026"/>
                    <a:pt x="85954" y="88169"/>
                  </a:cubicBezTo>
                  <a:cubicBezTo>
                    <a:pt x="88717" y="87312"/>
                    <a:pt x="90621" y="91312"/>
                    <a:pt x="90145" y="93408"/>
                  </a:cubicBezTo>
                  <a:cubicBezTo>
                    <a:pt x="89105" y="95735"/>
                    <a:pt x="89963" y="98472"/>
                    <a:pt x="92145" y="99789"/>
                  </a:cubicBezTo>
                  <a:cubicBezTo>
                    <a:pt x="93384" y="101028"/>
                    <a:pt x="97193" y="97694"/>
                    <a:pt x="99098" y="96932"/>
                  </a:cubicBezTo>
                  <a:cubicBezTo>
                    <a:pt x="102623" y="95694"/>
                    <a:pt x="105385" y="94360"/>
                    <a:pt x="106718" y="97694"/>
                  </a:cubicBezTo>
                  <a:cubicBezTo>
                    <a:pt x="107418" y="99075"/>
                    <a:pt x="107106" y="100753"/>
                    <a:pt x="105956" y="101790"/>
                  </a:cubicBezTo>
                  <a:cubicBezTo>
                    <a:pt x="104382" y="103317"/>
                    <a:pt x="102542" y="104543"/>
                    <a:pt x="100527" y="105409"/>
                  </a:cubicBezTo>
                  <a:cubicBezTo>
                    <a:pt x="98813" y="105409"/>
                    <a:pt x="95479" y="107695"/>
                    <a:pt x="93574" y="107790"/>
                  </a:cubicBezTo>
                  <a:cubicBezTo>
                    <a:pt x="89248" y="108078"/>
                    <a:pt x="84967" y="108844"/>
                    <a:pt x="80810" y="110076"/>
                  </a:cubicBezTo>
                  <a:cubicBezTo>
                    <a:pt x="78225" y="110461"/>
                    <a:pt x="75612" y="110620"/>
                    <a:pt x="72999" y="110553"/>
                  </a:cubicBezTo>
                  <a:cubicBezTo>
                    <a:pt x="70904" y="110553"/>
                    <a:pt x="66523" y="113601"/>
                    <a:pt x="63951" y="113029"/>
                  </a:cubicBezTo>
                  <a:cubicBezTo>
                    <a:pt x="61859" y="112156"/>
                    <a:pt x="60209" y="110472"/>
                    <a:pt x="59379" y="108362"/>
                  </a:cubicBezTo>
                  <a:cubicBezTo>
                    <a:pt x="58522" y="106076"/>
                    <a:pt x="62046" y="102933"/>
                    <a:pt x="62618" y="98837"/>
                  </a:cubicBezTo>
                  <a:cubicBezTo>
                    <a:pt x="62618" y="96932"/>
                    <a:pt x="62618" y="92836"/>
                    <a:pt x="62618" y="90836"/>
                  </a:cubicBezTo>
                  <a:cubicBezTo>
                    <a:pt x="63189" y="85883"/>
                    <a:pt x="60522" y="82263"/>
                    <a:pt x="60522" y="79977"/>
                  </a:cubicBezTo>
                  <a:cubicBezTo>
                    <a:pt x="60522" y="77691"/>
                    <a:pt x="59856" y="67023"/>
                    <a:pt x="59570" y="63785"/>
                  </a:cubicBezTo>
                  <a:cubicBezTo>
                    <a:pt x="59284" y="60546"/>
                    <a:pt x="60332" y="57975"/>
                    <a:pt x="59570" y="55498"/>
                  </a:cubicBezTo>
                  <a:cubicBezTo>
                    <a:pt x="59173" y="53325"/>
                    <a:pt x="59173" y="51099"/>
                    <a:pt x="59570" y="48926"/>
                  </a:cubicBezTo>
                  <a:cubicBezTo>
                    <a:pt x="60402" y="47012"/>
                    <a:pt x="60402" y="44839"/>
                    <a:pt x="59570" y="42925"/>
                  </a:cubicBezTo>
                  <a:cubicBezTo>
                    <a:pt x="58236" y="41115"/>
                    <a:pt x="59570" y="36543"/>
                    <a:pt x="58713" y="33400"/>
                  </a:cubicBezTo>
                  <a:cubicBezTo>
                    <a:pt x="57855" y="30257"/>
                    <a:pt x="58713" y="28638"/>
                    <a:pt x="57570" y="25590"/>
                  </a:cubicBezTo>
                  <a:cubicBezTo>
                    <a:pt x="56427" y="22542"/>
                    <a:pt x="56807" y="22161"/>
                    <a:pt x="54712" y="21303"/>
                  </a:cubicBezTo>
                  <a:cubicBezTo>
                    <a:pt x="52616" y="20446"/>
                    <a:pt x="52807" y="23399"/>
                    <a:pt x="51378" y="23494"/>
                  </a:cubicBezTo>
                  <a:cubicBezTo>
                    <a:pt x="49192" y="23305"/>
                    <a:pt x="46992" y="23305"/>
                    <a:pt x="44806" y="23494"/>
                  </a:cubicBezTo>
                  <a:cubicBezTo>
                    <a:pt x="41092" y="24351"/>
                    <a:pt x="37853" y="29971"/>
                    <a:pt x="40234" y="31400"/>
                  </a:cubicBezTo>
                  <a:cubicBezTo>
                    <a:pt x="41892" y="35775"/>
                    <a:pt x="42638" y="40442"/>
                    <a:pt x="42425" y="45116"/>
                  </a:cubicBezTo>
                  <a:cubicBezTo>
                    <a:pt x="42425" y="58260"/>
                    <a:pt x="44616" y="64166"/>
                    <a:pt x="44044" y="69119"/>
                  </a:cubicBezTo>
                  <a:cubicBezTo>
                    <a:pt x="43187" y="77977"/>
                    <a:pt x="42329" y="89788"/>
                    <a:pt x="42329" y="91788"/>
                  </a:cubicBezTo>
                  <a:cubicBezTo>
                    <a:pt x="42578" y="95528"/>
                    <a:pt x="43216" y="99231"/>
                    <a:pt x="44234" y="102838"/>
                  </a:cubicBezTo>
                  <a:cubicBezTo>
                    <a:pt x="45476" y="105259"/>
                    <a:pt x="46435" y="107816"/>
                    <a:pt x="47092" y="110458"/>
                  </a:cubicBezTo>
                  <a:cubicBezTo>
                    <a:pt x="47092" y="112363"/>
                    <a:pt x="44044" y="113696"/>
                    <a:pt x="43377" y="114172"/>
                  </a:cubicBezTo>
                  <a:cubicBezTo>
                    <a:pt x="39992" y="116204"/>
                    <a:pt x="36290" y="117653"/>
                    <a:pt x="32423" y="118458"/>
                  </a:cubicBezTo>
                  <a:cubicBezTo>
                    <a:pt x="30249" y="119252"/>
                    <a:pt x="27843" y="118132"/>
                    <a:pt x="27050" y="115958"/>
                  </a:cubicBezTo>
                  <a:cubicBezTo>
                    <a:pt x="26853" y="115417"/>
                    <a:pt x="26769" y="114842"/>
                    <a:pt x="26804" y="114267"/>
                  </a:cubicBezTo>
                  <a:cubicBezTo>
                    <a:pt x="26758" y="108710"/>
                    <a:pt x="25891" y="103189"/>
                    <a:pt x="24232" y="97884"/>
                  </a:cubicBezTo>
                  <a:cubicBezTo>
                    <a:pt x="22708" y="96646"/>
                    <a:pt x="20613" y="97884"/>
                    <a:pt x="20613" y="97884"/>
                  </a:cubicBezTo>
                  <a:cubicBezTo>
                    <a:pt x="16744" y="105159"/>
                    <a:pt x="12483" y="112218"/>
                    <a:pt x="7849" y="119030"/>
                  </a:cubicBezTo>
                  <a:cubicBezTo>
                    <a:pt x="6323" y="120478"/>
                    <a:pt x="4548" y="121640"/>
                    <a:pt x="2610" y="122459"/>
                  </a:cubicBezTo>
                  <a:cubicBezTo>
                    <a:pt x="355" y="124215"/>
                    <a:pt x="-744" y="127074"/>
                    <a:pt x="-247" y="129888"/>
                  </a:cubicBezTo>
                  <a:cubicBezTo>
                    <a:pt x="3086" y="140938"/>
                    <a:pt x="-247" y="142366"/>
                    <a:pt x="-247" y="148176"/>
                  </a:cubicBezTo>
                  <a:cubicBezTo>
                    <a:pt x="270" y="154606"/>
                    <a:pt x="2258" y="160830"/>
                    <a:pt x="5563" y="166369"/>
                  </a:cubicBezTo>
                  <a:cubicBezTo>
                    <a:pt x="7058" y="169121"/>
                    <a:pt x="10286" y="170437"/>
                    <a:pt x="13278" y="169513"/>
                  </a:cubicBezTo>
                  <a:cubicBezTo>
                    <a:pt x="20613" y="168179"/>
                    <a:pt x="25375" y="159988"/>
                    <a:pt x="33090" y="154368"/>
                  </a:cubicBezTo>
                  <a:cubicBezTo>
                    <a:pt x="34783" y="152707"/>
                    <a:pt x="36314" y="150889"/>
                    <a:pt x="37662" y="148938"/>
                  </a:cubicBezTo>
                  <a:cubicBezTo>
                    <a:pt x="40197" y="144270"/>
                    <a:pt x="43407" y="140001"/>
                    <a:pt x="47187" y="136270"/>
                  </a:cubicBezTo>
                  <a:cubicBezTo>
                    <a:pt x="52034" y="133442"/>
                    <a:pt x="57263" y="131325"/>
                    <a:pt x="62713" y="129984"/>
                  </a:cubicBezTo>
                  <a:cubicBezTo>
                    <a:pt x="66618" y="128936"/>
                    <a:pt x="72905" y="127984"/>
                    <a:pt x="75857" y="127317"/>
                  </a:cubicBezTo>
                  <a:cubicBezTo>
                    <a:pt x="81532" y="126295"/>
                    <a:pt x="87254" y="125564"/>
                    <a:pt x="93002" y="125126"/>
                  </a:cubicBezTo>
                  <a:cubicBezTo>
                    <a:pt x="96589" y="124741"/>
                    <a:pt x="100130" y="124007"/>
                    <a:pt x="103575" y="122935"/>
                  </a:cubicBezTo>
                  <a:cubicBezTo>
                    <a:pt x="106921" y="121478"/>
                    <a:pt x="110503" y="120639"/>
                    <a:pt x="114148" y="120459"/>
                  </a:cubicBezTo>
                  <a:cubicBezTo>
                    <a:pt x="121208" y="121346"/>
                    <a:pt x="128378" y="120596"/>
                    <a:pt x="135103" y="118268"/>
                  </a:cubicBezTo>
                  <a:cubicBezTo>
                    <a:pt x="137008" y="117315"/>
                    <a:pt x="145581" y="117506"/>
                    <a:pt x="148438" y="116363"/>
                  </a:cubicBezTo>
                  <a:cubicBezTo>
                    <a:pt x="152572" y="115290"/>
                    <a:pt x="156837" y="114809"/>
                    <a:pt x="161106" y="114934"/>
                  </a:cubicBezTo>
                  <a:cubicBezTo>
                    <a:pt x="161812" y="119143"/>
                    <a:pt x="159633" y="123307"/>
                    <a:pt x="155772" y="125126"/>
                  </a:cubicBezTo>
                  <a:cubicBezTo>
                    <a:pt x="153677" y="125126"/>
                    <a:pt x="148248" y="129698"/>
                    <a:pt x="146247" y="129793"/>
                  </a:cubicBezTo>
                  <a:cubicBezTo>
                    <a:pt x="143228" y="129604"/>
                    <a:pt x="140263" y="128895"/>
                    <a:pt x="137485" y="127698"/>
                  </a:cubicBezTo>
                  <a:cubicBezTo>
                    <a:pt x="135960" y="127698"/>
                    <a:pt x="132151" y="128364"/>
                    <a:pt x="129007" y="127698"/>
                  </a:cubicBezTo>
                  <a:cubicBezTo>
                    <a:pt x="125566" y="127174"/>
                    <a:pt x="122066" y="127174"/>
                    <a:pt x="118625" y="127698"/>
                  </a:cubicBezTo>
                  <a:cubicBezTo>
                    <a:pt x="116815" y="128745"/>
                    <a:pt x="113672" y="130651"/>
                    <a:pt x="114243" y="130841"/>
                  </a:cubicBezTo>
                  <a:cubicBezTo>
                    <a:pt x="107957" y="132746"/>
                    <a:pt x="108528" y="132460"/>
                    <a:pt x="106814" y="133508"/>
                  </a:cubicBezTo>
                  <a:cubicBezTo>
                    <a:pt x="105099" y="134556"/>
                    <a:pt x="99385" y="134556"/>
                    <a:pt x="97956" y="135032"/>
                  </a:cubicBezTo>
                  <a:cubicBezTo>
                    <a:pt x="94097" y="136307"/>
                    <a:pt x="90149" y="137294"/>
                    <a:pt x="86145" y="137985"/>
                  </a:cubicBezTo>
                  <a:cubicBezTo>
                    <a:pt x="83383" y="138651"/>
                    <a:pt x="78048" y="137985"/>
                    <a:pt x="75762" y="138937"/>
                  </a:cubicBezTo>
                  <a:cubicBezTo>
                    <a:pt x="74319" y="139787"/>
                    <a:pt x="72920" y="140709"/>
                    <a:pt x="71571" y="141699"/>
                  </a:cubicBezTo>
                  <a:cubicBezTo>
                    <a:pt x="69000" y="143223"/>
                    <a:pt x="62618" y="140461"/>
                    <a:pt x="60332" y="142461"/>
                  </a:cubicBezTo>
                  <a:cubicBezTo>
                    <a:pt x="53379" y="148843"/>
                    <a:pt x="54045" y="159511"/>
                    <a:pt x="52331" y="161511"/>
                  </a:cubicBezTo>
                  <a:cubicBezTo>
                    <a:pt x="50665" y="164705"/>
                    <a:pt x="49939" y="168304"/>
                    <a:pt x="50236" y="171894"/>
                  </a:cubicBezTo>
                  <a:cubicBezTo>
                    <a:pt x="50235" y="175323"/>
                    <a:pt x="50235" y="177323"/>
                    <a:pt x="53093" y="178847"/>
                  </a:cubicBezTo>
                  <a:cubicBezTo>
                    <a:pt x="55560" y="179703"/>
                    <a:pt x="58245" y="179703"/>
                    <a:pt x="60712" y="178847"/>
                  </a:cubicBezTo>
                  <a:cubicBezTo>
                    <a:pt x="64078" y="178090"/>
                    <a:pt x="67193" y="176483"/>
                    <a:pt x="69761" y="174180"/>
                  </a:cubicBezTo>
                  <a:cubicBezTo>
                    <a:pt x="71815" y="171640"/>
                    <a:pt x="74613" y="169808"/>
                    <a:pt x="77763" y="168941"/>
                  </a:cubicBezTo>
                  <a:cubicBezTo>
                    <a:pt x="79763" y="168941"/>
                    <a:pt x="85478" y="166941"/>
                    <a:pt x="85002" y="169608"/>
                  </a:cubicBezTo>
                  <a:cubicBezTo>
                    <a:pt x="84192" y="172906"/>
                    <a:pt x="83010" y="176102"/>
                    <a:pt x="81477" y="179133"/>
                  </a:cubicBezTo>
                  <a:cubicBezTo>
                    <a:pt x="80525" y="181133"/>
                    <a:pt x="80906" y="186562"/>
                    <a:pt x="80144" y="188658"/>
                  </a:cubicBezTo>
                  <a:cubicBezTo>
                    <a:pt x="79382" y="190753"/>
                    <a:pt x="79572" y="191801"/>
                    <a:pt x="77477" y="193039"/>
                  </a:cubicBezTo>
                  <a:cubicBezTo>
                    <a:pt x="75203" y="194728"/>
                    <a:pt x="72659" y="196017"/>
                    <a:pt x="69952" y="196849"/>
                  </a:cubicBezTo>
                  <a:cubicBezTo>
                    <a:pt x="65700" y="197579"/>
                    <a:pt x="61523" y="198695"/>
                    <a:pt x="57474" y="200183"/>
                  </a:cubicBezTo>
                  <a:cubicBezTo>
                    <a:pt x="54141" y="201993"/>
                    <a:pt x="49473" y="206469"/>
                    <a:pt x="47378" y="206469"/>
                  </a:cubicBezTo>
                  <a:cubicBezTo>
                    <a:pt x="45283" y="206469"/>
                    <a:pt x="38996" y="203802"/>
                    <a:pt x="36995" y="203802"/>
                  </a:cubicBezTo>
                  <a:cubicBezTo>
                    <a:pt x="31205" y="204632"/>
                    <a:pt x="26025" y="207843"/>
                    <a:pt x="22708" y="212661"/>
                  </a:cubicBezTo>
                  <a:cubicBezTo>
                    <a:pt x="21406" y="216478"/>
                    <a:pt x="20606" y="220448"/>
                    <a:pt x="20327" y="224472"/>
                  </a:cubicBezTo>
                  <a:cubicBezTo>
                    <a:pt x="20327" y="226472"/>
                    <a:pt x="18993" y="231711"/>
                    <a:pt x="21565" y="233044"/>
                  </a:cubicBezTo>
                  <a:cubicBezTo>
                    <a:pt x="23425" y="233641"/>
                    <a:pt x="25213" y="234440"/>
                    <a:pt x="26899" y="235426"/>
                  </a:cubicBezTo>
                  <a:cubicBezTo>
                    <a:pt x="31471" y="239902"/>
                    <a:pt x="34805" y="238378"/>
                    <a:pt x="38615" y="238283"/>
                  </a:cubicBezTo>
                  <a:cubicBezTo>
                    <a:pt x="40710" y="238283"/>
                    <a:pt x="48140" y="233806"/>
                    <a:pt x="51664" y="233616"/>
                  </a:cubicBezTo>
                  <a:cubicBezTo>
                    <a:pt x="57035" y="233147"/>
                    <a:pt x="62357" y="232223"/>
                    <a:pt x="67571" y="230854"/>
                  </a:cubicBezTo>
                  <a:cubicBezTo>
                    <a:pt x="72618" y="229457"/>
                    <a:pt x="77784" y="228532"/>
                    <a:pt x="83001" y="228091"/>
                  </a:cubicBezTo>
                  <a:cubicBezTo>
                    <a:pt x="88526" y="228091"/>
                    <a:pt x="88907" y="232092"/>
                    <a:pt x="87573" y="234568"/>
                  </a:cubicBezTo>
                  <a:cubicBezTo>
                    <a:pt x="83287" y="242474"/>
                    <a:pt x="79668" y="260000"/>
                    <a:pt x="71095" y="263143"/>
                  </a:cubicBezTo>
                  <a:cubicBezTo>
                    <a:pt x="66999" y="264477"/>
                    <a:pt x="58808" y="265429"/>
                    <a:pt x="50140" y="266953"/>
                  </a:cubicBezTo>
                  <a:cubicBezTo>
                    <a:pt x="45092" y="267906"/>
                    <a:pt x="40043" y="267810"/>
                    <a:pt x="41472" y="271239"/>
                  </a:cubicBezTo>
                  <a:cubicBezTo>
                    <a:pt x="42901" y="274668"/>
                    <a:pt x="57570" y="280764"/>
                    <a:pt x="57665" y="286575"/>
                  </a:cubicBezTo>
                  <a:cubicBezTo>
                    <a:pt x="57665" y="289718"/>
                    <a:pt x="56712" y="295052"/>
                    <a:pt x="58713" y="296671"/>
                  </a:cubicBezTo>
                  <a:cubicBezTo>
                    <a:pt x="64187" y="298264"/>
                    <a:pt x="70002" y="298264"/>
                    <a:pt x="75477" y="296671"/>
                  </a:cubicBezTo>
                  <a:cubicBezTo>
                    <a:pt x="79035" y="295152"/>
                    <a:pt x="82785" y="294127"/>
                    <a:pt x="86621" y="293623"/>
                  </a:cubicBezTo>
                  <a:cubicBezTo>
                    <a:pt x="91359" y="292277"/>
                    <a:pt x="96004" y="290622"/>
                    <a:pt x="100527" y="288670"/>
                  </a:cubicBezTo>
                  <a:cubicBezTo>
                    <a:pt x="107481" y="286480"/>
                    <a:pt x="107004" y="276764"/>
                    <a:pt x="110052" y="270192"/>
                  </a:cubicBezTo>
                  <a:cubicBezTo>
                    <a:pt x="110624" y="269430"/>
                    <a:pt x="115291" y="265620"/>
                    <a:pt x="115005" y="261619"/>
                  </a:cubicBezTo>
                  <a:cubicBezTo>
                    <a:pt x="115143" y="257211"/>
                    <a:pt x="116046" y="252860"/>
                    <a:pt x="117672" y="248760"/>
                  </a:cubicBezTo>
                  <a:cubicBezTo>
                    <a:pt x="118405" y="245051"/>
                    <a:pt x="118883" y="241296"/>
                    <a:pt x="119101" y="237521"/>
                  </a:cubicBezTo>
                  <a:cubicBezTo>
                    <a:pt x="119047" y="233128"/>
                    <a:pt x="118761" y="228740"/>
                    <a:pt x="118244" y="224376"/>
                  </a:cubicBezTo>
                  <a:cubicBezTo>
                    <a:pt x="118244" y="219328"/>
                    <a:pt x="133389" y="216471"/>
                    <a:pt x="137294" y="215804"/>
                  </a:cubicBezTo>
                  <a:cubicBezTo>
                    <a:pt x="141199" y="215137"/>
                    <a:pt x="143009" y="213709"/>
                    <a:pt x="145485" y="213042"/>
                  </a:cubicBezTo>
                  <a:cubicBezTo>
                    <a:pt x="150438" y="211708"/>
                    <a:pt x="153105" y="211613"/>
                    <a:pt x="157582" y="210756"/>
                  </a:cubicBezTo>
                  <a:cubicBezTo>
                    <a:pt x="160059" y="210184"/>
                    <a:pt x="162440" y="207231"/>
                    <a:pt x="164440" y="204850"/>
                  </a:cubicBezTo>
                  <a:cubicBezTo>
                    <a:pt x="166239" y="201095"/>
                    <a:pt x="167244" y="197010"/>
                    <a:pt x="167393" y="192849"/>
                  </a:cubicBezTo>
                  <a:cubicBezTo>
                    <a:pt x="168250" y="189420"/>
                    <a:pt x="163678" y="188467"/>
                    <a:pt x="162916" y="188277"/>
                  </a:cubicBezTo>
                  <a:cubicBezTo>
                    <a:pt x="157106" y="186467"/>
                    <a:pt x="153391" y="184086"/>
                    <a:pt x="151391" y="183514"/>
                  </a:cubicBezTo>
                  <a:cubicBezTo>
                    <a:pt x="144914" y="181990"/>
                    <a:pt x="141866" y="177704"/>
                    <a:pt x="139580" y="177513"/>
                  </a:cubicBezTo>
                  <a:cubicBezTo>
                    <a:pt x="137294" y="177323"/>
                    <a:pt x="135579" y="180752"/>
                    <a:pt x="132817" y="181133"/>
                  </a:cubicBezTo>
                  <a:cubicBezTo>
                    <a:pt x="129318" y="182316"/>
                    <a:pt x="125884" y="183683"/>
                    <a:pt x="122530" y="185229"/>
                  </a:cubicBezTo>
                  <a:cubicBezTo>
                    <a:pt x="119768" y="185895"/>
                    <a:pt x="117196" y="185229"/>
                    <a:pt x="116815" y="184086"/>
                  </a:cubicBezTo>
                  <a:cubicBezTo>
                    <a:pt x="116006" y="180202"/>
                    <a:pt x="116685" y="176156"/>
                    <a:pt x="118720" y="172751"/>
                  </a:cubicBezTo>
                  <a:cubicBezTo>
                    <a:pt x="122137" y="168481"/>
                    <a:pt x="126183" y="164755"/>
                    <a:pt x="130722" y="161702"/>
                  </a:cubicBezTo>
                  <a:cubicBezTo>
                    <a:pt x="133850" y="159695"/>
                    <a:pt x="136435" y="156947"/>
                    <a:pt x="138246" y="153701"/>
                  </a:cubicBezTo>
                  <a:cubicBezTo>
                    <a:pt x="143124" y="146565"/>
                    <a:pt x="150384" y="141399"/>
                    <a:pt x="158725" y="139128"/>
                  </a:cubicBezTo>
                  <a:cubicBezTo>
                    <a:pt x="162636" y="138171"/>
                    <a:pt x="166721" y="138171"/>
                    <a:pt x="170631" y="139128"/>
                  </a:cubicBezTo>
                  <a:cubicBezTo>
                    <a:pt x="173563" y="140678"/>
                    <a:pt x="176995" y="140986"/>
                    <a:pt x="180156" y="139985"/>
                  </a:cubicBezTo>
                  <a:cubicBezTo>
                    <a:pt x="182102" y="137969"/>
                    <a:pt x="184785" y="136834"/>
                    <a:pt x="187586" y="136842"/>
                  </a:cubicBezTo>
                  <a:cubicBezTo>
                    <a:pt x="196035" y="137074"/>
                    <a:pt x="204371" y="134858"/>
                    <a:pt x="211589" y="130460"/>
                  </a:cubicBezTo>
                  <a:cubicBezTo>
                    <a:pt x="214312" y="125589"/>
                    <a:pt x="215815" y="120131"/>
                    <a:pt x="215971" y="114553"/>
                  </a:cubicBezTo>
                  <a:cubicBezTo>
                    <a:pt x="216477" y="108396"/>
                    <a:pt x="215044" y="102235"/>
                    <a:pt x="211875" y="96932"/>
                  </a:cubicBezTo>
                </a:path>
              </a:pathLst>
            </a:custGeom>
            <a:solidFill>
              <a:schemeClr val="tx1"/>
            </a:solidFill>
            <a:ln w="9525" cap="flat">
              <a:noFill/>
              <a:prstDash val="solid"/>
              <a:miter/>
            </a:ln>
          </p:spPr>
          <p:txBody>
            <a:bodyPr rtlCol="0" anchor="ctr"/>
            <a:lstStyle/>
            <a:p>
              <a:endParaRPr lang="zh-CN" altLang="en-US"/>
            </a:p>
          </p:txBody>
        </p:sp>
        <p:sp>
          <p:nvSpPr>
            <p:cNvPr id="256" name="任意多边形: 形状 255"/>
            <p:cNvSpPr/>
            <p:nvPr/>
          </p:nvSpPr>
          <p:spPr>
            <a:xfrm>
              <a:off x="10359834" y="357271"/>
              <a:ext cx="109278" cy="172255"/>
            </a:xfrm>
            <a:custGeom>
              <a:avLst/>
              <a:gdLst>
                <a:gd name="connsiteX0" fmla="*/ 135938 w 136302"/>
                <a:gd name="connsiteY0" fmla="*/ 21062 h 214853"/>
                <a:gd name="connsiteX1" fmla="*/ 128889 w 136302"/>
                <a:gd name="connsiteY1" fmla="*/ 10108 h 214853"/>
                <a:gd name="connsiteX2" fmla="*/ 122317 w 136302"/>
                <a:gd name="connsiteY2" fmla="*/ 6965 h 214853"/>
                <a:gd name="connsiteX3" fmla="*/ 114888 w 136302"/>
                <a:gd name="connsiteY3" fmla="*/ 5060 h 214853"/>
                <a:gd name="connsiteX4" fmla="*/ 103457 w 136302"/>
                <a:gd name="connsiteY4" fmla="*/ 5060 h 214853"/>
                <a:gd name="connsiteX5" fmla="*/ 92218 w 136302"/>
                <a:gd name="connsiteY5" fmla="*/ 3821 h 214853"/>
                <a:gd name="connsiteX6" fmla="*/ 85170 w 136302"/>
                <a:gd name="connsiteY6" fmla="*/ -84 h 214853"/>
                <a:gd name="connsiteX7" fmla="*/ 80788 w 136302"/>
                <a:gd name="connsiteY7" fmla="*/ 1821 h 214853"/>
                <a:gd name="connsiteX8" fmla="*/ 73644 w 136302"/>
                <a:gd name="connsiteY8" fmla="*/ 7346 h 214853"/>
                <a:gd name="connsiteX9" fmla="*/ 73644 w 136302"/>
                <a:gd name="connsiteY9" fmla="*/ 11918 h 214853"/>
                <a:gd name="connsiteX10" fmla="*/ 80026 w 136302"/>
                <a:gd name="connsiteY10" fmla="*/ 28110 h 214853"/>
                <a:gd name="connsiteX11" fmla="*/ 76121 w 136302"/>
                <a:gd name="connsiteY11" fmla="*/ 53161 h 214853"/>
                <a:gd name="connsiteX12" fmla="*/ 69930 w 136302"/>
                <a:gd name="connsiteY12" fmla="*/ 64782 h 214853"/>
                <a:gd name="connsiteX13" fmla="*/ 57166 w 136302"/>
                <a:gd name="connsiteY13" fmla="*/ 70592 h 214853"/>
                <a:gd name="connsiteX14" fmla="*/ 47641 w 136302"/>
                <a:gd name="connsiteY14" fmla="*/ 71259 h 214853"/>
                <a:gd name="connsiteX15" fmla="*/ 34973 w 136302"/>
                <a:gd name="connsiteY15" fmla="*/ 75259 h 214853"/>
                <a:gd name="connsiteX16" fmla="*/ 25448 w 136302"/>
                <a:gd name="connsiteY16" fmla="*/ 84308 h 214853"/>
                <a:gd name="connsiteX17" fmla="*/ 24590 w 136302"/>
                <a:gd name="connsiteY17" fmla="*/ 99929 h 214853"/>
                <a:gd name="connsiteX18" fmla="*/ 26496 w 136302"/>
                <a:gd name="connsiteY18" fmla="*/ 107644 h 214853"/>
                <a:gd name="connsiteX19" fmla="*/ 28496 w 136302"/>
                <a:gd name="connsiteY19" fmla="*/ 118693 h 214853"/>
                <a:gd name="connsiteX20" fmla="*/ 32877 w 136302"/>
                <a:gd name="connsiteY20" fmla="*/ 122408 h 214853"/>
                <a:gd name="connsiteX21" fmla="*/ 39640 w 136302"/>
                <a:gd name="connsiteY21" fmla="*/ 121550 h 214853"/>
                <a:gd name="connsiteX22" fmla="*/ 48594 w 136302"/>
                <a:gd name="connsiteY22" fmla="*/ 118312 h 214853"/>
                <a:gd name="connsiteX23" fmla="*/ 58119 w 136302"/>
                <a:gd name="connsiteY23" fmla="*/ 117074 h 214853"/>
                <a:gd name="connsiteX24" fmla="*/ 63167 w 136302"/>
                <a:gd name="connsiteY24" fmla="*/ 120122 h 214853"/>
                <a:gd name="connsiteX25" fmla="*/ 63738 w 136302"/>
                <a:gd name="connsiteY25" fmla="*/ 141648 h 214853"/>
                <a:gd name="connsiteX26" fmla="*/ 54213 w 136302"/>
                <a:gd name="connsiteY26" fmla="*/ 151173 h 214853"/>
                <a:gd name="connsiteX27" fmla="*/ 33925 w 136302"/>
                <a:gd name="connsiteY27" fmla="*/ 162413 h 214853"/>
                <a:gd name="connsiteX28" fmla="*/ 22209 w 136302"/>
                <a:gd name="connsiteY28" fmla="*/ 166889 h 214853"/>
                <a:gd name="connsiteX29" fmla="*/ 11256 w 136302"/>
                <a:gd name="connsiteY29" fmla="*/ 173366 h 214853"/>
                <a:gd name="connsiteX30" fmla="*/ 4207 w 136302"/>
                <a:gd name="connsiteY30" fmla="*/ 174033 h 214853"/>
                <a:gd name="connsiteX31" fmla="*/ -365 w 136302"/>
                <a:gd name="connsiteY31" fmla="*/ 180320 h 214853"/>
                <a:gd name="connsiteX32" fmla="*/ 2302 w 136302"/>
                <a:gd name="connsiteY32" fmla="*/ 188607 h 214853"/>
                <a:gd name="connsiteX33" fmla="*/ 4398 w 136302"/>
                <a:gd name="connsiteY33" fmla="*/ 198132 h 214853"/>
                <a:gd name="connsiteX34" fmla="*/ 11922 w 136302"/>
                <a:gd name="connsiteY34" fmla="*/ 203942 h 214853"/>
                <a:gd name="connsiteX35" fmla="*/ 23638 w 136302"/>
                <a:gd name="connsiteY35" fmla="*/ 214515 h 214853"/>
                <a:gd name="connsiteX36" fmla="*/ 41926 w 136302"/>
                <a:gd name="connsiteY36" fmla="*/ 201370 h 214853"/>
                <a:gd name="connsiteX37" fmla="*/ 53642 w 136302"/>
                <a:gd name="connsiteY37" fmla="*/ 196417 h 214853"/>
                <a:gd name="connsiteX38" fmla="*/ 72692 w 136302"/>
                <a:gd name="connsiteY38" fmla="*/ 185082 h 214853"/>
                <a:gd name="connsiteX39" fmla="*/ 87646 w 136302"/>
                <a:gd name="connsiteY39" fmla="*/ 178319 h 214853"/>
                <a:gd name="connsiteX40" fmla="*/ 101838 w 136302"/>
                <a:gd name="connsiteY40" fmla="*/ 164889 h 214853"/>
                <a:gd name="connsiteX41" fmla="*/ 118031 w 136302"/>
                <a:gd name="connsiteY41" fmla="*/ 155364 h 214853"/>
                <a:gd name="connsiteX42" fmla="*/ 123460 w 136302"/>
                <a:gd name="connsiteY42" fmla="*/ 146982 h 214853"/>
                <a:gd name="connsiteX43" fmla="*/ 127746 w 136302"/>
                <a:gd name="connsiteY43" fmla="*/ 131647 h 214853"/>
                <a:gd name="connsiteX44" fmla="*/ 126222 w 136302"/>
                <a:gd name="connsiteY44" fmla="*/ 124503 h 214853"/>
                <a:gd name="connsiteX45" fmla="*/ 125460 w 136302"/>
                <a:gd name="connsiteY45" fmla="*/ 119931 h 214853"/>
                <a:gd name="connsiteX46" fmla="*/ 122793 w 136302"/>
                <a:gd name="connsiteY46" fmla="*/ 112025 h 214853"/>
                <a:gd name="connsiteX47" fmla="*/ 123650 w 136302"/>
                <a:gd name="connsiteY47" fmla="*/ 100405 h 214853"/>
                <a:gd name="connsiteX48" fmla="*/ 125651 w 136302"/>
                <a:gd name="connsiteY48" fmla="*/ 86689 h 214853"/>
                <a:gd name="connsiteX49" fmla="*/ 126889 w 136302"/>
                <a:gd name="connsiteY49" fmla="*/ 64210 h 214853"/>
                <a:gd name="connsiteX50" fmla="*/ 128508 w 136302"/>
                <a:gd name="connsiteY50" fmla="*/ 51828 h 214853"/>
                <a:gd name="connsiteX51" fmla="*/ 134128 w 136302"/>
                <a:gd name="connsiteY51" fmla="*/ 39826 h 214853"/>
                <a:gd name="connsiteX52" fmla="*/ 134128 w 136302"/>
                <a:gd name="connsiteY52" fmla="*/ 28777 h 214853"/>
                <a:gd name="connsiteX53" fmla="*/ 134699 w 136302"/>
                <a:gd name="connsiteY53" fmla="*/ 21538 h 21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36302" h="214853">
                  <a:moveTo>
                    <a:pt x="135938" y="21062"/>
                  </a:moveTo>
                  <a:cubicBezTo>
                    <a:pt x="134548" y="16875"/>
                    <a:pt x="132124" y="13107"/>
                    <a:pt x="128889" y="10108"/>
                  </a:cubicBezTo>
                  <a:cubicBezTo>
                    <a:pt x="127461" y="8489"/>
                    <a:pt x="123460" y="7632"/>
                    <a:pt x="122317" y="6965"/>
                  </a:cubicBezTo>
                  <a:cubicBezTo>
                    <a:pt x="119984" y="5863"/>
                    <a:pt x="117463" y="5217"/>
                    <a:pt x="114888" y="5060"/>
                  </a:cubicBezTo>
                  <a:cubicBezTo>
                    <a:pt x="112982" y="5060"/>
                    <a:pt x="105363" y="5060"/>
                    <a:pt x="103457" y="5060"/>
                  </a:cubicBezTo>
                  <a:cubicBezTo>
                    <a:pt x="99838" y="4393"/>
                    <a:pt x="95361" y="4488"/>
                    <a:pt x="92218" y="3821"/>
                  </a:cubicBezTo>
                  <a:cubicBezTo>
                    <a:pt x="89075" y="3155"/>
                    <a:pt x="86979" y="107"/>
                    <a:pt x="85170" y="-84"/>
                  </a:cubicBezTo>
                  <a:cubicBezTo>
                    <a:pt x="83464" y="-346"/>
                    <a:pt x="81759" y="395"/>
                    <a:pt x="80788" y="1821"/>
                  </a:cubicBezTo>
                  <a:cubicBezTo>
                    <a:pt x="78698" y="4012"/>
                    <a:pt x="76290" y="5874"/>
                    <a:pt x="73644" y="7346"/>
                  </a:cubicBezTo>
                  <a:cubicBezTo>
                    <a:pt x="72740" y="8736"/>
                    <a:pt x="72740" y="10528"/>
                    <a:pt x="73644" y="11918"/>
                  </a:cubicBezTo>
                  <a:cubicBezTo>
                    <a:pt x="78108" y="16074"/>
                    <a:pt x="80454" y="22026"/>
                    <a:pt x="80026" y="28110"/>
                  </a:cubicBezTo>
                  <a:cubicBezTo>
                    <a:pt x="80026" y="37635"/>
                    <a:pt x="76692" y="42398"/>
                    <a:pt x="76121" y="53161"/>
                  </a:cubicBezTo>
                  <a:cubicBezTo>
                    <a:pt x="76121" y="58876"/>
                    <a:pt x="72406" y="61162"/>
                    <a:pt x="69930" y="64782"/>
                  </a:cubicBezTo>
                  <a:cubicBezTo>
                    <a:pt x="65980" y="67329"/>
                    <a:pt x="61681" y="69286"/>
                    <a:pt x="57166" y="70592"/>
                  </a:cubicBezTo>
                  <a:cubicBezTo>
                    <a:pt x="54022" y="71133"/>
                    <a:pt x="50830" y="71356"/>
                    <a:pt x="47641" y="71259"/>
                  </a:cubicBezTo>
                  <a:cubicBezTo>
                    <a:pt x="43259" y="71258"/>
                    <a:pt x="39354" y="74497"/>
                    <a:pt x="34973" y="75259"/>
                  </a:cubicBezTo>
                  <a:cubicBezTo>
                    <a:pt x="30591" y="76021"/>
                    <a:pt x="25448" y="78116"/>
                    <a:pt x="25448" y="84308"/>
                  </a:cubicBezTo>
                  <a:cubicBezTo>
                    <a:pt x="25751" y="89530"/>
                    <a:pt x="25463" y="94771"/>
                    <a:pt x="24590" y="99929"/>
                  </a:cubicBezTo>
                  <a:cubicBezTo>
                    <a:pt x="24708" y="102601"/>
                    <a:pt x="25356" y="105224"/>
                    <a:pt x="26496" y="107644"/>
                  </a:cubicBezTo>
                  <a:cubicBezTo>
                    <a:pt x="26576" y="111409"/>
                    <a:pt x="27251" y="115138"/>
                    <a:pt x="28496" y="118693"/>
                  </a:cubicBezTo>
                  <a:cubicBezTo>
                    <a:pt x="29321" y="120529"/>
                    <a:pt x="30931" y="121894"/>
                    <a:pt x="32877" y="122408"/>
                  </a:cubicBezTo>
                  <a:cubicBezTo>
                    <a:pt x="34592" y="123265"/>
                    <a:pt x="37830" y="122408"/>
                    <a:pt x="39640" y="121550"/>
                  </a:cubicBezTo>
                  <a:cubicBezTo>
                    <a:pt x="42538" y="120244"/>
                    <a:pt x="45531" y="119161"/>
                    <a:pt x="48594" y="118312"/>
                  </a:cubicBezTo>
                  <a:cubicBezTo>
                    <a:pt x="51814" y="118391"/>
                    <a:pt x="55026" y="117973"/>
                    <a:pt x="58119" y="117074"/>
                  </a:cubicBezTo>
                  <a:cubicBezTo>
                    <a:pt x="58118" y="117074"/>
                    <a:pt x="62119" y="117931"/>
                    <a:pt x="63167" y="120122"/>
                  </a:cubicBezTo>
                  <a:cubicBezTo>
                    <a:pt x="63808" y="127278"/>
                    <a:pt x="63999" y="134468"/>
                    <a:pt x="63738" y="141648"/>
                  </a:cubicBezTo>
                  <a:cubicBezTo>
                    <a:pt x="63738" y="146316"/>
                    <a:pt x="57547" y="149363"/>
                    <a:pt x="54213" y="151173"/>
                  </a:cubicBezTo>
                  <a:cubicBezTo>
                    <a:pt x="47724" y="155393"/>
                    <a:pt x="40944" y="159149"/>
                    <a:pt x="33925" y="162413"/>
                  </a:cubicBezTo>
                  <a:cubicBezTo>
                    <a:pt x="29810" y="163283"/>
                    <a:pt x="25856" y="164793"/>
                    <a:pt x="22209" y="166889"/>
                  </a:cubicBezTo>
                  <a:cubicBezTo>
                    <a:pt x="18743" y="169348"/>
                    <a:pt x="15080" y="171514"/>
                    <a:pt x="11256" y="173366"/>
                  </a:cubicBezTo>
                  <a:cubicBezTo>
                    <a:pt x="9255" y="174319"/>
                    <a:pt x="6303" y="173366"/>
                    <a:pt x="4207" y="174033"/>
                  </a:cubicBezTo>
                  <a:cubicBezTo>
                    <a:pt x="1607" y="175083"/>
                    <a:pt x="-168" y="177523"/>
                    <a:pt x="-365" y="180320"/>
                  </a:cubicBezTo>
                  <a:cubicBezTo>
                    <a:pt x="-365" y="181653"/>
                    <a:pt x="1540" y="185654"/>
                    <a:pt x="2302" y="188607"/>
                  </a:cubicBezTo>
                  <a:cubicBezTo>
                    <a:pt x="3064" y="191559"/>
                    <a:pt x="2302" y="196417"/>
                    <a:pt x="4398" y="198132"/>
                  </a:cubicBezTo>
                  <a:cubicBezTo>
                    <a:pt x="7051" y="199873"/>
                    <a:pt x="9566" y="201815"/>
                    <a:pt x="11922" y="203942"/>
                  </a:cubicBezTo>
                  <a:cubicBezTo>
                    <a:pt x="15447" y="207657"/>
                    <a:pt x="19923" y="216134"/>
                    <a:pt x="23638" y="214515"/>
                  </a:cubicBezTo>
                  <a:cubicBezTo>
                    <a:pt x="30077" y="210631"/>
                    <a:pt x="36193" y="206236"/>
                    <a:pt x="41926" y="201370"/>
                  </a:cubicBezTo>
                  <a:cubicBezTo>
                    <a:pt x="45976" y="200085"/>
                    <a:pt x="49898" y="198427"/>
                    <a:pt x="53642" y="196417"/>
                  </a:cubicBezTo>
                  <a:cubicBezTo>
                    <a:pt x="59475" y="191830"/>
                    <a:pt x="65878" y="188020"/>
                    <a:pt x="72692" y="185082"/>
                  </a:cubicBezTo>
                  <a:cubicBezTo>
                    <a:pt x="77805" y="183124"/>
                    <a:pt x="82799" y="180866"/>
                    <a:pt x="87646" y="178319"/>
                  </a:cubicBezTo>
                  <a:cubicBezTo>
                    <a:pt x="91361" y="175938"/>
                    <a:pt x="95361" y="166985"/>
                    <a:pt x="101838" y="164889"/>
                  </a:cubicBezTo>
                  <a:cubicBezTo>
                    <a:pt x="107724" y="162629"/>
                    <a:pt x="113196" y="159411"/>
                    <a:pt x="118031" y="155364"/>
                  </a:cubicBezTo>
                  <a:cubicBezTo>
                    <a:pt x="120830" y="153352"/>
                    <a:pt x="122768" y="150359"/>
                    <a:pt x="123460" y="146982"/>
                  </a:cubicBezTo>
                  <a:cubicBezTo>
                    <a:pt x="124793" y="139553"/>
                    <a:pt x="127270" y="134600"/>
                    <a:pt x="127746" y="131647"/>
                  </a:cubicBezTo>
                  <a:cubicBezTo>
                    <a:pt x="128223" y="128694"/>
                    <a:pt x="126603" y="127361"/>
                    <a:pt x="126222" y="124503"/>
                  </a:cubicBezTo>
                  <a:cubicBezTo>
                    <a:pt x="125841" y="121646"/>
                    <a:pt x="125746" y="121360"/>
                    <a:pt x="125460" y="119931"/>
                  </a:cubicBezTo>
                  <a:cubicBezTo>
                    <a:pt x="125174" y="118503"/>
                    <a:pt x="122698" y="117455"/>
                    <a:pt x="122793" y="112025"/>
                  </a:cubicBezTo>
                  <a:cubicBezTo>
                    <a:pt x="122793" y="108406"/>
                    <a:pt x="123365" y="102500"/>
                    <a:pt x="123650" y="100405"/>
                  </a:cubicBezTo>
                  <a:cubicBezTo>
                    <a:pt x="124317" y="94785"/>
                    <a:pt x="125460" y="90880"/>
                    <a:pt x="125651" y="86689"/>
                  </a:cubicBezTo>
                  <a:cubicBezTo>
                    <a:pt x="126508" y="74307"/>
                    <a:pt x="126794" y="70020"/>
                    <a:pt x="126889" y="64210"/>
                  </a:cubicBezTo>
                  <a:cubicBezTo>
                    <a:pt x="127155" y="60051"/>
                    <a:pt x="127695" y="55915"/>
                    <a:pt x="128508" y="51828"/>
                  </a:cubicBezTo>
                  <a:cubicBezTo>
                    <a:pt x="130794" y="46398"/>
                    <a:pt x="133652" y="41731"/>
                    <a:pt x="134128" y="39826"/>
                  </a:cubicBezTo>
                  <a:cubicBezTo>
                    <a:pt x="134548" y="36155"/>
                    <a:pt x="134548" y="32448"/>
                    <a:pt x="134128" y="28777"/>
                  </a:cubicBezTo>
                  <a:cubicBezTo>
                    <a:pt x="134128" y="26110"/>
                    <a:pt x="135176" y="24967"/>
                    <a:pt x="134699" y="21538"/>
                  </a:cubicBezTo>
                </a:path>
              </a:pathLst>
            </a:custGeom>
            <a:solidFill>
              <a:schemeClr val="tx1"/>
            </a:solidFill>
            <a:ln w="9525" cap="flat">
              <a:noFill/>
              <a:prstDash val="solid"/>
              <a:miter/>
            </a:ln>
          </p:spPr>
          <p:txBody>
            <a:bodyPr rtlCol="0" anchor="ctr"/>
            <a:lstStyle/>
            <a:p>
              <a:endParaRPr lang="zh-CN" altLang="en-US"/>
            </a:p>
          </p:txBody>
        </p:sp>
        <p:sp>
          <p:nvSpPr>
            <p:cNvPr id="257" name="任意多边形: 形状 256"/>
            <p:cNvSpPr/>
            <p:nvPr/>
          </p:nvSpPr>
          <p:spPr>
            <a:xfrm>
              <a:off x="10485429" y="347156"/>
              <a:ext cx="93107" cy="172127"/>
            </a:xfrm>
            <a:custGeom>
              <a:avLst/>
              <a:gdLst>
                <a:gd name="connsiteX0" fmla="*/ 108824 w 116132"/>
                <a:gd name="connsiteY0" fmla="*/ 169409 h 214693"/>
                <a:gd name="connsiteX1" fmla="*/ 97775 w 116132"/>
                <a:gd name="connsiteY1" fmla="*/ 168266 h 214693"/>
                <a:gd name="connsiteX2" fmla="*/ 90726 w 116132"/>
                <a:gd name="connsiteY2" fmla="*/ 165504 h 214693"/>
                <a:gd name="connsiteX3" fmla="*/ 83583 w 116132"/>
                <a:gd name="connsiteY3" fmla="*/ 163980 h 214693"/>
                <a:gd name="connsiteX4" fmla="*/ 73486 w 116132"/>
                <a:gd name="connsiteY4" fmla="*/ 162646 h 214693"/>
                <a:gd name="connsiteX5" fmla="*/ 59389 w 116132"/>
                <a:gd name="connsiteY5" fmla="*/ 156360 h 214693"/>
                <a:gd name="connsiteX6" fmla="*/ 54246 w 116132"/>
                <a:gd name="connsiteY6" fmla="*/ 139500 h 214693"/>
                <a:gd name="connsiteX7" fmla="*/ 53579 w 116132"/>
                <a:gd name="connsiteY7" fmla="*/ 129975 h 214693"/>
                <a:gd name="connsiteX8" fmla="*/ 59961 w 116132"/>
                <a:gd name="connsiteY8" fmla="*/ 109592 h 214693"/>
                <a:gd name="connsiteX9" fmla="*/ 78439 w 116132"/>
                <a:gd name="connsiteY9" fmla="*/ 100638 h 214693"/>
                <a:gd name="connsiteX10" fmla="*/ 90060 w 116132"/>
                <a:gd name="connsiteY10" fmla="*/ 94161 h 214693"/>
                <a:gd name="connsiteX11" fmla="*/ 98346 w 116132"/>
                <a:gd name="connsiteY11" fmla="*/ 88351 h 214693"/>
                <a:gd name="connsiteX12" fmla="*/ 107871 w 116132"/>
                <a:gd name="connsiteY12" fmla="*/ 85875 h 214693"/>
                <a:gd name="connsiteX13" fmla="*/ 112538 w 116132"/>
                <a:gd name="connsiteY13" fmla="*/ 80541 h 214693"/>
                <a:gd name="connsiteX14" fmla="*/ 110919 w 116132"/>
                <a:gd name="connsiteY14" fmla="*/ 70254 h 214693"/>
                <a:gd name="connsiteX15" fmla="*/ 103204 w 116132"/>
                <a:gd name="connsiteY15" fmla="*/ 55871 h 214693"/>
                <a:gd name="connsiteX16" fmla="*/ 89393 w 116132"/>
                <a:gd name="connsiteY16" fmla="*/ 51013 h 214693"/>
                <a:gd name="connsiteX17" fmla="*/ 80820 w 116132"/>
                <a:gd name="connsiteY17" fmla="*/ 55871 h 214693"/>
                <a:gd name="connsiteX18" fmla="*/ 72248 w 116132"/>
                <a:gd name="connsiteY18" fmla="*/ 52918 h 214693"/>
                <a:gd name="connsiteX19" fmla="*/ 74248 w 116132"/>
                <a:gd name="connsiteY19" fmla="*/ 43393 h 214693"/>
                <a:gd name="connsiteX20" fmla="*/ 84630 w 116132"/>
                <a:gd name="connsiteY20" fmla="*/ 24343 h 214693"/>
                <a:gd name="connsiteX21" fmla="*/ 81011 w 116132"/>
                <a:gd name="connsiteY21" fmla="*/ 10341 h 214693"/>
                <a:gd name="connsiteX22" fmla="*/ 76534 w 116132"/>
                <a:gd name="connsiteY22" fmla="*/ 5293 h 214693"/>
                <a:gd name="connsiteX23" fmla="*/ 70724 w 116132"/>
                <a:gd name="connsiteY23" fmla="*/ 3960 h 214693"/>
                <a:gd name="connsiteX24" fmla="*/ 63771 w 116132"/>
                <a:gd name="connsiteY24" fmla="*/ -136 h 214693"/>
                <a:gd name="connsiteX25" fmla="*/ 54246 w 116132"/>
                <a:gd name="connsiteY25" fmla="*/ 1674 h 214693"/>
                <a:gd name="connsiteX26" fmla="*/ 46626 w 116132"/>
                <a:gd name="connsiteY26" fmla="*/ 150 h 214693"/>
                <a:gd name="connsiteX27" fmla="*/ 38148 w 116132"/>
                <a:gd name="connsiteY27" fmla="*/ 1960 h 214693"/>
                <a:gd name="connsiteX28" fmla="*/ 28623 w 116132"/>
                <a:gd name="connsiteY28" fmla="*/ -41 h 214693"/>
                <a:gd name="connsiteX29" fmla="*/ 21099 w 116132"/>
                <a:gd name="connsiteY29" fmla="*/ 5293 h 214693"/>
                <a:gd name="connsiteX30" fmla="*/ 20623 w 116132"/>
                <a:gd name="connsiteY30" fmla="*/ 18342 h 214693"/>
                <a:gd name="connsiteX31" fmla="*/ 16527 w 116132"/>
                <a:gd name="connsiteY31" fmla="*/ 37392 h 214693"/>
                <a:gd name="connsiteX32" fmla="*/ 13670 w 116132"/>
                <a:gd name="connsiteY32" fmla="*/ 49394 h 214693"/>
                <a:gd name="connsiteX33" fmla="*/ 12526 w 116132"/>
                <a:gd name="connsiteY33" fmla="*/ 69111 h 214693"/>
                <a:gd name="connsiteX34" fmla="*/ 9859 w 116132"/>
                <a:gd name="connsiteY34" fmla="*/ 81779 h 214693"/>
                <a:gd name="connsiteX35" fmla="*/ 7002 w 116132"/>
                <a:gd name="connsiteY35" fmla="*/ 94161 h 214693"/>
                <a:gd name="connsiteX36" fmla="*/ 3668 w 116132"/>
                <a:gd name="connsiteY36" fmla="*/ 101686 h 214693"/>
                <a:gd name="connsiteX37" fmla="*/ -333 w 116132"/>
                <a:gd name="connsiteY37" fmla="*/ 125785 h 214693"/>
                <a:gd name="connsiteX38" fmla="*/ 1192 w 116132"/>
                <a:gd name="connsiteY38" fmla="*/ 140739 h 214693"/>
                <a:gd name="connsiteX39" fmla="*/ 2430 w 116132"/>
                <a:gd name="connsiteY39" fmla="*/ 150264 h 214693"/>
                <a:gd name="connsiteX40" fmla="*/ 3096 w 116132"/>
                <a:gd name="connsiteY40" fmla="*/ 160360 h 214693"/>
                <a:gd name="connsiteX41" fmla="*/ 6430 w 116132"/>
                <a:gd name="connsiteY41" fmla="*/ 176457 h 214693"/>
                <a:gd name="connsiteX42" fmla="*/ 7383 w 116132"/>
                <a:gd name="connsiteY42" fmla="*/ 189983 h 214693"/>
                <a:gd name="connsiteX43" fmla="*/ 14622 w 116132"/>
                <a:gd name="connsiteY43" fmla="*/ 201603 h 214693"/>
                <a:gd name="connsiteX44" fmla="*/ 22432 w 116132"/>
                <a:gd name="connsiteY44" fmla="*/ 205890 h 214693"/>
                <a:gd name="connsiteX45" fmla="*/ 37863 w 116132"/>
                <a:gd name="connsiteY45" fmla="*/ 206747 h 214693"/>
                <a:gd name="connsiteX46" fmla="*/ 48435 w 116132"/>
                <a:gd name="connsiteY46" fmla="*/ 209795 h 214693"/>
                <a:gd name="connsiteX47" fmla="*/ 60913 w 116132"/>
                <a:gd name="connsiteY47" fmla="*/ 209795 h 214693"/>
                <a:gd name="connsiteX48" fmla="*/ 73581 w 116132"/>
                <a:gd name="connsiteY48" fmla="*/ 211033 h 214693"/>
                <a:gd name="connsiteX49" fmla="*/ 81773 w 116132"/>
                <a:gd name="connsiteY49" fmla="*/ 214557 h 214693"/>
                <a:gd name="connsiteX50" fmla="*/ 93489 w 116132"/>
                <a:gd name="connsiteY50" fmla="*/ 211795 h 214693"/>
                <a:gd name="connsiteX51" fmla="*/ 105395 w 116132"/>
                <a:gd name="connsiteY51" fmla="*/ 209986 h 214693"/>
                <a:gd name="connsiteX52" fmla="*/ 109967 w 116132"/>
                <a:gd name="connsiteY52" fmla="*/ 199603 h 214693"/>
                <a:gd name="connsiteX53" fmla="*/ 115491 w 116132"/>
                <a:gd name="connsiteY53" fmla="*/ 183792 h 214693"/>
                <a:gd name="connsiteX54" fmla="*/ 109300 w 116132"/>
                <a:gd name="connsiteY54" fmla="*/ 169599 h 214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16132" h="214693">
                  <a:moveTo>
                    <a:pt x="108824" y="169409"/>
                  </a:moveTo>
                  <a:cubicBezTo>
                    <a:pt x="105215" y="168497"/>
                    <a:pt x="101494" y="168112"/>
                    <a:pt x="97775" y="168266"/>
                  </a:cubicBezTo>
                  <a:cubicBezTo>
                    <a:pt x="95250" y="167879"/>
                    <a:pt x="92842" y="166935"/>
                    <a:pt x="90726" y="165504"/>
                  </a:cubicBezTo>
                  <a:cubicBezTo>
                    <a:pt x="88296" y="165260"/>
                    <a:pt x="85901" y="164749"/>
                    <a:pt x="83583" y="163980"/>
                  </a:cubicBezTo>
                  <a:cubicBezTo>
                    <a:pt x="80279" y="163153"/>
                    <a:pt x="76892" y="162705"/>
                    <a:pt x="73486" y="162646"/>
                  </a:cubicBezTo>
                  <a:cubicBezTo>
                    <a:pt x="68210" y="162210"/>
                    <a:pt x="63239" y="159994"/>
                    <a:pt x="59389" y="156360"/>
                  </a:cubicBezTo>
                  <a:cubicBezTo>
                    <a:pt x="54436" y="150645"/>
                    <a:pt x="55865" y="145215"/>
                    <a:pt x="54246" y="139500"/>
                  </a:cubicBezTo>
                  <a:cubicBezTo>
                    <a:pt x="53377" y="136404"/>
                    <a:pt x="53150" y="133163"/>
                    <a:pt x="53579" y="129975"/>
                  </a:cubicBezTo>
                  <a:cubicBezTo>
                    <a:pt x="54374" y="122833"/>
                    <a:pt x="56541" y="115912"/>
                    <a:pt x="59961" y="109592"/>
                  </a:cubicBezTo>
                  <a:cubicBezTo>
                    <a:pt x="66655" y="107867"/>
                    <a:pt x="72937" y="104823"/>
                    <a:pt x="78439" y="100638"/>
                  </a:cubicBezTo>
                  <a:cubicBezTo>
                    <a:pt x="82439" y="97400"/>
                    <a:pt x="86345" y="96828"/>
                    <a:pt x="90060" y="94161"/>
                  </a:cubicBezTo>
                  <a:cubicBezTo>
                    <a:pt x="92396" y="91679"/>
                    <a:pt x="95216" y="89702"/>
                    <a:pt x="98346" y="88351"/>
                  </a:cubicBezTo>
                  <a:cubicBezTo>
                    <a:pt x="102537" y="87113"/>
                    <a:pt x="104538" y="86637"/>
                    <a:pt x="107871" y="85875"/>
                  </a:cubicBezTo>
                  <a:cubicBezTo>
                    <a:pt x="110475" y="85393"/>
                    <a:pt x="112406" y="83185"/>
                    <a:pt x="112538" y="80541"/>
                  </a:cubicBezTo>
                  <a:cubicBezTo>
                    <a:pt x="112585" y="77045"/>
                    <a:pt x="112038" y="73566"/>
                    <a:pt x="110919" y="70254"/>
                  </a:cubicBezTo>
                  <a:cubicBezTo>
                    <a:pt x="108443" y="65967"/>
                    <a:pt x="106919" y="56728"/>
                    <a:pt x="103204" y="55871"/>
                  </a:cubicBezTo>
                  <a:cubicBezTo>
                    <a:pt x="96537" y="54347"/>
                    <a:pt x="92346" y="49585"/>
                    <a:pt x="89393" y="51013"/>
                  </a:cubicBezTo>
                  <a:cubicBezTo>
                    <a:pt x="86440" y="52442"/>
                    <a:pt x="85107" y="54919"/>
                    <a:pt x="80820" y="55871"/>
                  </a:cubicBezTo>
                  <a:cubicBezTo>
                    <a:pt x="78534" y="59586"/>
                    <a:pt x="73200" y="58157"/>
                    <a:pt x="72248" y="52918"/>
                  </a:cubicBezTo>
                  <a:cubicBezTo>
                    <a:pt x="72528" y="49674"/>
                    <a:pt x="73200" y="46476"/>
                    <a:pt x="74248" y="43393"/>
                  </a:cubicBezTo>
                  <a:cubicBezTo>
                    <a:pt x="76915" y="37011"/>
                    <a:pt x="84249" y="34725"/>
                    <a:pt x="84630" y="24343"/>
                  </a:cubicBezTo>
                  <a:cubicBezTo>
                    <a:pt x="84360" y="19483"/>
                    <a:pt x="83130" y="14724"/>
                    <a:pt x="81011" y="10341"/>
                  </a:cubicBezTo>
                  <a:cubicBezTo>
                    <a:pt x="80058" y="8151"/>
                    <a:pt x="78344" y="5579"/>
                    <a:pt x="76534" y="5293"/>
                  </a:cubicBezTo>
                  <a:cubicBezTo>
                    <a:pt x="74527" y="5246"/>
                    <a:pt x="72551" y="4792"/>
                    <a:pt x="70724" y="3960"/>
                  </a:cubicBezTo>
                  <a:cubicBezTo>
                    <a:pt x="68724" y="2531"/>
                    <a:pt x="68152" y="54"/>
                    <a:pt x="63771" y="-136"/>
                  </a:cubicBezTo>
                  <a:cubicBezTo>
                    <a:pt x="60553" y="216"/>
                    <a:pt x="57368" y="821"/>
                    <a:pt x="54246" y="1674"/>
                  </a:cubicBezTo>
                  <a:cubicBezTo>
                    <a:pt x="51740" y="1009"/>
                    <a:pt x="49195" y="500"/>
                    <a:pt x="46626" y="150"/>
                  </a:cubicBezTo>
                  <a:cubicBezTo>
                    <a:pt x="44721" y="150"/>
                    <a:pt x="40911" y="2055"/>
                    <a:pt x="38148" y="1960"/>
                  </a:cubicBezTo>
                  <a:cubicBezTo>
                    <a:pt x="35386" y="1864"/>
                    <a:pt x="30338" y="-136"/>
                    <a:pt x="28623" y="-41"/>
                  </a:cubicBezTo>
                  <a:cubicBezTo>
                    <a:pt x="24813" y="-41"/>
                    <a:pt x="22432" y="721"/>
                    <a:pt x="21099" y="5293"/>
                  </a:cubicBezTo>
                  <a:cubicBezTo>
                    <a:pt x="20462" y="9612"/>
                    <a:pt x="20302" y="13988"/>
                    <a:pt x="20623" y="18342"/>
                  </a:cubicBezTo>
                  <a:cubicBezTo>
                    <a:pt x="19662" y="24773"/>
                    <a:pt x="18295" y="31136"/>
                    <a:pt x="16527" y="37392"/>
                  </a:cubicBezTo>
                  <a:cubicBezTo>
                    <a:pt x="15014" y="41239"/>
                    <a:pt x="14052" y="45279"/>
                    <a:pt x="13670" y="49394"/>
                  </a:cubicBezTo>
                  <a:cubicBezTo>
                    <a:pt x="13669" y="51394"/>
                    <a:pt x="13669" y="61395"/>
                    <a:pt x="12526" y="69111"/>
                  </a:cubicBezTo>
                  <a:cubicBezTo>
                    <a:pt x="12526" y="70635"/>
                    <a:pt x="10526" y="76731"/>
                    <a:pt x="9859" y="81779"/>
                  </a:cubicBezTo>
                  <a:cubicBezTo>
                    <a:pt x="9192" y="86827"/>
                    <a:pt x="7573" y="86732"/>
                    <a:pt x="7002" y="94161"/>
                  </a:cubicBezTo>
                  <a:cubicBezTo>
                    <a:pt x="7002" y="95590"/>
                    <a:pt x="3858" y="100162"/>
                    <a:pt x="3668" y="101686"/>
                  </a:cubicBezTo>
                  <a:cubicBezTo>
                    <a:pt x="1858" y="116736"/>
                    <a:pt x="-428" y="117974"/>
                    <a:pt x="-333" y="125785"/>
                  </a:cubicBezTo>
                  <a:cubicBezTo>
                    <a:pt x="-505" y="130815"/>
                    <a:pt x="8" y="135846"/>
                    <a:pt x="1192" y="140739"/>
                  </a:cubicBezTo>
                  <a:cubicBezTo>
                    <a:pt x="2005" y="143849"/>
                    <a:pt x="2420" y="147049"/>
                    <a:pt x="2430" y="150264"/>
                  </a:cubicBezTo>
                  <a:lnTo>
                    <a:pt x="3096" y="160360"/>
                  </a:lnTo>
                  <a:cubicBezTo>
                    <a:pt x="3096" y="162265"/>
                    <a:pt x="6049" y="173886"/>
                    <a:pt x="6430" y="176457"/>
                  </a:cubicBezTo>
                  <a:cubicBezTo>
                    <a:pt x="6371" y="180985"/>
                    <a:pt x="6690" y="185509"/>
                    <a:pt x="7383" y="189983"/>
                  </a:cubicBezTo>
                  <a:cubicBezTo>
                    <a:pt x="9224" y="194185"/>
                    <a:pt x="11662" y="198099"/>
                    <a:pt x="14622" y="201603"/>
                  </a:cubicBezTo>
                  <a:cubicBezTo>
                    <a:pt x="16985" y="203432"/>
                    <a:pt x="19621" y="204878"/>
                    <a:pt x="22432" y="205890"/>
                  </a:cubicBezTo>
                  <a:cubicBezTo>
                    <a:pt x="25766" y="206937"/>
                    <a:pt x="33291" y="205890"/>
                    <a:pt x="37863" y="206747"/>
                  </a:cubicBezTo>
                  <a:cubicBezTo>
                    <a:pt x="42435" y="207604"/>
                    <a:pt x="46530" y="209795"/>
                    <a:pt x="48435" y="209795"/>
                  </a:cubicBezTo>
                  <a:cubicBezTo>
                    <a:pt x="48435" y="209795"/>
                    <a:pt x="57484" y="209795"/>
                    <a:pt x="60913" y="209795"/>
                  </a:cubicBezTo>
                  <a:cubicBezTo>
                    <a:pt x="65176" y="209390"/>
                    <a:pt x="69477" y="209811"/>
                    <a:pt x="73581" y="211033"/>
                  </a:cubicBezTo>
                  <a:cubicBezTo>
                    <a:pt x="75391" y="211795"/>
                    <a:pt x="78915" y="214557"/>
                    <a:pt x="81773" y="214557"/>
                  </a:cubicBezTo>
                  <a:cubicBezTo>
                    <a:pt x="85808" y="214321"/>
                    <a:pt x="89772" y="213386"/>
                    <a:pt x="93489" y="211795"/>
                  </a:cubicBezTo>
                  <a:cubicBezTo>
                    <a:pt x="96918" y="210462"/>
                    <a:pt x="103013" y="211795"/>
                    <a:pt x="105395" y="209986"/>
                  </a:cubicBezTo>
                  <a:cubicBezTo>
                    <a:pt x="107776" y="208176"/>
                    <a:pt x="108633" y="203794"/>
                    <a:pt x="109967" y="199603"/>
                  </a:cubicBezTo>
                  <a:cubicBezTo>
                    <a:pt x="112100" y="194439"/>
                    <a:pt x="113945" y="189161"/>
                    <a:pt x="115491" y="183792"/>
                  </a:cubicBezTo>
                  <a:cubicBezTo>
                    <a:pt x="116637" y="178228"/>
                    <a:pt x="114158" y="172545"/>
                    <a:pt x="109300" y="169599"/>
                  </a:cubicBezTo>
                </a:path>
              </a:pathLst>
            </a:custGeom>
            <a:solidFill>
              <a:schemeClr val="tx1"/>
            </a:solidFill>
            <a:ln w="9525" cap="flat">
              <a:noFill/>
              <a:prstDash val="solid"/>
              <a:miter/>
            </a:ln>
          </p:spPr>
          <p:txBody>
            <a:bodyPr rtlCol="0" anchor="ctr"/>
            <a:lstStyle/>
            <a:p>
              <a:endParaRPr lang="zh-CN" altLang="en-US"/>
            </a:p>
          </p:txBody>
        </p:sp>
        <p:sp>
          <p:nvSpPr>
            <p:cNvPr id="258" name="任意多边形: 形状 257"/>
            <p:cNvSpPr/>
            <p:nvPr/>
          </p:nvSpPr>
          <p:spPr>
            <a:xfrm>
              <a:off x="11139827" y="368920"/>
              <a:ext cx="193641" cy="155944"/>
            </a:xfrm>
            <a:custGeom>
              <a:avLst/>
              <a:gdLst>
                <a:gd name="connsiteX0" fmla="*/ 240808 w 241528"/>
                <a:gd name="connsiteY0" fmla="*/ 148359 h 194509"/>
                <a:gd name="connsiteX1" fmla="*/ 239760 w 241528"/>
                <a:gd name="connsiteY1" fmla="*/ 140548 h 194509"/>
                <a:gd name="connsiteX2" fmla="*/ 228330 w 241528"/>
                <a:gd name="connsiteY2" fmla="*/ 131023 h 194509"/>
                <a:gd name="connsiteX3" fmla="*/ 219568 w 241528"/>
                <a:gd name="connsiteY3" fmla="*/ 126166 h 194509"/>
                <a:gd name="connsiteX4" fmla="*/ 210614 w 241528"/>
                <a:gd name="connsiteY4" fmla="*/ 123784 h 194509"/>
                <a:gd name="connsiteX5" fmla="*/ 202423 w 241528"/>
                <a:gd name="connsiteY5" fmla="*/ 124642 h 194509"/>
                <a:gd name="connsiteX6" fmla="*/ 193850 w 241528"/>
                <a:gd name="connsiteY6" fmla="*/ 127975 h 194509"/>
                <a:gd name="connsiteX7" fmla="*/ 160893 w 241528"/>
                <a:gd name="connsiteY7" fmla="*/ 128737 h 194509"/>
                <a:gd name="connsiteX8" fmla="*/ 159941 w 241528"/>
                <a:gd name="connsiteY8" fmla="*/ 110449 h 194509"/>
                <a:gd name="connsiteX9" fmla="*/ 161179 w 241528"/>
                <a:gd name="connsiteY9" fmla="*/ 103401 h 194509"/>
                <a:gd name="connsiteX10" fmla="*/ 162989 w 241528"/>
                <a:gd name="connsiteY10" fmla="*/ 96733 h 194509"/>
                <a:gd name="connsiteX11" fmla="*/ 165370 w 241528"/>
                <a:gd name="connsiteY11" fmla="*/ 90447 h 194509"/>
                <a:gd name="connsiteX12" fmla="*/ 168323 w 241528"/>
                <a:gd name="connsiteY12" fmla="*/ 83589 h 194509"/>
                <a:gd name="connsiteX13" fmla="*/ 164037 w 241528"/>
                <a:gd name="connsiteY13" fmla="*/ 68730 h 194509"/>
                <a:gd name="connsiteX14" fmla="*/ 181848 w 241528"/>
                <a:gd name="connsiteY14" fmla="*/ 56252 h 194509"/>
                <a:gd name="connsiteX15" fmla="*/ 190802 w 241528"/>
                <a:gd name="connsiteY15" fmla="*/ 50251 h 194509"/>
                <a:gd name="connsiteX16" fmla="*/ 202422 w 241528"/>
                <a:gd name="connsiteY16" fmla="*/ 40726 h 194509"/>
                <a:gd name="connsiteX17" fmla="*/ 217186 w 241528"/>
                <a:gd name="connsiteY17" fmla="*/ 27010 h 194509"/>
                <a:gd name="connsiteX18" fmla="*/ 213471 w 241528"/>
                <a:gd name="connsiteY18" fmla="*/ 21200 h 194509"/>
                <a:gd name="connsiteX19" fmla="*/ 210614 w 241528"/>
                <a:gd name="connsiteY19" fmla="*/ 12437 h 194509"/>
                <a:gd name="connsiteX20" fmla="*/ 201089 w 241528"/>
                <a:gd name="connsiteY20" fmla="*/ 3579 h 194509"/>
                <a:gd name="connsiteX21" fmla="*/ 194707 w 241528"/>
                <a:gd name="connsiteY21" fmla="*/ -136 h 194509"/>
                <a:gd name="connsiteX22" fmla="*/ 187373 w 241528"/>
                <a:gd name="connsiteY22" fmla="*/ 912 h 194509"/>
                <a:gd name="connsiteX23" fmla="*/ 178896 w 241528"/>
                <a:gd name="connsiteY23" fmla="*/ 1960 h 194509"/>
                <a:gd name="connsiteX24" fmla="*/ 148892 w 241528"/>
                <a:gd name="connsiteY24" fmla="*/ 14628 h 194509"/>
                <a:gd name="connsiteX25" fmla="*/ 143939 w 241528"/>
                <a:gd name="connsiteY25" fmla="*/ 16533 h 194509"/>
                <a:gd name="connsiteX26" fmla="*/ 136986 w 241528"/>
                <a:gd name="connsiteY26" fmla="*/ 18438 h 194509"/>
                <a:gd name="connsiteX27" fmla="*/ 96981 w 241528"/>
                <a:gd name="connsiteY27" fmla="*/ 25105 h 194509"/>
                <a:gd name="connsiteX28" fmla="*/ 80217 w 241528"/>
                <a:gd name="connsiteY28" fmla="*/ 21105 h 194509"/>
                <a:gd name="connsiteX29" fmla="*/ 70692 w 241528"/>
                <a:gd name="connsiteY29" fmla="*/ 29011 h 194509"/>
                <a:gd name="connsiteX30" fmla="*/ 71644 w 241528"/>
                <a:gd name="connsiteY30" fmla="*/ 39583 h 194509"/>
                <a:gd name="connsiteX31" fmla="*/ 73549 w 241528"/>
                <a:gd name="connsiteY31" fmla="*/ 50537 h 194509"/>
                <a:gd name="connsiteX32" fmla="*/ 80979 w 241528"/>
                <a:gd name="connsiteY32" fmla="*/ 64158 h 194509"/>
                <a:gd name="connsiteX33" fmla="*/ 84789 w 241528"/>
                <a:gd name="connsiteY33" fmla="*/ 75493 h 194509"/>
                <a:gd name="connsiteX34" fmla="*/ 97266 w 241528"/>
                <a:gd name="connsiteY34" fmla="*/ 74635 h 194509"/>
                <a:gd name="connsiteX35" fmla="*/ 106791 w 241528"/>
                <a:gd name="connsiteY35" fmla="*/ 73111 h 194509"/>
                <a:gd name="connsiteX36" fmla="*/ 108792 w 241528"/>
                <a:gd name="connsiteY36" fmla="*/ 81970 h 194509"/>
                <a:gd name="connsiteX37" fmla="*/ 106791 w 241528"/>
                <a:gd name="connsiteY37" fmla="*/ 93209 h 194509"/>
                <a:gd name="connsiteX38" fmla="*/ 87170 w 241528"/>
                <a:gd name="connsiteY38" fmla="*/ 126737 h 194509"/>
                <a:gd name="connsiteX39" fmla="*/ 62119 w 241528"/>
                <a:gd name="connsiteY39" fmla="*/ 137215 h 194509"/>
                <a:gd name="connsiteX40" fmla="*/ 52594 w 241528"/>
                <a:gd name="connsiteY40" fmla="*/ 139024 h 194509"/>
                <a:gd name="connsiteX41" fmla="*/ 29734 w 241528"/>
                <a:gd name="connsiteY41" fmla="*/ 147692 h 194509"/>
                <a:gd name="connsiteX42" fmla="*/ 18685 w 241528"/>
                <a:gd name="connsiteY42" fmla="*/ 146644 h 194509"/>
                <a:gd name="connsiteX43" fmla="*/ -365 w 241528"/>
                <a:gd name="connsiteY43" fmla="*/ 157027 h 194509"/>
                <a:gd name="connsiteX44" fmla="*/ 683 w 241528"/>
                <a:gd name="connsiteY44" fmla="*/ 168647 h 194509"/>
                <a:gd name="connsiteX45" fmla="*/ 683 w 241528"/>
                <a:gd name="connsiteY45" fmla="*/ 178172 h 194509"/>
                <a:gd name="connsiteX46" fmla="*/ 17828 w 241528"/>
                <a:gd name="connsiteY46" fmla="*/ 194365 h 194509"/>
                <a:gd name="connsiteX47" fmla="*/ 62786 w 241528"/>
                <a:gd name="connsiteY47" fmla="*/ 177220 h 194509"/>
                <a:gd name="connsiteX48" fmla="*/ 99457 w 241528"/>
                <a:gd name="connsiteY48" fmla="*/ 169695 h 194509"/>
                <a:gd name="connsiteX49" fmla="*/ 120126 w 241528"/>
                <a:gd name="connsiteY49" fmla="*/ 170171 h 194509"/>
                <a:gd name="connsiteX50" fmla="*/ 138319 w 241528"/>
                <a:gd name="connsiteY50" fmla="*/ 167599 h 194509"/>
                <a:gd name="connsiteX51" fmla="*/ 157369 w 241528"/>
                <a:gd name="connsiteY51" fmla="*/ 166075 h 194509"/>
                <a:gd name="connsiteX52" fmla="*/ 176419 w 241528"/>
                <a:gd name="connsiteY52" fmla="*/ 166075 h 194509"/>
                <a:gd name="connsiteX53" fmla="*/ 196898 w 241528"/>
                <a:gd name="connsiteY53" fmla="*/ 167790 h 194509"/>
                <a:gd name="connsiteX54" fmla="*/ 209280 w 241528"/>
                <a:gd name="connsiteY54" fmla="*/ 166742 h 194509"/>
                <a:gd name="connsiteX55" fmla="*/ 221377 w 241528"/>
                <a:gd name="connsiteY55" fmla="*/ 168838 h 194509"/>
                <a:gd name="connsiteX56" fmla="*/ 232521 w 241528"/>
                <a:gd name="connsiteY56" fmla="*/ 168171 h 194509"/>
                <a:gd name="connsiteX57" fmla="*/ 238236 w 241528"/>
                <a:gd name="connsiteY57" fmla="*/ 162361 h 194509"/>
                <a:gd name="connsiteX58" fmla="*/ 241094 w 241528"/>
                <a:gd name="connsiteY58" fmla="*/ 155598 h 194509"/>
                <a:gd name="connsiteX59" fmla="*/ 240331 w 241528"/>
                <a:gd name="connsiteY59" fmla="*/ 151407 h 194509"/>
                <a:gd name="connsiteX60" fmla="*/ 239188 w 241528"/>
                <a:gd name="connsiteY60" fmla="*/ 148549 h 194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1528" h="194509">
                  <a:moveTo>
                    <a:pt x="240808" y="148359"/>
                  </a:moveTo>
                  <a:cubicBezTo>
                    <a:pt x="240841" y="145718"/>
                    <a:pt x="240488" y="143087"/>
                    <a:pt x="239760" y="140548"/>
                  </a:cubicBezTo>
                  <a:cubicBezTo>
                    <a:pt x="237379" y="134548"/>
                    <a:pt x="231569" y="133309"/>
                    <a:pt x="228330" y="131023"/>
                  </a:cubicBezTo>
                  <a:cubicBezTo>
                    <a:pt x="225544" y="129172"/>
                    <a:pt x="222614" y="127547"/>
                    <a:pt x="219568" y="126166"/>
                  </a:cubicBezTo>
                  <a:cubicBezTo>
                    <a:pt x="216662" y="125101"/>
                    <a:pt x="213665" y="124304"/>
                    <a:pt x="210614" y="123784"/>
                  </a:cubicBezTo>
                  <a:cubicBezTo>
                    <a:pt x="207860" y="123758"/>
                    <a:pt x="205111" y="124046"/>
                    <a:pt x="202423" y="124642"/>
                  </a:cubicBezTo>
                  <a:cubicBezTo>
                    <a:pt x="199470" y="125308"/>
                    <a:pt x="197850" y="127975"/>
                    <a:pt x="193850" y="127975"/>
                  </a:cubicBezTo>
                  <a:cubicBezTo>
                    <a:pt x="182859" y="127598"/>
                    <a:pt x="171855" y="127852"/>
                    <a:pt x="160893" y="128737"/>
                  </a:cubicBezTo>
                  <a:cubicBezTo>
                    <a:pt x="158322" y="126547"/>
                    <a:pt x="159750" y="119212"/>
                    <a:pt x="159941" y="110449"/>
                  </a:cubicBezTo>
                  <a:cubicBezTo>
                    <a:pt x="159708" y="108031"/>
                    <a:pt x="160136" y="105595"/>
                    <a:pt x="161179" y="103401"/>
                  </a:cubicBezTo>
                  <a:cubicBezTo>
                    <a:pt x="162341" y="101369"/>
                    <a:pt x="162965" y="99074"/>
                    <a:pt x="162989" y="96733"/>
                  </a:cubicBezTo>
                  <a:cubicBezTo>
                    <a:pt x="163129" y="94445"/>
                    <a:pt x="163959" y="92253"/>
                    <a:pt x="165370" y="90447"/>
                  </a:cubicBezTo>
                  <a:cubicBezTo>
                    <a:pt x="166885" y="88427"/>
                    <a:pt x="167897" y="86077"/>
                    <a:pt x="168323" y="83589"/>
                  </a:cubicBezTo>
                  <a:cubicBezTo>
                    <a:pt x="168323" y="74064"/>
                    <a:pt x="163370" y="77683"/>
                    <a:pt x="164037" y="68730"/>
                  </a:cubicBezTo>
                  <a:cubicBezTo>
                    <a:pt x="164703" y="59776"/>
                    <a:pt x="172799" y="60157"/>
                    <a:pt x="181848" y="56252"/>
                  </a:cubicBezTo>
                  <a:cubicBezTo>
                    <a:pt x="185207" y="54877"/>
                    <a:pt x="188253" y="52836"/>
                    <a:pt x="190802" y="50251"/>
                  </a:cubicBezTo>
                  <a:cubicBezTo>
                    <a:pt x="194042" y="46374"/>
                    <a:pt x="197985" y="43143"/>
                    <a:pt x="202422" y="40726"/>
                  </a:cubicBezTo>
                  <a:cubicBezTo>
                    <a:pt x="210519" y="35011"/>
                    <a:pt x="216519" y="35202"/>
                    <a:pt x="217186" y="27010"/>
                  </a:cubicBezTo>
                  <a:cubicBezTo>
                    <a:pt x="217186" y="25867"/>
                    <a:pt x="214043" y="23296"/>
                    <a:pt x="213471" y="21200"/>
                  </a:cubicBezTo>
                  <a:cubicBezTo>
                    <a:pt x="213056" y="18130"/>
                    <a:pt x="212088" y="15161"/>
                    <a:pt x="210614" y="12437"/>
                  </a:cubicBezTo>
                  <a:cubicBezTo>
                    <a:pt x="208042" y="8818"/>
                    <a:pt x="204423" y="7103"/>
                    <a:pt x="201089" y="3579"/>
                  </a:cubicBezTo>
                  <a:cubicBezTo>
                    <a:pt x="199451" y="1645"/>
                    <a:pt x="197197" y="334"/>
                    <a:pt x="194707" y="-136"/>
                  </a:cubicBezTo>
                  <a:cubicBezTo>
                    <a:pt x="192284" y="351"/>
                    <a:pt x="189836" y="701"/>
                    <a:pt x="187373" y="912"/>
                  </a:cubicBezTo>
                  <a:cubicBezTo>
                    <a:pt x="184505" y="667"/>
                    <a:pt x="181618" y="1024"/>
                    <a:pt x="178896" y="1960"/>
                  </a:cubicBezTo>
                  <a:cubicBezTo>
                    <a:pt x="169410" y="7312"/>
                    <a:pt x="159343" y="11562"/>
                    <a:pt x="148892" y="14628"/>
                  </a:cubicBezTo>
                  <a:cubicBezTo>
                    <a:pt x="147463" y="15104"/>
                    <a:pt x="144701" y="16342"/>
                    <a:pt x="143939" y="16533"/>
                  </a:cubicBezTo>
                  <a:cubicBezTo>
                    <a:pt x="143177" y="16723"/>
                    <a:pt x="139939" y="17771"/>
                    <a:pt x="136986" y="18438"/>
                  </a:cubicBezTo>
                  <a:cubicBezTo>
                    <a:pt x="123789" y="21422"/>
                    <a:pt x="110432" y="23648"/>
                    <a:pt x="96981" y="25105"/>
                  </a:cubicBezTo>
                  <a:cubicBezTo>
                    <a:pt x="91480" y="23430"/>
                    <a:pt x="85881" y="22094"/>
                    <a:pt x="80217" y="21105"/>
                  </a:cubicBezTo>
                  <a:cubicBezTo>
                    <a:pt x="75645" y="23391"/>
                    <a:pt x="70692" y="23772"/>
                    <a:pt x="70692" y="29011"/>
                  </a:cubicBezTo>
                  <a:cubicBezTo>
                    <a:pt x="70692" y="31011"/>
                    <a:pt x="71739" y="37583"/>
                    <a:pt x="71644" y="39583"/>
                  </a:cubicBezTo>
                  <a:cubicBezTo>
                    <a:pt x="71470" y="43330"/>
                    <a:pt x="72120" y="47069"/>
                    <a:pt x="73549" y="50537"/>
                  </a:cubicBezTo>
                  <a:cubicBezTo>
                    <a:pt x="77195" y="54334"/>
                    <a:pt x="79760" y="59036"/>
                    <a:pt x="80979" y="64158"/>
                  </a:cubicBezTo>
                  <a:cubicBezTo>
                    <a:pt x="81550" y="69206"/>
                    <a:pt x="80979" y="73683"/>
                    <a:pt x="84789" y="75493"/>
                  </a:cubicBezTo>
                  <a:cubicBezTo>
                    <a:pt x="88950" y="76310"/>
                    <a:pt x="93255" y="76014"/>
                    <a:pt x="97266" y="74635"/>
                  </a:cubicBezTo>
                  <a:cubicBezTo>
                    <a:pt x="100399" y="73894"/>
                    <a:pt x="103583" y="73384"/>
                    <a:pt x="106791" y="73111"/>
                  </a:cubicBezTo>
                  <a:cubicBezTo>
                    <a:pt x="108601" y="73778"/>
                    <a:pt x="108887" y="78255"/>
                    <a:pt x="108792" y="81970"/>
                  </a:cubicBezTo>
                  <a:cubicBezTo>
                    <a:pt x="108774" y="85803"/>
                    <a:pt x="108098" y="89605"/>
                    <a:pt x="106791" y="93209"/>
                  </a:cubicBezTo>
                  <a:cubicBezTo>
                    <a:pt x="104315" y="100639"/>
                    <a:pt x="103458" y="120260"/>
                    <a:pt x="87170" y="126737"/>
                  </a:cubicBezTo>
                  <a:cubicBezTo>
                    <a:pt x="79550" y="129785"/>
                    <a:pt x="69167" y="135024"/>
                    <a:pt x="62119" y="137215"/>
                  </a:cubicBezTo>
                  <a:cubicBezTo>
                    <a:pt x="59833" y="137881"/>
                    <a:pt x="55547" y="138072"/>
                    <a:pt x="52594" y="139024"/>
                  </a:cubicBezTo>
                  <a:cubicBezTo>
                    <a:pt x="45165" y="141691"/>
                    <a:pt x="31639" y="147216"/>
                    <a:pt x="29734" y="147692"/>
                  </a:cubicBezTo>
                  <a:cubicBezTo>
                    <a:pt x="26115" y="148549"/>
                    <a:pt x="20209" y="146263"/>
                    <a:pt x="18685" y="146644"/>
                  </a:cubicBezTo>
                  <a:cubicBezTo>
                    <a:pt x="17161" y="147025"/>
                    <a:pt x="2207" y="152550"/>
                    <a:pt x="-365" y="157027"/>
                  </a:cubicBezTo>
                  <a:cubicBezTo>
                    <a:pt x="951" y="160751"/>
                    <a:pt x="1310" y="164747"/>
                    <a:pt x="683" y="168647"/>
                  </a:cubicBezTo>
                  <a:cubicBezTo>
                    <a:pt x="111" y="171796"/>
                    <a:pt x="111" y="175023"/>
                    <a:pt x="683" y="178172"/>
                  </a:cubicBezTo>
                  <a:cubicBezTo>
                    <a:pt x="7446" y="184554"/>
                    <a:pt x="14494" y="193984"/>
                    <a:pt x="17828" y="194365"/>
                  </a:cubicBezTo>
                  <a:cubicBezTo>
                    <a:pt x="21162" y="194746"/>
                    <a:pt x="47641" y="182458"/>
                    <a:pt x="62786" y="177220"/>
                  </a:cubicBezTo>
                  <a:cubicBezTo>
                    <a:pt x="74698" y="173380"/>
                    <a:pt x="86995" y="170857"/>
                    <a:pt x="99457" y="169695"/>
                  </a:cubicBezTo>
                  <a:cubicBezTo>
                    <a:pt x="105268" y="169695"/>
                    <a:pt x="113650" y="171124"/>
                    <a:pt x="120126" y="170171"/>
                  </a:cubicBezTo>
                  <a:lnTo>
                    <a:pt x="138319" y="167599"/>
                  </a:lnTo>
                  <a:cubicBezTo>
                    <a:pt x="144533" y="165992"/>
                    <a:pt x="150979" y="165477"/>
                    <a:pt x="157369" y="166075"/>
                  </a:cubicBezTo>
                  <a:cubicBezTo>
                    <a:pt x="161084" y="166552"/>
                    <a:pt x="172705" y="165599"/>
                    <a:pt x="176419" y="166075"/>
                  </a:cubicBezTo>
                  <a:cubicBezTo>
                    <a:pt x="182230" y="166742"/>
                    <a:pt x="191659" y="167695"/>
                    <a:pt x="196898" y="167790"/>
                  </a:cubicBezTo>
                  <a:cubicBezTo>
                    <a:pt x="202137" y="167885"/>
                    <a:pt x="205089" y="166742"/>
                    <a:pt x="209280" y="166742"/>
                  </a:cubicBezTo>
                  <a:cubicBezTo>
                    <a:pt x="213471" y="166742"/>
                    <a:pt x="219377" y="168742"/>
                    <a:pt x="221377" y="168838"/>
                  </a:cubicBezTo>
                  <a:cubicBezTo>
                    <a:pt x="223377" y="168933"/>
                    <a:pt x="226425" y="168361"/>
                    <a:pt x="232521" y="168171"/>
                  </a:cubicBezTo>
                  <a:cubicBezTo>
                    <a:pt x="234807" y="168171"/>
                    <a:pt x="236712" y="164742"/>
                    <a:pt x="238236" y="162361"/>
                  </a:cubicBezTo>
                  <a:cubicBezTo>
                    <a:pt x="239674" y="160343"/>
                    <a:pt x="240649" y="158035"/>
                    <a:pt x="241094" y="155598"/>
                  </a:cubicBezTo>
                  <a:cubicBezTo>
                    <a:pt x="241305" y="154155"/>
                    <a:pt x="241037" y="152683"/>
                    <a:pt x="240331" y="151407"/>
                  </a:cubicBezTo>
                  <a:cubicBezTo>
                    <a:pt x="239602" y="150634"/>
                    <a:pt x="239193" y="149612"/>
                    <a:pt x="239188" y="148549"/>
                  </a:cubicBezTo>
                </a:path>
              </a:pathLst>
            </a:custGeom>
            <a:solidFill>
              <a:schemeClr val="tx1"/>
            </a:solidFill>
            <a:ln w="9525" cap="flat">
              <a:noFill/>
              <a:prstDash val="solid"/>
              <a:miter/>
            </a:ln>
          </p:spPr>
          <p:txBody>
            <a:bodyPr rtlCol="0" anchor="ctr"/>
            <a:lstStyle/>
            <a:p>
              <a:endParaRPr lang="zh-CN" altLang="en-US"/>
            </a:p>
          </p:txBody>
        </p:sp>
        <p:sp>
          <p:nvSpPr>
            <p:cNvPr id="259" name="任意多边形: 形状 258"/>
            <p:cNvSpPr/>
            <p:nvPr/>
          </p:nvSpPr>
          <p:spPr>
            <a:xfrm>
              <a:off x="11390578" y="359618"/>
              <a:ext cx="208814" cy="175091"/>
            </a:xfrm>
            <a:custGeom>
              <a:avLst/>
              <a:gdLst>
                <a:gd name="connsiteX0" fmla="*/ 260089 w 260453"/>
                <a:gd name="connsiteY0" fmla="*/ 192536 h 218390"/>
                <a:gd name="connsiteX1" fmla="*/ 252850 w 260453"/>
                <a:gd name="connsiteY1" fmla="*/ 189202 h 218390"/>
                <a:gd name="connsiteX2" fmla="*/ 231800 w 260453"/>
                <a:gd name="connsiteY2" fmla="*/ 181392 h 218390"/>
                <a:gd name="connsiteX3" fmla="*/ 222275 w 260453"/>
                <a:gd name="connsiteY3" fmla="*/ 175391 h 218390"/>
                <a:gd name="connsiteX4" fmla="*/ 210083 w 260453"/>
                <a:gd name="connsiteY4" fmla="*/ 170628 h 218390"/>
                <a:gd name="connsiteX5" fmla="*/ 188842 w 260453"/>
                <a:gd name="connsiteY5" fmla="*/ 156055 h 218390"/>
                <a:gd name="connsiteX6" fmla="*/ 168173 w 260453"/>
                <a:gd name="connsiteY6" fmla="*/ 132719 h 218390"/>
                <a:gd name="connsiteX7" fmla="*/ 140169 w 260453"/>
                <a:gd name="connsiteY7" fmla="*/ 104144 h 218390"/>
                <a:gd name="connsiteX8" fmla="*/ 138169 w 260453"/>
                <a:gd name="connsiteY8" fmla="*/ 90999 h 218390"/>
                <a:gd name="connsiteX9" fmla="*/ 143789 w 260453"/>
                <a:gd name="connsiteY9" fmla="*/ 82808 h 218390"/>
                <a:gd name="connsiteX10" fmla="*/ 160744 w 260453"/>
                <a:gd name="connsiteY10" fmla="*/ 76331 h 218390"/>
                <a:gd name="connsiteX11" fmla="*/ 171792 w 260453"/>
                <a:gd name="connsiteY11" fmla="*/ 74902 h 218390"/>
                <a:gd name="connsiteX12" fmla="*/ 181317 w 260453"/>
                <a:gd name="connsiteY12" fmla="*/ 70806 h 218390"/>
                <a:gd name="connsiteX13" fmla="*/ 197796 w 260453"/>
                <a:gd name="connsiteY13" fmla="*/ 63758 h 218390"/>
                <a:gd name="connsiteX14" fmla="*/ 204939 w 260453"/>
                <a:gd name="connsiteY14" fmla="*/ 58424 h 218390"/>
                <a:gd name="connsiteX15" fmla="*/ 208368 w 260453"/>
                <a:gd name="connsiteY15" fmla="*/ 54138 h 218390"/>
                <a:gd name="connsiteX16" fmla="*/ 199415 w 260453"/>
                <a:gd name="connsiteY16" fmla="*/ 37088 h 218390"/>
                <a:gd name="connsiteX17" fmla="*/ 186461 w 260453"/>
                <a:gd name="connsiteY17" fmla="*/ 32897 h 218390"/>
                <a:gd name="connsiteX18" fmla="*/ 171602 w 260453"/>
                <a:gd name="connsiteY18" fmla="*/ 32897 h 218390"/>
                <a:gd name="connsiteX19" fmla="*/ 162077 w 260453"/>
                <a:gd name="connsiteY19" fmla="*/ 39755 h 218390"/>
                <a:gd name="connsiteX20" fmla="*/ 153790 w 260453"/>
                <a:gd name="connsiteY20" fmla="*/ 42612 h 218390"/>
                <a:gd name="connsiteX21" fmla="*/ 146742 w 260453"/>
                <a:gd name="connsiteY21" fmla="*/ 45756 h 218390"/>
                <a:gd name="connsiteX22" fmla="*/ 141122 w 260453"/>
                <a:gd name="connsiteY22" fmla="*/ 47184 h 218390"/>
                <a:gd name="connsiteX23" fmla="*/ 141122 w 260453"/>
                <a:gd name="connsiteY23" fmla="*/ 38993 h 218390"/>
                <a:gd name="connsiteX24" fmla="*/ 146932 w 260453"/>
                <a:gd name="connsiteY24" fmla="*/ 24991 h 218390"/>
                <a:gd name="connsiteX25" fmla="*/ 145408 w 260453"/>
                <a:gd name="connsiteY25" fmla="*/ 17466 h 218390"/>
                <a:gd name="connsiteX26" fmla="*/ 142836 w 260453"/>
                <a:gd name="connsiteY26" fmla="*/ 9656 h 218390"/>
                <a:gd name="connsiteX27" fmla="*/ 131787 w 260453"/>
                <a:gd name="connsiteY27" fmla="*/ 607 h 218390"/>
                <a:gd name="connsiteX28" fmla="*/ 117976 w 260453"/>
                <a:gd name="connsiteY28" fmla="*/ 36 h 218390"/>
                <a:gd name="connsiteX29" fmla="*/ 110547 w 260453"/>
                <a:gd name="connsiteY29" fmla="*/ 2417 h 218390"/>
                <a:gd name="connsiteX30" fmla="*/ 101022 w 260453"/>
                <a:gd name="connsiteY30" fmla="*/ 1655 h 218390"/>
                <a:gd name="connsiteX31" fmla="*/ 97212 w 260453"/>
                <a:gd name="connsiteY31" fmla="*/ 6036 h 218390"/>
                <a:gd name="connsiteX32" fmla="*/ 97878 w 260453"/>
                <a:gd name="connsiteY32" fmla="*/ 18324 h 218390"/>
                <a:gd name="connsiteX33" fmla="*/ 96259 w 260453"/>
                <a:gd name="connsiteY33" fmla="*/ 32611 h 218390"/>
                <a:gd name="connsiteX34" fmla="*/ 91592 w 260453"/>
                <a:gd name="connsiteY34" fmla="*/ 55185 h 218390"/>
                <a:gd name="connsiteX35" fmla="*/ 67113 w 260453"/>
                <a:gd name="connsiteY35" fmla="*/ 63853 h 218390"/>
                <a:gd name="connsiteX36" fmla="*/ 52253 w 260453"/>
                <a:gd name="connsiteY36" fmla="*/ 63853 h 218390"/>
                <a:gd name="connsiteX37" fmla="*/ 46158 w 260453"/>
                <a:gd name="connsiteY37" fmla="*/ 67854 h 218390"/>
                <a:gd name="connsiteX38" fmla="*/ 38919 w 260453"/>
                <a:gd name="connsiteY38" fmla="*/ 70616 h 218390"/>
                <a:gd name="connsiteX39" fmla="*/ 33203 w 260453"/>
                <a:gd name="connsiteY39" fmla="*/ 76521 h 218390"/>
                <a:gd name="connsiteX40" fmla="*/ 29964 w 260453"/>
                <a:gd name="connsiteY40" fmla="*/ 86046 h 218390"/>
                <a:gd name="connsiteX41" fmla="*/ 42061 w 260453"/>
                <a:gd name="connsiteY41" fmla="*/ 101096 h 218390"/>
                <a:gd name="connsiteX42" fmla="*/ 52444 w 260453"/>
                <a:gd name="connsiteY42" fmla="*/ 105954 h 218390"/>
                <a:gd name="connsiteX43" fmla="*/ 59207 w 260453"/>
                <a:gd name="connsiteY43" fmla="*/ 105954 h 218390"/>
                <a:gd name="connsiteX44" fmla="*/ 66255 w 260453"/>
                <a:gd name="connsiteY44" fmla="*/ 104049 h 218390"/>
                <a:gd name="connsiteX45" fmla="*/ 71494 w 260453"/>
                <a:gd name="connsiteY45" fmla="*/ 104049 h 218390"/>
                <a:gd name="connsiteX46" fmla="*/ 78352 w 260453"/>
                <a:gd name="connsiteY46" fmla="*/ 104049 h 218390"/>
                <a:gd name="connsiteX47" fmla="*/ 75590 w 260453"/>
                <a:gd name="connsiteY47" fmla="*/ 113574 h 218390"/>
                <a:gd name="connsiteX48" fmla="*/ 62350 w 260453"/>
                <a:gd name="connsiteY48" fmla="*/ 136815 h 218390"/>
                <a:gd name="connsiteX49" fmla="*/ 28061 w 260453"/>
                <a:gd name="connsiteY49" fmla="*/ 169676 h 218390"/>
                <a:gd name="connsiteX50" fmla="*/ 22917 w 260453"/>
                <a:gd name="connsiteY50" fmla="*/ 171962 h 218390"/>
                <a:gd name="connsiteX51" fmla="*/ 15582 w 260453"/>
                <a:gd name="connsiteY51" fmla="*/ 177391 h 218390"/>
                <a:gd name="connsiteX52" fmla="*/ 4914 w 260453"/>
                <a:gd name="connsiteY52" fmla="*/ 183678 h 218390"/>
                <a:gd name="connsiteX53" fmla="*/ 247 w 260453"/>
                <a:gd name="connsiteY53" fmla="*/ 189107 h 218390"/>
                <a:gd name="connsiteX54" fmla="*/ 7486 w 260453"/>
                <a:gd name="connsiteY54" fmla="*/ 191583 h 218390"/>
                <a:gd name="connsiteX55" fmla="*/ 11772 w 260453"/>
                <a:gd name="connsiteY55" fmla="*/ 200156 h 218390"/>
                <a:gd name="connsiteX56" fmla="*/ 17392 w 260453"/>
                <a:gd name="connsiteY56" fmla="*/ 205014 h 218390"/>
                <a:gd name="connsiteX57" fmla="*/ 25679 w 260453"/>
                <a:gd name="connsiteY57" fmla="*/ 203490 h 218390"/>
                <a:gd name="connsiteX58" fmla="*/ 40824 w 260453"/>
                <a:gd name="connsiteY58" fmla="*/ 199584 h 218390"/>
                <a:gd name="connsiteX59" fmla="*/ 57302 w 260453"/>
                <a:gd name="connsiteY59" fmla="*/ 190631 h 218390"/>
                <a:gd name="connsiteX60" fmla="*/ 79495 w 260453"/>
                <a:gd name="connsiteY60" fmla="*/ 177105 h 218390"/>
                <a:gd name="connsiteX61" fmla="*/ 101117 w 260453"/>
                <a:gd name="connsiteY61" fmla="*/ 155960 h 218390"/>
                <a:gd name="connsiteX62" fmla="*/ 116071 w 260453"/>
                <a:gd name="connsiteY62" fmla="*/ 133290 h 218390"/>
                <a:gd name="connsiteX63" fmla="*/ 137693 w 260453"/>
                <a:gd name="connsiteY63" fmla="*/ 152340 h 218390"/>
                <a:gd name="connsiteX64" fmla="*/ 147218 w 260453"/>
                <a:gd name="connsiteY64" fmla="*/ 163104 h 218390"/>
                <a:gd name="connsiteX65" fmla="*/ 162744 w 260453"/>
                <a:gd name="connsiteY65" fmla="*/ 182820 h 218390"/>
                <a:gd name="connsiteX66" fmla="*/ 176460 w 260453"/>
                <a:gd name="connsiteY66" fmla="*/ 207300 h 218390"/>
                <a:gd name="connsiteX67" fmla="*/ 185413 w 260453"/>
                <a:gd name="connsiteY67" fmla="*/ 213491 h 218390"/>
                <a:gd name="connsiteX68" fmla="*/ 201224 w 260453"/>
                <a:gd name="connsiteY68" fmla="*/ 215682 h 218390"/>
                <a:gd name="connsiteX69" fmla="*/ 211321 w 260453"/>
                <a:gd name="connsiteY69" fmla="*/ 217587 h 218390"/>
                <a:gd name="connsiteX70" fmla="*/ 222846 w 260453"/>
                <a:gd name="connsiteY70" fmla="*/ 217587 h 218390"/>
                <a:gd name="connsiteX71" fmla="*/ 233990 w 260453"/>
                <a:gd name="connsiteY71" fmla="*/ 218253 h 218390"/>
                <a:gd name="connsiteX72" fmla="*/ 238944 w 260453"/>
                <a:gd name="connsiteY72" fmla="*/ 217206 h 218390"/>
                <a:gd name="connsiteX73" fmla="*/ 243897 w 260453"/>
                <a:gd name="connsiteY73" fmla="*/ 213110 h 218390"/>
                <a:gd name="connsiteX74" fmla="*/ 255994 w 260453"/>
                <a:gd name="connsiteY74" fmla="*/ 206823 h 218390"/>
                <a:gd name="connsiteX75" fmla="*/ 257041 w 260453"/>
                <a:gd name="connsiteY75" fmla="*/ 199013 h 218390"/>
                <a:gd name="connsiteX76" fmla="*/ 259327 w 260453"/>
                <a:gd name="connsiteY76" fmla="*/ 193488 h 218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60453" h="218390">
                  <a:moveTo>
                    <a:pt x="260089" y="192536"/>
                  </a:moveTo>
                  <a:cubicBezTo>
                    <a:pt x="258946" y="190440"/>
                    <a:pt x="255136" y="190155"/>
                    <a:pt x="252850" y="189202"/>
                  </a:cubicBezTo>
                  <a:cubicBezTo>
                    <a:pt x="243325" y="185392"/>
                    <a:pt x="237991" y="183487"/>
                    <a:pt x="231800" y="181392"/>
                  </a:cubicBezTo>
                  <a:cubicBezTo>
                    <a:pt x="229419" y="180534"/>
                    <a:pt x="226085" y="177010"/>
                    <a:pt x="222275" y="175391"/>
                  </a:cubicBezTo>
                  <a:cubicBezTo>
                    <a:pt x="218042" y="174276"/>
                    <a:pt x="213951" y="172677"/>
                    <a:pt x="210083" y="170628"/>
                  </a:cubicBezTo>
                  <a:cubicBezTo>
                    <a:pt x="203523" y="165053"/>
                    <a:pt x="196404" y="160169"/>
                    <a:pt x="188842" y="156055"/>
                  </a:cubicBezTo>
                  <a:cubicBezTo>
                    <a:pt x="180365" y="151769"/>
                    <a:pt x="173221" y="137005"/>
                    <a:pt x="168173" y="132719"/>
                  </a:cubicBezTo>
                  <a:cubicBezTo>
                    <a:pt x="157531" y="124570"/>
                    <a:pt x="148102" y="114948"/>
                    <a:pt x="140169" y="104144"/>
                  </a:cubicBezTo>
                  <a:cubicBezTo>
                    <a:pt x="137578" y="100279"/>
                    <a:pt x="136845" y="95460"/>
                    <a:pt x="138169" y="90999"/>
                  </a:cubicBezTo>
                  <a:cubicBezTo>
                    <a:pt x="139607" y="87995"/>
                    <a:pt x="141503" y="85231"/>
                    <a:pt x="143789" y="82808"/>
                  </a:cubicBezTo>
                  <a:cubicBezTo>
                    <a:pt x="149150" y="79954"/>
                    <a:pt x="154845" y="77779"/>
                    <a:pt x="160744" y="76331"/>
                  </a:cubicBezTo>
                  <a:cubicBezTo>
                    <a:pt x="163887" y="75664"/>
                    <a:pt x="167601" y="75474"/>
                    <a:pt x="171792" y="74902"/>
                  </a:cubicBezTo>
                  <a:cubicBezTo>
                    <a:pt x="175191" y="74129"/>
                    <a:pt x="178419" y="72741"/>
                    <a:pt x="181317" y="70806"/>
                  </a:cubicBezTo>
                  <a:cubicBezTo>
                    <a:pt x="187068" y="69113"/>
                    <a:pt x="192599" y="66747"/>
                    <a:pt x="197796" y="63758"/>
                  </a:cubicBezTo>
                  <a:cubicBezTo>
                    <a:pt x="201129" y="61567"/>
                    <a:pt x="203130" y="58519"/>
                    <a:pt x="204939" y="58424"/>
                  </a:cubicBezTo>
                  <a:cubicBezTo>
                    <a:pt x="208273" y="58424"/>
                    <a:pt x="208463" y="57186"/>
                    <a:pt x="208368" y="54138"/>
                  </a:cubicBezTo>
                  <a:cubicBezTo>
                    <a:pt x="208368" y="46708"/>
                    <a:pt x="204844" y="37945"/>
                    <a:pt x="199415" y="37088"/>
                  </a:cubicBezTo>
                  <a:cubicBezTo>
                    <a:pt x="193985" y="36231"/>
                    <a:pt x="188651" y="36612"/>
                    <a:pt x="186461" y="32897"/>
                  </a:cubicBezTo>
                  <a:cubicBezTo>
                    <a:pt x="184270" y="29182"/>
                    <a:pt x="171602" y="32897"/>
                    <a:pt x="171602" y="32897"/>
                  </a:cubicBezTo>
                  <a:cubicBezTo>
                    <a:pt x="169601" y="32897"/>
                    <a:pt x="165316" y="37469"/>
                    <a:pt x="162077" y="39755"/>
                  </a:cubicBezTo>
                  <a:cubicBezTo>
                    <a:pt x="159431" y="41017"/>
                    <a:pt x="156651" y="41975"/>
                    <a:pt x="153790" y="42612"/>
                  </a:cubicBezTo>
                  <a:cubicBezTo>
                    <a:pt x="151409" y="43470"/>
                    <a:pt x="147599" y="45375"/>
                    <a:pt x="146742" y="45756"/>
                  </a:cubicBezTo>
                  <a:cubicBezTo>
                    <a:pt x="145063" y="46804"/>
                    <a:pt x="143098" y="47304"/>
                    <a:pt x="141122" y="47184"/>
                  </a:cubicBezTo>
                  <a:cubicBezTo>
                    <a:pt x="139407" y="47184"/>
                    <a:pt x="141122" y="40326"/>
                    <a:pt x="141122" y="38993"/>
                  </a:cubicBezTo>
                  <a:cubicBezTo>
                    <a:pt x="143313" y="32897"/>
                    <a:pt x="145884" y="27849"/>
                    <a:pt x="146932" y="24991"/>
                  </a:cubicBezTo>
                  <a:cubicBezTo>
                    <a:pt x="147980" y="22134"/>
                    <a:pt x="145884" y="20800"/>
                    <a:pt x="145408" y="17466"/>
                  </a:cubicBezTo>
                  <a:cubicBezTo>
                    <a:pt x="144932" y="14133"/>
                    <a:pt x="146551" y="11561"/>
                    <a:pt x="142836" y="9656"/>
                  </a:cubicBezTo>
                  <a:cubicBezTo>
                    <a:pt x="138361" y="7761"/>
                    <a:pt x="134526" y="4620"/>
                    <a:pt x="131787" y="607"/>
                  </a:cubicBezTo>
                  <a:cubicBezTo>
                    <a:pt x="130930" y="-1012"/>
                    <a:pt x="121500" y="607"/>
                    <a:pt x="117976" y="36"/>
                  </a:cubicBezTo>
                  <a:cubicBezTo>
                    <a:pt x="114452" y="-536"/>
                    <a:pt x="113880" y="2512"/>
                    <a:pt x="110547" y="2417"/>
                  </a:cubicBezTo>
                  <a:cubicBezTo>
                    <a:pt x="107213" y="2322"/>
                    <a:pt x="107308" y="-60"/>
                    <a:pt x="101022" y="1655"/>
                  </a:cubicBezTo>
                  <a:cubicBezTo>
                    <a:pt x="99021" y="2226"/>
                    <a:pt x="97116" y="2607"/>
                    <a:pt x="97212" y="6036"/>
                  </a:cubicBezTo>
                  <a:cubicBezTo>
                    <a:pt x="98175" y="10058"/>
                    <a:pt x="98401" y="14221"/>
                    <a:pt x="97878" y="18324"/>
                  </a:cubicBezTo>
                  <a:cubicBezTo>
                    <a:pt x="97930" y="23135"/>
                    <a:pt x="97385" y="27933"/>
                    <a:pt x="96259" y="32611"/>
                  </a:cubicBezTo>
                  <a:cubicBezTo>
                    <a:pt x="92933" y="39658"/>
                    <a:pt x="91333" y="47397"/>
                    <a:pt x="91592" y="55185"/>
                  </a:cubicBezTo>
                  <a:cubicBezTo>
                    <a:pt x="84130" y="59760"/>
                    <a:pt x="75790" y="62713"/>
                    <a:pt x="67113" y="63853"/>
                  </a:cubicBezTo>
                  <a:cubicBezTo>
                    <a:pt x="62064" y="63853"/>
                    <a:pt x="55016" y="62805"/>
                    <a:pt x="52253" y="63853"/>
                  </a:cubicBezTo>
                  <a:cubicBezTo>
                    <a:pt x="49491" y="64901"/>
                    <a:pt x="47777" y="66806"/>
                    <a:pt x="46158" y="67854"/>
                  </a:cubicBezTo>
                  <a:cubicBezTo>
                    <a:pt x="44538" y="68901"/>
                    <a:pt x="40919" y="69092"/>
                    <a:pt x="38919" y="70616"/>
                  </a:cubicBezTo>
                  <a:cubicBezTo>
                    <a:pt x="36918" y="72140"/>
                    <a:pt x="35680" y="74712"/>
                    <a:pt x="33203" y="76521"/>
                  </a:cubicBezTo>
                  <a:cubicBezTo>
                    <a:pt x="30398" y="78821"/>
                    <a:pt x="29142" y="82514"/>
                    <a:pt x="29964" y="86046"/>
                  </a:cubicBezTo>
                  <a:cubicBezTo>
                    <a:pt x="30825" y="92947"/>
                    <a:pt x="35507" y="98771"/>
                    <a:pt x="42061" y="101096"/>
                  </a:cubicBezTo>
                  <a:cubicBezTo>
                    <a:pt x="46919" y="101763"/>
                    <a:pt x="48824" y="104811"/>
                    <a:pt x="52444" y="105954"/>
                  </a:cubicBezTo>
                  <a:cubicBezTo>
                    <a:pt x="54634" y="106716"/>
                    <a:pt x="57017" y="106716"/>
                    <a:pt x="59207" y="105954"/>
                  </a:cubicBezTo>
                  <a:cubicBezTo>
                    <a:pt x="61493" y="105954"/>
                    <a:pt x="64255" y="104144"/>
                    <a:pt x="66255" y="104049"/>
                  </a:cubicBezTo>
                  <a:cubicBezTo>
                    <a:pt x="68256" y="103953"/>
                    <a:pt x="69494" y="104049"/>
                    <a:pt x="71494" y="104049"/>
                  </a:cubicBezTo>
                  <a:cubicBezTo>
                    <a:pt x="73494" y="104049"/>
                    <a:pt x="78066" y="102525"/>
                    <a:pt x="78352" y="104049"/>
                  </a:cubicBezTo>
                  <a:cubicBezTo>
                    <a:pt x="78155" y="107390"/>
                    <a:pt x="77212" y="110645"/>
                    <a:pt x="75590" y="113574"/>
                  </a:cubicBezTo>
                  <a:cubicBezTo>
                    <a:pt x="73028" y="122238"/>
                    <a:pt x="68497" y="130192"/>
                    <a:pt x="62350" y="136815"/>
                  </a:cubicBezTo>
                  <a:cubicBezTo>
                    <a:pt x="51600" y="148456"/>
                    <a:pt x="40149" y="159430"/>
                    <a:pt x="28061" y="169676"/>
                  </a:cubicBezTo>
                  <a:cubicBezTo>
                    <a:pt x="26822" y="170438"/>
                    <a:pt x="23774" y="170914"/>
                    <a:pt x="22917" y="171962"/>
                  </a:cubicBezTo>
                  <a:cubicBezTo>
                    <a:pt x="20658" y="174010"/>
                    <a:pt x="18201" y="175829"/>
                    <a:pt x="15582" y="177391"/>
                  </a:cubicBezTo>
                  <a:cubicBezTo>
                    <a:pt x="12495" y="180197"/>
                    <a:pt x="8864" y="182337"/>
                    <a:pt x="4914" y="183678"/>
                  </a:cubicBezTo>
                  <a:cubicBezTo>
                    <a:pt x="-39" y="185297"/>
                    <a:pt x="-1277" y="187678"/>
                    <a:pt x="247" y="189107"/>
                  </a:cubicBezTo>
                  <a:cubicBezTo>
                    <a:pt x="2582" y="190145"/>
                    <a:pt x="5004" y="190974"/>
                    <a:pt x="7486" y="191583"/>
                  </a:cubicBezTo>
                  <a:cubicBezTo>
                    <a:pt x="10058" y="192726"/>
                    <a:pt x="10058" y="198918"/>
                    <a:pt x="11772" y="200156"/>
                  </a:cubicBezTo>
                  <a:cubicBezTo>
                    <a:pt x="13487" y="201394"/>
                    <a:pt x="15106" y="204633"/>
                    <a:pt x="17392" y="205014"/>
                  </a:cubicBezTo>
                  <a:cubicBezTo>
                    <a:pt x="20226" y="205039"/>
                    <a:pt x="23039" y="204522"/>
                    <a:pt x="25679" y="203490"/>
                  </a:cubicBezTo>
                  <a:cubicBezTo>
                    <a:pt x="29013" y="201870"/>
                    <a:pt x="36537" y="202251"/>
                    <a:pt x="40824" y="199584"/>
                  </a:cubicBezTo>
                  <a:cubicBezTo>
                    <a:pt x="45110" y="196917"/>
                    <a:pt x="53587" y="193107"/>
                    <a:pt x="57302" y="190631"/>
                  </a:cubicBezTo>
                  <a:cubicBezTo>
                    <a:pt x="65445" y="187478"/>
                    <a:pt x="72960" y="182897"/>
                    <a:pt x="79495" y="177105"/>
                  </a:cubicBezTo>
                  <a:cubicBezTo>
                    <a:pt x="88449" y="167580"/>
                    <a:pt x="93783" y="163866"/>
                    <a:pt x="101117" y="155960"/>
                  </a:cubicBezTo>
                  <a:cubicBezTo>
                    <a:pt x="108451" y="148054"/>
                    <a:pt x="114928" y="132624"/>
                    <a:pt x="116071" y="133290"/>
                  </a:cubicBezTo>
                  <a:cubicBezTo>
                    <a:pt x="119310" y="135291"/>
                    <a:pt x="127977" y="145197"/>
                    <a:pt x="137693" y="152340"/>
                  </a:cubicBezTo>
                  <a:cubicBezTo>
                    <a:pt x="141130" y="155688"/>
                    <a:pt x="144313" y="159285"/>
                    <a:pt x="147218" y="163104"/>
                  </a:cubicBezTo>
                  <a:cubicBezTo>
                    <a:pt x="151989" y="169984"/>
                    <a:pt x="157174" y="176569"/>
                    <a:pt x="162744" y="182820"/>
                  </a:cubicBezTo>
                  <a:cubicBezTo>
                    <a:pt x="177507" y="196346"/>
                    <a:pt x="173412" y="198822"/>
                    <a:pt x="176460" y="207300"/>
                  </a:cubicBezTo>
                  <a:cubicBezTo>
                    <a:pt x="178409" y="210560"/>
                    <a:pt x="181674" y="212818"/>
                    <a:pt x="185413" y="213491"/>
                  </a:cubicBezTo>
                  <a:cubicBezTo>
                    <a:pt x="190176" y="214729"/>
                    <a:pt x="194938" y="212062"/>
                    <a:pt x="201224" y="215682"/>
                  </a:cubicBezTo>
                  <a:cubicBezTo>
                    <a:pt x="204450" y="216911"/>
                    <a:pt x="207869" y="217556"/>
                    <a:pt x="211321" y="217587"/>
                  </a:cubicBezTo>
                  <a:cubicBezTo>
                    <a:pt x="215160" y="217797"/>
                    <a:pt x="219007" y="217797"/>
                    <a:pt x="222846" y="217587"/>
                  </a:cubicBezTo>
                  <a:cubicBezTo>
                    <a:pt x="226543" y="218045"/>
                    <a:pt x="230266" y="218268"/>
                    <a:pt x="233990" y="218253"/>
                  </a:cubicBezTo>
                  <a:cubicBezTo>
                    <a:pt x="235419" y="218253"/>
                    <a:pt x="237515" y="218253"/>
                    <a:pt x="238944" y="217206"/>
                  </a:cubicBezTo>
                  <a:cubicBezTo>
                    <a:pt x="240372" y="216158"/>
                    <a:pt x="241896" y="213300"/>
                    <a:pt x="243897" y="213110"/>
                  </a:cubicBezTo>
                  <a:cubicBezTo>
                    <a:pt x="248651" y="212871"/>
                    <a:pt x="253066" y="210577"/>
                    <a:pt x="255994" y="206823"/>
                  </a:cubicBezTo>
                  <a:cubicBezTo>
                    <a:pt x="257803" y="204633"/>
                    <a:pt x="256851" y="201108"/>
                    <a:pt x="257041" y="199013"/>
                  </a:cubicBezTo>
                  <a:cubicBezTo>
                    <a:pt x="257231" y="196917"/>
                    <a:pt x="260280" y="195298"/>
                    <a:pt x="259327" y="193488"/>
                  </a:cubicBezTo>
                </a:path>
              </a:pathLst>
            </a:custGeom>
            <a:solidFill>
              <a:schemeClr val="tx1"/>
            </a:solidFill>
            <a:ln w="9525" cap="flat">
              <a:noFill/>
              <a:prstDash val="solid"/>
              <a:miter/>
            </a:ln>
          </p:spPr>
          <p:txBody>
            <a:bodyPr rtlCol="0" anchor="ctr"/>
            <a:lstStyle/>
            <a:p>
              <a:endParaRPr lang="zh-CN" altLang="en-US"/>
            </a:p>
          </p:txBody>
        </p:sp>
      </p:gr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2pPr>
      <a:lvl3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3pPr>
      <a:lvl4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4pPr>
      <a:lvl5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5pPr>
      <a:lvl6pPr marL="457200" algn="l" rtl="0" fontAlgn="base">
        <a:lnSpc>
          <a:spcPct val="90000"/>
        </a:lnSpc>
        <a:spcBef>
          <a:spcPct val="0"/>
        </a:spcBef>
        <a:spcAft>
          <a:spcPct val="0"/>
        </a:spcAft>
        <a:defRPr sz="4400">
          <a:solidFill>
            <a:schemeClr val="tx1"/>
          </a:solidFill>
          <a:latin typeface="Century Gothic" pitchFamily="34" charset="0"/>
          <a:ea typeface="微软雅黑" charset="-122"/>
        </a:defRPr>
      </a:lvl6pPr>
      <a:lvl7pPr marL="914400" algn="l" rtl="0" fontAlgn="base">
        <a:lnSpc>
          <a:spcPct val="90000"/>
        </a:lnSpc>
        <a:spcBef>
          <a:spcPct val="0"/>
        </a:spcBef>
        <a:spcAft>
          <a:spcPct val="0"/>
        </a:spcAft>
        <a:defRPr sz="4400">
          <a:solidFill>
            <a:schemeClr val="tx1"/>
          </a:solidFill>
          <a:latin typeface="Century Gothic" pitchFamily="34" charset="0"/>
          <a:ea typeface="微软雅黑" charset="-122"/>
        </a:defRPr>
      </a:lvl7pPr>
      <a:lvl8pPr marL="1371600" algn="l" rtl="0" fontAlgn="base">
        <a:lnSpc>
          <a:spcPct val="90000"/>
        </a:lnSpc>
        <a:spcBef>
          <a:spcPct val="0"/>
        </a:spcBef>
        <a:spcAft>
          <a:spcPct val="0"/>
        </a:spcAft>
        <a:defRPr sz="4400">
          <a:solidFill>
            <a:schemeClr val="tx1"/>
          </a:solidFill>
          <a:latin typeface="Century Gothic" pitchFamily="34" charset="0"/>
          <a:ea typeface="微软雅黑" charset="-122"/>
        </a:defRPr>
      </a:lvl8pPr>
      <a:lvl9pPr marL="1828800" algn="l" rtl="0" fontAlgn="base">
        <a:lnSpc>
          <a:spcPct val="90000"/>
        </a:lnSpc>
        <a:spcBef>
          <a:spcPct val="0"/>
        </a:spcBef>
        <a:spcAft>
          <a:spcPct val="0"/>
        </a:spcAft>
        <a:defRPr sz="4400">
          <a:solidFill>
            <a:schemeClr val="tx1"/>
          </a:solidFill>
          <a:latin typeface="Century Gothic" pitchFamily="34" charset="0"/>
          <a:ea typeface="微软雅黑" charset="-122"/>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charset="-122"/>
              <a:ea typeface="微软雅黑" charset="-122"/>
              <a:cs typeface="+mn-cs"/>
            </a:endParaRPr>
          </a:p>
        </p:txBody>
      </p:sp>
    </p:spTree>
  </p:cSld>
  <p:clrMap bg1="lt1" tx1="dk1" bg2="lt2" tx2="dk2" accent1="accent1" accent2="accent2" accent3="accent3" accent4="accent4" accent5="accent5" accent6="accent6" hlink="hlink" folHlink="folHlink"/>
  <p:sldLayoutIdLst>
    <p:sldLayoutId id="2147483666" r:id="rId1"/>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2pPr>
      <a:lvl3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3pPr>
      <a:lvl4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4pPr>
      <a:lvl5pPr algn="l" rtl="0" eaLnBrk="0" fontAlgn="base" hangingPunct="0">
        <a:lnSpc>
          <a:spcPct val="90000"/>
        </a:lnSpc>
        <a:spcBef>
          <a:spcPct val="0"/>
        </a:spcBef>
        <a:spcAft>
          <a:spcPct val="0"/>
        </a:spcAft>
        <a:defRPr sz="4400">
          <a:solidFill>
            <a:schemeClr val="tx1"/>
          </a:solidFill>
          <a:latin typeface="Century Gothic" pitchFamily="34" charset="0"/>
          <a:ea typeface="微软雅黑" charset="-122"/>
        </a:defRPr>
      </a:lvl5pPr>
      <a:lvl6pPr marL="457200" algn="l" rtl="0" fontAlgn="base">
        <a:lnSpc>
          <a:spcPct val="90000"/>
        </a:lnSpc>
        <a:spcBef>
          <a:spcPct val="0"/>
        </a:spcBef>
        <a:spcAft>
          <a:spcPct val="0"/>
        </a:spcAft>
        <a:defRPr sz="4400">
          <a:solidFill>
            <a:schemeClr val="tx1"/>
          </a:solidFill>
          <a:latin typeface="Century Gothic" pitchFamily="34" charset="0"/>
          <a:ea typeface="微软雅黑" charset="-122"/>
        </a:defRPr>
      </a:lvl6pPr>
      <a:lvl7pPr marL="914400" algn="l" rtl="0" fontAlgn="base">
        <a:lnSpc>
          <a:spcPct val="90000"/>
        </a:lnSpc>
        <a:spcBef>
          <a:spcPct val="0"/>
        </a:spcBef>
        <a:spcAft>
          <a:spcPct val="0"/>
        </a:spcAft>
        <a:defRPr sz="4400">
          <a:solidFill>
            <a:schemeClr val="tx1"/>
          </a:solidFill>
          <a:latin typeface="Century Gothic" pitchFamily="34" charset="0"/>
          <a:ea typeface="微软雅黑" charset="-122"/>
        </a:defRPr>
      </a:lvl7pPr>
      <a:lvl8pPr marL="1371600" algn="l" rtl="0" fontAlgn="base">
        <a:lnSpc>
          <a:spcPct val="90000"/>
        </a:lnSpc>
        <a:spcBef>
          <a:spcPct val="0"/>
        </a:spcBef>
        <a:spcAft>
          <a:spcPct val="0"/>
        </a:spcAft>
        <a:defRPr sz="4400">
          <a:solidFill>
            <a:schemeClr val="tx1"/>
          </a:solidFill>
          <a:latin typeface="Century Gothic" pitchFamily="34" charset="0"/>
          <a:ea typeface="微软雅黑" charset="-122"/>
        </a:defRPr>
      </a:lvl8pPr>
      <a:lvl9pPr marL="1828800" algn="l" rtl="0" fontAlgn="base">
        <a:lnSpc>
          <a:spcPct val="90000"/>
        </a:lnSpc>
        <a:spcBef>
          <a:spcPct val="0"/>
        </a:spcBef>
        <a:spcAft>
          <a:spcPct val="0"/>
        </a:spcAft>
        <a:defRPr sz="4400">
          <a:solidFill>
            <a:schemeClr val="tx1"/>
          </a:solidFill>
          <a:latin typeface="Century Gothic" pitchFamily="34" charset="0"/>
          <a:ea typeface="微软雅黑" charset="-122"/>
        </a:defRPr>
      </a:lvl9pPr>
    </p:titleStyle>
    <p:body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ags" Target="../tags/tag70.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7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tags" Target="../tags/tag74.xml"/><Relationship Id="rId2" Type="http://schemas.openxmlformats.org/officeDocument/2006/relationships/image" Target="../media/image7.png"/><Relationship Id="rId1" Type="http://schemas.openxmlformats.org/officeDocument/2006/relationships/tags" Target="../tags/tag7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7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7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7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8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8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8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8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8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8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8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8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8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8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90.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ags" Target="../tags/tag9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9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9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9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tags" Target="../tags/tag9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tags" Target="../tags/tag9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tags" Target="../tags/tag9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ags" Target="../tags/tag9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tags" Target="../tags/tag99.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tags" Target="../tags/tag103.xml"/><Relationship Id="rId2" Type="http://schemas.openxmlformats.org/officeDocument/2006/relationships/image" Target="../media/image9.png"/><Relationship Id="rId1" Type="http://schemas.openxmlformats.org/officeDocument/2006/relationships/tags" Target="../tags/tag102.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106.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xml"/><Relationship Id="rId3" Type="http://schemas.openxmlformats.org/officeDocument/2006/relationships/tags" Target="../tags/tag108.xml"/><Relationship Id="rId2" Type="http://schemas.openxmlformats.org/officeDocument/2006/relationships/image" Target="../media/image11.png"/><Relationship Id="rId1" Type="http://schemas.openxmlformats.org/officeDocument/2006/relationships/tags" Target="../tags/tag107.xml"/></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slideLayout" Target="../slideLayouts/slideLayout1.xml"/><Relationship Id="rId3" Type="http://schemas.openxmlformats.org/officeDocument/2006/relationships/tags" Target="../tags/tag110.xml"/><Relationship Id="rId2" Type="http://schemas.openxmlformats.org/officeDocument/2006/relationships/image" Target="../media/image12.png"/><Relationship Id="rId1" Type="http://schemas.openxmlformats.org/officeDocument/2006/relationships/tags" Target="../tags/tag10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tags" Target="../tags/tag1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xml"/><Relationship Id="rId1" Type="http://schemas.openxmlformats.org/officeDocument/2006/relationships/tags" Target="../tags/tag11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tags" Target="../tags/tag11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tags" Target="../tags/tag11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tags" Target="../tags/tag11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tags" Target="../tags/tag116.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tags" Target="../tags/tag11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tags" Target="../tags/tag118.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tags" Target="../tags/tag119.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tags" Target="../tags/tag120.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xml"/><Relationship Id="rId1" Type="http://schemas.openxmlformats.org/officeDocument/2006/relationships/tags" Target="../tags/tag121.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tags" Target="../tags/tag12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tags" Target="../tags/tag12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tags" Target="../tags/tag12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tags" Target="../tags/tag125.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xml"/><Relationship Id="rId2" Type="http://schemas.openxmlformats.org/officeDocument/2006/relationships/tags" Target="../tags/tag126.xml"/><Relationship Id="rId1" Type="http://schemas.openxmlformats.org/officeDocument/2006/relationships/image" Target="../media/image1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tags" Target="../tags/tag12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tags" Target="../tags/tag128.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tags" Target="../tags/tag129.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tags" Target="../tags/tag130.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tags" Target="../tags/tag131.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xml"/><Relationship Id="rId1" Type="http://schemas.openxmlformats.org/officeDocument/2006/relationships/tags" Target="../tags/tag13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tags" Target="../tags/tag13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tags" Target="../tags/tag134.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xml"/><Relationship Id="rId2" Type="http://schemas.openxmlformats.org/officeDocument/2006/relationships/tags" Target="../tags/tag135.xml"/><Relationship Id="rId1" Type="http://schemas.openxmlformats.org/officeDocument/2006/relationships/image" Target="../media/image14.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xml"/><Relationship Id="rId1" Type="http://schemas.openxmlformats.org/officeDocument/2006/relationships/tags" Target="../tags/tag136.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tags" Target="../tags/tag137.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tags" Target="../tags/tag138.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xml"/><Relationship Id="rId1" Type="http://schemas.openxmlformats.org/officeDocument/2006/relationships/tags" Target="../tags/tag139.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tags" Target="../tags/tag140.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tags" Target="../tags/tag141.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xml"/><Relationship Id="rId1" Type="http://schemas.openxmlformats.org/officeDocument/2006/relationships/tags" Target="../tags/tag14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xml"/><Relationship Id="rId1" Type="http://schemas.openxmlformats.org/officeDocument/2006/relationships/tags" Target="../tags/tag143.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xml"/><Relationship Id="rId1" Type="http://schemas.openxmlformats.org/officeDocument/2006/relationships/tags" Target="../tags/tag144.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xml"/><Relationship Id="rId1" Type="http://schemas.openxmlformats.org/officeDocument/2006/relationships/tags" Target="../tags/tag145.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xml"/><Relationship Id="rId1" Type="http://schemas.openxmlformats.org/officeDocument/2006/relationships/tags" Target="../tags/tag146.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xml"/><Relationship Id="rId1" Type="http://schemas.openxmlformats.org/officeDocument/2006/relationships/tags" Target="../tags/tag14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xml"/><Relationship Id="rId1" Type="http://schemas.openxmlformats.org/officeDocument/2006/relationships/tags" Target="../tags/tag148.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xml"/><Relationship Id="rId1" Type="http://schemas.openxmlformats.org/officeDocument/2006/relationships/tags" Target="../tags/tag149.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xml"/><Relationship Id="rId1" Type="http://schemas.openxmlformats.org/officeDocument/2006/relationships/tags" Target="../tags/tag150.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xml"/><Relationship Id="rId1" Type="http://schemas.openxmlformats.org/officeDocument/2006/relationships/tags" Target="../tags/tag151.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xml"/><Relationship Id="rId1" Type="http://schemas.openxmlformats.org/officeDocument/2006/relationships/tags" Target="../tags/tag152.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xml"/><Relationship Id="rId1" Type="http://schemas.openxmlformats.org/officeDocument/2006/relationships/tags" Target="../tags/tag153.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xml"/><Relationship Id="rId1" Type="http://schemas.openxmlformats.org/officeDocument/2006/relationships/tags" Target="../tags/tag154.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xml"/><Relationship Id="rId1" Type="http://schemas.openxmlformats.org/officeDocument/2006/relationships/tags" Target="../tags/tag155.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xml"/><Relationship Id="rId1" Type="http://schemas.openxmlformats.org/officeDocument/2006/relationships/tags" Target="../tags/tag1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12"/>
          <p:cNvSpPr/>
          <p:nvPr/>
        </p:nvSpPr>
        <p:spPr>
          <a:xfrm>
            <a:off x="2576830" y="419100"/>
            <a:ext cx="9615170" cy="285750"/>
          </a:xfrm>
          <a:custGeom>
            <a:avLst/>
            <a:gdLst>
              <a:gd name="connsiteX0" fmla="*/ 0 w 15142"/>
              <a:gd name="connsiteY0" fmla="*/ 450 h 450"/>
              <a:gd name="connsiteX1" fmla="*/ 3 w 15142"/>
              <a:gd name="connsiteY1" fmla="*/ 2 h 450"/>
              <a:gd name="connsiteX2" fmla="*/ 15142 w 15142"/>
              <a:gd name="connsiteY2" fmla="*/ 0 h 450"/>
              <a:gd name="connsiteX3" fmla="*/ 15142 w 15142"/>
              <a:gd name="connsiteY3" fmla="*/ 450 h 450"/>
              <a:gd name="connsiteX4" fmla="*/ 0 w 15142"/>
              <a:gd name="connsiteY4" fmla="*/ 450 h 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2" h="450">
                <a:moveTo>
                  <a:pt x="0" y="450"/>
                </a:moveTo>
                <a:lnTo>
                  <a:pt x="3" y="2"/>
                </a:lnTo>
                <a:lnTo>
                  <a:pt x="15142" y="0"/>
                </a:lnTo>
                <a:lnTo>
                  <a:pt x="15142" y="450"/>
                </a:lnTo>
                <a:lnTo>
                  <a:pt x="0" y="450"/>
                </a:lnTo>
                <a:close/>
              </a:path>
            </a:pathLst>
          </a:cu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p:cNvGrpSpPr/>
          <p:nvPr/>
        </p:nvGrpSpPr>
        <p:grpSpPr>
          <a:xfrm>
            <a:off x="4290060" y="1672590"/>
            <a:ext cx="7902575" cy="3653155"/>
            <a:chOff x="3378" y="2329"/>
            <a:chExt cx="12445" cy="5753"/>
          </a:xfrm>
        </p:grpSpPr>
        <p:sp>
          <p:nvSpPr>
            <p:cNvPr id="15" name="椭圆 14"/>
            <p:cNvSpPr/>
            <p:nvPr/>
          </p:nvSpPr>
          <p:spPr>
            <a:xfrm>
              <a:off x="6722" y="2329"/>
              <a:ext cx="5753" cy="5753"/>
            </a:xfrm>
            <a:prstGeom prst="ellipse">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6245" y="4407"/>
              <a:ext cx="7155" cy="1598"/>
            </a:xfrm>
            <a:prstGeom prst="rect">
              <a:avLst/>
            </a:prstGeom>
            <a:noFill/>
          </p:spPr>
          <p:txBody>
            <a:bodyPr wrap="none" rtlCol="0">
              <a:spAutoFit/>
            </a:bodyPr>
            <a:lstStyle/>
            <a:p>
              <a:r>
                <a:rPr lang="zh-CN" altLang="ru-RU" sz="6000" dirty="0">
                  <a:solidFill>
                    <a:srgbClr val="26476A"/>
                  </a:solidFill>
                  <a:latin typeface="+mn-ea"/>
                  <a:cs typeface="汉仪中宋S" panose="00020600040101010101" charset="-122"/>
                </a:rPr>
                <a:t>走遍俄罗斯</a:t>
              </a:r>
              <a:r>
                <a:rPr lang="en-US" altLang="zh-CN" sz="4800" dirty="0">
                  <a:solidFill>
                    <a:srgbClr val="26476A"/>
                  </a:solidFill>
                  <a:latin typeface="+mn-ea"/>
                  <a:cs typeface="汉仪中宋S" panose="00020600040101010101" charset="-122"/>
                </a:rPr>
                <a:t>3</a:t>
              </a:r>
              <a:r>
                <a:rPr lang="en-US" altLang="zh-CN" sz="6000" dirty="0">
                  <a:solidFill>
                    <a:srgbClr val="26476A"/>
                  </a:solidFill>
                  <a:latin typeface="+mn-ea"/>
                  <a:cs typeface="汉仪中宋S" panose="00020600040101010101" charset="-122"/>
                </a:rPr>
                <a:t> </a:t>
              </a:r>
              <a:endParaRPr lang="en-US" altLang="zh-CN" sz="6000" dirty="0">
                <a:solidFill>
                  <a:srgbClr val="26476A"/>
                </a:solidFill>
                <a:latin typeface="+mn-ea"/>
                <a:cs typeface="汉仪中宋S" panose="00020600040101010101" charset="-122"/>
              </a:endParaRPr>
            </a:p>
          </p:txBody>
        </p:sp>
        <p:sp>
          <p:nvSpPr>
            <p:cNvPr id="17" name="文本框 16"/>
            <p:cNvSpPr txBox="1"/>
            <p:nvPr/>
          </p:nvSpPr>
          <p:spPr>
            <a:xfrm>
              <a:off x="7355" y="3292"/>
              <a:ext cx="5120" cy="822"/>
            </a:xfrm>
            <a:prstGeom prst="rect">
              <a:avLst/>
            </a:prstGeom>
            <a:noFill/>
          </p:spPr>
          <p:txBody>
            <a:bodyPr wrap="square" rtlCol="0" anchor="t">
              <a:spAutoFit/>
            </a:bodyPr>
            <a:lstStyle/>
            <a:p>
              <a:r>
                <a:rPr lang="ru-RU" sz="2800">
                  <a:solidFill>
                    <a:srgbClr val="26476A"/>
                  </a:solidFill>
                  <a:ea typeface="汉仪中宋S" panose="00020600040101010101" charset="-122"/>
                  <a:cs typeface="+mn-lt"/>
                </a:rPr>
                <a:t>Дорога в Россию</a:t>
              </a:r>
              <a:endParaRPr lang="ru-RU" sz="2800">
                <a:solidFill>
                  <a:srgbClr val="26476A"/>
                </a:solidFill>
                <a:ea typeface="汉仪中宋S" panose="00020600040101010101" charset="-122"/>
                <a:cs typeface="+mn-lt"/>
              </a:endParaRPr>
            </a:p>
          </p:txBody>
        </p:sp>
        <p:sp>
          <p:nvSpPr>
            <p:cNvPr id="18" name="文本框 17"/>
            <p:cNvSpPr txBox="1"/>
            <p:nvPr/>
          </p:nvSpPr>
          <p:spPr>
            <a:xfrm>
              <a:off x="3378" y="5775"/>
              <a:ext cx="12445" cy="521"/>
            </a:xfrm>
            <a:prstGeom prst="rect">
              <a:avLst/>
            </a:prstGeom>
            <a:noFill/>
          </p:spPr>
          <p:txBody>
            <a:bodyPr wrap="square" rtlCol="0" anchor="t">
              <a:spAutoFit/>
            </a:bodyPr>
            <a:lstStyle/>
            <a:p>
              <a:pPr algn="ctr">
                <a:lnSpc>
                  <a:spcPct val="130000"/>
                </a:lnSpc>
                <a:spcBef>
                  <a:spcPts val="0"/>
                </a:spcBef>
                <a:spcAft>
                  <a:spcPts val="0"/>
                </a:spcAft>
              </a:pPr>
              <a:endParaRPr lang="zh-CN" altLang="en-US" sz="1200">
                <a:solidFill>
                  <a:schemeClr val="tx1">
                    <a:lumMod val="65000"/>
                    <a:lumOff val="35000"/>
                  </a:schemeClr>
                </a:solidFill>
                <a:latin typeface="汉仪君黑-45简" panose="020B0604020202020204" charset="-122"/>
                <a:ea typeface="汉仪君黑-45简" panose="020B0604020202020204" charset="-122"/>
              </a:endParaRPr>
            </a:p>
          </p:txBody>
        </p:sp>
      </p:grpSp>
      <p:sp>
        <p:nvSpPr>
          <p:cNvPr id="25" name="文本框 24"/>
          <p:cNvSpPr txBox="1"/>
          <p:nvPr/>
        </p:nvSpPr>
        <p:spPr>
          <a:xfrm>
            <a:off x="7227570" y="4385310"/>
            <a:ext cx="2482215" cy="707886"/>
          </a:xfrm>
          <a:prstGeom prst="rect">
            <a:avLst/>
          </a:prstGeom>
          <a:noFill/>
        </p:spPr>
        <p:txBody>
          <a:bodyPr wrap="square" rtlCol="0">
            <a:spAutoFit/>
          </a:bodyPr>
          <a:lstStyle/>
          <a:p>
            <a:r>
              <a:rPr lang="zh-CN" altLang="en-US" sz="2000" dirty="0">
                <a:solidFill>
                  <a:srgbClr val="26476A"/>
                </a:solidFill>
                <a:latin typeface="+mn-ea"/>
              </a:rPr>
              <a:t>北理鲍曼学院</a:t>
            </a:r>
            <a:endParaRPr lang="en-US" altLang="zh-CN" sz="2000" dirty="0">
              <a:solidFill>
                <a:srgbClr val="26476A"/>
              </a:solidFill>
              <a:latin typeface="+mn-ea"/>
            </a:endParaRPr>
          </a:p>
          <a:p>
            <a:r>
              <a:rPr lang="zh-CN" altLang="ru-RU" sz="2000" dirty="0">
                <a:solidFill>
                  <a:srgbClr val="26476A"/>
                </a:solidFill>
                <a:latin typeface="+mn-ea"/>
              </a:rPr>
              <a:t>教师</a:t>
            </a:r>
            <a:r>
              <a:rPr lang="zh-CN" altLang="en-US" sz="2000" dirty="0">
                <a:solidFill>
                  <a:srgbClr val="26476A"/>
                </a:solidFill>
                <a:latin typeface="+mn-ea"/>
              </a:rPr>
              <a:t>：杨雪楠</a:t>
            </a:r>
            <a:endParaRPr lang="zh-CN" altLang="en-US" sz="2000" dirty="0">
              <a:solidFill>
                <a:srgbClr val="26476A"/>
              </a:solidFill>
              <a:latin typeface="+mn-ea"/>
            </a:endParaRPr>
          </a:p>
        </p:txBody>
      </p:sp>
      <p:sp>
        <p:nvSpPr>
          <p:cNvPr id="52" name="矩形 51"/>
          <p:cNvSpPr/>
          <p:nvPr/>
        </p:nvSpPr>
        <p:spPr>
          <a:xfrm>
            <a:off x="0" y="436880"/>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0" y="619760"/>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9709785" y="6110605"/>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9709785" y="6293485"/>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55"/>
          <p:cNvSpPr/>
          <p:nvPr/>
        </p:nvSpPr>
        <p:spPr>
          <a:xfrm>
            <a:off x="0" y="6101715"/>
            <a:ext cx="9615170" cy="285750"/>
          </a:xfrm>
          <a:custGeom>
            <a:avLst/>
            <a:gdLst>
              <a:gd name="connsiteX0" fmla="*/ 0 w 15142"/>
              <a:gd name="connsiteY0" fmla="*/ 450 h 450"/>
              <a:gd name="connsiteX1" fmla="*/ 3 w 15142"/>
              <a:gd name="connsiteY1" fmla="*/ 2 h 450"/>
              <a:gd name="connsiteX2" fmla="*/ 15142 w 15142"/>
              <a:gd name="connsiteY2" fmla="*/ 0 h 450"/>
              <a:gd name="connsiteX3" fmla="*/ 15142 w 15142"/>
              <a:gd name="connsiteY3" fmla="*/ 450 h 450"/>
              <a:gd name="connsiteX4" fmla="*/ 0 w 15142"/>
              <a:gd name="connsiteY4" fmla="*/ 450 h 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2" h="450">
                <a:moveTo>
                  <a:pt x="0" y="450"/>
                </a:moveTo>
                <a:lnTo>
                  <a:pt x="3" y="2"/>
                </a:lnTo>
                <a:lnTo>
                  <a:pt x="15142" y="0"/>
                </a:lnTo>
                <a:lnTo>
                  <a:pt x="15142" y="450"/>
                </a:lnTo>
                <a:lnTo>
                  <a:pt x="0" y="450"/>
                </a:lnTo>
                <a:close/>
              </a:path>
            </a:pathLst>
          </a:cu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0" name="图片 9" descr="cf666b16daaa5577aecb9ed751d35422"/>
          <p:cNvPicPr>
            <a:picLocks noChangeAspect="1"/>
          </p:cNvPicPr>
          <p:nvPr/>
        </p:nvPicPr>
        <p:blipFill>
          <a:blip r:embed="rId1">
            <a:alphaModFix amt="60000"/>
          </a:blip>
          <a:stretch>
            <a:fillRect/>
          </a:stretch>
        </p:blipFill>
        <p:spPr>
          <a:xfrm>
            <a:off x="0" y="695960"/>
            <a:ext cx="5196205" cy="5412740"/>
          </a:xfrm>
          <a:prstGeom prst="rect">
            <a:avLst/>
          </a:prstGeom>
        </p:spPr>
      </p:pic>
    </p:spTree>
    <p:custDataLst>
      <p:tags r:id="rId2"/>
    </p:custData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270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4" name="矩形 3"/>
          <p:cNvSpPr/>
          <p:nvPr/>
        </p:nvSpPr>
        <p:spPr>
          <a:xfrm>
            <a:off x="563245" y="3016250"/>
            <a:ext cx="11033760" cy="2399030"/>
          </a:xfrm>
          <a:prstGeom prst="rect">
            <a:avLst/>
          </a:prstGeom>
        </p:spPr>
        <p:txBody>
          <a:bodyPr wrap="square">
            <a:noAutofit/>
          </a:bodyPr>
          <a:lstStyle/>
          <a:p>
            <a:pPr algn="ctr"/>
            <a:r>
              <a:rPr lang="en-US" altLang="ru-RU" sz="3200" noProof="0" dirty="0">
                <a:ln w="15875"/>
                <a:gradFill>
                  <a:gsLst>
                    <a:gs pos="0">
                      <a:schemeClr val="accent1">
                        <a:lumOff val="-19955"/>
                        <a:satOff val="20000"/>
                      </a:schemeClr>
                    </a:gs>
                    <a:gs pos="100000">
                      <a:schemeClr val="accent1">
                        <a:lumOff val="15000"/>
                        <a:satOff val="-14955"/>
                      </a:schemeClr>
                    </a:gs>
                  </a:gsLst>
                  <a:lin ang="16200000" scaled="0"/>
                </a:gradFill>
                <a:effectLst/>
                <a:latin typeface="Arial Black" panose="020B0A04020102020204" charset="0"/>
                <a:cs typeface="Arial Black" panose="020B0A04020102020204" charset="0"/>
                <a:sym typeface="+mn-ea"/>
              </a:rPr>
              <a:t> </a:t>
            </a:r>
            <a:r>
              <a:rPr lang="zh-CN" altLang="en-US" sz="3200" noProof="0" dirty="0">
                <a:ln w="15875"/>
                <a:gradFill>
                  <a:gsLst>
                    <a:gs pos="0">
                      <a:schemeClr val="accent1">
                        <a:lumOff val="-19955"/>
                        <a:satOff val="20000"/>
                      </a:schemeClr>
                    </a:gs>
                    <a:gs pos="100000">
                      <a:schemeClr val="accent1">
                        <a:lumOff val="15000"/>
                        <a:satOff val="-14955"/>
                      </a:schemeClr>
                    </a:gs>
                  </a:gsLst>
                  <a:lin ang="16200000" scaled="0"/>
                </a:gradFill>
                <a:effectLst/>
                <a:latin typeface="Arial Black" panose="020B0A04020102020204" charset="0"/>
                <a:cs typeface="Arial Black" panose="020B0A04020102020204" charset="0"/>
                <a:sym typeface="+mn-ea"/>
              </a:rPr>
              <a:t>词法</a:t>
            </a:r>
            <a:r>
              <a:rPr lang="en-US" altLang="zh-CN" sz="3200" noProof="0" dirty="0">
                <a:ln w="15875"/>
                <a:gradFill>
                  <a:gsLst>
                    <a:gs pos="0">
                      <a:schemeClr val="accent1">
                        <a:lumOff val="-19955"/>
                        <a:satOff val="20000"/>
                      </a:schemeClr>
                    </a:gs>
                    <a:gs pos="100000">
                      <a:schemeClr val="accent1">
                        <a:lumOff val="15000"/>
                        <a:satOff val="-14955"/>
                      </a:schemeClr>
                    </a:gs>
                  </a:gsLst>
                  <a:lin ang="16200000" scaled="0"/>
                </a:gradFill>
                <a:effectLst/>
                <a:latin typeface="Arial Black" panose="020B0A04020102020204" charset="0"/>
                <a:cs typeface="Arial Black" panose="020B0A04020102020204" charset="0"/>
                <a:sym typeface="+mn-ea"/>
              </a:rPr>
              <a:t>+</a:t>
            </a:r>
            <a:r>
              <a:rPr lang="zh-CN" altLang="en-US" sz="3200" noProof="0" dirty="0">
                <a:ln w="15875"/>
                <a:gradFill>
                  <a:gsLst>
                    <a:gs pos="0">
                      <a:schemeClr val="accent1">
                        <a:lumOff val="-19955"/>
                        <a:satOff val="20000"/>
                      </a:schemeClr>
                    </a:gs>
                    <a:gs pos="100000">
                      <a:schemeClr val="accent1">
                        <a:lumOff val="15000"/>
                        <a:satOff val="-14955"/>
                      </a:schemeClr>
                    </a:gs>
                  </a:gsLst>
                  <a:lin ang="16200000" scaled="0"/>
                </a:gradFill>
                <a:effectLst/>
                <a:latin typeface="Arial Black" panose="020B0A04020102020204" charset="0"/>
                <a:cs typeface="Arial Black" panose="020B0A04020102020204" charset="0"/>
                <a:sym typeface="+mn-ea"/>
              </a:rPr>
              <a:t>句法</a:t>
            </a:r>
            <a:endParaRPr lang="zh-CN" altLang="en-US" sz="3200" noProof="0" dirty="0">
              <a:ln w="15875"/>
              <a:gradFill>
                <a:gsLst>
                  <a:gs pos="0">
                    <a:schemeClr val="accent1">
                      <a:lumOff val="-19955"/>
                      <a:satOff val="20000"/>
                    </a:schemeClr>
                  </a:gs>
                  <a:gs pos="100000">
                    <a:schemeClr val="accent1">
                      <a:lumOff val="15000"/>
                      <a:satOff val="-14955"/>
                    </a:schemeClr>
                  </a:gs>
                </a:gsLst>
                <a:lin ang="16200000" scaled="0"/>
              </a:gradFill>
              <a:effectLst/>
              <a:latin typeface="Arial Black" panose="020B0A04020102020204" charset="0"/>
              <a:cs typeface="Arial Black" panose="020B0A04020102020204" charset="0"/>
              <a:sym typeface="+mn-ea"/>
            </a:endParaRPr>
          </a:p>
        </p:txBody>
      </p:sp>
      <p:sp>
        <p:nvSpPr>
          <p:cNvPr id="10" name="Text Box 8"/>
          <p:cNvSpPr txBox="1">
            <a:spLocks noChangeArrowheads="1"/>
          </p:cNvSpPr>
          <p:nvPr/>
        </p:nvSpPr>
        <p:spPr bwMode="auto">
          <a:xfrm>
            <a:off x="2866039" y="2233940"/>
            <a:ext cx="6434523" cy="52197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685800"/>
            <a:r>
              <a:rPr lang="zh-CN" altLang="ru-RU" sz="2800" b="1" spc="50" noProof="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Times New Roman" panose="02020603050405020304" charset="0"/>
                <a:cs typeface="Times New Roman" panose="02020603050405020304" charset="0"/>
                <a:sym typeface="+mn-lt"/>
              </a:rPr>
              <a:t>俄语语法</a:t>
            </a:r>
            <a:endParaRPr lang="zh-CN" altLang="ru-RU" sz="2800" b="1" spc="50" noProof="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Times New Roman" panose="02020603050405020304" charset="0"/>
              <a:cs typeface="Times New Roman" panose="02020603050405020304" charset="0"/>
              <a:sym typeface="+mn-lt"/>
            </a:endParaRPr>
          </a:p>
        </p:txBody>
      </p:sp>
      <p:sp>
        <p:nvSpPr>
          <p:cNvPr id="5" name="文本框 4"/>
          <p:cNvSpPr txBox="1"/>
          <p:nvPr/>
        </p:nvSpPr>
        <p:spPr>
          <a:xfrm>
            <a:off x="12520295" y="3403600"/>
            <a:ext cx="4064000" cy="368300"/>
          </a:xfrm>
          <a:prstGeom prst="rect">
            <a:avLst/>
          </a:prstGeom>
          <a:noFill/>
        </p:spPr>
        <p:txBody>
          <a:bodyPr wrap="square" rtlCol="0">
            <a:spAutoFit/>
          </a:bodyPr>
          <a:lstStyle/>
          <a:p>
            <a:endParaRPr lang="ru-RU" noProof="0" dirty="0"/>
          </a:p>
        </p:txBody>
      </p:sp>
      <p:sp>
        <p:nvSpPr>
          <p:cNvPr id="19" name="矩形 18"/>
          <p:cNvSpPr/>
          <p:nvPr/>
        </p:nvSpPr>
        <p:spPr>
          <a:xfrm>
            <a:off x="2898775" y="153670"/>
            <a:ext cx="8843645" cy="506730"/>
          </a:xfrm>
          <a:prstGeom prst="rect">
            <a:avLst/>
          </a:prstGeom>
        </p:spPr>
        <p:txBody>
          <a:bodyPr wrap="square">
            <a:spAutoFit/>
          </a:bodyPr>
          <a:lstStyle/>
          <a:p>
            <a:pPr algn="ctr">
              <a:lnSpc>
                <a:spcPct val="150000"/>
              </a:lnSpc>
            </a:pPr>
            <a:r>
              <a:rPr lang="zh-CN" altLang="ru-RU"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复习周</a:t>
            </a:r>
            <a:r>
              <a:rPr lang="en-US" altLang="zh-CN"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 </a:t>
            </a:r>
            <a:r>
              <a:rPr lang="ru-RU" altLang="en-US"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2</a:t>
            </a:r>
            <a:endParaRPr lang="ru-RU" altLang="en-US"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endParaRPr>
          </a:p>
        </p:txBody>
      </p:sp>
      <p:cxnSp>
        <p:nvCxnSpPr>
          <p:cNvPr id="15" name="直接连接符 14"/>
          <p:cNvCxnSpPr/>
          <p:nvPr/>
        </p:nvCxnSpPr>
        <p:spPr>
          <a:xfrm>
            <a:off x="2866039" y="3768090"/>
            <a:ext cx="6434523" cy="0"/>
          </a:xfrm>
          <a:prstGeom prst="line">
            <a:avLst/>
          </a:prstGeom>
          <a:ln w="19050">
            <a:solidFill>
              <a:srgbClr val="DD7723"/>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644265" y="4021455"/>
            <a:ext cx="6198870" cy="368300"/>
          </a:xfrm>
          <a:prstGeom prst="rect">
            <a:avLst/>
          </a:prstGeom>
          <a:noFill/>
        </p:spPr>
        <p:txBody>
          <a:bodyPr wrap="square" rtlCol="0">
            <a:spAutoFit/>
          </a:bodyPr>
          <a:p>
            <a:r>
              <a:rPr lang="zh-CN" altLang="en-US"/>
              <a:t>词法的研究对象是词，句法的研究对象是</a:t>
            </a:r>
            <a:r>
              <a:rPr lang="zh-CN" altLang="en-US"/>
              <a:t>句子</a:t>
            </a:r>
            <a:endParaRPr lang="zh-CN" altLang="en-US"/>
          </a:p>
        </p:txBody>
      </p:sp>
    </p:spTree>
    <p:custDataLst>
      <p:tags r:id="rId1"/>
    </p:custData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562708" y="1214804"/>
            <a:ext cx="11034345" cy="4517781"/>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000" noProof="0" dirty="0">
              <a:latin typeface="Times New Roman" panose="02020603050405020304" charset="0"/>
              <a:cs typeface="Times New Roman" panose="02020603050405020304" charset="0"/>
            </a:endParaRPr>
          </a:p>
        </p:txBody>
      </p:sp>
      <p:sp>
        <p:nvSpPr>
          <p:cNvPr id="4" name="矩形 3"/>
          <p:cNvSpPr/>
          <p:nvPr/>
        </p:nvSpPr>
        <p:spPr>
          <a:xfrm>
            <a:off x="563245" y="3016250"/>
            <a:ext cx="11033760" cy="2399030"/>
          </a:xfrm>
          <a:prstGeom prst="rect">
            <a:avLst/>
          </a:prstGeom>
        </p:spPr>
        <p:txBody>
          <a:bodyPr wrap="square">
            <a:noAutofit/>
          </a:bodyPr>
          <a:lstStyle/>
          <a:p>
            <a:pPr algn="ctr"/>
            <a:r>
              <a:rPr lang="en-US" altLang="ru-RU" sz="3200" noProof="0" dirty="0">
                <a:ln w="15875"/>
                <a:gradFill>
                  <a:gsLst>
                    <a:gs pos="0">
                      <a:schemeClr val="accent1">
                        <a:lumOff val="-19956"/>
                        <a:satOff val="20000"/>
                      </a:schemeClr>
                    </a:gs>
                    <a:gs pos="100000">
                      <a:schemeClr val="accent1">
                        <a:lumOff val="15000"/>
                        <a:satOff val="-14956"/>
                      </a:schemeClr>
                    </a:gs>
                  </a:gsLst>
                  <a:lin ang="16200000" scaled="0"/>
                </a:gradFill>
                <a:effectLst/>
                <a:latin typeface="Arial Black" panose="020B0A04020102020204" charset="0"/>
                <a:cs typeface="Arial Black" panose="020B0A04020102020204" charset="0"/>
                <a:sym typeface="+mn-ea"/>
              </a:rPr>
              <a:t> </a:t>
            </a:r>
            <a:r>
              <a:rPr lang="zh-CN" altLang="en-US" sz="3200" noProof="0" dirty="0">
                <a:ln w="15875"/>
                <a:gradFill>
                  <a:gsLst>
                    <a:gs pos="0">
                      <a:schemeClr val="accent1">
                        <a:lumOff val="-19956"/>
                        <a:satOff val="20000"/>
                      </a:schemeClr>
                    </a:gs>
                    <a:gs pos="100000">
                      <a:schemeClr val="accent1">
                        <a:lumOff val="15000"/>
                        <a:satOff val="-14956"/>
                      </a:schemeClr>
                    </a:gs>
                  </a:gsLst>
                  <a:lin ang="16200000" scaled="0"/>
                </a:gradFill>
                <a:effectLst/>
                <a:latin typeface="Arial Black" panose="020B0A04020102020204" charset="0"/>
                <a:cs typeface="Arial Black" panose="020B0A04020102020204" charset="0"/>
                <a:sym typeface="+mn-ea"/>
              </a:rPr>
              <a:t>俄语词类通常分为</a:t>
            </a:r>
            <a:r>
              <a:rPr lang="en-US" altLang="zh-CN" sz="3200" noProof="0" dirty="0">
                <a:ln w="15875"/>
                <a:gradFill>
                  <a:gsLst>
                    <a:gs pos="0">
                      <a:schemeClr val="accent1">
                        <a:lumOff val="-19956"/>
                        <a:satOff val="20000"/>
                      </a:schemeClr>
                    </a:gs>
                    <a:gs pos="100000">
                      <a:schemeClr val="accent1">
                        <a:lumOff val="15000"/>
                        <a:satOff val="-14956"/>
                      </a:schemeClr>
                    </a:gs>
                  </a:gsLst>
                  <a:lin ang="16200000" scaled="0"/>
                </a:gradFill>
                <a:effectLst/>
                <a:latin typeface="Arial Black" panose="020B0A04020102020204" charset="0"/>
                <a:cs typeface="Arial Black" panose="020B0A04020102020204" charset="0"/>
                <a:sym typeface="+mn-ea"/>
              </a:rPr>
              <a:t> 10 </a:t>
            </a:r>
            <a:r>
              <a:rPr lang="zh-CN" altLang="en-US" sz="3200" noProof="0" dirty="0">
                <a:ln w="15875"/>
                <a:gradFill>
                  <a:gsLst>
                    <a:gs pos="0">
                      <a:schemeClr val="accent1">
                        <a:lumOff val="-19956"/>
                        <a:satOff val="20000"/>
                      </a:schemeClr>
                    </a:gs>
                    <a:gs pos="100000">
                      <a:schemeClr val="accent1">
                        <a:lumOff val="15000"/>
                        <a:satOff val="-14956"/>
                      </a:schemeClr>
                    </a:gs>
                  </a:gsLst>
                  <a:lin ang="16200000" scaled="0"/>
                </a:gradFill>
                <a:effectLst/>
                <a:latin typeface="Arial Black" panose="020B0A04020102020204" charset="0"/>
                <a:cs typeface="Arial Black" panose="020B0A04020102020204" charset="0"/>
                <a:sym typeface="+mn-ea"/>
              </a:rPr>
              <a:t>类</a:t>
            </a:r>
            <a:endParaRPr lang="zh-CN" altLang="en-US" sz="3200" noProof="0" dirty="0">
              <a:ln w="15875"/>
              <a:gradFill>
                <a:gsLst>
                  <a:gs pos="0">
                    <a:schemeClr val="accent1">
                      <a:lumOff val="-19956"/>
                      <a:satOff val="20000"/>
                    </a:schemeClr>
                  </a:gs>
                  <a:gs pos="100000">
                    <a:schemeClr val="accent1">
                      <a:lumOff val="15000"/>
                      <a:satOff val="-14956"/>
                    </a:schemeClr>
                  </a:gs>
                </a:gsLst>
                <a:lin ang="16200000" scaled="0"/>
              </a:gradFill>
              <a:effectLst/>
              <a:latin typeface="Arial Black" panose="020B0A04020102020204" charset="0"/>
              <a:cs typeface="Arial Black" panose="020B0A04020102020204" charset="0"/>
              <a:sym typeface="+mn-ea"/>
            </a:endParaRPr>
          </a:p>
        </p:txBody>
      </p:sp>
      <p:sp>
        <p:nvSpPr>
          <p:cNvPr id="10" name="Text Box 8"/>
          <p:cNvSpPr txBox="1">
            <a:spLocks noChangeArrowheads="1"/>
          </p:cNvSpPr>
          <p:nvPr/>
        </p:nvSpPr>
        <p:spPr bwMode="auto">
          <a:xfrm>
            <a:off x="2866039" y="2233940"/>
            <a:ext cx="6434523" cy="521970"/>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lvl1pPr eaLnBrk="0" hangingPunct="0">
              <a:defRPr>
                <a:solidFill>
                  <a:schemeClr val="tx1"/>
                </a:solidFill>
                <a:latin typeface="Arial" panose="020B0604020202090204" pitchFamily="34" charset="0"/>
              </a:defRPr>
            </a:lvl1pPr>
            <a:lvl2pPr marL="742950" indent="-285750" eaLnBrk="0" hangingPunct="0">
              <a:defRPr>
                <a:solidFill>
                  <a:schemeClr val="tx1"/>
                </a:solidFill>
                <a:latin typeface="Arial" panose="020B0604020202090204" pitchFamily="34" charset="0"/>
              </a:defRPr>
            </a:lvl2pPr>
            <a:lvl3pPr marL="1143000" indent="-228600" eaLnBrk="0" hangingPunct="0">
              <a:defRPr>
                <a:solidFill>
                  <a:schemeClr val="tx1"/>
                </a:solidFill>
                <a:latin typeface="Arial" panose="020B0604020202090204" pitchFamily="34" charset="0"/>
              </a:defRPr>
            </a:lvl3pPr>
            <a:lvl4pPr marL="1600200" indent="-228600" eaLnBrk="0" hangingPunct="0">
              <a:defRPr>
                <a:solidFill>
                  <a:schemeClr val="tx1"/>
                </a:solidFill>
                <a:latin typeface="Arial" panose="020B0604020202090204" pitchFamily="34" charset="0"/>
              </a:defRPr>
            </a:lvl4pPr>
            <a:lvl5pPr marL="2057400" indent="-228600" eaLnBrk="0" hangingPunct="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defTabSz="685800"/>
            <a:r>
              <a:rPr lang="ru-RU" sz="2800" b="1" spc="50" noProof="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Times New Roman" panose="02020603050405020304" charset="0"/>
                <a:cs typeface="Times New Roman" panose="02020603050405020304" charset="0"/>
                <a:sym typeface="+mn-lt"/>
              </a:rPr>
              <a:t>ГРАММАТИКА  Ⅰ</a:t>
            </a:r>
            <a:endParaRPr lang="ru-RU" sz="2800" b="1" spc="50" noProof="0" dirty="0">
              <a:ln w="13500">
                <a:solidFill>
                  <a:schemeClr val="accent1">
                    <a:shade val="2500"/>
                    <a:alpha val="6500"/>
                  </a:schemeClr>
                </a:solidFill>
                <a:prstDash val="solid"/>
              </a:ln>
              <a:solidFill>
                <a:schemeClr val="tx1">
                  <a:alpha val="95000"/>
                </a:schemeClr>
              </a:solidFill>
              <a:effectLst>
                <a:innerShdw blurRad="50900" dist="38500" dir="13500000">
                  <a:srgbClr val="000000">
                    <a:alpha val="60000"/>
                  </a:srgbClr>
                </a:innerShdw>
              </a:effectLst>
              <a:latin typeface="Times New Roman" panose="02020603050405020304" charset="0"/>
              <a:cs typeface="Times New Roman" panose="02020603050405020304" charset="0"/>
              <a:sym typeface="+mn-lt"/>
            </a:endParaRPr>
          </a:p>
        </p:txBody>
      </p:sp>
      <p:sp>
        <p:nvSpPr>
          <p:cNvPr id="5" name="文本框 4"/>
          <p:cNvSpPr txBox="1"/>
          <p:nvPr/>
        </p:nvSpPr>
        <p:spPr>
          <a:xfrm>
            <a:off x="12520295" y="3403600"/>
            <a:ext cx="4064000" cy="368300"/>
          </a:xfrm>
          <a:prstGeom prst="rect">
            <a:avLst/>
          </a:prstGeom>
          <a:noFill/>
        </p:spPr>
        <p:txBody>
          <a:bodyPr wrap="square" rtlCol="0">
            <a:spAutoFit/>
          </a:bodyPr>
          <a:lstStyle/>
          <a:p>
            <a:endParaRPr lang="ru-RU" noProof="0" dirty="0"/>
          </a:p>
        </p:txBody>
      </p:sp>
      <p:sp>
        <p:nvSpPr>
          <p:cNvPr id="19" name="矩形 18"/>
          <p:cNvSpPr/>
          <p:nvPr/>
        </p:nvSpPr>
        <p:spPr>
          <a:xfrm>
            <a:off x="2898775" y="153670"/>
            <a:ext cx="8843645" cy="506730"/>
          </a:xfrm>
          <a:prstGeom prst="rect">
            <a:avLst/>
          </a:prstGeom>
        </p:spPr>
        <p:txBody>
          <a:bodyPr wrap="square">
            <a:spAutoFit/>
          </a:bodyPr>
          <a:lstStyle/>
          <a:p>
            <a:pPr algn="ctr">
              <a:lnSpc>
                <a:spcPct val="150000"/>
              </a:lnSpc>
            </a:pPr>
            <a:r>
              <a:rPr lang="zh-CN" altLang="ru-RU"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复习周</a:t>
            </a:r>
            <a:r>
              <a:rPr lang="en-US" altLang="zh-CN"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 </a:t>
            </a:r>
            <a:r>
              <a:rPr lang="ru-RU" altLang="en-US"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rPr>
              <a:t>2</a:t>
            </a:r>
            <a:endParaRPr lang="ru-RU" altLang="en-US" b="1" cap="all" noProof="0" dirty="0">
              <a:ln w="0"/>
              <a:solidFill>
                <a:srgbClr val="C00000"/>
              </a:solidFill>
              <a:effectLst>
                <a:reflection blurRad="12700" stA="50000" endPos="50000" dist="5000" dir="5400000" sy="-100000" rotWithShape="0"/>
              </a:effectLst>
              <a:latin typeface="Times New Roman" panose="02020603050405020304" charset="0"/>
              <a:cs typeface="Times New Roman" panose="02020603050405020304" charset="0"/>
              <a:sym typeface="+mn-ea"/>
            </a:endParaRPr>
          </a:p>
        </p:txBody>
      </p:sp>
      <p:cxnSp>
        <p:nvCxnSpPr>
          <p:cNvPr id="15" name="直接连接符 14"/>
          <p:cNvCxnSpPr/>
          <p:nvPr/>
        </p:nvCxnSpPr>
        <p:spPr>
          <a:xfrm>
            <a:off x="2866039" y="3768090"/>
            <a:ext cx="6434523" cy="0"/>
          </a:xfrm>
          <a:prstGeom prst="line">
            <a:avLst/>
          </a:prstGeom>
          <a:ln w="19050">
            <a:solidFill>
              <a:srgbClr val="DD7723"/>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707515" y="3973195"/>
            <a:ext cx="9466580" cy="922020"/>
          </a:xfrm>
          <a:prstGeom prst="rect">
            <a:avLst/>
          </a:prstGeom>
          <a:noFill/>
        </p:spPr>
        <p:txBody>
          <a:bodyPr wrap="square" rtlCol="0">
            <a:spAutoFit/>
          </a:bodyPr>
          <a:p>
            <a:pPr marL="285750" indent="-285750">
              <a:buFont typeface="Arial" panose="020B0604020202090204" pitchFamily="34" charset="0"/>
              <a:buChar char="•"/>
            </a:pPr>
            <a:r>
              <a:rPr lang="zh-CN" altLang="en-US"/>
              <a:t>实词：名词、动词、形容词、数词、代词、副词</a:t>
            </a:r>
            <a:r>
              <a:rPr lang="en-US" altLang="zh-CN"/>
              <a:t>                      </a:t>
            </a:r>
            <a:r>
              <a:rPr lang="zh-CN" altLang="en-US">
                <a:solidFill>
                  <a:schemeClr val="accent1">
                    <a:lumMod val="75000"/>
                  </a:schemeClr>
                </a:solidFill>
              </a:rPr>
              <a:t>有词形变化、可做句子成分</a:t>
            </a:r>
            <a:endParaRPr lang="zh-CN" altLang="en-US"/>
          </a:p>
          <a:p>
            <a:pPr marL="285750" indent="-285750">
              <a:buFont typeface="Arial" panose="020B0604020202090204" pitchFamily="34" charset="0"/>
              <a:buChar char="•"/>
            </a:pPr>
            <a:r>
              <a:rPr lang="zh-CN" altLang="en-US"/>
              <a:t>虚词：前置词、连接词、语气词</a:t>
            </a:r>
            <a:r>
              <a:rPr lang="en-US" altLang="zh-CN"/>
              <a:t>                                                                     </a:t>
            </a:r>
            <a:r>
              <a:rPr lang="zh-CN" altLang="en-US">
                <a:solidFill>
                  <a:schemeClr val="accent1">
                    <a:lumMod val="75000"/>
                  </a:schemeClr>
                </a:solidFill>
              </a:rPr>
              <a:t>不做句子成分</a:t>
            </a:r>
            <a:endParaRPr lang="zh-CN" altLang="en-US">
              <a:solidFill>
                <a:schemeClr val="accent1">
                  <a:lumMod val="75000"/>
                </a:schemeClr>
              </a:solidFill>
            </a:endParaRPr>
          </a:p>
          <a:p>
            <a:pPr marL="285750" indent="-285750">
              <a:buFont typeface="Arial" panose="020B0604020202090204" pitchFamily="34" charset="0"/>
              <a:buChar char="•"/>
            </a:pPr>
            <a:r>
              <a:rPr lang="zh-CN" altLang="en-US"/>
              <a:t>感叹词</a:t>
            </a:r>
            <a:r>
              <a:rPr lang="en-US" altLang="zh-CN"/>
              <a:t>                                              </a:t>
            </a:r>
            <a:r>
              <a:rPr lang="zh-CN" altLang="en-US">
                <a:solidFill>
                  <a:schemeClr val="accent1">
                    <a:lumMod val="75000"/>
                  </a:schemeClr>
                </a:solidFill>
              </a:rPr>
              <a:t>没有词形变化</a:t>
            </a:r>
            <a:endParaRPr lang="zh-CN" altLang="en-US">
              <a:solidFill>
                <a:schemeClr val="accent1">
                  <a:lumMod val="75000"/>
                </a:schemeClr>
              </a:solidFill>
            </a:endParaRPr>
          </a:p>
        </p:txBody>
      </p:sp>
      <p:sp>
        <p:nvSpPr>
          <p:cNvPr id="6" name="左大括号 5"/>
          <p:cNvSpPr/>
          <p:nvPr/>
        </p:nvSpPr>
        <p:spPr>
          <a:xfrm rot="10800000">
            <a:off x="5363210" y="4389120"/>
            <a:ext cx="214630" cy="50609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ustDataLst>
      <p:tags r:id="rId1"/>
    </p:custData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6" name="矩形 5"/>
          <p:cNvSpPr/>
          <p:nvPr/>
        </p:nvSpPr>
        <p:spPr>
          <a:xfrm>
            <a:off x="127000" y="512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127000" y="725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1"/>
            </p:custDataLst>
          </p:nvPr>
        </p:nvSpPr>
        <p:spPr>
          <a:xfrm>
            <a:off x="8993505" y="139065"/>
            <a:ext cx="2526665" cy="645160"/>
          </a:xfrm>
          <a:prstGeom prst="rect">
            <a:avLst/>
          </a:prstGeom>
        </p:spPr>
        <p:txBody>
          <a:bodyPr wrap="square" anchor="ctr" anchorCtr="0">
            <a:noAutofit/>
            <a:scene3d>
              <a:camera prst="orthographicFront"/>
              <a:lightRig rig="threePt" dir="t"/>
            </a:scene3d>
          </a:bodyPr>
          <a:p>
            <a:pPr lvl="0" algn="ctr">
              <a:lnSpc>
                <a:spcPct val="150000"/>
              </a:lnSpc>
              <a:buClrTx/>
              <a:buSzTx/>
              <a:buFontTx/>
            </a:pPr>
            <a:r>
              <a:rPr lang="en-US" altLang="ru-RU"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r>
              <a:rPr lang="zh-CN" altLang="en-US"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动词</a:t>
            </a:r>
            <a:r>
              <a:rPr lang="en-US" altLang="zh-CN" sz="40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rPr>
              <a:t> </a:t>
            </a:r>
            <a:endParaRPr lang="zh-CN" altLang="en-US" sz="1200" b="1" noProof="0" dirty="0">
              <a:solidFill>
                <a:schemeClr val="accent1"/>
              </a:solidFill>
              <a:effectLst>
                <a:outerShdw blurRad="38100" dist="25400" dir="5400000" algn="ctr" rotWithShape="0">
                  <a:srgbClr val="6E747A">
                    <a:alpha val="43000"/>
                    <a:alpha val="43000"/>
                  </a:srgbClr>
                </a:outerShdw>
              </a:effectLst>
              <a:latin typeface="Times New Roman" panose="02020603050405020304" charset="0"/>
              <a:cs typeface="Times New Roman" panose="02020603050405020304" charset="0"/>
              <a:sym typeface="+mn-ea"/>
            </a:endParaRPr>
          </a:p>
        </p:txBody>
      </p:sp>
      <p:pic>
        <p:nvPicPr>
          <p:cNvPr id="5" name="E657119C-6982-421D-8BA7-E74DEB70A7D9-1" descr="/Users/xuenan/Library/Containers/com.kingsoft.wpsoffice.mac/Data/tmp/wpsoffice.ZbDsEqwpsoffice"/>
          <p:cNvPicPr>
            <a:picLocks noChangeAspect="1"/>
          </p:cNvPicPr>
          <p:nvPr/>
        </p:nvPicPr>
        <p:blipFill>
          <a:blip r:embed="rId2"/>
          <a:stretch>
            <a:fillRect/>
          </a:stretch>
        </p:blipFill>
        <p:spPr>
          <a:xfrm>
            <a:off x="2674620" y="55880"/>
            <a:ext cx="5666740" cy="6760845"/>
          </a:xfrm>
          <a:prstGeom prst="rect">
            <a:avLst/>
          </a:prstGeom>
        </p:spPr>
      </p:pic>
    </p:spTree>
    <p:custDataLst>
      <p:tags r:id="rId3"/>
    </p:custData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动词不定式</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843280" y="1732280"/>
            <a:ext cx="10160000" cy="3830955"/>
          </a:xfrm>
          <a:prstGeom prst="rect">
            <a:avLst/>
          </a:prstGeom>
          <a:noFill/>
        </p:spPr>
        <p:txBody>
          <a:bodyPr wrap="square" rtlCol="0">
            <a:spAutoFit/>
          </a:bodyPr>
          <a:p>
            <a:pPr indent="0" fontAlgn="auto">
              <a:lnSpc>
                <a:spcPct val="150000"/>
              </a:lnSpc>
              <a:buFont typeface="Arial" panose="020B0604020202090204" pitchFamily="34" charset="0"/>
              <a:buNone/>
            </a:pPr>
            <a:r>
              <a:rPr lang="zh-CN" altLang="en-US" sz="2400"/>
              <a:t>动词变位一般在句中只能做谓语，动词不定式在句中则可以充当各种成分。</a:t>
            </a:r>
            <a:endParaRPr lang="zh-CN" altLang="en-US" sz="2400"/>
          </a:p>
          <a:p>
            <a:pPr indent="0" fontAlgn="auto">
              <a:lnSpc>
                <a:spcPct val="150000"/>
              </a:lnSpc>
              <a:buFont typeface="Arial" panose="020B0604020202090204" pitchFamily="34" charset="0"/>
              <a:buNone/>
            </a:pPr>
            <a:r>
              <a:rPr lang="zh-CN" altLang="en-US"/>
              <a:t>比如：</a:t>
            </a:r>
            <a:endParaRPr lang="zh-CN" altLang="en-US"/>
          </a:p>
          <a:p>
            <a:pPr indent="0" fontAlgn="auto">
              <a:lnSpc>
                <a:spcPct val="150000"/>
              </a:lnSpc>
              <a:buFont typeface="Arial" panose="020B0604020202090204" pitchFamily="34" charset="0"/>
              <a:buNone/>
            </a:pPr>
            <a:r>
              <a:rPr lang="zh-CN" altLang="en-US" sz="2000"/>
              <a:t>作主语</a:t>
            </a:r>
            <a:r>
              <a:rPr lang="en-US" altLang="zh-CN" sz="2000"/>
              <a:t> </a:t>
            </a:r>
            <a:r>
              <a:rPr lang="ru-RU" altLang="en-US" sz="2000"/>
              <a:t>Руководить -- большое искусство.</a:t>
            </a:r>
            <a:endParaRPr lang="ru-RU" altLang="en-US" sz="2000"/>
          </a:p>
          <a:p>
            <a:pPr indent="0" fontAlgn="auto">
              <a:lnSpc>
                <a:spcPct val="150000"/>
              </a:lnSpc>
              <a:buFont typeface="Arial" panose="020B0604020202090204" pitchFamily="34" charset="0"/>
              <a:buNone/>
            </a:pPr>
            <a:r>
              <a:rPr lang="zh-CN" altLang="ru-RU" sz="2000"/>
              <a:t>作状语</a:t>
            </a:r>
            <a:r>
              <a:rPr lang="ru-RU" altLang="en-US" sz="2000"/>
              <a:t> Они приехали в Пекин работать.</a:t>
            </a:r>
            <a:endParaRPr lang="ru-RU" altLang="en-US" sz="2000"/>
          </a:p>
          <a:p>
            <a:pPr indent="0" fontAlgn="auto">
              <a:lnSpc>
                <a:spcPct val="150000"/>
              </a:lnSpc>
              <a:buFont typeface="Arial" panose="020B0604020202090204" pitchFamily="34" charset="0"/>
              <a:buNone/>
            </a:pPr>
            <a:r>
              <a:rPr lang="zh-CN" altLang="ru-RU" sz="2000"/>
              <a:t>作定语</a:t>
            </a:r>
            <a:r>
              <a:rPr lang="en-US" altLang="zh-CN" sz="2000"/>
              <a:t> </a:t>
            </a:r>
            <a:r>
              <a:rPr lang="ru-RU" altLang="en-US" sz="2000">
                <a:solidFill>
                  <a:schemeClr val="tx1"/>
                </a:solidFill>
              </a:rPr>
              <a:t>Традиция пить медовуху в Татьянин день появилась 10 лет назад, этот напиток “экологически чист, недорог, вкускен и очень полезен  для студентов.”</a:t>
            </a:r>
            <a:endParaRPr lang="ru-RU" altLang="en-US" sz="2000">
              <a:solidFill>
                <a:schemeClr val="tx1"/>
              </a:solidFill>
            </a:endParaRPr>
          </a:p>
          <a:p>
            <a:pPr indent="0" fontAlgn="auto">
              <a:lnSpc>
                <a:spcPct val="150000"/>
              </a:lnSpc>
              <a:buFont typeface="Arial" panose="020B0604020202090204" pitchFamily="34" charset="0"/>
              <a:buNone/>
            </a:pPr>
            <a:r>
              <a:rPr lang="zh-CN" altLang="en-US" sz="2000">
                <a:solidFill>
                  <a:schemeClr val="tx1"/>
                </a:solidFill>
              </a:rPr>
              <a:t>作谓语</a:t>
            </a:r>
            <a:r>
              <a:rPr lang="en-US" altLang="zh-CN" sz="2000">
                <a:solidFill>
                  <a:schemeClr val="tx1"/>
                </a:solidFill>
              </a:rPr>
              <a:t> </a:t>
            </a:r>
            <a:r>
              <a:rPr lang="ru-RU" altLang="en-US" sz="2000">
                <a:solidFill>
                  <a:schemeClr val="tx1"/>
                </a:solidFill>
              </a:rPr>
              <a:t>Я должен сейчас выполнить домашнее задание. </a:t>
            </a:r>
            <a:endParaRPr lang="en-US" altLang="zh-CN" sz="2000">
              <a:solidFill>
                <a:schemeClr val="tx1"/>
              </a:solidFill>
            </a:endParaRPr>
          </a:p>
          <a:p>
            <a:pPr marL="285750" indent="-285750" fontAlgn="auto">
              <a:lnSpc>
                <a:spcPct val="150000"/>
              </a:lnSpc>
              <a:buFont typeface="Arial" panose="020B0604020202090204" pitchFamily="34" charset="0"/>
              <a:buChar char="•"/>
            </a:pPr>
            <a:endParaRPr lang="en-US" altLang="zh-CN"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二、动词的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变位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664210" y="1732280"/>
            <a:ext cx="10735945" cy="2768600"/>
          </a:xfrm>
          <a:prstGeom prst="rect">
            <a:avLst/>
          </a:prstGeom>
          <a:noFill/>
        </p:spPr>
        <p:txBody>
          <a:bodyPr wrap="square" rtlCol="0">
            <a:spAutoFit/>
          </a:bodyPr>
          <a:p>
            <a:pPr indent="0" fontAlgn="auto">
              <a:lnSpc>
                <a:spcPct val="150000"/>
              </a:lnSpc>
              <a:buFont typeface="Arial" panose="020B0604020202090204" pitchFamily="34" charset="0"/>
              <a:buNone/>
            </a:pPr>
            <a:r>
              <a:rPr lang="zh-CN" altLang="en-US" sz="2400"/>
              <a:t>动词未完成体现在时和完成体将来时按照人称的变化叫动词变位。未完成体变位是现在时，完成体变位是单一式将来时。俄语动词有第一变位法和</a:t>
            </a:r>
            <a:r>
              <a:rPr lang="zh-CN" altLang="en-US" sz="2400"/>
              <a:t>第二变位法。</a:t>
            </a:r>
            <a:endParaRPr lang="zh-CN" altLang="en-US" sz="2400"/>
          </a:p>
          <a:p>
            <a:pPr indent="0" fontAlgn="auto">
              <a:lnSpc>
                <a:spcPct val="150000"/>
              </a:lnSpc>
              <a:buFont typeface="Arial" panose="020B0604020202090204" pitchFamily="34" charset="0"/>
              <a:buNone/>
            </a:pPr>
            <a:endParaRPr lang="zh-CN" altLang="en-US" sz="2400"/>
          </a:p>
          <a:p>
            <a:pPr indent="0" fontAlgn="auto">
              <a:lnSpc>
                <a:spcPct val="150000"/>
              </a:lnSpc>
              <a:buFont typeface="Arial" panose="020B0604020202090204" pitchFamily="34" charset="0"/>
              <a:buNone/>
            </a:pPr>
            <a:r>
              <a:rPr lang="zh-CN" altLang="en-US" sz="2000" i="1">
                <a:solidFill>
                  <a:schemeClr val="tx1"/>
                </a:solidFill>
                <a:latin typeface="Arial" panose="020B0604020202090204" pitchFamily="34" charset="0"/>
                <a:cs typeface="Arial" panose="020B0604020202090204" pitchFamily="34" charset="0"/>
              </a:rPr>
              <a:t>⚠️特殊变位的</a:t>
            </a:r>
            <a:r>
              <a:rPr lang="zh-CN" altLang="en-US" sz="2000" i="1">
                <a:solidFill>
                  <a:schemeClr val="tx1"/>
                </a:solidFill>
                <a:latin typeface="Arial" panose="020B0604020202090204" pitchFamily="34" charset="0"/>
                <a:cs typeface="Arial" panose="020B0604020202090204" pitchFamily="34" charset="0"/>
              </a:rPr>
              <a:t>动词</a:t>
            </a:r>
            <a:endParaRPr lang="zh-CN"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三、动词的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体</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664210" y="1091565"/>
            <a:ext cx="10735945" cy="3969385"/>
          </a:xfrm>
          <a:prstGeom prst="rect">
            <a:avLst/>
          </a:prstGeom>
          <a:noFill/>
        </p:spPr>
        <p:txBody>
          <a:bodyPr wrap="square" rtlCol="0">
            <a:spAutoFit/>
          </a:bodyPr>
          <a:p>
            <a:pPr indent="0" fontAlgn="auto">
              <a:lnSpc>
                <a:spcPct val="150000"/>
              </a:lnSpc>
              <a:buFont typeface="Arial" panose="020B0604020202090204" pitchFamily="34" charset="0"/>
              <a:buNone/>
            </a:pPr>
            <a:r>
              <a:rPr lang="en-US" altLang="zh-CN" sz="2400"/>
              <a:t>1. </a:t>
            </a:r>
            <a:r>
              <a:rPr lang="zh-CN" altLang="en-US" sz="2400"/>
              <a:t>未完成体动词、完成体动词、单体动词和兼体动词</a:t>
            </a:r>
            <a:endParaRPr lang="zh-CN" altLang="en-US" sz="2400"/>
          </a:p>
          <a:p>
            <a:pPr indent="0" fontAlgn="auto">
              <a:lnSpc>
                <a:spcPct val="150000"/>
              </a:lnSpc>
              <a:buFont typeface="Arial" panose="020B0604020202090204" pitchFamily="34" charset="0"/>
              <a:buNone/>
            </a:pPr>
            <a:endParaRPr lang="zh-CN" altLang="en-US" sz="2400"/>
          </a:p>
          <a:p>
            <a:pPr marL="342900" indent="-342900" fontAlgn="auto">
              <a:lnSpc>
                <a:spcPct val="150000"/>
              </a:lnSpc>
              <a:buFont typeface="Arial" panose="020B0604020202090204" pitchFamily="34" charset="0"/>
              <a:buChar char="•"/>
            </a:pPr>
            <a:r>
              <a:rPr lang="zh-CN" altLang="en-US" sz="2000"/>
              <a:t>俄语动词有体的范畴，分完成体和未完成体。</a:t>
            </a:r>
            <a:endParaRPr lang="zh-CN" altLang="en-US" sz="2000"/>
          </a:p>
          <a:p>
            <a:pPr marL="342900" indent="-342900" fontAlgn="auto">
              <a:lnSpc>
                <a:spcPct val="150000"/>
              </a:lnSpc>
              <a:buFont typeface="Arial" panose="020B0604020202090204" pitchFamily="34" charset="0"/>
              <a:buChar char="•"/>
            </a:pPr>
            <a:r>
              <a:rPr lang="zh-CN" altLang="en-US" sz="2000"/>
              <a:t>有一部分动词兼有两种体的语法意义，既可以表示未完成体、也可以表示完成体的语法意义，这种动词叫做兼体动词。（</a:t>
            </a:r>
            <a:r>
              <a:rPr lang="ru-RU" altLang="zh-CN" sz="2000"/>
              <a:t>исследовать, организовать</a:t>
            </a:r>
            <a:r>
              <a:rPr lang="zh-CN" altLang="ru-RU" sz="2000"/>
              <a:t>等</a:t>
            </a:r>
            <a:r>
              <a:rPr lang="zh-CN" altLang="en-US" sz="2000"/>
              <a:t>）</a:t>
            </a:r>
            <a:endParaRPr lang="zh-CN" altLang="en-US" sz="2000"/>
          </a:p>
          <a:p>
            <a:pPr marL="342900" indent="-342900" fontAlgn="auto">
              <a:lnSpc>
                <a:spcPct val="150000"/>
              </a:lnSpc>
              <a:buFont typeface="Arial" panose="020B0604020202090204" pitchFamily="34" charset="0"/>
              <a:buChar char="•"/>
            </a:pPr>
            <a:r>
              <a:rPr lang="zh-CN" altLang="en-US" sz="2000"/>
              <a:t>有些动词没有对应体，即只有一个体的形式，要么是未完成体，要么是完成体。这种动词叫做单体动词。</a:t>
            </a:r>
            <a:r>
              <a:rPr lang="ru-RU" altLang="zh-CN" sz="2000"/>
              <a:t>(быть, являться, спать</a:t>
            </a:r>
            <a:r>
              <a:rPr lang="zh-CN" altLang="ru-RU" sz="2000"/>
              <a:t>等</a:t>
            </a:r>
            <a:r>
              <a:rPr lang="ru-RU" altLang="zh-CN" sz="2000"/>
              <a:t>)</a:t>
            </a:r>
            <a:endParaRPr lang="zh-CN" altLang="en-US" sz="2000"/>
          </a:p>
          <a:p>
            <a:pPr indent="0" fontAlgn="auto">
              <a:lnSpc>
                <a:spcPct val="150000"/>
              </a:lnSpc>
              <a:buFont typeface="Arial" panose="020B0604020202090204" pitchFamily="34" charset="0"/>
              <a:buNone/>
            </a:pPr>
            <a:endParaRPr lang="zh-CN"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16070" y="38544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三、动词的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体</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664210" y="1091565"/>
            <a:ext cx="10735945" cy="3969385"/>
          </a:xfrm>
          <a:prstGeom prst="rect">
            <a:avLst/>
          </a:prstGeom>
          <a:noFill/>
        </p:spPr>
        <p:txBody>
          <a:bodyPr wrap="square" rtlCol="0">
            <a:spAutoFit/>
          </a:bodyPr>
          <a:p>
            <a:pPr indent="0" fontAlgn="auto">
              <a:lnSpc>
                <a:spcPct val="150000"/>
              </a:lnSpc>
              <a:buFont typeface="Arial" panose="020B0604020202090204" pitchFamily="34" charset="0"/>
              <a:buNone/>
            </a:pPr>
            <a:r>
              <a:rPr lang="en-US" altLang="zh-CN" sz="2400"/>
              <a:t>2. </a:t>
            </a:r>
            <a:r>
              <a:rPr lang="zh-CN" altLang="en-US" sz="2400"/>
              <a:t>动词不定式体的用法</a:t>
            </a:r>
            <a:endParaRPr lang="zh-CN" altLang="en-US" sz="2400"/>
          </a:p>
          <a:p>
            <a:pPr indent="0" fontAlgn="auto">
              <a:lnSpc>
                <a:spcPct val="150000"/>
              </a:lnSpc>
              <a:buFont typeface="Arial" panose="020B0604020202090204" pitchFamily="34" charset="0"/>
              <a:buNone/>
            </a:pPr>
            <a:endParaRPr lang="zh-CN" altLang="en-US" sz="2400"/>
          </a:p>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在表示开始、继续、结束、停止等意义的助动词之后使用未完成体不定式，常见的这类动词有</a:t>
            </a:r>
            <a:r>
              <a:rPr lang="en-US" altLang="en-US" sz="2000">
                <a:solidFill>
                  <a:schemeClr val="tx1"/>
                </a:solidFill>
                <a:latin typeface="Arial" panose="020B0604020202090204" pitchFamily="34" charset="0"/>
                <a:cs typeface="Arial" panose="020B0604020202090204" pitchFamily="34" charset="0"/>
              </a:rPr>
              <a:t>начинáть — начáть(</a:t>
            </a:r>
            <a:r>
              <a:rPr lang="zh-CN" altLang="en-US" sz="2000">
                <a:solidFill>
                  <a:schemeClr val="tx1"/>
                </a:solidFill>
                <a:latin typeface="Arial" panose="020B0604020202090204" pitchFamily="34" charset="0"/>
                <a:cs typeface="Arial" panose="020B0604020202090204" pitchFamily="34" charset="0"/>
              </a:rPr>
              <a:t>开始), </a:t>
            </a:r>
            <a:r>
              <a:rPr lang="en-US" altLang="en-US" sz="2000">
                <a:solidFill>
                  <a:schemeClr val="tx1"/>
                </a:solidFill>
                <a:latin typeface="Arial" panose="020B0604020202090204" pitchFamily="34" charset="0"/>
                <a:cs typeface="Arial" panose="020B0604020202090204" pitchFamily="34" charset="0"/>
              </a:rPr>
              <a:t>стать(</a:t>
            </a:r>
            <a:r>
              <a:rPr lang="zh-CN" altLang="en-US" sz="2000">
                <a:solidFill>
                  <a:schemeClr val="tx1"/>
                </a:solidFill>
                <a:latin typeface="Arial" panose="020B0604020202090204" pitchFamily="34" charset="0"/>
                <a:cs typeface="Arial" panose="020B0604020202090204" pitchFamily="34" charset="0"/>
              </a:rPr>
              <a:t>开始), </a:t>
            </a:r>
            <a:r>
              <a:rPr lang="en-US" altLang="en-US" sz="2000">
                <a:solidFill>
                  <a:schemeClr val="tx1"/>
                </a:solidFill>
                <a:latin typeface="Arial" panose="020B0604020202090204" pitchFamily="34" charset="0"/>
                <a:cs typeface="Arial" panose="020B0604020202090204" pitchFamily="34" charset="0"/>
              </a:rPr>
              <a:t>прекращáть — прекратить(</a:t>
            </a:r>
            <a:r>
              <a:rPr lang="zh-CN" altLang="en-US" sz="2000">
                <a:solidFill>
                  <a:schemeClr val="tx1"/>
                </a:solidFill>
                <a:latin typeface="Arial" panose="020B0604020202090204" pitchFamily="34" charset="0"/>
                <a:cs typeface="Arial" panose="020B0604020202090204" pitchFamily="34" charset="0"/>
              </a:rPr>
              <a:t>终止),  </a:t>
            </a:r>
            <a:r>
              <a:rPr lang="en-US" altLang="en-US" sz="2000">
                <a:solidFill>
                  <a:schemeClr val="tx1"/>
                </a:solidFill>
                <a:latin typeface="Arial" panose="020B0604020202090204" pitchFamily="34" charset="0"/>
                <a:cs typeface="Arial" panose="020B0604020202090204" pitchFamily="34" charset="0"/>
              </a:rPr>
              <a:t>кончáть — кóнчить(</a:t>
            </a:r>
            <a:r>
              <a:rPr lang="zh-CN" altLang="en-US" sz="2000">
                <a:solidFill>
                  <a:schemeClr val="tx1"/>
                </a:solidFill>
                <a:latin typeface="Arial" panose="020B0604020202090204" pitchFamily="34" charset="0"/>
                <a:cs typeface="Arial" panose="020B0604020202090204" pitchFamily="34" charset="0"/>
              </a:rPr>
              <a:t>结束) 等。</a:t>
            </a:r>
            <a:endParaRPr lang="zh-CN" altLang="en-US" sz="2000">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Этот банк начинает работать в 9 часов утра.</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a:t>
            </a:r>
            <a:endParaRPr lang="zh-CN"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三、动词的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体</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664210" y="692150"/>
            <a:ext cx="10735945" cy="3415030"/>
          </a:xfrm>
          <a:prstGeom prst="rect">
            <a:avLst/>
          </a:prstGeom>
          <a:noFill/>
        </p:spPr>
        <p:txBody>
          <a:bodyPr wrap="square" rtlCol="0">
            <a:spAutoFit/>
          </a:bodyPr>
          <a:p>
            <a:pPr indent="0" fontAlgn="auto">
              <a:lnSpc>
                <a:spcPct val="150000"/>
              </a:lnSpc>
              <a:buFont typeface="Arial" panose="020B0604020202090204" pitchFamily="34" charset="0"/>
              <a:buNone/>
            </a:pPr>
            <a:r>
              <a:rPr lang="en-US" altLang="zh-CN" sz="2400"/>
              <a:t>2. </a:t>
            </a:r>
            <a:r>
              <a:rPr lang="zh-CN" altLang="en-US" sz="2400"/>
              <a:t>动词不定式体的用法</a:t>
            </a:r>
            <a:endParaRPr lang="zh-CN" altLang="en-US" sz="2400"/>
          </a:p>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在表示意愿的动词 (</a:t>
            </a:r>
            <a:r>
              <a:rPr lang="en-US" altLang="en-US" sz="2000">
                <a:solidFill>
                  <a:schemeClr val="tx1"/>
                </a:solidFill>
                <a:latin typeface="Arial" panose="020B0604020202090204" pitchFamily="34" charset="0"/>
                <a:cs typeface="Arial" panose="020B0604020202090204" pitchFamily="34" charset="0"/>
              </a:rPr>
              <a:t>хотеть, желать, обещать, решить</a:t>
            </a:r>
            <a:r>
              <a:rPr lang="zh-CN" altLang="en-US" sz="2000">
                <a:solidFill>
                  <a:schemeClr val="tx1"/>
                </a:solidFill>
                <a:latin typeface="Arial" panose="020B0604020202090204" pitchFamily="34" charset="0"/>
                <a:cs typeface="Arial" panose="020B0604020202090204" pitchFamily="34" charset="0"/>
              </a:rPr>
              <a:t>等)、使令动词 (</a:t>
            </a:r>
            <a:r>
              <a:rPr lang="en-US" altLang="en-US" sz="2000">
                <a:solidFill>
                  <a:schemeClr val="tx1"/>
                </a:solidFill>
                <a:latin typeface="Arial" panose="020B0604020202090204" pitchFamily="34" charset="0"/>
                <a:cs typeface="Arial" panose="020B0604020202090204" pitchFamily="34" charset="0"/>
              </a:rPr>
              <a:t>просить, советовать</a:t>
            </a:r>
            <a:r>
              <a:rPr lang="zh-CN" altLang="en-US" sz="2000">
                <a:solidFill>
                  <a:schemeClr val="tx1"/>
                </a:solidFill>
                <a:latin typeface="Arial" panose="020B0604020202090204" pitchFamily="34" charset="0"/>
                <a:cs typeface="Arial" panose="020B0604020202090204" pitchFamily="34" charset="0"/>
              </a:rPr>
              <a:t>等) 和表示完成某一行为的必要性的状态词 (</a:t>
            </a:r>
            <a:r>
              <a:rPr lang="en-US" altLang="en-US" sz="2000">
                <a:solidFill>
                  <a:schemeClr val="tx1"/>
                </a:solidFill>
                <a:latin typeface="Arial" panose="020B0604020202090204" pitchFamily="34" charset="0"/>
                <a:cs typeface="Arial" panose="020B0604020202090204" pitchFamily="34" charset="0"/>
              </a:rPr>
              <a:t>надо, нужно, необходимо </a:t>
            </a:r>
            <a:r>
              <a:rPr lang="zh-CN" altLang="en-US" sz="2000">
                <a:solidFill>
                  <a:schemeClr val="tx1"/>
                </a:solidFill>
                <a:latin typeface="Arial" panose="020B0604020202090204" pitchFamily="34" charset="0"/>
                <a:cs typeface="Arial" panose="020B0604020202090204" pitchFamily="34" charset="0"/>
              </a:rPr>
              <a:t>等) 之后，动词不定式可用完成体，也可用未完成体。用完成体表示具体的、单次的行为；用未完成体表示经常重复的行为。</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Он просил помогать ему часто.</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zh-CN" altLang="en-US" sz="2000" i="1">
                <a:solidFill>
                  <a:schemeClr val="tx1"/>
                </a:solidFill>
                <a:latin typeface="Arial" panose="020B0604020202090204" pitchFamily="34" charset="0"/>
                <a:cs typeface="Arial" panose="020B0604020202090204" pitchFamily="34" charset="0"/>
              </a:rPr>
              <a:t> </a:t>
            </a:r>
            <a:r>
              <a:rPr lang="en-US" altLang="zh-CN" sz="2000" i="1">
                <a:solidFill>
                  <a:schemeClr val="tx1"/>
                </a:solidFill>
                <a:latin typeface="Arial" panose="020B0604020202090204" pitchFamily="34" charset="0"/>
                <a:cs typeface="Arial" panose="020B0604020202090204" pitchFamily="34" charset="0"/>
              </a:rPr>
              <a:t>   </a:t>
            </a:r>
            <a:r>
              <a:rPr lang="en-US" altLang="en-US" sz="2000" i="1">
                <a:solidFill>
                  <a:schemeClr val="tx1"/>
                </a:solidFill>
                <a:latin typeface="Arial" panose="020B0604020202090204" pitchFamily="34" charset="0"/>
                <a:cs typeface="Arial" panose="020B0604020202090204" pitchFamily="34" charset="0"/>
              </a:rPr>
              <a:t> Он просил помочь ему только в этот раз.  </a:t>
            </a:r>
            <a:endParaRPr lang="zh-CN" altLang="en-US" sz="2000" i="1">
              <a:solidFill>
                <a:schemeClr val="tx1"/>
              </a:solidFill>
              <a:latin typeface="Arial" panose="020B0604020202090204" pitchFamily="34" charset="0"/>
              <a:cs typeface="Arial" panose="020B0604020202090204" pitchFamily="34" charset="0"/>
            </a:endParaRPr>
          </a:p>
        </p:txBody>
      </p:sp>
      <p:sp>
        <p:nvSpPr>
          <p:cNvPr id="4" name="文本框 3"/>
          <p:cNvSpPr txBox="1"/>
          <p:nvPr/>
        </p:nvSpPr>
        <p:spPr>
          <a:xfrm>
            <a:off x="692150" y="4511675"/>
            <a:ext cx="10665460" cy="1198880"/>
          </a:xfrm>
          <a:prstGeom prst="rect">
            <a:avLst/>
          </a:prstGeom>
          <a:noFill/>
        </p:spPr>
        <p:txBody>
          <a:bodyPr wrap="square" rtlCol="0">
            <a:spAutoFit/>
          </a:bodyPr>
          <a:p>
            <a:r>
              <a:rPr lang="zh-CN" altLang="en-US"/>
              <a:t>⚠️</a:t>
            </a:r>
            <a:r>
              <a:rPr lang="en-US" altLang="zh-CN"/>
              <a:t> </a:t>
            </a:r>
            <a:r>
              <a:rPr lang="zh-CN" altLang="en-US"/>
              <a:t>当与表示意愿和使令意义的动词连用的不定式被 </a:t>
            </a:r>
            <a:r>
              <a:rPr lang="en-US" altLang="en-US"/>
              <a:t>не </a:t>
            </a:r>
            <a:r>
              <a:rPr lang="zh-CN" altLang="en-US"/>
              <a:t>否定之后（</a:t>
            </a:r>
            <a:r>
              <a:rPr lang="en-US" altLang="en-US"/>
              <a:t>не </a:t>
            </a:r>
            <a:r>
              <a:rPr lang="zh-CN" altLang="en-US"/>
              <a:t>可放在变位动词前也可放在变位动词后），表示 “不想做什么”“不叫别人做什么”，不定式一般只用未完成体。</a:t>
            </a:r>
            <a:endParaRPr lang="zh-CN" altLang="en-US"/>
          </a:p>
          <a:p>
            <a:r>
              <a:rPr lang="en-US" altLang="en-US"/>
              <a:t>   </a:t>
            </a:r>
            <a:endParaRPr lang="en-US" altLang="en-US"/>
          </a:p>
          <a:p>
            <a:r>
              <a:rPr lang="en-US" altLang="en-US" i="1"/>
              <a:t>     Он ведь не просил его встречать.</a:t>
            </a:r>
            <a:endParaRPr lang="zh-CN" altLang="en-US" i="1"/>
          </a:p>
        </p:txBody>
      </p:sp>
    </p:spTree>
    <p:custDataLst>
      <p:tags r:id="rId1"/>
    </p:custData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三、动词的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体</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664210" y="692150"/>
            <a:ext cx="10735945" cy="2584450"/>
          </a:xfrm>
          <a:prstGeom prst="rect">
            <a:avLst/>
          </a:prstGeom>
          <a:noFill/>
        </p:spPr>
        <p:txBody>
          <a:bodyPr wrap="square" rtlCol="0">
            <a:spAutoFit/>
          </a:bodyPr>
          <a:p>
            <a:pPr indent="0" fontAlgn="auto">
              <a:lnSpc>
                <a:spcPct val="150000"/>
              </a:lnSpc>
              <a:buFont typeface="Arial" panose="020B0604020202090204" pitchFamily="34" charset="0"/>
              <a:buNone/>
            </a:pPr>
            <a:r>
              <a:rPr lang="en-US" altLang="zh-CN" sz="2400"/>
              <a:t>2. </a:t>
            </a:r>
            <a:r>
              <a:rPr lang="zh-CN" altLang="en-US" sz="2400"/>
              <a:t>动词不定式体的用法</a:t>
            </a:r>
            <a:endParaRPr lang="zh-CN" altLang="en-US" sz="2400"/>
          </a:p>
          <a:p>
            <a:pPr indent="0" fontAlgn="auto">
              <a:lnSpc>
                <a:spcPct val="150000"/>
              </a:lnSpc>
              <a:buFont typeface="Arial" panose="020B0604020202090204" pitchFamily="34" charset="0"/>
              <a:buNone/>
            </a:pPr>
            <a:endParaRPr lang="zh-CN" altLang="en-US" sz="2400"/>
          </a:p>
          <a:p>
            <a:pPr marL="342900" indent="-342900" fontAlgn="auto">
              <a:lnSpc>
                <a:spcPct val="150000"/>
              </a:lnSpc>
              <a:buFont typeface="Arial" panose="020B0604020202090204" pitchFamily="34" charset="0"/>
              <a:buChar char="•"/>
            </a:pPr>
            <a:r>
              <a:rPr lang="zh-CN" altLang="en-US" sz="2000">
                <a:solidFill>
                  <a:schemeClr val="accent6">
                    <a:lumMod val="50000"/>
                  </a:schemeClr>
                </a:solidFill>
                <a:latin typeface="Arial" panose="020B0604020202090204" pitchFamily="34" charset="0"/>
                <a:cs typeface="Arial" panose="020B0604020202090204" pitchFamily="34" charset="0"/>
              </a:rPr>
              <a:t>在完成体动词 </a:t>
            </a:r>
            <a:r>
              <a:rPr lang="en-US" altLang="en-US" sz="2000">
                <a:solidFill>
                  <a:schemeClr val="accent6">
                    <a:lumMod val="50000"/>
                  </a:schemeClr>
                </a:solidFill>
                <a:latin typeface="Arial" panose="020B0604020202090204" pitchFamily="34" charset="0"/>
                <a:cs typeface="Arial" panose="020B0604020202090204" pitchFamily="34" charset="0"/>
              </a:rPr>
              <a:t>забыть, успеть</a:t>
            </a:r>
            <a:r>
              <a:rPr lang="zh-CN" altLang="en-US" sz="2000">
                <a:solidFill>
                  <a:schemeClr val="accent6">
                    <a:lumMod val="50000"/>
                  </a:schemeClr>
                </a:solidFill>
                <a:latin typeface="Arial" panose="020B0604020202090204" pitchFamily="34" charset="0"/>
                <a:cs typeface="Arial" panose="020B0604020202090204" pitchFamily="34" charset="0"/>
              </a:rPr>
              <a:t>等之后用完成体动词不定式。</a:t>
            </a:r>
            <a:endParaRPr lang="zh-CN" altLang="en-US" sz="2000">
              <a:solidFill>
                <a:schemeClr val="accent6">
                  <a:lumMod val="50000"/>
                </a:schemeClr>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zh-CN" sz="2000">
                <a:solidFill>
                  <a:schemeClr val="tx1"/>
                </a:solidFill>
                <a:latin typeface="Arial" panose="020B0604020202090204" pitchFamily="34" charset="0"/>
                <a:cs typeface="Arial" panose="020B0604020202090204" pitchFamily="34" charset="0"/>
              </a:rPr>
              <a:t>     </a:t>
            </a:r>
            <a:r>
              <a:rPr lang="en-US" altLang="en-US" sz="2000" i="1">
                <a:solidFill>
                  <a:schemeClr val="tx1"/>
                </a:solidFill>
                <a:latin typeface="Arial" panose="020B0604020202090204" pitchFamily="34" charset="0"/>
                <a:cs typeface="Arial" panose="020B0604020202090204" pitchFamily="34" charset="0"/>
              </a:rPr>
              <a:t>Он забыл выключить свет, когда выходил из дома.</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Мы не успели выполнить эту работу.</a:t>
            </a:r>
            <a:endParaRPr lang="zh-CN"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时</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728345" y="1409700"/>
            <a:ext cx="10735945" cy="2676525"/>
          </a:xfrm>
          <a:prstGeom prst="rect">
            <a:avLst/>
          </a:prstGeom>
          <a:noFill/>
        </p:spPr>
        <p:txBody>
          <a:bodyPr wrap="square" rtlCol="0">
            <a:spAutoFit/>
          </a:bodyPr>
          <a:p>
            <a:pPr indent="0" fontAlgn="auto">
              <a:lnSpc>
                <a:spcPct val="150000"/>
              </a:lnSpc>
              <a:buFont typeface="Arial" panose="020B0604020202090204" pitchFamily="34" charset="0"/>
              <a:buNone/>
            </a:pPr>
            <a:r>
              <a:rPr lang="en-US" altLang="zh-CN" sz="2400"/>
              <a:t>1.  </a:t>
            </a:r>
            <a:r>
              <a:rPr lang="zh-CN" altLang="en-US" sz="2400"/>
              <a:t>现在时（</a:t>
            </a:r>
            <a:r>
              <a:rPr lang="zh-CN" altLang="en-US" sz="2400" u="sng"/>
              <a:t>只有未完成体</a:t>
            </a:r>
            <a:r>
              <a:rPr lang="zh-CN" altLang="en-US" sz="2400"/>
              <a:t>）</a:t>
            </a:r>
            <a:endParaRPr lang="zh-CN" altLang="en-US" sz="2400"/>
          </a:p>
          <a:p>
            <a:pPr marL="342900" indent="-342900" fontAlgn="auto">
              <a:lnSpc>
                <a:spcPct val="150000"/>
              </a:lnSpc>
              <a:buFont typeface="Arial" panose="020B0604020202090204" pitchFamily="34" charset="0"/>
              <a:buChar char="•"/>
            </a:pPr>
            <a:r>
              <a:rPr lang="zh-CN" altLang="en-US" sz="2400"/>
              <a:t>动词现在时可以表示在说话时刻正在进行或存在的行为或状态。</a:t>
            </a:r>
            <a:endParaRPr lang="zh-CN" altLang="en-US" sz="2400"/>
          </a:p>
          <a:p>
            <a:pPr indent="0" fontAlgn="auto">
              <a:lnSpc>
                <a:spcPct val="150000"/>
              </a:lnSpc>
              <a:buFont typeface="Arial" panose="020B0604020202090204" pitchFamily="34" charset="0"/>
              <a:buNone/>
            </a:pPr>
            <a:r>
              <a:rPr lang="ru-RU" altLang="zh-CN" sz="2000" i="1">
                <a:solidFill>
                  <a:schemeClr val="tx1"/>
                </a:solidFill>
                <a:latin typeface="Arial" panose="020B0604020202090204" pitchFamily="34" charset="0"/>
                <a:cs typeface="Arial" panose="020B0604020202090204" pitchFamily="34" charset="0"/>
              </a:rPr>
              <a:t>     Сейчас я иду на работу. </a:t>
            </a:r>
            <a:endParaRPr lang="ru-RU" altLang="zh-CN" sz="2000" i="1">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ru-RU" sz="2400" i="1">
                <a:solidFill>
                  <a:schemeClr val="tx1"/>
                </a:solidFill>
                <a:latin typeface="Arial" panose="020B0604020202090204" pitchFamily="34" charset="0"/>
                <a:cs typeface="Arial" panose="020B0604020202090204" pitchFamily="34" charset="0"/>
              </a:rPr>
              <a:t>动词现在时可以表示经常重复的动作或习惯的行为。</a:t>
            </a:r>
            <a:endParaRPr lang="zh-CN" altLang="ru-RU" sz="2400" i="1">
              <a:solidFill>
                <a:schemeClr val="tx1"/>
              </a:solidFill>
              <a:latin typeface="Arial" panose="020B0604020202090204" pitchFamily="34" charset="0"/>
              <a:cs typeface="Arial" panose="020B0604020202090204" pitchFamily="34" charset="0"/>
            </a:endParaRPr>
          </a:p>
          <a:p>
            <a:pPr indent="0" fontAlgn="auto">
              <a:lnSpc>
                <a:spcPct val="150000"/>
              </a:lnSpc>
              <a:buNone/>
            </a:pPr>
            <a:r>
              <a:rPr lang="en-US" altLang="zh-CN" sz="2000" i="1">
                <a:solidFill>
                  <a:schemeClr val="tx1"/>
                </a:solidFill>
                <a:latin typeface="Arial" panose="020B0604020202090204" pitchFamily="34" charset="0"/>
                <a:cs typeface="Arial" panose="020B0604020202090204" pitchFamily="34" charset="0"/>
              </a:rPr>
              <a:t> </a:t>
            </a:r>
            <a:r>
              <a:rPr lang="ru-RU" altLang="en-US" sz="2000" i="1">
                <a:solidFill>
                  <a:schemeClr val="tx1"/>
                </a:solidFill>
                <a:latin typeface="Arial" panose="020B0604020202090204" pitchFamily="34" charset="0"/>
                <a:cs typeface="Arial" panose="020B0604020202090204" pitchFamily="34" charset="0"/>
              </a:rPr>
              <a:t>     Каждый день утром я читаю текст.</a:t>
            </a:r>
            <a:endParaRPr lang="ru-RU"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时</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728345" y="1409700"/>
            <a:ext cx="10735945" cy="2676525"/>
          </a:xfrm>
          <a:prstGeom prst="rect">
            <a:avLst/>
          </a:prstGeom>
          <a:noFill/>
        </p:spPr>
        <p:txBody>
          <a:bodyPr wrap="square" rtlCol="0">
            <a:spAutoFit/>
          </a:bodyPr>
          <a:p>
            <a:pPr indent="0" fontAlgn="auto">
              <a:lnSpc>
                <a:spcPct val="150000"/>
              </a:lnSpc>
              <a:buFont typeface="Arial" panose="020B0604020202090204" pitchFamily="34" charset="0"/>
              <a:buNone/>
            </a:pPr>
            <a:r>
              <a:rPr lang="en-US" altLang="zh-CN" sz="2400" b="1"/>
              <a:t>1.  </a:t>
            </a:r>
            <a:r>
              <a:rPr lang="zh-CN" altLang="en-US" sz="2400" b="1"/>
              <a:t>现在时</a:t>
            </a:r>
            <a:r>
              <a:rPr lang="zh-CN" altLang="en-US" sz="2400"/>
              <a:t>（</a:t>
            </a:r>
            <a:r>
              <a:rPr lang="zh-CN" altLang="en-US" sz="2400" u="sng"/>
              <a:t>只有未完成体</a:t>
            </a:r>
            <a:r>
              <a:rPr lang="zh-CN" altLang="en-US" sz="2400"/>
              <a:t>）</a:t>
            </a:r>
            <a:endParaRPr lang="zh-CN" altLang="en-US" sz="2400"/>
          </a:p>
          <a:p>
            <a:pPr marL="342900" indent="-342900" fontAlgn="auto">
              <a:lnSpc>
                <a:spcPct val="150000"/>
              </a:lnSpc>
              <a:buFont typeface="Arial" panose="020B0604020202090204" pitchFamily="34" charset="0"/>
              <a:buChar char="•"/>
            </a:pPr>
            <a:r>
              <a:rPr lang="zh-CN" altLang="en-US" sz="2400"/>
              <a:t>动词现在时可以表示在说话时刻正在进行或存在的行为或状态。</a:t>
            </a:r>
            <a:endParaRPr lang="zh-CN" altLang="en-US" sz="2400"/>
          </a:p>
          <a:p>
            <a:pPr indent="0" fontAlgn="auto">
              <a:lnSpc>
                <a:spcPct val="150000"/>
              </a:lnSpc>
              <a:buFont typeface="Arial" panose="020B0604020202090204" pitchFamily="34" charset="0"/>
              <a:buNone/>
            </a:pPr>
            <a:r>
              <a:rPr lang="ru-RU" altLang="zh-CN" sz="2000" i="1">
                <a:solidFill>
                  <a:schemeClr val="tx1"/>
                </a:solidFill>
                <a:latin typeface="Arial" panose="020B0604020202090204" pitchFamily="34" charset="0"/>
                <a:cs typeface="Arial" panose="020B0604020202090204" pitchFamily="34" charset="0"/>
              </a:rPr>
              <a:t>     Сейчас я иду на работу. </a:t>
            </a:r>
            <a:endParaRPr lang="ru-RU" altLang="zh-CN" sz="2000" i="1">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ru-RU" sz="2400" i="1">
                <a:solidFill>
                  <a:schemeClr val="tx1"/>
                </a:solidFill>
                <a:latin typeface="Arial" panose="020B0604020202090204" pitchFamily="34" charset="0"/>
                <a:cs typeface="Arial" panose="020B0604020202090204" pitchFamily="34" charset="0"/>
              </a:rPr>
              <a:t>动词现在时可以表示经常重复的动作或习惯的行为。</a:t>
            </a:r>
            <a:endParaRPr lang="zh-CN" altLang="ru-RU" sz="2400" i="1">
              <a:solidFill>
                <a:schemeClr val="tx1"/>
              </a:solidFill>
              <a:latin typeface="Arial" panose="020B0604020202090204" pitchFamily="34" charset="0"/>
              <a:cs typeface="Arial" panose="020B0604020202090204" pitchFamily="34" charset="0"/>
            </a:endParaRPr>
          </a:p>
          <a:p>
            <a:pPr indent="0" fontAlgn="auto">
              <a:lnSpc>
                <a:spcPct val="150000"/>
              </a:lnSpc>
              <a:buNone/>
            </a:pPr>
            <a:r>
              <a:rPr lang="en-US" altLang="zh-CN" sz="2000" i="1">
                <a:solidFill>
                  <a:schemeClr val="tx1"/>
                </a:solidFill>
                <a:latin typeface="Arial" panose="020B0604020202090204" pitchFamily="34" charset="0"/>
                <a:cs typeface="Arial" panose="020B0604020202090204" pitchFamily="34" charset="0"/>
              </a:rPr>
              <a:t> </a:t>
            </a:r>
            <a:r>
              <a:rPr lang="ru-RU" altLang="en-US" sz="2000" i="1">
                <a:solidFill>
                  <a:schemeClr val="tx1"/>
                </a:solidFill>
                <a:latin typeface="Arial" panose="020B0604020202090204" pitchFamily="34" charset="0"/>
                <a:cs typeface="Arial" panose="020B0604020202090204" pitchFamily="34" charset="0"/>
              </a:rPr>
              <a:t>     Каждый день утром я читаю текст.</a:t>
            </a:r>
            <a:endParaRPr lang="ru-RU"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时</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728345" y="1063625"/>
            <a:ext cx="10735945" cy="3415030"/>
          </a:xfrm>
          <a:prstGeom prst="rect">
            <a:avLst/>
          </a:prstGeom>
          <a:noFill/>
        </p:spPr>
        <p:txBody>
          <a:bodyPr wrap="square" rtlCol="0">
            <a:spAutoFit/>
          </a:bodyPr>
          <a:p>
            <a:pPr indent="0" fontAlgn="auto">
              <a:lnSpc>
                <a:spcPct val="150000"/>
              </a:lnSpc>
              <a:buFont typeface="Arial" panose="020B0604020202090204" pitchFamily="34" charset="0"/>
              <a:buNone/>
            </a:pPr>
            <a:r>
              <a:rPr lang="en-US" altLang="zh-CN" sz="2400" b="1"/>
              <a:t>1.  </a:t>
            </a:r>
            <a:r>
              <a:rPr lang="zh-CN" altLang="en-US" sz="2400" b="1"/>
              <a:t>现在时</a:t>
            </a:r>
            <a:r>
              <a:rPr lang="zh-CN" altLang="en-US" sz="2400"/>
              <a:t>（</a:t>
            </a:r>
            <a:r>
              <a:rPr lang="zh-CN" altLang="en-US" sz="2400" u="sng"/>
              <a:t>只有未完成体</a:t>
            </a:r>
            <a:r>
              <a:rPr lang="zh-CN" altLang="en-US" sz="2400"/>
              <a:t>）</a:t>
            </a:r>
            <a:endParaRPr lang="zh-CN" altLang="en-US" sz="2400"/>
          </a:p>
          <a:p>
            <a:pPr marL="342900" indent="-342900" fontAlgn="auto">
              <a:lnSpc>
                <a:spcPct val="150000"/>
              </a:lnSpc>
              <a:buFont typeface="Arial" panose="020B0604020202090204" pitchFamily="34" charset="0"/>
              <a:buChar char="•"/>
            </a:pPr>
            <a:r>
              <a:rPr lang="zh-CN" altLang="en-US" sz="2000" i="1">
                <a:solidFill>
                  <a:schemeClr val="tx1"/>
                </a:solidFill>
                <a:latin typeface="Arial" panose="020B0604020202090204" pitchFamily="34" charset="0"/>
                <a:cs typeface="Arial" panose="020B0604020202090204" pitchFamily="34" charset="0"/>
              </a:rPr>
              <a:t>未完成体现在时可用来表示将来要发生的行为。说话人把不久的将来出现的事实看作是正在实现的事实，以此强调行为的发生是必然的、不可避免的，这种形式主要用于口语。</a:t>
            </a:r>
            <a:endParaRPr lang="zh-CN"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Мы завтра летим в Крым.</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Сегодня вечером идём в театр.  </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en-US"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时</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90500" y="678815"/>
            <a:ext cx="11913870" cy="6095365"/>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b="1"/>
              <a:t>2.   </a:t>
            </a:r>
            <a:r>
              <a:rPr lang="zh-CN" altLang="en-US" sz="2400" b="1"/>
              <a:t>过去式</a:t>
            </a:r>
            <a:endParaRPr lang="zh-CN" altLang="en-US" sz="2400" b="1"/>
          </a:p>
          <a:p>
            <a:pPr marL="342900" indent="-342900" fontAlgn="auto">
              <a:lnSpc>
                <a:spcPct val="150000"/>
              </a:lnSpc>
              <a:buFont typeface="Arial" panose="020B0604020202090204" pitchFamily="34" charset="0"/>
              <a:buChar char="•"/>
            </a:pPr>
            <a:r>
              <a:rPr lang="zh-CN" altLang="en-US" sz="2000" b="1">
                <a:solidFill>
                  <a:schemeClr val="tx1"/>
                </a:solidFill>
                <a:latin typeface="Arial" panose="020B0604020202090204" pitchFamily="34" charset="0"/>
                <a:cs typeface="Arial" panose="020B0604020202090204" pitchFamily="34" charset="0"/>
              </a:rPr>
              <a:t>未完成体动词过去时</a:t>
            </a:r>
            <a:r>
              <a:rPr lang="en-US" altLang="en-US" sz="2000">
                <a:solidFill>
                  <a:schemeClr val="tx1"/>
                </a:solidFill>
                <a:latin typeface="Arial" panose="020B0604020202090204" pitchFamily="34" charset="0"/>
                <a:cs typeface="Arial" panose="020B0604020202090204" pitchFamily="34" charset="0"/>
              </a:rPr>
              <a:t>   </a:t>
            </a:r>
            <a:r>
              <a:rPr lang="en-US" altLang="en-US" sz="2000" i="1">
                <a:solidFill>
                  <a:schemeClr val="tx1"/>
                </a:solidFill>
                <a:latin typeface="Arial" panose="020B0604020202090204" pitchFamily="34" charset="0"/>
                <a:cs typeface="Arial" panose="020B0604020202090204" pitchFamily="34" charset="0"/>
              </a:rPr>
              <a:t>   </a:t>
            </a:r>
            <a:endParaRPr lang="en-US" altLang="en-US" sz="2000" i="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未完成体动词过去时表示经常、反复的行为，句中常用</a:t>
            </a:r>
            <a:r>
              <a:rPr lang="en-US" altLang="en-US" sz="2000">
                <a:solidFill>
                  <a:schemeClr val="tx1"/>
                </a:solidFill>
                <a:latin typeface="Arial" panose="020B0604020202090204" pitchFamily="34" charset="0"/>
                <a:cs typeface="Arial" panose="020B0604020202090204" pitchFamily="34" charset="0"/>
              </a:rPr>
              <a:t> всегда, постоянно, обычно, часто, иногда, каждый день, по утрам, два раза в день </a:t>
            </a:r>
            <a:r>
              <a:rPr lang="zh-CN" altLang="en-US" sz="2000">
                <a:solidFill>
                  <a:schemeClr val="tx1"/>
                </a:solidFill>
                <a:latin typeface="Arial" panose="020B0604020202090204" pitchFamily="34" charset="0"/>
                <a:cs typeface="Arial" panose="020B0604020202090204" pitchFamily="34" charset="0"/>
              </a:rPr>
              <a:t>等词或类似词组作时间状语。</a:t>
            </a:r>
            <a:r>
              <a:rPr lang="en-US" altLang="en-US" sz="2000" i="1">
                <a:solidFill>
                  <a:schemeClr val="tx1"/>
                </a:solidFill>
                <a:latin typeface="Arial" panose="020B0604020202090204" pitchFamily="34" charset="0"/>
                <a:cs typeface="Arial" panose="020B0604020202090204" pitchFamily="34" charset="0"/>
              </a:rPr>
              <a:t> </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a:t>
            </a:r>
            <a:r>
              <a:rPr lang="en-US" altLang="en-US" sz="2000" i="1">
                <a:solidFill>
                  <a:schemeClr val="tx1"/>
                </a:solidFill>
                <a:latin typeface="Arial" panose="020B0604020202090204" pitchFamily="34" charset="0"/>
                <a:cs typeface="Arial" panose="020B0604020202090204" pitchFamily="34" charset="0"/>
              </a:rPr>
              <a:t>Раньше он обычно завтракал дома.</a:t>
            </a:r>
            <a:endParaRPr lang="en-US" altLang="en-US" sz="2000" i="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未完成体过去时可以表示持续进行一定时间的行为，句中常有副词 </a:t>
            </a:r>
            <a:r>
              <a:rPr lang="en-US" altLang="en-US" sz="2000">
                <a:solidFill>
                  <a:schemeClr val="tx1"/>
                </a:solidFill>
                <a:latin typeface="Arial" panose="020B0604020202090204" pitchFamily="34" charset="0"/>
                <a:cs typeface="Arial" panose="020B0604020202090204" pitchFamily="34" charset="0"/>
              </a:rPr>
              <a:t>долго, всё утро, весь день, всю неделю, три месяца, целый год </a:t>
            </a:r>
            <a:r>
              <a:rPr lang="zh-CN" altLang="en-US" sz="2000">
                <a:solidFill>
                  <a:schemeClr val="tx1"/>
                </a:solidFill>
                <a:latin typeface="Arial" panose="020B0604020202090204" pitchFamily="34" charset="0"/>
                <a:cs typeface="Arial" panose="020B0604020202090204" pitchFamily="34" charset="0"/>
              </a:rPr>
              <a:t>等不带前置词的第四格时间状语表示行为持续的时间。</a:t>
            </a:r>
            <a:endParaRPr lang="zh-CN"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 </a:t>
            </a:r>
            <a:r>
              <a:rPr lang="en-US" altLang="en-US" sz="2000" i="1">
                <a:solidFill>
                  <a:schemeClr val="tx1"/>
                </a:solidFill>
                <a:latin typeface="Arial" panose="020B0604020202090204" pitchFamily="34" charset="0"/>
                <a:cs typeface="Arial" panose="020B0604020202090204" pitchFamily="34" charset="0"/>
              </a:rPr>
              <a:t>Я читал этот роман неделю.</a:t>
            </a:r>
            <a:endParaRPr lang="en-US" altLang="en-US" sz="2000" i="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未完成体动词过去时表示过去正在进行着的行为，强调行为</a:t>
            </a:r>
            <a:r>
              <a:rPr lang="zh-CN" altLang="en-US" sz="2000">
                <a:solidFill>
                  <a:schemeClr val="tx1"/>
                </a:solidFill>
                <a:latin typeface="Arial" panose="020B0604020202090204" pitchFamily="34" charset="0"/>
                <a:cs typeface="Arial" panose="020B0604020202090204" pitchFamily="34" charset="0"/>
              </a:rPr>
              <a:t>过程。</a:t>
            </a:r>
            <a:endParaRPr lang="zh-CN"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a:t>
            </a:r>
            <a:r>
              <a:rPr lang="en-US" altLang="en-US" sz="2000" i="1">
                <a:solidFill>
                  <a:schemeClr val="tx1"/>
                </a:solidFill>
                <a:latin typeface="Arial" panose="020B0604020202090204" pitchFamily="34" charset="0"/>
                <a:cs typeface="Arial" panose="020B0604020202090204" pitchFamily="34" charset="0"/>
              </a:rPr>
              <a:t>Когда отец выходил из дом</a:t>
            </a:r>
            <a:r>
              <a:rPr lang="ru-RU" altLang="en-US" sz="2000" i="1">
                <a:solidFill>
                  <a:schemeClr val="tx1"/>
                </a:solidFill>
                <a:latin typeface="Arial" panose="020B0604020202090204" pitchFamily="34" charset="0"/>
                <a:cs typeface="Arial" panose="020B0604020202090204" pitchFamily="34" charset="0"/>
              </a:rPr>
              <a:t>а</a:t>
            </a:r>
            <a:r>
              <a:rPr lang="en-US" altLang="en-US" sz="2000" i="1">
                <a:solidFill>
                  <a:schemeClr val="tx1"/>
                </a:solidFill>
                <a:latin typeface="Arial" panose="020B0604020202090204" pitchFamily="34" charset="0"/>
                <a:cs typeface="Arial" panose="020B0604020202090204" pitchFamily="34" charset="0"/>
              </a:rPr>
              <a:t>, он выключил свет.</a:t>
            </a:r>
            <a:endParaRPr lang="en-US" altLang="en-US" sz="2000" i="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未完成体动词过去时可泛指某种行为是否发生过，而不是表示行为是否已经完成、有结果。</a:t>
            </a:r>
            <a:endParaRPr lang="zh-CN"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 </a:t>
            </a:r>
            <a:r>
              <a:rPr lang="en-US" altLang="en-US" sz="2000" i="1">
                <a:solidFill>
                  <a:schemeClr val="tx1"/>
                </a:solidFill>
                <a:latin typeface="Arial" panose="020B0604020202090204" pitchFamily="34" charset="0"/>
                <a:cs typeface="Arial" panose="020B0604020202090204" pitchFamily="34" charset="0"/>
              </a:rPr>
              <a:t>Ты читал эту статью? — Читал.</a:t>
            </a:r>
            <a:endParaRPr lang="zh-CN"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时</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90500" y="678815"/>
            <a:ext cx="11913870" cy="6095365"/>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b="1"/>
              <a:t>2.   </a:t>
            </a:r>
            <a:r>
              <a:rPr lang="zh-CN" altLang="en-US" sz="2400" b="1"/>
              <a:t>过去式</a:t>
            </a:r>
            <a:endParaRPr lang="zh-CN" altLang="en-US" sz="2400" b="1"/>
          </a:p>
          <a:p>
            <a:pPr indent="0" fontAlgn="auto">
              <a:lnSpc>
                <a:spcPct val="150000"/>
              </a:lnSpc>
              <a:buFont typeface="Arial" panose="020B0604020202090204" pitchFamily="34" charset="0"/>
              <a:buNone/>
            </a:pPr>
            <a:r>
              <a:rPr lang="zh-CN" altLang="en-US" sz="2000" i="1">
                <a:solidFill>
                  <a:schemeClr val="tx1"/>
                </a:solidFill>
                <a:latin typeface="Arial" panose="020B0604020202090204" pitchFamily="34" charset="0"/>
                <a:cs typeface="Arial" panose="020B0604020202090204" pitchFamily="34" charset="0"/>
              </a:rPr>
              <a:t>📝</a:t>
            </a: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某些未完成体动词过去时表示行为的结果到说话时已经消失。具有这样特征的未完成体动词</a:t>
            </a:r>
            <a:r>
              <a:rPr lang="zh-CN" altLang="en-US" sz="2000" i="1">
                <a:solidFill>
                  <a:schemeClr val="tx1"/>
                </a:solidFill>
                <a:latin typeface="Arial" panose="020B0604020202090204" pitchFamily="34" charset="0"/>
                <a:cs typeface="Arial" panose="020B0604020202090204" pitchFamily="34" charset="0"/>
              </a:rPr>
              <a:t>有带前缀的运动动词，如 </a:t>
            </a:r>
            <a:r>
              <a:rPr lang="en-US" altLang="en-US" sz="2000" i="1">
                <a:solidFill>
                  <a:schemeClr val="tx1"/>
                </a:solidFill>
                <a:latin typeface="Arial" panose="020B0604020202090204" pitchFamily="34" charset="0"/>
                <a:cs typeface="Arial" panose="020B0604020202090204" pitchFamily="34" charset="0"/>
              </a:rPr>
              <a:t>приходи́ть, приезжа́ть, входи́ть, выходи́ть, уезжа́ть </a:t>
            </a:r>
            <a:r>
              <a:rPr lang="zh-CN" altLang="en-US" sz="2000" i="1">
                <a:solidFill>
                  <a:schemeClr val="tx1"/>
                </a:solidFill>
                <a:latin typeface="Arial" panose="020B0604020202090204" pitchFamily="34" charset="0"/>
                <a:cs typeface="Arial" panose="020B0604020202090204" pitchFamily="34" charset="0"/>
              </a:rPr>
              <a:t>等。</a:t>
            </a:r>
            <a:endParaRPr lang="zh-CN"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zh-CN" altLang="en-US" sz="2000" i="1">
                <a:solidFill>
                  <a:schemeClr val="tx1"/>
                </a:solidFill>
                <a:latin typeface="Arial" panose="020B0604020202090204" pitchFamily="34" charset="0"/>
                <a:cs typeface="Arial" panose="020B0604020202090204" pitchFamily="34" charset="0"/>
              </a:rPr>
              <a:t> </a:t>
            </a:r>
            <a:endParaRPr lang="zh-CN"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比较：</a:t>
            </a:r>
            <a:endParaRPr lang="zh-CN"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К тебе́ кто́-то приходи́л, сказа́л, что зайдёт ве́чером.</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К тебе́ кто́-то пришёл, ждёт в твое́й ко́мнате.</a:t>
            </a:r>
            <a:endParaRPr lang="zh-CN"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时</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90500" y="678815"/>
            <a:ext cx="11913870" cy="6095365"/>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b="1"/>
              <a:t>2.   </a:t>
            </a:r>
            <a:r>
              <a:rPr lang="zh-CN" altLang="en-US" sz="2400" b="1"/>
              <a:t>过去式</a:t>
            </a:r>
            <a:endParaRPr lang="zh-CN" altLang="en-US" sz="2400" b="1"/>
          </a:p>
          <a:p>
            <a:pPr marL="342900" indent="-342900" fontAlgn="auto">
              <a:lnSpc>
                <a:spcPct val="150000"/>
              </a:lnSpc>
              <a:buFont typeface="Arial" panose="020B0604020202090204" pitchFamily="34" charset="0"/>
              <a:buChar char="•"/>
            </a:pPr>
            <a:r>
              <a:rPr lang="zh-CN" altLang="en-US" sz="2000" b="1">
                <a:solidFill>
                  <a:schemeClr val="tx1"/>
                </a:solidFill>
                <a:latin typeface="Arial" panose="020B0604020202090204" pitchFamily="34" charset="0"/>
                <a:cs typeface="Arial" panose="020B0604020202090204" pitchFamily="34" charset="0"/>
              </a:rPr>
              <a:t>完成体动词过去时</a:t>
            </a:r>
            <a:r>
              <a:rPr lang="en-US" altLang="en-US" sz="2000">
                <a:solidFill>
                  <a:schemeClr val="tx1"/>
                </a:solidFill>
                <a:latin typeface="Arial" panose="020B0604020202090204" pitchFamily="34" charset="0"/>
                <a:cs typeface="Arial" panose="020B0604020202090204" pitchFamily="34" charset="0"/>
              </a:rPr>
              <a:t>   </a:t>
            </a:r>
            <a:r>
              <a:rPr lang="en-US" altLang="en-US" sz="2000" i="1">
                <a:solidFill>
                  <a:schemeClr val="tx1"/>
                </a:solidFill>
                <a:latin typeface="Arial" panose="020B0604020202090204" pitchFamily="34" charset="0"/>
                <a:cs typeface="Arial" panose="020B0604020202090204" pitchFamily="34" charset="0"/>
              </a:rPr>
              <a:t>   </a:t>
            </a:r>
            <a:endParaRPr lang="en-US" altLang="en-US" sz="2000" i="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完成体过去时表示过去发生并且已经达到结果的行为。</a:t>
            </a:r>
            <a:endParaRPr lang="zh-CN"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a:t>
            </a:r>
            <a:r>
              <a:rPr lang="en-US" altLang="zh-CN" sz="2000" i="1">
                <a:solidFill>
                  <a:schemeClr val="tx1"/>
                </a:solidFill>
                <a:latin typeface="Arial" panose="020B0604020202090204" pitchFamily="34" charset="0"/>
                <a:cs typeface="Arial" panose="020B0604020202090204" pitchFamily="34" charset="0"/>
              </a:rPr>
              <a:t> </a:t>
            </a:r>
            <a:r>
              <a:rPr lang="en-US" altLang="en-US" sz="2000" i="1">
                <a:solidFill>
                  <a:schemeClr val="tx1"/>
                </a:solidFill>
                <a:latin typeface="Arial" panose="020B0604020202090204" pitchFamily="34" charset="0"/>
                <a:cs typeface="Arial" panose="020B0604020202090204" pitchFamily="34" charset="0"/>
              </a:rPr>
              <a:t>Я уже прочитал роман.</a:t>
            </a:r>
            <a:endParaRPr lang="en-US" altLang="en-US" sz="2000" i="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完成体过去时强调一次性的行为。</a:t>
            </a:r>
            <a:endParaRPr lang="zh-CN"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ru-RU" altLang="zh-CN" sz="2000">
                <a:solidFill>
                  <a:schemeClr val="tx1"/>
                </a:solidFill>
                <a:latin typeface="Arial" panose="020B0604020202090204" pitchFamily="34" charset="0"/>
                <a:cs typeface="Arial" panose="020B0604020202090204" pitchFamily="34" charset="0"/>
              </a:rPr>
              <a:t>     </a:t>
            </a:r>
            <a:r>
              <a:rPr lang="zh-CN" altLang="en-US" sz="2000">
                <a:solidFill>
                  <a:schemeClr val="tx1"/>
                </a:solidFill>
                <a:latin typeface="Arial" panose="020B0604020202090204" pitchFamily="34" charset="0"/>
                <a:cs typeface="Arial" panose="020B0604020202090204" pitchFamily="34" charset="0"/>
              </a:rPr>
              <a:t>例如：</a:t>
            </a:r>
            <a:r>
              <a:rPr lang="ru-RU" altLang="zh-CN" sz="2000">
                <a:solidFill>
                  <a:schemeClr val="tx1"/>
                </a:solidFill>
                <a:latin typeface="Arial" panose="020B0604020202090204" pitchFamily="34" charset="0"/>
                <a:cs typeface="Arial" panose="020B0604020202090204" pitchFamily="34" charset="0"/>
              </a:rPr>
              <a:t>Сегодня я купил газету.</a:t>
            </a:r>
            <a:endParaRPr lang="ru-RU" altLang="zh-CN" sz="2000">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与未完成体过去时相反，某些完成体过去时不但表示行为已完成，而且可能指出行为所造成的结果在说话时仍然存在。</a:t>
            </a:r>
            <a:endParaRPr lang="zh-CN"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ru-RU" altLang="zh-CN" sz="2000">
                <a:solidFill>
                  <a:schemeClr val="tx1"/>
                </a:solidFill>
                <a:latin typeface="Arial" panose="020B0604020202090204" pitchFamily="34" charset="0"/>
                <a:cs typeface="Arial" panose="020B0604020202090204" pitchFamily="34" charset="0"/>
              </a:rPr>
              <a:t>     </a:t>
            </a:r>
            <a:r>
              <a:rPr lang="zh-CN" altLang="ru-RU" sz="2000" i="1">
                <a:solidFill>
                  <a:schemeClr val="tx1"/>
                </a:solidFill>
                <a:latin typeface="Arial" panose="020B0604020202090204" pitchFamily="34" charset="0"/>
                <a:cs typeface="Arial" panose="020B0604020202090204" pitchFamily="34" charset="0"/>
              </a:rPr>
              <a:t>比较：</a:t>
            </a:r>
            <a:r>
              <a:rPr lang="ru-RU" altLang="zh-CN" sz="2000" i="1">
                <a:solidFill>
                  <a:schemeClr val="tx1"/>
                </a:solidFill>
                <a:latin typeface="Arial" panose="020B0604020202090204" pitchFamily="34" charset="0"/>
                <a:cs typeface="Arial" panose="020B0604020202090204" pitchFamily="34" charset="0"/>
              </a:rPr>
              <a:t>Туристы приезжали в Москву на неделю, а потом поехали в Петербург. </a:t>
            </a:r>
            <a:endParaRPr lang="ru-RU" altLang="zh-CN" sz="2000" i="1">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ru-RU" altLang="zh-CN" sz="2000" i="1">
                <a:solidFill>
                  <a:schemeClr val="tx1"/>
                </a:solidFill>
                <a:latin typeface="Arial" panose="020B0604020202090204" pitchFamily="34" charset="0"/>
                <a:cs typeface="Arial" panose="020B0604020202090204" pitchFamily="34" charset="0"/>
              </a:rPr>
              <a:t>     </a:t>
            </a:r>
            <a:r>
              <a:rPr lang="en-US" altLang="ru-RU" sz="2000" i="1">
                <a:solidFill>
                  <a:schemeClr val="tx1"/>
                </a:solidFill>
                <a:latin typeface="Arial" panose="020B0604020202090204" pitchFamily="34" charset="0"/>
                <a:cs typeface="Arial" panose="020B0604020202090204" pitchFamily="34" charset="0"/>
              </a:rPr>
              <a:t>           </a:t>
            </a:r>
            <a:r>
              <a:rPr lang="ru-RU" altLang="zh-CN" sz="2000" i="1">
                <a:solidFill>
                  <a:schemeClr val="tx1"/>
                </a:solidFill>
                <a:latin typeface="Arial" panose="020B0604020202090204" pitchFamily="34" charset="0"/>
                <a:cs typeface="Arial" panose="020B0604020202090204" pitchFamily="34" charset="0"/>
              </a:rPr>
              <a:t>Туристы приехали в Москву и начали осматривали город.</a:t>
            </a:r>
            <a:endParaRPr lang="ru-RU" altLang="zh-CN"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时</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90500" y="762635"/>
            <a:ext cx="11913870" cy="6095365"/>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400" b="1"/>
              <a:t>3.    </a:t>
            </a:r>
            <a:r>
              <a:rPr lang="zh-CN" altLang="en-US" sz="2400" b="1"/>
              <a:t>将来时</a:t>
            </a:r>
            <a:endParaRPr lang="zh-CN" altLang="en-US" sz="2400" b="1"/>
          </a:p>
          <a:p>
            <a:pPr marL="342900" indent="-342900" fontAlgn="auto">
              <a:lnSpc>
                <a:spcPct val="150000"/>
              </a:lnSpc>
              <a:buFont typeface="Arial" panose="020B0604020202090204" pitchFamily="34" charset="0"/>
              <a:buChar char="•"/>
            </a:pPr>
            <a:r>
              <a:rPr lang="zh-CN" altLang="en-US" sz="2000" b="1">
                <a:solidFill>
                  <a:schemeClr val="tx1"/>
                </a:solidFill>
                <a:latin typeface="Arial" panose="020B0604020202090204" pitchFamily="34" charset="0"/>
                <a:cs typeface="Arial" panose="020B0604020202090204" pitchFamily="34" charset="0"/>
              </a:rPr>
              <a:t>未完成体动词将来时</a:t>
            </a:r>
            <a:endParaRPr lang="zh-CN" altLang="en-US" sz="2000" b="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未完成体动词将来时可用来表示说话时刻以后主体将进行的行为 (不强调结果)。</a:t>
            </a:r>
            <a:endParaRPr lang="zh-CN" altLang="en-US" sz="2000">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a:t>
            </a:r>
            <a:r>
              <a:rPr lang="en-US" altLang="zh-CN" sz="2000" i="1">
                <a:solidFill>
                  <a:schemeClr val="tx1"/>
                </a:solidFill>
                <a:latin typeface="Arial" panose="020B0604020202090204" pitchFamily="34" charset="0"/>
                <a:cs typeface="Arial" panose="020B0604020202090204" pitchFamily="34" charset="0"/>
              </a:rPr>
              <a:t> </a:t>
            </a:r>
            <a:r>
              <a:rPr lang="en-US" altLang="en-US" sz="2000" i="1">
                <a:solidFill>
                  <a:schemeClr val="tx1"/>
                </a:solidFill>
                <a:latin typeface="Arial" panose="020B0604020202090204" pitchFamily="34" charset="0"/>
                <a:cs typeface="Arial" panose="020B0604020202090204" pitchFamily="34" charset="0"/>
              </a:rPr>
              <a:t>Что ты будешь делать завтра?</a:t>
            </a:r>
            <a:endParaRPr lang="en-US" altLang="en-US" sz="2000" i="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未完成体动词将来时还可以表示将持续、经常进行的行为。</a:t>
            </a:r>
            <a:endParaRPr lang="zh-CN" altLang="en-US" sz="2000">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a:t>
            </a:r>
            <a:r>
              <a:rPr lang="en-US" altLang="en-US" sz="2000" i="1">
                <a:solidFill>
                  <a:schemeClr val="tx1"/>
                </a:solidFill>
                <a:latin typeface="Arial" panose="020B0604020202090204" pitchFamily="34" charset="0"/>
                <a:cs typeface="Arial" panose="020B0604020202090204" pitchFamily="34" charset="0"/>
              </a:rPr>
              <a:t>Я буду часто писать письма родителям о моей жизни в Москве.</a:t>
            </a:r>
            <a:endParaRPr lang="en-US" altLang="en-US" sz="2000" i="1">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b="1">
                <a:solidFill>
                  <a:schemeClr val="tx1"/>
                </a:solidFill>
                <a:latin typeface="Arial" panose="020B0604020202090204" pitchFamily="34" charset="0"/>
                <a:cs typeface="Arial" panose="020B0604020202090204" pitchFamily="34" charset="0"/>
              </a:rPr>
              <a:t>完成体动词将来时</a:t>
            </a:r>
            <a:endParaRPr lang="zh-CN" altLang="en-US" sz="2000" b="1">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说话之后的行为，强调最终会完成、达到结果。</a:t>
            </a:r>
            <a:endParaRPr lang="zh-CN" altLang="en-US" sz="2000">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一次性的</a:t>
            </a:r>
            <a:r>
              <a:rPr lang="zh-CN" altLang="en-US" sz="2000">
                <a:solidFill>
                  <a:schemeClr val="tx1"/>
                </a:solidFill>
                <a:latin typeface="Arial" panose="020B0604020202090204" pitchFamily="34" charset="0"/>
                <a:cs typeface="Arial" panose="020B0604020202090204" pitchFamily="34" charset="0"/>
              </a:rPr>
              <a:t>行为。</a:t>
            </a:r>
            <a:endParaRPr lang="zh-CN" altLang="en-US" sz="2000">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式</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984250"/>
            <a:ext cx="11913870" cy="609536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en-US" sz="2000">
                <a:solidFill>
                  <a:schemeClr val="tx1"/>
                </a:solidFill>
                <a:latin typeface="Arial" panose="020B0604020202090204" pitchFamily="34" charset="0"/>
                <a:cs typeface="Arial" panose="020B0604020202090204" pitchFamily="34" charset="0"/>
              </a:rPr>
              <a:t>俄语动词有陈述式、命令式和假定式。</a:t>
            </a: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陈述式表示动作实际进行的行为。</a:t>
            </a: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命令式是表示说话人希望、要求、命令、劝告、邀请别人进行或完成某一动作。俄语命令式有第一人称命令式、第二人称命令式和第三人称命令式。</a:t>
            </a: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假定式表示说话人希望和虚拟的行为。</a:t>
            </a: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endParaRPr lang="zh-CN" altLang="en-US" sz="2000">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式</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984250"/>
            <a:ext cx="11913870" cy="6095365"/>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000" b="1">
                <a:solidFill>
                  <a:schemeClr val="tx1"/>
                </a:solidFill>
                <a:latin typeface="Arial" panose="020B0604020202090204" pitchFamily="34" charset="0"/>
                <a:cs typeface="Arial" panose="020B0604020202090204" pitchFamily="34" charset="0"/>
              </a:rPr>
              <a:t>1.</a:t>
            </a:r>
            <a:r>
              <a:rPr lang="zh-CN" altLang="en-US" sz="2000" b="1">
                <a:solidFill>
                  <a:schemeClr val="tx1"/>
                </a:solidFill>
                <a:latin typeface="Arial" panose="020B0604020202090204" pitchFamily="34" charset="0"/>
                <a:cs typeface="Arial" panose="020B0604020202090204" pitchFamily="34" charset="0"/>
              </a:rPr>
              <a:t>动词命令式</a:t>
            </a:r>
            <a:endParaRPr lang="zh-CN" altLang="en-US" sz="2000" b="1">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第一人称命令式</a:t>
            </a:r>
            <a:endParaRPr lang="zh-CN" altLang="en-US" sz="2000">
              <a:solidFill>
                <a:schemeClr val="tx1"/>
              </a:solidFill>
              <a:latin typeface="Arial" panose="020B0604020202090204" pitchFamily="34" charset="0"/>
              <a:cs typeface="Arial" panose="020B0604020202090204" pitchFamily="34" charset="0"/>
            </a:endParaRPr>
          </a:p>
          <a:p>
            <a:pPr marL="800100" lvl="1"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第一人称命令式表示说话者要求对方和自己一起进行某种行为。</a:t>
            </a:r>
            <a:endParaRPr lang="zh-CN"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zh-CN" altLang="en-US" sz="2000">
                <a:solidFill>
                  <a:schemeClr val="tx1"/>
                </a:solidFill>
                <a:latin typeface="Arial" panose="020B0604020202090204" pitchFamily="34" charset="0"/>
                <a:cs typeface="Arial" panose="020B0604020202090204" pitchFamily="34" charset="0"/>
              </a:rPr>
              <a:t>① 用复数第一人称形式表示。如果对方不止一个人，或者对方虽是一个人，但为了表示尊敬和客气，在复数第一人称形式之后加 -</a:t>
            </a:r>
            <a:r>
              <a:rPr lang="en-US" altLang="en-US" sz="2000">
                <a:solidFill>
                  <a:schemeClr val="tx1"/>
                </a:solidFill>
                <a:latin typeface="Arial" panose="020B0604020202090204" pitchFamily="34" charset="0"/>
                <a:cs typeface="Arial" panose="020B0604020202090204" pitchFamily="34" charset="0"/>
              </a:rPr>
              <a:t>те。</a:t>
            </a:r>
            <a:r>
              <a:rPr lang="zh-CN" altLang="en-US" sz="2000">
                <a:solidFill>
                  <a:schemeClr val="tx1"/>
                </a:solidFill>
                <a:latin typeface="Arial" panose="020B0604020202090204" pitchFamily="34" charset="0"/>
                <a:cs typeface="Arial" panose="020B0604020202090204" pitchFamily="34" charset="0"/>
              </a:rPr>
              <a:t>例如: </a:t>
            </a:r>
            <a:r>
              <a:rPr lang="en-US" altLang="en-US" sz="2000">
                <a:solidFill>
                  <a:schemeClr val="tx1"/>
                </a:solidFill>
                <a:latin typeface="Arial" panose="020B0604020202090204" pitchFamily="34" charset="0"/>
                <a:cs typeface="Arial" panose="020B0604020202090204" pitchFamily="34" charset="0"/>
              </a:rPr>
              <a:t>Пойдём (Пойдёмте) в парк.</a:t>
            </a:r>
            <a:endParaRPr lang="en-US"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r>
              <a:rPr lang="zh-CN" altLang="en-US" sz="2000">
                <a:solidFill>
                  <a:schemeClr val="tx1"/>
                </a:solidFill>
                <a:latin typeface="Arial" panose="020B0604020202090204" pitchFamily="34" charset="0"/>
                <a:cs typeface="Arial" panose="020B0604020202090204" pitchFamily="34" charset="0"/>
              </a:rPr>
              <a:t>② 用语气词 </a:t>
            </a:r>
            <a:r>
              <a:rPr lang="en-US" altLang="en-US" sz="2000">
                <a:solidFill>
                  <a:schemeClr val="tx1"/>
                </a:solidFill>
                <a:latin typeface="Arial" panose="020B0604020202090204" pitchFamily="34" charset="0"/>
                <a:cs typeface="Arial" panose="020B0604020202090204" pitchFamily="34" charset="0"/>
              </a:rPr>
              <a:t>давай (давайте) + </a:t>
            </a:r>
            <a:r>
              <a:rPr lang="zh-CN" altLang="en-US" sz="2000">
                <a:solidFill>
                  <a:schemeClr val="tx1"/>
                </a:solidFill>
                <a:latin typeface="Arial" panose="020B0604020202090204" pitchFamily="34" charset="0"/>
                <a:cs typeface="Arial" panose="020B0604020202090204" pitchFamily="34" charset="0"/>
              </a:rPr>
              <a:t>未完成体动词不定式或完成体动词将来时复数第一人称表示。例如: </a:t>
            </a:r>
            <a:r>
              <a:rPr lang="en-US" altLang="en-US" sz="2000">
                <a:solidFill>
                  <a:schemeClr val="tx1"/>
                </a:solidFill>
                <a:latin typeface="Arial" panose="020B0604020202090204" pitchFamily="34" charset="0"/>
                <a:cs typeface="Arial" panose="020B0604020202090204" pitchFamily="34" charset="0"/>
              </a:rPr>
              <a:t>Давай (-те) играть (поиграем) в шахматы.</a:t>
            </a:r>
            <a:endParaRPr lang="en-US"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endParaRPr lang="zh-CN" altLang="en-US" sz="2000">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41402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式</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984250"/>
            <a:ext cx="11913870" cy="6095365"/>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000" b="1">
                <a:solidFill>
                  <a:schemeClr val="tx1"/>
                </a:solidFill>
                <a:latin typeface="Arial" panose="020B0604020202090204" pitchFamily="34" charset="0"/>
                <a:cs typeface="Arial" panose="020B0604020202090204" pitchFamily="34" charset="0"/>
              </a:rPr>
              <a:t>1.</a:t>
            </a:r>
            <a:r>
              <a:rPr lang="zh-CN" altLang="en-US" sz="2000" b="1">
                <a:solidFill>
                  <a:schemeClr val="tx1"/>
                </a:solidFill>
                <a:latin typeface="Arial" panose="020B0604020202090204" pitchFamily="34" charset="0"/>
                <a:cs typeface="Arial" panose="020B0604020202090204" pitchFamily="34" charset="0"/>
              </a:rPr>
              <a:t>动词</a:t>
            </a:r>
            <a:r>
              <a:rPr lang="zh-CN" altLang="en-US" sz="2000" b="1">
                <a:solidFill>
                  <a:schemeClr val="tx1"/>
                </a:solidFill>
                <a:latin typeface="Arial" panose="020B0604020202090204" pitchFamily="34" charset="0"/>
                <a:cs typeface="Arial" panose="020B0604020202090204" pitchFamily="34" charset="0"/>
              </a:rPr>
              <a:t>命令式</a:t>
            </a:r>
            <a:endParaRPr lang="zh-CN" altLang="en-US" sz="2000" b="1">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第</a:t>
            </a:r>
            <a:r>
              <a:rPr lang="zh-CN" altLang="en-US" sz="2000">
                <a:solidFill>
                  <a:schemeClr val="tx1"/>
                </a:solidFill>
                <a:latin typeface="Arial" panose="020B0604020202090204" pitchFamily="34" charset="0"/>
                <a:cs typeface="Arial" panose="020B0604020202090204" pitchFamily="34" charset="0"/>
              </a:rPr>
              <a:t>二人称命令式</a:t>
            </a:r>
            <a:endParaRPr lang="zh-CN" altLang="en-US" sz="2000">
              <a:solidFill>
                <a:schemeClr val="tx1"/>
              </a:solidFill>
              <a:latin typeface="Arial" panose="020B0604020202090204" pitchFamily="34" charset="0"/>
              <a:cs typeface="Arial" panose="020B0604020202090204" pitchFamily="34" charset="0"/>
            </a:endParaRPr>
          </a:p>
          <a:p>
            <a:pPr lvl="1" indent="0" fontAlgn="auto">
              <a:lnSpc>
                <a:spcPct val="150000"/>
              </a:lnSpc>
              <a:buFont typeface="Arial" panose="020B0604020202090204" pitchFamily="34" charset="0"/>
              <a:buNone/>
            </a:pP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endParaRPr lang="zh-CN" altLang="en-US" sz="2000">
              <a:solidFill>
                <a:schemeClr val="tx1"/>
              </a:solidFill>
              <a:latin typeface="Arial" panose="020B0604020202090204" pitchFamily="34" charset="0"/>
              <a:cs typeface="Arial" panose="020B0604020202090204" pitchFamily="34" charset="0"/>
            </a:endParaRPr>
          </a:p>
        </p:txBody>
      </p:sp>
      <p:sp>
        <p:nvSpPr>
          <p:cNvPr id="8" name="文本框 7"/>
          <p:cNvSpPr txBox="1"/>
          <p:nvPr/>
        </p:nvSpPr>
        <p:spPr>
          <a:xfrm>
            <a:off x="149860" y="2110517"/>
            <a:ext cx="858567" cy="707886"/>
          </a:xfrm>
          <a:prstGeom prst="rect">
            <a:avLst/>
          </a:prstGeom>
          <a:noFill/>
        </p:spPr>
        <p:txBody>
          <a:bodyPr wrap="square" rtlCol="0">
            <a:spAutoFit/>
          </a:bodyPr>
          <a:lstStyle/>
          <a:p>
            <a:pPr algn="ctr"/>
            <a:r>
              <a:rPr lang="zh-CN" altLang="en-US" sz="2000" b="1" dirty="0">
                <a:solidFill>
                  <a:srgbClr val="0080C6"/>
                </a:solidFill>
                <a:latin typeface="Times New Roman" panose="02020603050405020304" charset="0"/>
                <a:cs typeface="Times New Roman" panose="02020603050405020304" charset="0"/>
              </a:rPr>
              <a:t>单数形式</a:t>
            </a:r>
            <a:endParaRPr lang="zh-CN" altLang="en-US" sz="2000" dirty="0">
              <a:solidFill>
                <a:srgbClr val="0080C6"/>
              </a:solidFill>
              <a:latin typeface="Times New Roman" panose="02020603050405020304" charset="0"/>
              <a:cs typeface="Times New Roman" panose="02020603050405020304" charset="0"/>
            </a:endParaRPr>
          </a:p>
        </p:txBody>
      </p:sp>
      <p:sp>
        <p:nvSpPr>
          <p:cNvPr id="9" name="文本框 8"/>
          <p:cNvSpPr txBox="1"/>
          <p:nvPr/>
        </p:nvSpPr>
        <p:spPr>
          <a:xfrm>
            <a:off x="8364756" y="2106707"/>
            <a:ext cx="3573682" cy="712234"/>
          </a:xfrm>
          <a:prstGeom prst="rect">
            <a:avLst/>
          </a:prstGeom>
          <a:noFill/>
        </p:spPr>
        <p:txBody>
          <a:bodyPr wrap="square" rtlCol="0">
            <a:spAutoFit/>
          </a:bodyPr>
          <a:lstStyle/>
          <a:p>
            <a:r>
              <a:rPr lang="zh-CN" altLang="en-US" sz="2000" dirty="0">
                <a:latin typeface="Times New Roman" panose="02020603050405020304" charset="0"/>
                <a:cs typeface="Times New Roman" panose="02020603050405020304" charset="0"/>
              </a:rPr>
              <a:t>在单数第二人称命令式之后，                  </a:t>
            </a:r>
            <a:endParaRPr lang="en-US" altLang="zh-CN" sz="2000" dirty="0">
              <a:latin typeface="Times New Roman" panose="02020603050405020304" charset="0"/>
              <a:cs typeface="Times New Roman" panose="02020603050405020304" charset="0"/>
            </a:endParaRPr>
          </a:p>
          <a:p>
            <a:r>
              <a:rPr lang="zh-CN" altLang="en-US" sz="2000" dirty="0">
                <a:latin typeface="Times New Roman" panose="02020603050405020304" charset="0"/>
                <a:cs typeface="Times New Roman" panose="02020603050405020304" charset="0"/>
              </a:rPr>
              <a:t>加上</a:t>
            </a:r>
            <a:r>
              <a:rPr lang="ru-RU" altLang="zh-CN" sz="2000" dirty="0">
                <a:solidFill>
                  <a:srgbClr val="FF0000"/>
                </a:solidFill>
                <a:latin typeface="Times New Roman" panose="02020603050405020304" charset="0"/>
                <a:cs typeface="Times New Roman" panose="02020603050405020304" charset="0"/>
              </a:rPr>
              <a:t>-те</a:t>
            </a:r>
            <a:r>
              <a:rPr lang="zh-CN" altLang="en-US" sz="2000" dirty="0">
                <a:solidFill>
                  <a:srgbClr val="FF0000"/>
                </a:solidFill>
                <a:latin typeface="Times New Roman" panose="02020603050405020304" charset="0"/>
                <a:cs typeface="Times New Roman" panose="02020603050405020304" charset="0"/>
              </a:rPr>
              <a:t>构成。</a:t>
            </a:r>
            <a:endParaRPr lang="en-US" altLang="zh-CN" sz="2000" dirty="0">
              <a:solidFill>
                <a:srgbClr val="FF0000"/>
              </a:solidFill>
              <a:latin typeface="Times New Roman" panose="02020603050405020304" charset="0"/>
              <a:cs typeface="Times New Roman" panose="02020603050405020304" charset="0"/>
            </a:endParaRPr>
          </a:p>
        </p:txBody>
      </p:sp>
      <p:graphicFrame>
        <p:nvGraphicFramePr>
          <p:cNvPr id="10" name="表格 13"/>
          <p:cNvGraphicFramePr>
            <a:graphicFrameLocks noGrp="1"/>
          </p:cNvGraphicFramePr>
          <p:nvPr/>
        </p:nvGraphicFramePr>
        <p:xfrm>
          <a:off x="149772" y="2954401"/>
          <a:ext cx="11892456" cy="3308086"/>
        </p:xfrm>
        <a:graphic>
          <a:graphicData uri="http://schemas.openxmlformats.org/drawingml/2006/table">
            <a:tbl>
              <a:tblPr firstRow="1" bandRow="1">
                <a:tableStyleId>{5940675A-B579-460E-94D1-54222C63F5DA}</a:tableStyleId>
              </a:tblPr>
              <a:tblGrid>
                <a:gridCol w="4096385"/>
                <a:gridCol w="1103609"/>
                <a:gridCol w="4792717"/>
                <a:gridCol w="1899745"/>
              </a:tblGrid>
              <a:tr h="439551">
                <a:tc>
                  <a:txBody>
                    <a:bodyPr/>
                    <a:lstStyle/>
                    <a:p>
                      <a:pPr algn="ctr"/>
                      <a:r>
                        <a:rPr lang="zh-CN" altLang="en-US" sz="1800" b="1" dirty="0">
                          <a:latin typeface="Times New Roman" panose="02020603050405020304" charset="0"/>
                          <a:cs typeface="Times New Roman" panose="02020603050405020304" charset="0"/>
                        </a:rPr>
                        <a:t>词干特点</a:t>
                      </a:r>
                      <a:endParaRPr lang="zh-CN" altLang="en-US" sz="1800" b="1" dirty="0">
                        <a:latin typeface="Times New Roman" panose="02020603050405020304" charset="0"/>
                        <a:cs typeface="Times New Roman" panose="02020603050405020304" charset="0"/>
                      </a:endParaRPr>
                    </a:p>
                  </a:txBody>
                  <a:tcPr anchor="ctr" anchorCtr="0"/>
                </a:tc>
                <a:tc>
                  <a:txBody>
                    <a:bodyPr/>
                    <a:lstStyle/>
                    <a:p>
                      <a:pPr algn="ctr"/>
                      <a:r>
                        <a:rPr lang="zh-CN" altLang="en-US" sz="1800" b="1" dirty="0">
                          <a:latin typeface="Times New Roman" panose="02020603050405020304" charset="0"/>
                          <a:cs typeface="Times New Roman" panose="02020603050405020304" charset="0"/>
                        </a:rPr>
                        <a:t>构成</a:t>
                      </a:r>
                      <a:endParaRPr lang="zh-CN" altLang="en-US" sz="1800" b="1" dirty="0">
                        <a:latin typeface="Times New Roman" panose="02020603050405020304" charset="0"/>
                        <a:cs typeface="Times New Roman" panose="02020603050405020304" charset="0"/>
                      </a:endParaRPr>
                    </a:p>
                  </a:txBody>
                  <a:tcPr anchor="ctr" anchorCtr="0"/>
                </a:tc>
                <a:tc>
                  <a:txBody>
                    <a:bodyPr/>
                    <a:lstStyle/>
                    <a:p>
                      <a:pPr algn="ctr"/>
                      <a:r>
                        <a:rPr lang="zh-CN" altLang="en-US" sz="1800" b="1" dirty="0">
                          <a:latin typeface="Times New Roman" panose="02020603050405020304" charset="0"/>
                          <a:cs typeface="Times New Roman" panose="02020603050405020304" charset="0"/>
                        </a:rPr>
                        <a:t>重音</a:t>
                      </a:r>
                      <a:endParaRPr lang="zh-CN" altLang="en-US" sz="1800" b="1" dirty="0">
                        <a:latin typeface="Times New Roman" panose="02020603050405020304" charset="0"/>
                        <a:cs typeface="Times New Roman" panose="02020603050405020304" charset="0"/>
                      </a:endParaRPr>
                    </a:p>
                  </a:txBody>
                  <a:tcPr anchor="ctr" anchorCtr="0"/>
                </a:tc>
                <a:tc>
                  <a:txBody>
                    <a:bodyPr/>
                    <a:lstStyle/>
                    <a:p>
                      <a:pPr algn="ctr"/>
                      <a:r>
                        <a:rPr lang="zh-CN" altLang="en-US" sz="1800" b="1" dirty="0">
                          <a:latin typeface="Times New Roman" panose="02020603050405020304" charset="0"/>
                          <a:cs typeface="Times New Roman" panose="02020603050405020304" charset="0"/>
                        </a:rPr>
                        <a:t>示例</a:t>
                      </a:r>
                      <a:endParaRPr lang="zh-CN" altLang="en-US" sz="1800" b="1" dirty="0">
                        <a:latin typeface="Times New Roman" panose="02020603050405020304" charset="0"/>
                        <a:cs typeface="Times New Roman" panose="02020603050405020304" charset="0"/>
                      </a:endParaRPr>
                    </a:p>
                  </a:txBody>
                  <a:tcPr anchor="ctr" anchorCtr="0"/>
                </a:tc>
              </a:tr>
              <a:tr h="673975">
                <a:tc>
                  <a:txBody>
                    <a:bodyPr/>
                    <a:lstStyle/>
                    <a:p>
                      <a:pPr algn="just"/>
                      <a:r>
                        <a:rPr lang="ru-RU" altLang="zh-CN" sz="1800" dirty="0">
                          <a:latin typeface="Times New Roman" panose="02020603050405020304" charset="0"/>
                          <a:cs typeface="Times New Roman" panose="02020603050405020304" charset="0"/>
                        </a:rPr>
                        <a:t>1)</a:t>
                      </a:r>
                      <a:r>
                        <a:rPr lang="zh-CN" altLang="en-US" sz="1800" dirty="0">
                          <a:latin typeface="Times New Roman" panose="02020603050405020304" charset="0"/>
                          <a:cs typeface="Times New Roman" panose="02020603050405020304" charset="0"/>
                        </a:rPr>
                        <a:t>如果</a:t>
                      </a:r>
                      <a:r>
                        <a:rPr lang="zh-CN" altLang="en-US" sz="1800" dirty="0">
                          <a:solidFill>
                            <a:srgbClr val="FF0000"/>
                          </a:solidFill>
                          <a:latin typeface="Times New Roman" panose="02020603050405020304" charset="0"/>
                          <a:cs typeface="Times New Roman" panose="02020603050405020304" charset="0"/>
                        </a:rPr>
                        <a:t>词干结尾</a:t>
                      </a:r>
                      <a:r>
                        <a:rPr lang="zh-CN" altLang="en-US" sz="1800" dirty="0">
                          <a:latin typeface="Times New Roman" panose="02020603050405020304" charset="0"/>
                          <a:cs typeface="Times New Roman" panose="02020603050405020304" charset="0"/>
                        </a:rPr>
                        <a:t>是</a:t>
                      </a:r>
                      <a:r>
                        <a:rPr lang="zh-CN" altLang="en-US" sz="1800" dirty="0">
                          <a:solidFill>
                            <a:srgbClr val="FF0000"/>
                          </a:solidFill>
                          <a:latin typeface="Times New Roman" panose="02020603050405020304" charset="0"/>
                          <a:cs typeface="Times New Roman" panose="02020603050405020304" charset="0"/>
                        </a:rPr>
                        <a:t>元音字母，如：</a:t>
                      </a:r>
                      <a:r>
                        <a:rPr lang="ru-RU" altLang="zh-CN" sz="1800" dirty="0">
                          <a:latin typeface="Times New Roman" panose="02020603050405020304" charset="0"/>
                          <a:cs typeface="Times New Roman" panose="02020603050405020304" charset="0"/>
                        </a:rPr>
                        <a:t>чита́</a:t>
                      </a:r>
                      <a:r>
                        <a:rPr lang="ru-RU" altLang="zh-CN" sz="1800" u="sng" dirty="0">
                          <a:latin typeface="Times New Roman" panose="02020603050405020304" charset="0"/>
                          <a:cs typeface="Times New Roman" panose="02020603050405020304" charset="0"/>
                        </a:rPr>
                        <a:t>ют</a:t>
                      </a:r>
                      <a:r>
                        <a:rPr lang="ru-RU" altLang="zh-CN" sz="1800" dirty="0">
                          <a:latin typeface="Times New Roman" panose="02020603050405020304" charset="0"/>
                          <a:cs typeface="Times New Roman" panose="02020603050405020304" charset="0"/>
                        </a:rPr>
                        <a:t>, гуля́</a:t>
                      </a:r>
                      <a:r>
                        <a:rPr lang="ru-RU" altLang="zh-CN" sz="1800" u="sng" dirty="0">
                          <a:latin typeface="Times New Roman" panose="02020603050405020304" charset="0"/>
                          <a:cs typeface="Times New Roman" panose="02020603050405020304" charset="0"/>
                        </a:rPr>
                        <a:t>ют</a:t>
                      </a:r>
                      <a:r>
                        <a:rPr lang="ru-RU" altLang="zh-CN" sz="1800" dirty="0">
                          <a:latin typeface="Times New Roman" panose="02020603050405020304" charset="0"/>
                          <a:cs typeface="Times New Roman" panose="02020603050405020304" charset="0"/>
                        </a:rPr>
                        <a:t>, ду́ма</a:t>
                      </a:r>
                      <a:r>
                        <a:rPr lang="ru-RU" altLang="zh-CN" sz="1800" u="sng" dirty="0">
                          <a:latin typeface="Times New Roman" panose="02020603050405020304" charset="0"/>
                          <a:cs typeface="Times New Roman" panose="02020603050405020304" charset="0"/>
                        </a:rPr>
                        <a:t>ют</a:t>
                      </a:r>
                      <a:r>
                        <a:rPr lang="ru-RU" altLang="zh-CN" sz="1800" dirty="0">
                          <a:latin typeface="Times New Roman" panose="02020603050405020304" charset="0"/>
                          <a:cs typeface="Times New Roman" panose="02020603050405020304" charset="0"/>
                        </a:rPr>
                        <a:t>, сто</a:t>
                      </a:r>
                      <a:r>
                        <a:rPr lang="ru-RU" altLang="zh-CN" sz="1800" u="sng" dirty="0">
                          <a:latin typeface="Times New Roman" panose="02020603050405020304" charset="0"/>
                          <a:cs typeface="Times New Roman" panose="02020603050405020304" charset="0"/>
                        </a:rPr>
                        <a:t>я́т</a:t>
                      </a:r>
                      <a:endParaRPr lang="zh-CN" altLang="en-US" sz="1800" u="sng" dirty="0">
                        <a:latin typeface="Times New Roman" panose="02020603050405020304" charset="0"/>
                        <a:cs typeface="Times New Roman" panose="02020603050405020304" charset="0"/>
                      </a:endParaRPr>
                    </a:p>
                  </a:txBody>
                  <a:tcPr anchor="ctr" anchorCtr="0"/>
                </a:tc>
                <a:tc>
                  <a:txBody>
                    <a:bodyPr/>
                    <a:lstStyle/>
                    <a:p>
                      <a:r>
                        <a:rPr lang="en-US" altLang="zh-CN" sz="1800" dirty="0">
                          <a:latin typeface="Times New Roman" panose="02020603050405020304" charset="0"/>
                          <a:cs typeface="Times New Roman" panose="02020603050405020304" charset="0"/>
                        </a:rPr>
                        <a:t>-й</a:t>
                      </a:r>
                      <a:r>
                        <a:rPr lang="zh-CN" altLang="en-US" sz="1800" dirty="0">
                          <a:latin typeface="Times New Roman" panose="02020603050405020304" charset="0"/>
                          <a:cs typeface="Times New Roman" panose="02020603050405020304" charset="0"/>
                        </a:rPr>
                        <a:t>或</a:t>
                      </a:r>
                      <a:r>
                        <a:rPr lang="en-US" altLang="zh-CN" sz="1800" dirty="0">
                          <a:latin typeface="Times New Roman" panose="02020603050405020304" charset="0"/>
                          <a:cs typeface="Times New Roman" panose="02020603050405020304" charset="0"/>
                        </a:rPr>
                        <a:t>-йте</a:t>
                      </a:r>
                      <a:endParaRPr lang="zh-CN" altLang="en-US" sz="1800" dirty="0">
                        <a:latin typeface="Times New Roman" panose="02020603050405020304" charset="0"/>
                        <a:cs typeface="Times New Roman" panose="02020603050405020304" charset="0"/>
                      </a:endParaRPr>
                    </a:p>
                  </a:txBody>
                  <a:tcPr anchor="ctr" anchorCtr="0"/>
                </a:tc>
                <a:tc>
                  <a:txBody>
                    <a:bodyPr/>
                    <a:lstStyle/>
                    <a:p>
                      <a:r>
                        <a:rPr lang="zh-CN" altLang="en-US" sz="1800" dirty="0">
                          <a:latin typeface="Times New Roman" panose="02020603050405020304" charset="0"/>
                          <a:cs typeface="Times New Roman" panose="02020603050405020304" charset="0"/>
                        </a:rPr>
                        <a:t>若重音原来在词干，则构成命令式时重音不变；</a:t>
                      </a:r>
                      <a:endParaRPr lang="en-US" altLang="zh-CN" sz="1800" dirty="0">
                        <a:latin typeface="Times New Roman" panose="02020603050405020304" charset="0"/>
                        <a:cs typeface="Times New Roman" panose="02020603050405020304"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latin typeface="Times New Roman" panose="02020603050405020304" charset="0"/>
                          <a:cs typeface="Times New Roman" panose="02020603050405020304" charset="0"/>
                        </a:rPr>
                        <a:t>若重音原来在词尾，则构成命令式时重音前移；</a:t>
                      </a:r>
                      <a:endParaRPr lang="en-US" altLang="zh-CN" sz="1800" dirty="0">
                        <a:latin typeface="Times New Roman" panose="02020603050405020304" charset="0"/>
                        <a:cs typeface="Times New Roman" panose="02020603050405020304" charset="0"/>
                      </a:endParaRPr>
                    </a:p>
                  </a:txBody>
                  <a:tcPr anchor="ctr" anchorCtr="0"/>
                </a:tc>
                <a:tc>
                  <a:txBody>
                    <a:bodyPr/>
                    <a:lstStyle/>
                    <a:p>
                      <a:r>
                        <a:rPr lang="ru-RU" altLang="zh-CN" sz="1800" dirty="0" err="1">
                          <a:latin typeface="Times New Roman" panose="02020603050405020304" charset="0"/>
                          <a:cs typeface="Times New Roman" panose="02020603050405020304" charset="0"/>
                        </a:rPr>
                        <a:t>чита́ть-чита́й</a:t>
                      </a:r>
                      <a:r>
                        <a:rPr lang="ru-RU" altLang="zh-CN" sz="1800" dirty="0">
                          <a:latin typeface="Times New Roman" panose="02020603050405020304" charset="0"/>
                          <a:cs typeface="Times New Roman" panose="02020603050405020304" charset="0"/>
                        </a:rPr>
                        <a:t>(те)</a:t>
                      </a:r>
                      <a:endParaRPr lang="ru-RU" altLang="zh-CN" sz="1800" dirty="0">
                        <a:latin typeface="Times New Roman" panose="02020603050405020304" charset="0"/>
                        <a:cs typeface="Times New Roman" panose="02020603050405020304" charset="0"/>
                      </a:endParaRPr>
                    </a:p>
                    <a:p>
                      <a:r>
                        <a:rPr lang="ru-RU" altLang="zh-CN" sz="1800" dirty="0" err="1">
                          <a:latin typeface="Times New Roman" panose="02020603050405020304" charset="0"/>
                          <a:cs typeface="Times New Roman" panose="02020603050405020304" charset="0"/>
                        </a:rPr>
                        <a:t>стоя́ть-стой</a:t>
                      </a:r>
                      <a:r>
                        <a:rPr lang="ru-RU" altLang="zh-CN" sz="1800" dirty="0">
                          <a:latin typeface="Times New Roman" panose="02020603050405020304" charset="0"/>
                          <a:cs typeface="Times New Roman" panose="02020603050405020304" charset="0"/>
                        </a:rPr>
                        <a:t>(те)</a:t>
                      </a:r>
                      <a:endParaRPr lang="zh-CN" altLang="en-US" sz="1800" dirty="0">
                        <a:latin typeface="Times New Roman" panose="02020603050405020304" charset="0"/>
                        <a:cs typeface="Times New Roman" panose="02020603050405020304" charset="0"/>
                      </a:endParaRPr>
                    </a:p>
                  </a:txBody>
                  <a:tcPr anchor="ctr" anchorCtr="0"/>
                </a:tc>
              </a:tr>
              <a:tr h="560839">
                <a:tc>
                  <a:txBody>
                    <a:bodyPr/>
                    <a:lstStyle/>
                    <a:p>
                      <a:pPr algn="just"/>
                      <a:r>
                        <a:rPr lang="en-US" altLang="zh-CN" sz="1800" dirty="0">
                          <a:latin typeface="Times New Roman" panose="02020603050405020304" charset="0"/>
                          <a:cs typeface="Times New Roman" panose="02020603050405020304" charset="0"/>
                        </a:rPr>
                        <a:t>2)</a:t>
                      </a:r>
                      <a:r>
                        <a:rPr lang="zh-CN" altLang="en-US" sz="1800" dirty="0">
                          <a:latin typeface="Times New Roman" panose="02020603050405020304" charset="0"/>
                          <a:cs typeface="Times New Roman" panose="02020603050405020304" charset="0"/>
                        </a:rPr>
                        <a:t>如果</a:t>
                      </a:r>
                      <a:r>
                        <a:rPr lang="zh-CN" altLang="en-US" sz="1800" dirty="0">
                          <a:solidFill>
                            <a:srgbClr val="FF0000"/>
                          </a:solidFill>
                          <a:latin typeface="Times New Roman" panose="02020603050405020304" charset="0"/>
                          <a:cs typeface="Times New Roman" panose="02020603050405020304" charset="0"/>
                        </a:rPr>
                        <a:t>词干结尾</a:t>
                      </a:r>
                      <a:r>
                        <a:rPr lang="zh-CN" altLang="en-US" sz="1800" dirty="0">
                          <a:latin typeface="Times New Roman" panose="02020603050405020304" charset="0"/>
                          <a:cs typeface="Times New Roman" panose="02020603050405020304" charset="0"/>
                        </a:rPr>
                        <a:t>是</a:t>
                      </a:r>
                      <a:r>
                        <a:rPr lang="zh-CN" altLang="en-US" sz="1800" dirty="0">
                          <a:solidFill>
                            <a:srgbClr val="FF0000"/>
                          </a:solidFill>
                          <a:latin typeface="Times New Roman" panose="02020603050405020304" charset="0"/>
                          <a:cs typeface="Times New Roman" panose="02020603050405020304" charset="0"/>
                        </a:rPr>
                        <a:t>辅音字母</a:t>
                      </a:r>
                      <a:r>
                        <a:rPr lang="zh-CN" altLang="en-US" sz="1800" dirty="0">
                          <a:latin typeface="Times New Roman" panose="02020603050405020304" charset="0"/>
                          <a:cs typeface="Times New Roman" panose="02020603050405020304" charset="0"/>
                        </a:rPr>
                        <a:t>，且单数第一人称</a:t>
                      </a:r>
                      <a:r>
                        <a:rPr lang="zh-CN" altLang="en-US" sz="1800" dirty="0">
                          <a:solidFill>
                            <a:srgbClr val="FF0000"/>
                          </a:solidFill>
                          <a:latin typeface="Times New Roman" panose="02020603050405020304" charset="0"/>
                          <a:cs typeface="Times New Roman" panose="02020603050405020304" charset="0"/>
                        </a:rPr>
                        <a:t>重音在词尾</a:t>
                      </a:r>
                      <a:r>
                        <a:rPr lang="zh-CN" altLang="en-US" sz="1800" dirty="0">
                          <a:latin typeface="Times New Roman" panose="02020603050405020304" charset="0"/>
                          <a:cs typeface="Times New Roman" panose="02020603050405020304" charset="0"/>
                        </a:rPr>
                        <a:t>上，</a:t>
                      </a:r>
                      <a:endParaRPr lang="en-US" altLang="zh-CN" sz="1800" dirty="0">
                        <a:latin typeface="Times New Roman" panose="02020603050405020304" charset="0"/>
                        <a:cs typeface="Times New Roman" panose="02020603050405020304" charset="0"/>
                      </a:endParaRPr>
                    </a:p>
                    <a:p>
                      <a:pPr algn="just"/>
                      <a:r>
                        <a:rPr lang="zh-CN" altLang="en-US" sz="1800" dirty="0">
                          <a:latin typeface="Times New Roman" panose="02020603050405020304" charset="0"/>
                          <a:cs typeface="Times New Roman" panose="02020603050405020304" charset="0"/>
                        </a:rPr>
                        <a:t>如：</a:t>
                      </a:r>
                      <a:r>
                        <a:rPr lang="ru-RU" altLang="zh-CN" sz="1800" dirty="0">
                          <a:latin typeface="Times New Roman" panose="02020603050405020304" charset="0"/>
                          <a:cs typeface="Times New Roman" panose="02020603050405020304" charset="0"/>
                        </a:rPr>
                        <a:t>пи́ш</a:t>
                      </a:r>
                      <a:r>
                        <a:rPr lang="ru-RU" altLang="zh-CN" sz="1800" u="sng" dirty="0">
                          <a:latin typeface="Times New Roman" panose="02020603050405020304" charset="0"/>
                          <a:cs typeface="Times New Roman" panose="02020603050405020304" charset="0"/>
                        </a:rPr>
                        <a:t>ут</a:t>
                      </a:r>
                      <a:r>
                        <a:rPr lang="ru-RU" altLang="zh-CN" sz="1800" dirty="0">
                          <a:latin typeface="Times New Roman" panose="02020603050405020304" charset="0"/>
                          <a:cs typeface="Times New Roman" panose="02020603050405020304" charset="0"/>
                        </a:rPr>
                        <a:t>-пуш</a:t>
                      </a:r>
                      <a:r>
                        <a:rPr lang="ru-RU" altLang="zh-CN" sz="1800" u="sng" dirty="0">
                          <a:latin typeface="Times New Roman" panose="02020603050405020304" charset="0"/>
                          <a:cs typeface="Times New Roman" panose="02020603050405020304" charset="0"/>
                        </a:rPr>
                        <a:t>у</a:t>
                      </a:r>
                      <a:r>
                        <a:rPr lang="ru-RU" altLang="zh-CN" sz="1800" dirty="0">
                          <a:latin typeface="Times New Roman" panose="02020603050405020304" charset="0"/>
                          <a:cs typeface="Times New Roman" panose="02020603050405020304" charset="0"/>
                        </a:rPr>
                        <a:t>́</a:t>
                      </a:r>
                      <a:endParaRPr lang="zh-CN" altLang="en-US" sz="1800" dirty="0">
                        <a:solidFill>
                          <a:srgbClr val="FF0000"/>
                        </a:solidFill>
                        <a:latin typeface="Times New Roman" panose="02020603050405020304" charset="0"/>
                        <a:cs typeface="Times New Roman" panose="02020603050405020304" charset="0"/>
                      </a:endParaRPr>
                    </a:p>
                  </a:txBody>
                  <a:tcPr anchor="ctr" anchorCtr="0"/>
                </a:tc>
                <a:tc>
                  <a:txBody>
                    <a:bodyPr/>
                    <a:lstStyle/>
                    <a:p>
                      <a:r>
                        <a:rPr lang="en-US" altLang="zh-CN" sz="1800" dirty="0">
                          <a:latin typeface="Times New Roman" panose="02020603050405020304" charset="0"/>
                          <a:cs typeface="Times New Roman" panose="02020603050405020304" charset="0"/>
                        </a:rPr>
                        <a:t>-</a:t>
                      </a:r>
                      <a:r>
                        <a:rPr lang="ru-RU" altLang="zh-CN" sz="1800" dirty="0">
                          <a:latin typeface="Times New Roman" panose="02020603050405020304" charset="0"/>
                          <a:cs typeface="Times New Roman" panose="02020603050405020304" charset="0"/>
                        </a:rPr>
                        <a:t>и́</a:t>
                      </a:r>
                      <a:r>
                        <a:rPr lang="zh-CN" altLang="en-US" sz="1800" dirty="0">
                          <a:latin typeface="Times New Roman" panose="02020603050405020304" charset="0"/>
                          <a:cs typeface="Times New Roman" panose="02020603050405020304" charset="0"/>
                        </a:rPr>
                        <a:t>或</a:t>
                      </a:r>
                      <a:r>
                        <a:rPr lang="en-US" altLang="zh-CN" sz="1800" dirty="0">
                          <a:latin typeface="Times New Roman" panose="02020603050405020304" charset="0"/>
                          <a:cs typeface="Times New Roman" panose="02020603050405020304" charset="0"/>
                        </a:rPr>
                        <a:t>-</a:t>
                      </a:r>
                      <a:r>
                        <a:rPr lang="ru-RU" altLang="zh-CN" sz="1800" dirty="0">
                          <a:latin typeface="Times New Roman" panose="02020603050405020304" charset="0"/>
                          <a:cs typeface="Times New Roman" panose="02020603050405020304" charset="0"/>
                        </a:rPr>
                        <a:t>и́</a:t>
                      </a:r>
                      <a:r>
                        <a:rPr lang="en-US" altLang="zh-CN" sz="1800" dirty="0" err="1">
                          <a:latin typeface="Times New Roman" panose="02020603050405020304" charset="0"/>
                          <a:cs typeface="Times New Roman" panose="02020603050405020304" charset="0"/>
                        </a:rPr>
                        <a:t>те</a:t>
                      </a:r>
                      <a:endParaRPr lang="zh-CN" altLang="en-US" sz="1800" dirty="0">
                        <a:latin typeface="Times New Roman" panose="02020603050405020304" charset="0"/>
                        <a:cs typeface="Times New Roman" panose="02020603050405020304" charset="0"/>
                      </a:endParaRPr>
                    </a:p>
                  </a:txBody>
                  <a:tcPr anchor="ctr" anchorCtr="0"/>
                </a:tc>
                <a:tc>
                  <a:txBody>
                    <a:bodyPr/>
                    <a:lstStyle/>
                    <a:p>
                      <a:r>
                        <a:rPr lang="zh-CN" altLang="en-US" sz="1800" dirty="0">
                          <a:latin typeface="Times New Roman" panose="02020603050405020304" charset="0"/>
                          <a:cs typeface="Times New Roman" panose="02020603050405020304" charset="0"/>
                        </a:rPr>
                        <a:t>重音落在</a:t>
                      </a:r>
                      <a:r>
                        <a:rPr lang="en-US" altLang="zh-CN" sz="1800" dirty="0">
                          <a:latin typeface="Times New Roman" panose="02020603050405020304" charset="0"/>
                          <a:cs typeface="Times New Roman" panose="02020603050405020304" charset="0"/>
                        </a:rPr>
                        <a:t>-и</a:t>
                      </a:r>
                      <a:r>
                        <a:rPr lang="zh-CN" altLang="en-US" sz="1800" dirty="0">
                          <a:latin typeface="Times New Roman" panose="02020603050405020304" charset="0"/>
                          <a:cs typeface="Times New Roman" panose="02020603050405020304" charset="0"/>
                        </a:rPr>
                        <a:t>上</a:t>
                      </a:r>
                      <a:endParaRPr lang="zh-CN" altLang="en-US" sz="1800" dirty="0">
                        <a:latin typeface="Times New Roman" panose="02020603050405020304" charset="0"/>
                        <a:cs typeface="Times New Roman" panose="02020603050405020304" charset="0"/>
                      </a:endParaRPr>
                    </a:p>
                  </a:txBody>
                  <a:tcPr anchor="ctr" anchorCtr="0"/>
                </a:tc>
                <a:tc>
                  <a:txBody>
                    <a:bodyPr/>
                    <a:lstStyle/>
                    <a:p>
                      <a:r>
                        <a:rPr lang="ru-RU" altLang="zh-CN" sz="1800" dirty="0">
                          <a:latin typeface="Times New Roman" panose="02020603050405020304" charset="0"/>
                          <a:cs typeface="Times New Roman" panose="02020603050405020304" charset="0"/>
                        </a:rPr>
                        <a:t>писа́ть-пиши́(те)</a:t>
                      </a:r>
                      <a:endParaRPr lang="zh-CN" altLang="en-US" sz="1800" dirty="0">
                        <a:latin typeface="Times New Roman" panose="02020603050405020304" charset="0"/>
                        <a:cs typeface="Times New Roman" panose="02020603050405020304" charset="0"/>
                      </a:endParaRPr>
                    </a:p>
                  </a:txBody>
                  <a:tcPr anchor="ctr" anchorCtr="0"/>
                </a:tc>
              </a:tr>
              <a:tr h="439551">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charset="0"/>
                          <a:cs typeface="Times New Roman" panose="02020603050405020304" charset="0"/>
                        </a:rPr>
                        <a:t>3)</a:t>
                      </a:r>
                      <a:r>
                        <a:rPr lang="zh-CN" altLang="en-US" sz="1800" dirty="0">
                          <a:latin typeface="Times New Roman" panose="02020603050405020304" charset="0"/>
                          <a:cs typeface="Times New Roman" panose="02020603050405020304" charset="0"/>
                        </a:rPr>
                        <a:t>如果</a:t>
                      </a:r>
                      <a:r>
                        <a:rPr lang="zh-CN" altLang="en-US" sz="1800" dirty="0">
                          <a:solidFill>
                            <a:srgbClr val="FF0000"/>
                          </a:solidFill>
                          <a:latin typeface="Times New Roman" panose="02020603050405020304" charset="0"/>
                          <a:cs typeface="Times New Roman" panose="02020603050405020304" charset="0"/>
                        </a:rPr>
                        <a:t>词干结尾</a:t>
                      </a:r>
                      <a:r>
                        <a:rPr lang="zh-CN" altLang="en-US" sz="1800" dirty="0">
                          <a:latin typeface="Times New Roman" panose="02020603050405020304" charset="0"/>
                          <a:cs typeface="Times New Roman" panose="02020603050405020304" charset="0"/>
                        </a:rPr>
                        <a:t>是</a:t>
                      </a:r>
                      <a:r>
                        <a:rPr lang="zh-CN" altLang="en-US" sz="1800" dirty="0">
                          <a:solidFill>
                            <a:srgbClr val="FF0000"/>
                          </a:solidFill>
                          <a:latin typeface="Times New Roman" panose="02020603050405020304" charset="0"/>
                          <a:cs typeface="Times New Roman" panose="02020603050405020304" charset="0"/>
                        </a:rPr>
                        <a:t>辅音字母</a:t>
                      </a:r>
                      <a:r>
                        <a:rPr lang="zh-CN" altLang="en-US" sz="1800" dirty="0">
                          <a:latin typeface="Times New Roman" panose="02020603050405020304" charset="0"/>
                          <a:cs typeface="Times New Roman" panose="02020603050405020304" charset="0"/>
                        </a:rPr>
                        <a:t>，且单数第一人称</a:t>
                      </a:r>
                      <a:r>
                        <a:rPr lang="zh-CN" altLang="en-US" sz="1800" dirty="0">
                          <a:solidFill>
                            <a:srgbClr val="FF0000"/>
                          </a:solidFill>
                          <a:latin typeface="Times New Roman" panose="02020603050405020304" charset="0"/>
                          <a:cs typeface="Times New Roman" panose="02020603050405020304" charset="0"/>
                        </a:rPr>
                        <a:t>重音在词干</a:t>
                      </a:r>
                      <a:r>
                        <a:rPr lang="zh-CN" altLang="en-US" sz="1800" dirty="0">
                          <a:latin typeface="Times New Roman" panose="02020603050405020304" charset="0"/>
                          <a:cs typeface="Times New Roman" panose="02020603050405020304" charset="0"/>
                        </a:rPr>
                        <a:t>上，如：</a:t>
                      </a:r>
                      <a:r>
                        <a:rPr lang="ru-RU" altLang="zh-CN" sz="1800" dirty="0" err="1">
                          <a:solidFill>
                            <a:schemeClr val="tx1"/>
                          </a:solidFill>
                          <a:latin typeface="Times New Roman" panose="02020603050405020304" charset="0"/>
                          <a:cs typeface="Times New Roman" panose="02020603050405020304" charset="0"/>
                        </a:rPr>
                        <a:t>бу́д</a:t>
                      </a:r>
                      <a:r>
                        <a:rPr lang="ru-RU" altLang="zh-CN" sz="1800" u="sng" dirty="0" err="1">
                          <a:solidFill>
                            <a:schemeClr val="tx1"/>
                          </a:solidFill>
                          <a:latin typeface="Times New Roman" panose="02020603050405020304" charset="0"/>
                          <a:cs typeface="Times New Roman" panose="02020603050405020304" charset="0"/>
                        </a:rPr>
                        <a:t>ут</a:t>
                      </a:r>
                      <a:r>
                        <a:rPr lang="ru-RU" altLang="zh-CN" sz="1800" dirty="0" err="1">
                          <a:solidFill>
                            <a:schemeClr val="tx1"/>
                          </a:solidFill>
                          <a:latin typeface="Times New Roman" panose="02020603050405020304" charset="0"/>
                          <a:cs typeface="Times New Roman" panose="02020603050405020304" charset="0"/>
                        </a:rPr>
                        <a:t>-бу́д</a:t>
                      </a:r>
                      <a:r>
                        <a:rPr lang="ru-RU" altLang="zh-CN" sz="1800" u="sng" dirty="0" err="1">
                          <a:solidFill>
                            <a:schemeClr val="tx1"/>
                          </a:solidFill>
                          <a:latin typeface="Times New Roman" panose="02020603050405020304" charset="0"/>
                          <a:cs typeface="Times New Roman" panose="02020603050405020304" charset="0"/>
                        </a:rPr>
                        <a:t>у</a:t>
                      </a:r>
                      <a:endParaRPr lang="zh-CN" altLang="en-US" sz="1800" u="sng" dirty="0">
                        <a:solidFill>
                          <a:schemeClr val="tx1"/>
                        </a:solidFill>
                        <a:latin typeface="Times New Roman" panose="02020603050405020304" charset="0"/>
                        <a:cs typeface="Times New Roman" panose="02020603050405020304" charset="0"/>
                      </a:endParaRPr>
                    </a:p>
                  </a:txBody>
                  <a:tcPr anchor="ctr" anchorCtr="0"/>
                </a:tc>
                <a:tc>
                  <a:txBody>
                    <a:bodyPr/>
                    <a:lstStyle/>
                    <a:p>
                      <a:r>
                        <a:rPr lang="en-US" altLang="zh-CN" sz="1800" dirty="0">
                          <a:latin typeface="Times New Roman" panose="02020603050405020304" charset="0"/>
                          <a:cs typeface="Times New Roman" panose="02020603050405020304" charset="0"/>
                        </a:rPr>
                        <a:t>-</a:t>
                      </a:r>
                      <a:r>
                        <a:rPr lang="ru-RU" altLang="zh-CN" sz="1800" dirty="0">
                          <a:latin typeface="Times New Roman" panose="02020603050405020304" charset="0"/>
                          <a:cs typeface="Times New Roman" panose="02020603050405020304" charset="0"/>
                        </a:rPr>
                        <a:t>ь</a:t>
                      </a:r>
                      <a:r>
                        <a:rPr lang="zh-CN" altLang="en-US" sz="1800" dirty="0">
                          <a:latin typeface="Times New Roman" panose="02020603050405020304" charset="0"/>
                          <a:cs typeface="Times New Roman" panose="02020603050405020304" charset="0"/>
                        </a:rPr>
                        <a:t>或</a:t>
                      </a:r>
                      <a:r>
                        <a:rPr lang="en-US" altLang="zh-CN" sz="1800" dirty="0">
                          <a:latin typeface="Times New Roman" panose="02020603050405020304" charset="0"/>
                          <a:cs typeface="Times New Roman" panose="02020603050405020304" charset="0"/>
                        </a:rPr>
                        <a:t>-</a:t>
                      </a:r>
                      <a:r>
                        <a:rPr lang="ru-RU" altLang="zh-CN" sz="1800" dirty="0">
                          <a:latin typeface="Times New Roman" panose="02020603050405020304" charset="0"/>
                          <a:cs typeface="Times New Roman" panose="02020603050405020304" charset="0"/>
                        </a:rPr>
                        <a:t>ь</a:t>
                      </a:r>
                      <a:r>
                        <a:rPr lang="en-US" altLang="zh-CN" sz="1800" dirty="0" err="1">
                          <a:latin typeface="Times New Roman" panose="02020603050405020304" charset="0"/>
                          <a:cs typeface="Times New Roman" panose="02020603050405020304" charset="0"/>
                        </a:rPr>
                        <a:t>те</a:t>
                      </a:r>
                      <a:endParaRPr lang="zh-CN" altLang="en-US" sz="1800" dirty="0">
                        <a:latin typeface="Times New Roman" panose="02020603050405020304" charset="0"/>
                        <a:cs typeface="Times New Roman" panose="02020603050405020304" charset="0"/>
                      </a:endParaRPr>
                    </a:p>
                  </a:txBody>
                  <a:tcPr anchor="ctr" anchorCtr="0"/>
                </a:tc>
                <a:tc>
                  <a:txBody>
                    <a:bodyPr/>
                    <a:lstStyle/>
                    <a:p>
                      <a:r>
                        <a:rPr lang="zh-CN" altLang="en-US" sz="1800" dirty="0">
                          <a:latin typeface="Times New Roman" panose="02020603050405020304" charset="0"/>
                          <a:cs typeface="Times New Roman" panose="02020603050405020304" charset="0"/>
                        </a:rPr>
                        <a:t>重音仍在词干上</a:t>
                      </a:r>
                      <a:endParaRPr lang="zh-CN" altLang="en-US" sz="1800" dirty="0">
                        <a:latin typeface="Times New Roman" panose="02020603050405020304" charset="0"/>
                        <a:cs typeface="Times New Roman" panose="02020603050405020304" charset="0"/>
                      </a:endParaRPr>
                    </a:p>
                  </a:txBody>
                  <a:tcPr anchor="ctr" anchorCtr="0"/>
                </a:tc>
                <a:tc>
                  <a:txBody>
                    <a:bodyPr/>
                    <a:lstStyle/>
                    <a:p>
                      <a:r>
                        <a:rPr lang="ru-RU" altLang="zh-CN" sz="1800" dirty="0">
                          <a:solidFill>
                            <a:schemeClr val="tx1"/>
                          </a:solidFill>
                          <a:latin typeface="Times New Roman" panose="02020603050405020304" charset="0"/>
                          <a:cs typeface="Times New Roman" panose="02020603050405020304" charset="0"/>
                        </a:rPr>
                        <a:t>быть-будь(те)</a:t>
                      </a:r>
                      <a:endParaRPr lang="zh-CN" altLang="en-US" sz="1800" dirty="0">
                        <a:solidFill>
                          <a:schemeClr val="tx1"/>
                        </a:solidFill>
                        <a:latin typeface="Times New Roman" panose="02020603050405020304" charset="0"/>
                        <a:cs typeface="Times New Roman" panose="02020603050405020304" charset="0"/>
                      </a:endParaRPr>
                    </a:p>
                  </a:txBody>
                  <a:tcPr anchor="ctr" anchorCtr="0"/>
                </a:tc>
              </a:tr>
              <a:tr h="439551">
                <a:tc>
                  <a:txBody>
                    <a:bodyPr/>
                    <a:lstStyle/>
                    <a:p>
                      <a:pPr algn="just"/>
                      <a:r>
                        <a:rPr lang="en-US" altLang="zh-CN" sz="1800" dirty="0">
                          <a:solidFill>
                            <a:srgbClr val="FF0000"/>
                          </a:solidFill>
                          <a:latin typeface="Times New Roman" panose="02020603050405020304" charset="0"/>
                          <a:cs typeface="Times New Roman" panose="02020603050405020304" charset="0"/>
                        </a:rPr>
                        <a:t>4)</a:t>
                      </a:r>
                      <a:r>
                        <a:rPr lang="zh-CN" altLang="en-US" sz="1800" dirty="0">
                          <a:solidFill>
                            <a:srgbClr val="FF0000"/>
                          </a:solidFill>
                          <a:latin typeface="Times New Roman" panose="02020603050405020304" charset="0"/>
                          <a:cs typeface="Times New Roman" panose="02020603050405020304" charset="0"/>
                        </a:rPr>
                        <a:t>词干以两个及以上辅音结尾，如：</a:t>
                      </a:r>
                      <a:r>
                        <a:rPr lang="ru-RU" altLang="zh-CN" sz="1800" dirty="0" err="1">
                          <a:solidFill>
                            <a:schemeClr val="tx1"/>
                          </a:solidFill>
                          <a:latin typeface="Times New Roman" panose="02020603050405020304" charset="0"/>
                          <a:cs typeface="Times New Roman" panose="02020603050405020304" charset="0"/>
                        </a:rPr>
                        <a:t>пр</a:t>
                      </a:r>
                      <a:r>
                        <a:rPr lang="ru-RU" altLang="zh-CN" sz="1800" dirty="0" err="1">
                          <a:latin typeface="Times New Roman" panose="02020603050405020304" charset="0"/>
                          <a:cs typeface="Times New Roman" panose="02020603050405020304" charset="0"/>
                        </a:rPr>
                        <a:t>одо́</a:t>
                      </a:r>
                      <a:r>
                        <a:rPr lang="ru-RU" altLang="zh-CN" sz="1800" u="sng" dirty="0" err="1">
                          <a:latin typeface="Times New Roman" panose="02020603050405020304" charset="0"/>
                          <a:cs typeface="Times New Roman" panose="02020603050405020304" charset="0"/>
                        </a:rPr>
                        <a:t>лж</a:t>
                      </a:r>
                      <a:r>
                        <a:rPr lang="ru-RU" altLang="zh-CN" sz="1800" dirty="0" err="1">
                          <a:latin typeface="Times New Roman" panose="02020603050405020304" charset="0"/>
                          <a:cs typeface="Times New Roman" panose="02020603050405020304" charset="0"/>
                        </a:rPr>
                        <a:t>ат-продо́</a:t>
                      </a:r>
                      <a:r>
                        <a:rPr lang="ru-RU" altLang="zh-CN" sz="1800" u="sng" dirty="0" err="1">
                          <a:latin typeface="Times New Roman" panose="02020603050405020304" charset="0"/>
                          <a:cs typeface="Times New Roman" panose="02020603050405020304" charset="0"/>
                        </a:rPr>
                        <a:t>лж</a:t>
                      </a:r>
                      <a:r>
                        <a:rPr lang="ru-RU" altLang="zh-CN" sz="1800" dirty="0" err="1">
                          <a:latin typeface="Times New Roman" panose="02020603050405020304" charset="0"/>
                          <a:cs typeface="Times New Roman" panose="02020603050405020304" charset="0"/>
                        </a:rPr>
                        <a:t>у</a:t>
                      </a:r>
                      <a:endParaRPr lang="zh-CN" altLang="en-US" sz="1800" dirty="0">
                        <a:latin typeface="Times New Roman" panose="02020603050405020304" charset="0"/>
                        <a:cs typeface="Times New Roman" panose="02020603050405020304" charset="0"/>
                      </a:endParaRPr>
                    </a:p>
                  </a:txBody>
                  <a:tcPr anchor="ctr" anchorCtr="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800" dirty="0">
                          <a:latin typeface="Times New Roman" panose="02020603050405020304" charset="0"/>
                          <a:cs typeface="Times New Roman" panose="02020603050405020304" charset="0"/>
                        </a:rPr>
                        <a:t>-и</a:t>
                      </a:r>
                      <a:r>
                        <a:rPr lang="zh-CN" altLang="en-US" sz="1800" dirty="0">
                          <a:latin typeface="Times New Roman" panose="02020603050405020304" charset="0"/>
                          <a:cs typeface="Times New Roman" panose="02020603050405020304" charset="0"/>
                        </a:rPr>
                        <a:t>或</a:t>
                      </a:r>
                      <a:r>
                        <a:rPr lang="en-US" altLang="zh-CN" sz="1800" dirty="0">
                          <a:latin typeface="Times New Roman" panose="02020603050405020304" charset="0"/>
                          <a:cs typeface="Times New Roman" panose="02020603050405020304" charset="0"/>
                        </a:rPr>
                        <a:t>-</a:t>
                      </a:r>
                      <a:r>
                        <a:rPr lang="en-US" altLang="zh-CN" sz="1800" dirty="0" err="1">
                          <a:latin typeface="Times New Roman" panose="02020603050405020304" charset="0"/>
                          <a:cs typeface="Times New Roman" panose="02020603050405020304" charset="0"/>
                        </a:rPr>
                        <a:t>ите</a:t>
                      </a:r>
                      <a:endParaRPr lang="zh-CN" altLang="en-US" sz="1800" dirty="0">
                        <a:latin typeface="Times New Roman" panose="02020603050405020304" charset="0"/>
                        <a:cs typeface="Times New Roman" panose="02020603050405020304" charset="0"/>
                      </a:endParaRPr>
                    </a:p>
                  </a:txBody>
                  <a:tcPr anchor="ctr" anchorCtr="0"/>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dirty="0">
                          <a:latin typeface="Times New Roman" panose="02020603050405020304" charset="0"/>
                          <a:cs typeface="Times New Roman" panose="02020603050405020304" charset="0"/>
                        </a:rPr>
                        <a:t>重音仍在词干上</a:t>
                      </a:r>
                      <a:endParaRPr lang="zh-CN" altLang="en-US" sz="1800" dirty="0">
                        <a:latin typeface="Times New Roman" panose="02020603050405020304" charset="0"/>
                        <a:cs typeface="Times New Roman" panose="02020603050405020304" charset="0"/>
                      </a:endParaRPr>
                    </a:p>
                  </a:txBody>
                  <a:tcPr anchor="ctr" anchorCtr="0"/>
                </a:tc>
                <a:tc>
                  <a:txBody>
                    <a:bodyPr/>
                    <a:lstStyle/>
                    <a:p>
                      <a:r>
                        <a:rPr lang="ru-RU" altLang="zh-CN" sz="1800" dirty="0" err="1">
                          <a:latin typeface="Times New Roman" panose="02020603050405020304" charset="0"/>
                          <a:cs typeface="Times New Roman" panose="02020603050405020304" charset="0"/>
                        </a:rPr>
                        <a:t>продо́лжить-продо́лжи</a:t>
                      </a:r>
                      <a:r>
                        <a:rPr lang="ru-RU" altLang="zh-CN" sz="1800" dirty="0">
                          <a:latin typeface="Times New Roman" panose="02020603050405020304" charset="0"/>
                          <a:cs typeface="Times New Roman" panose="02020603050405020304" charset="0"/>
                        </a:rPr>
                        <a:t>(те)</a:t>
                      </a:r>
                      <a:endParaRPr lang="zh-CN" altLang="en-US" sz="1800" dirty="0">
                        <a:latin typeface="Times New Roman" panose="02020603050405020304" charset="0"/>
                        <a:cs typeface="Times New Roman" panose="02020603050405020304" charset="0"/>
                      </a:endParaRPr>
                    </a:p>
                  </a:txBody>
                  <a:tcPr anchor="ctr" anchorCtr="0"/>
                </a:tc>
              </a:tr>
            </a:tbl>
          </a:graphicData>
        </a:graphic>
      </p:graphicFrame>
      <p:sp>
        <p:nvSpPr>
          <p:cNvPr id="11" name="文本框 10"/>
          <p:cNvSpPr txBox="1"/>
          <p:nvPr/>
        </p:nvSpPr>
        <p:spPr>
          <a:xfrm>
            <a:off x="7599471" y="2110517"/>
            <a:ext cx="765285" cy="707886"/>
          </a:xfrm>
          <a:prstGeom prst="rect">
            <a:avLst/>
          </a:prstGeom>
          <a:noFill/>
        </p:spPr>
        <p:txBody>
          <a:bodyPr wrap="square" rtlCol="0">
            <a:spAutoFit/>
          </a:bodyPr>
          <a:lstStyle/>
          <a:p>
            <a:r>
              <a:rPr lang="zh-CN" altLang="en-US" sz="2000" b="1" dirty="0">
                <a:solidFill>
                  <a:srgbClr val="0080C6"/>
                </a:solidFill>
                <a:latin typeface="Times New Roman" panose="02020603050405020304" charset="0"/>
                <a:cs typeface="Times New Roman" panose="02020603050405020304" charset="0"/>
              </a:rPr>
              <a:t>复数</a:t>
            </a:r>
            <a:endParaRPr lang="ru-RU" altLang="zh-CN" sz="2000" b="1" dirty="0">
              <a:solidFill>
                <a:srgbClr val="0080C6"/>
              </a:solidFill>
              <a:latin typeface="Times New Roman" panose="02020603050405020304" charset="0"/>
              <a:cs typeface="Times New Roman" panose="02020603050405020304" charset="0"/>
            </a:endParaRPr>
          </a:p>
          <a:p>
            <a:r>
              <a:rPr lang="zh-CN" altLang="en-US" sz="2000" b="1" dirty="0">
                <a:solidFill>
                  <a:srgbClr val="0080C6"/>
                </a:solidFill>
                <a:latin typeface="Times New Roman" panose="02020603050405020304" charset="0"/>
                <a:cs typeface="Times New Roman" panose="02020603050405020304" charset="0"/>
              </a:rPr>
              <a:t>形式</a:t>
            </a:r>
            <a:endParaRPr lang="en-US" altLang="zh-CN" sz="2000" dirty="0">
              <a:solidFill>
                <a:srgbClr val="0080C6"/>
              </a:solidFill>
              <a:latin typeface="Times New Roman" panose="02020603050405020304" charset="0"/>
              <a:cs typeface="Times New Roman" panose="02020603050405020304" charset="0"/>
            </a:endParaRPr>
          </a:p>
        </p:txBody>
      </p:sp>
      <p:sp>
        <p:nvSpPr>
          <p:cNvPr id="12" name="文本框 11"/>
          <p:cNvSpPr txBox="1"/>
          <p:nvPr/>
        </p:nvSpPr>
        <p:spPr>
          <a:xfrm>
            <a:off x="1008313" y="2109882"/>
            <a:ext cx="6209643" cy="707886"/>
          </a:xfrm>
          <a:prstGeom prst="rect">
            <a:avLst/>
          </a:prstGeom>
          <a:noFill/>
        </p:spPr>
        <p:txBody>
          <a:bodyPr wrap="square" rtlCol="0">
            <a:spAutoFit/>
          </a:bodyPr>
          <a:lstStyle/>
          <a:p>
            <a:pPr algn="just"/>
            <a:r>
              <a:rPr lang="zh-CN" altLang="en-US" sz="2000" dirty="0">
                <a:latin typeface="Times New Roman" panose="02020603050405020304" charset="0"/>
                <a:cs typeface="Times New Roman" panose="02020603050405020304" charset="0"/>
              </a:rPr>
              <a:t>由未完成体或完成体</a:t>
            </a:r>
            <a:r>
              <a:rPr lang="zh-CN" altLang="en-US" sz="2000" dirty="0">
                <a:solidFill>
                  <a:srgbClr val="FF0000"/>
                </a:solidFill>
                <a:latin typeface="Times New Roman" panose="02020603050405020304" charset="0"/>
                <a:cs typeface="Times New Roman" panose="02020603050405020304" charset="0"/>
              </a:rPr>
              <a:t>动词变位复数第三人称（</a:t>
            </a:r>
            <a:r>
              <a:rPr lang="ru-RU" altLang="zh-CN" sz="2000" dirty="0">
                <a:solidFill>
                  <a:srgbClr val="FF0000"/>
                </a:solidFill>
                <a:latin typeface="Times New Roman" panose="02020603050405020304" charset="0"/>
                <a:cs typeface="Times New Roman" panose="02020603050405020304" charset="0"/>
              </a:rPr>
              <a:t>они́</a:t>
            </a:r>
            <a:r>
              <a:rPr lang="zh-CN" altLang="en-US" sz="2000" dirty="0">
                <a:solidFill>
                  <a:srgbClr val="FF0000"/>
                </a:solidFill>
                <a:latin typeface="Times New Roman" panose="02020603050405020304" charset="0"/>
                <a:cs typeface="Times New Roman" panose="02020603050405020304" charset="0"/>
              </a:rPr>
              <a:t>）</a:t>
            </a:r>
            <a:endParaRPr lang="en-US" altLang="zh-CN" sz="2000" dirty="0">
              <a:solidFill>
                <a:srgbClr val="FF0000"/>
              </a:solidFill>
              <a:latin typeface="Times New Roman" panose="02020603050405020304" charset="0"/>
              <a:cs typeface="Times New Roman" panose="02020603050405020304" charset="0"/>
            </a:endParaRPr>
          </a:p>
          <a:p>
            <a:pPr algn="just"/>
            <a:r>
              <a:rPr lang="zh-CN" altLang="en-US" sz="2000" dirty="0">
                <a:solidFill>
                  <a:srgbClr val="FF0000"/>
                </a:solidFill>
                <a:latin typeface="Times New Roman" panose="02020603050405020304" charset="0"/>
                <a:cs typeface="Times New Roman" panose="02020603050405020304" charset="0"/>
              </a:rPr>
              <a:t>形式去掉词尾，</a:t>
            </a:r>
            <a:r>
              <a:rPr lang="zh-CN" altLang="en-US" sz="2000" dirty="0">
                <a:latin typeface="Times New Roman" panose="02020603050405020304" charset="0"/>
                <a:cs typeface="Times New Roman" panose="02020603050405020304" charset="0"/>
              </a:rPr>
              <a:t>再加上</a:t>
            </a:r>
            <a:r>
              <a:rPr lang="zh-CN" altLang="en-US" sz="2000" dirty="0">
                <a:solidFill>
                  <a:srgbClr val="FF0000"/>
                </a:solidFill>
                <a:latin typeface="Times New Roman" panose="02020603050405020304" charset="0"/>
                <a:cs typeface="Times New Roman" panose="02020603050405020304" charset="0"/>
              </a:rPr>
              <a:t>命令式结尾（</a:t>
            </a:r>
            <a:r>
              <a:rPr lang="ru-RU" altLang="zh-CN" sz="2000" dirty="0">
                <a:solidFill>
                  <a:srgbClr val="FF0000"/>
                </a:solidFill>
                <a:latin typeface="Times New Roman" panose="02020603050405020304" charset="0"/>
                <a:cs typeface="Times New Roman" panose="02020603050405020304" charset="0"/>
              </a:rPr>
              <a:t>-й, -и, -ь</a:t>
            </a:r>
            <a:r>
              <a:rPr lang="zh-CN" altLang="en-US" sz="2000" dirty="0">
                <a:solidFill>
                  <a:srgbClr val="FF0000"/>
                </a:solidFill>
                <a:latin typeface="Times New Roman" panose="02020603050405020304" charset="0"/>
                <a:cs typeface="Times New Roman" panose="02020603050405020304" charset="0"/>
              </a:rPr>
              <a:t>）构成。</a:t>
            </a:r>
            <a:endParaRPr lang="zh-CN" altLang="en-US" sz="2000" dirty="0">
              <a:solidFill>
                <a:srgbClr val="FF0000"/>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五、动词的</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式</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984250"/>
            <a:ext cx="11913870" cy="6095365"/>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zh-CN" sz="2000" b="1">
                <a:solidFill>
                  <a:schemeClr val="tx1"/>
                </a:solidFill>
                <a:latin typeface="Arial" panose="020B0604020202090204" pitchFamily="34" charset="0"/>
                <a:cs typeface="Arial" panose="020B0604020202090204" pitchFamily="34" charset="0"/>
              </a:rPr>
              <a:t>2. </a:t>
            </a:r>
            <a:r>
              <a:rPr lang="zh-CN" altLang="en-US" sz="2000" b="1">
                <a:solidFill>
                  <a:schemeClr val="tx1"/>
                </a:solidFill>
                <a:latin typeface="Arial" panose="020B0604020202090204" pitchFamily="34" charset="0"/>
                <a:cs typeface="Arial" panose="020B0604020202090204" pitchFamily="34" charset="0"/>
              </a:rPr>
              <a:t>动词假定式</a:t>
            </a:r>
            <a:endParaRPr lang="zh-CN" altLang="en-US" sz="2000" b="1">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俄语动词有假定式形式，用来表示说话者设想的、实际不存在的行为，假定式由 “动词过去时形式 + 语气词 </a:t>
            </a:r>
            <a:r>
              <a:rPr lang="en-US" altLang="en-US" sz="2000">
                <a:solidFill>
                  <a:schemeClr val="tx1"/>
                </a:solidFill>
                <a:latin typeface="Arial" panose="020B0604020202090204" pitchFamily="34" charset="0"/>
                <a:cs typeface="Arial" panose="020B0604020202090204" pitchFamily="34" charset="0"/>
              </a:rPr>
              <a:t>бы” </a:t>
            </a:r>
            <a:r>
              <a:rPr lang="zh-CN" altLang="en-US" sz="2000">
                <a:solidFill>
                  <a:schemeClr val="tx1"/>
                </a:solidFill>
                <a:latin typeface="Arial" panose="020B0604020202090204" pitchFamily="34" charset="0"/>
                <a:cs typeface="Arial" panose="020B0604020202090204" pitchFamily="34" charset="0"/>
              </a:rPr>
              <a:t>构成。语气词 </a:t>
            </a:r>
            <a:r>
              <a:rPr lang="en-US" altLang="en-US" sz="2000">
                <a:solidFill>
                  <a:schemeClr val="tx1"/>
                </a:solidFill>
                <a:latin typeface="Arial" panose="020B0604020202090204" pitchFamily="34" charset="0"/>
                <a:cs typeface="Arial" panose="020B0604020202090204" pitchFamily="34" charset="0"/>
              </a:rPr>
              <a:t>бы </a:t>
            </a:r>
            <a:r>
              <a:rPr lang="zh-CN" altLang="en-US" sz="2000">
                <a:solidFill>
                  <a:schemeClr val="tx1"/>
                </a:solidFill>
                <a:latin typeface="Arial" panose="020B0604020202090204" pitchFamily="34" charset="0"/>
                <a:cs typeface="Arial" panose="020B0604020202090204" pitchFamily="34" charset="0"/>
              </a:rPr>
              <a:t>是假定式的主要形态标志，它可位于动词之前或动词之后。假定式没有人称、时间形式，只有性、数的变化。</a:t>
            </a:r>
            <a:endParaRPr lang="zh-CN" altLang="en-US" sz="2000">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a:solidFill>
                  <a:schemeClr val="tx1"/>
                </a:solidFill>
                <a:latin typeface="Arial" panose="020B0604020202090204" pitchFamily="34" charset="0"/>
                <a:cs typeface="Arial" panose="020B0604020202090204" pitchFamily="34" charset="0"/>
              </a:rPr>
              <a:t>     </a:t>
            </a:r>
            <a:r>
              <a:rPr lang="en-US" altLang="en-US" sz="2000" i="1">
                <a:solidFill>
                  <a:schemeClr val="tx1"/>
                </a:solidFill>
                <a:latin typeface="Arial" panose="020B0604020202090204" pitchFamily="34" charset="0"/>
                <a:cs typeface="Arial" panose="020B0604020202090204" pitchFamily="34" charset="0"/>
              </a:rPr>
              <a:t>Е́сли бы вы мно́го занима́лись, то вы сда́ли бы экза́мены хорошо́.</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Е́сли бы вы че́рез неде́лю пое́хали в Петербу́рг, я дал бы вам путеводи́тель.</a:t>
            </a:r>
            <a:endParaRPr lang="en-US" altLang="en-US" sz="2000" i="1">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endParaRPr lang="zh-CN"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六、</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无人称动词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1073785"/>
            <a:ext cx="11171555" cy="5187315"/>
          </a:xfrm>
          <a:prstGeom prst="rect">
            <a:avLst/>
          </a:prstGeom>
          <a:noFill/>
        </p:spPr>
        <p:txBody>
          <a:bodyPr wrap="square" rtlCol="0">
            <a:noAutofit/>
          </a:bodyPr>
          <a:p>
            <a:pPr marL="342900" indent="-342900" fontAlgn="auto">
              <a:lnSpc>
                <a:spcPct val="150000"/>
              </a:lnSpc>
              <a:buFont typeface="Arial" panose="020B0604020202090204" pitchFamily="34" charset="0"/>
              <a:buChar char="•"/>
            </a:pPr>
            <a:r>
              <a:rPr lang="zh-CN" altLang="en-US" sz="2000">
                <a:solidFill>
                  <a:schemeClr val="tx1"/>
                </a:solidFill>
                <a:latin typeface="Arial" panose="020B0604020202090204" pitchFamily="34" charset="0"/>
                <a:cs typeface="Arial" panose="020B0604020202090204" pitchFamily="34" charset="0"/>
              </a:rPr>
              <a:t>表示 “应该”“只得”“够不够” 等意义。这类无人称动词大多与动词不定式连用，其主体用第三格表示，如 </a:t>
            </a:r>
            <a:r>
              <a:rPr lang="en-US" altLang="en-US" sz="2000">
                <a:solidFill>
                  <a:schemeClr val="tx1"/>
                </a:solidFill>
                <a:latin typeface="Arial" panose="020B0604020202090204" pitchFamily="34" charset="0"/>
                <a:cs typeface="Arial" panose="020B0604020202090204" pitchFamily="34" charset="0"/>
              </a:rPr>
              <a:t>хоте́ться(</a:t>
            </a:r>
            <a:r>
              <a:rPr lang="zh-CN" altLang="en-US" sz="2000">
                <a:solidFill>
                  <a:schemeClr val="tx1"/>
                </a:solidFill>
                <a:latin typeface="Arial" panose="020B0604020202090204" pitchFamily="34" charset="0"/>
                <a:cs typeface="Arial" panose="020B0604020202090204" pitchFamily="34" charset="0"/>
              </a:rPr>
              <a:t>想), </a:t>
            </a:r>
            <a:r>
              <a:rPr lang="en-US" altLang="en-US" sz="2000">
                <a:solidFill>
                  <a:schemeClr val="tx1"/>
                </a:solidFill>
                <a:latin typeface="Arial" panose="020B0604020202090204" pitchFamily="34" charset="0"/>
                <a:cs typeface="Arial" panose="020B0604020202090204" pitchFamily="34" charset="0"/>
              </a:rPr>
              <a:t>приходи́ться — прийти́сь(</a:t>
            </a:r>
            <a:r>
              <a:rPr lang="zh-CN" altLang="en-US" sz="2000">
                <a:solidFill>
                  <a:schemeClr val="tx1"/>
                </a:solidFill>
                <a:latin typeface="Arial" panose="020B0604020202090204" pitchFamily="34" charset="0"/>
                <a:cs typeface="Arial" panose="020B0604020202090204" pitchFamily="34" charset="0"/>
              </a:rPr>
              <a:t>不得不), </a:t>
            </a:r>
            <a:r>
              <a:rPr lang="ru-RU" altLang="zh-CN" sz="2000">
                <a:solidFill>
                  <a:schemeClr val="tx1"/>
                </a:solidFill>
                <a:latin typeface="Arial" panose="020B0604020202090204" pitchFamily="34" charset="0"/>
                <a:cs typeface="Arial" panose="020B0604020202090204" pitchFamily="34" charset="0"/>
              </a:rPr>
              <a:t>хватать-хватить</a:t>
            </a:r>
            <a:r>
              <a:rPr lang="zh-CN" altLang="ru-RU" sz="2000">
                <a:solidFill>
                  <a:schemeClr val="tx1"/>
                </a:solidFill>
                <a:latin typeface="Arial" panose="020B0604020202090204" pitchFamily="34" charset="0"/>
                <a:cs typeface="Arial" panose="020B0604020202090204" pitchFamily="34" charset="0"/>
              </a:rPr>
              <a:t>（足够）</a:t>
            </a:r>
            <a:endParaRPr lang="zh-CN" altLang="en-US" sz="2000">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 </a:t>
            </a:r>
            <a:r>
              <a:rPr lang="en-US" altLang="en-US" sz="2000" i="1">
                <a:solidFill>
                  <a:schemeClr val="tx1"/>
                </a:solidFill>
                <a:latin typeface="Arial" panose="020B0604020202090204" pitchFamily="34" charset="0"/>
                <a:cs typeface="Arial" panose="020B0604020202090204" pitchFamily="34" charset="0"/>
              </a:rPr>
              <a:t>Ему́ хо́чется рабо́тать вме́сте с на́ми.</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zh-CN" altLang="en-US" sz="2000" i="1">
                <a:solidFill>
                  <a:schemeClr val="tx1"/>
                </a:solidFill>
                <a:latin typeface="Arial" panose="020B0604020202090204" pitchFamily="34" charset="0"/>
                <a:cs typeface="Arial" panose="020B0604020202090204" pitchFamily="34" charset="0"/>
              </a:rPr>
              <a:t> </a:t>
            </a:r>
            <a:r>
              <a:rPr lang="en-US" altLang="zh-CN" sz="2000" i="1">
                <a:solidFill>
                  <a:schemeClr val="tx1"/>
                </a:solidFill>
                <a:latin typeface="Arial" panose="020B0604020202090204" pitchFamily="34" charset="0"/>
                <a:cs typeface="Arial" panose="020B0604020202090204" pitchFamily="34" charset="0"/>
              </a:rPr>
              <a:t>             </a:t>
            </a:r>
            <a:r>
              <a:rPr lang="en-US" altLang="en-US" sz="2000" i="1">
                <a:solidFill>
                  <a:schemeClr val="tx1"/>
                </a:solidFill>
                <a:latin typeface="Arial" panose="020B0604020202090204" pitchFamily="34" charset="0"/>
                <a:cs typeface="Arial" panose="020B0604020202090204" pitchFamily="34" charset="0"/>
              </a:rPr>
              <a:t>Мне не хоте́лось смотре́ть э́тот фильм.</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Мне пришло́сь повтори́ть э́то предложе́ние ещё раз.</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a:t>
            </a:r>
            <a:r>
              <a:rPr lang="ru-RU" altLang="en-US" sz="2000" i="1">
                <a:solidFill>
                  <a:schemeClr val="tx1"/>
                </a:solidFill>
                <a:latin typeface="Arial" panose="020B0604020202090204" pitchFamily="34" charset="0"/>
                <a:cs typeface="Arial" panose="020B0604020202090204" pitchFamily="34" charset="0"/>
              </a:rPr>
              <a:t>Этих денег мне не хватит для покупки магнитофона. </a:t>
            </a:r>
            <a:endParaRPr lang="ru-RU"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endParaRPr lang="ru-RU"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七、带</a:t>
            </a:r>
            <a:r>
              <a:rPr lang="ru-RU" altLang="zh-CN" sz="2400">
                <a:solidFill>
                  <a:schemeClr val="tx2">
                    <a:lumMod val="50000"/>
                    <a:lumOff val="50000"/>
                  </a:schemeClr>
                </a:solidFill>
                <a:effectLst>
                  <a:outerShdw blurRad="38100" dist="25400" dir="5400000" algn="ctr" rotWithShape="0">
                    <a:srgbClr val="6E747A">
                      <a:alpha val="43000"/>
                      <a:alpha val="43000"/>
                    </a:srgbClr>
                  </a:outerShdw>
                </a:effectLst>
              </a:rPr>
              <a:t>-ся</a:t>
            </a:r>
            <a:r>
              <a:rPr lang="zh-CN" altLang="ru-RU" sz="2400">
                <a:solidFill>
                  <a:schemeClr val="tx2">
                    <a:lumMod val="50000"/>
                    <a:lumOff val="50000"/>
                  </a:schemeClr>
                </a:solidFill>
                <a:effectLst>
                  <a:outerShdw blurRad="38100" dist="25400" dir="5400000" algn="ctr" rotWithShape="0">
                    <a:srgbClr val="6E747A">
                      <a:alpha val="43000"/>
                      <a:alpha val="43000"/>
                    </a:srgbClr>
                  </a:outerShdw>
                </a:effectLst>
              </a:rPr>
              <a:t>动词</a:t>
            </a:r>
            <a:endParaRPr lang="zh-CN" altLang="ru-RU"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1073785"/>
            <a:ext cx="11171555" cy="5187315"/>
          </a:xfrm>
          <a:prstGeom prst="rect">
            <a:avLst/>
          </a:prstGeom>
          <a:noFill/>
        </p:spPr>
        <p:txBody>
          <a:bodyPr wrap="square" rtlCol="0">
            <a:noAutofit/>
          </a:bodyPr>
          <a:p>
            <a:pPr marL="342900" indent="-342900" fontAlgn="auto">
              <a:lnSpc>
                <a:spcPct val="150000"/>
              </a:lnSpc>
              <a:buFont typeface="Arial" panose="020B0604020202090204" pitchFamily="34" charset="0"/>
              <a:buChar char="•"/>
            </a:pPr>
            <a:r>
              <a:rPr lang="zh-CN" altLang="ru-RU" sz="2000" b="1">
                <a:solidFill>
                  <a:schemeClr val="tx1"/>
                </a:solidFill>
                <a:latin typeface="Arial" panose="020B0604020202090204" pitchFamily="34" charset="0"/>
                <a:cs typeface="Arial" panose="020B0604020202090204" pitchFamily="34" charset="0"/>
              </a:rPr>
              <a:t>纯反身意义</a:t>
            </a:r>
            <a:r>
              <a:rPr lang="zh-CN" altLang="ru-RU" sz="2000">
                <a:solidFill>
                  <a:schemeClr val="tx1"/>
                </a:solidFill>
                <a:latin typeface="Arial" panose="020B0604020202090204" pitchFamily="34" charset="0"/>
                <a:cs typeface="Arial" panose="020B0604020202090204" pitchFamily="34" charset="0"/>
              </a:rPr>
              <a:t>：</a:t>
            </a:r>
            <a:r>
              <a:rPr lang="zh-CN" altLang="en-US" sz="2000">
                <a:solidFill>
                  <a:schemeClr val="tx1"/>
                </a:solidFill>
                <a:latin typeface="Arial" panose="020B0604020202090204" pitchFamily="34" charset="0"/>
                <a:cs typeface="Arial" panose="020B0604020202090204" pitchFamily="34" charset="0"/>
              </a:rPr>
              <a:t>具有纯反身意义的带 -</a:t>
            </a:r>
            <a:r>
              <a:rPr lang="en-US" altLang="en-US" sz="2000">
                <a:solidFill>
                  <a:schemeClr val="tx1"/>
                </a:solidFill>
                <a:latin typeface="Arial" panose="020B0604020202090204" pitchFamily="34" charset="0"/>
                <a:cs typeface="Arial" panose="020B0604020202090204" pitchFamily="34" charset="0"/>
              </a:rPr>
              <a:t>ся </a:t>
            </a:r>
            <a:r>
              <a:rPr lang="zh-CN" altLang="en-US" sz="2000">
                <a:solidFill>
                  <a:schemeClr val="tx1"/>
                </a:solidFill>
                <a:latin typeface="Arial" panose="020B0604020202090204" pitchFamily="34" charset="0"/>
                <a:cs typeface="Arial" panose="020B0604020202090204" pitchFamily="34" charset="0"/>
              </a:rPr>
              <a:t>动词表示行为发生者发出的行为及于行为发出者本身，此时 -</a:t>
            </a:r>
            <a:r>
              <a:rPr lang="en-US" altLang="en-US" sz="2000">
                <a:solidFill>
                  <a:schemeClr val="tx1"/>
                </a:solidFill>
                <a:latin typeface="Arial" panose="020B0604020202090204" pitchFamily="34" charset="0"/>
                <a:cs typeface="Arial" panose="020B0604020202090204" pitchFamily="34" charset="0"/>
              </a:rPr>
              <a:t>ся </a:t>
            </a:r>
            <a:r>
              <a:rPr lang="zh-CN" altLang="en-US" sz="2000">
                <a:solidFill>
                  <a:schemeClr val="tx1"/>
                </a:solidFill>
                <a:latin typeface="Arial" panose="020B0604020202090204" pitchFamily="34" charset="0"/>
                <a:cs typeface="Arial" panose="020B0604020202090204" pitchFamily="34" charset="0"/>
              </a:rPr>
              <a:t>相当于 </a:t>
            </a:r>
            <a:r>
              <a:rPr lang="en-US" altLang="en-US" sz="2000">
                <a:solidFill>
                  <a:schemeClr val="tx1"/>
                </a:solidFill>
                <a:latin typeface="Arial" panose="020B0604020202090204" pitchFamily="34" charset="0"/>
                <a:cs typeface="Arial" panose="020B0604020202090204" pitchFamily="34" charset="0"/>
              </a:rPr>
              <a:t>себя，</a:t>
            </a:r>
            <a:r>
              <a:rPr lang="zh-CN" altLang="en-US" sz="2000">
                <a:solidFill>
                  <a:schemeClr val="tx1"/>
                </a:solidFill>
                <a:latin typeface="Arial" panose="020B0604020202090204" pitchFamily="34" charset="0"/>
                <a:cs typeface="Arial" panose="020B0604020202090204" pitchFamily="34" charset="0"/>
              </a:rPr>
              <a:t>如 </a:t>
            </a:r>
            <a:r>
              <a:rPr lang="en-US" altLang="en-US" sz="2000">
                <a:solidFill>
                  <a:schemeClr val="tx1"/>
                </a:solidFill>
                <a:latin typeface="Arial" panose="020B0604020202090204" pitchFamily="34" charset="0"/>
                <a:cs typeface="Arial" panose="020B0604020202090204" pitchFamily="34" charset="0"/>
              </a:rPr>
              <a:t>мыть — мыться, умывать — умываться, одевать — одеваться, раздевать — раздеваться, купать — купаться,  причёсывать — причёсываться </a:t>
            </a:r>
            <a:r>
              <a:rPr lang="zh-CN" altLang="en-US" sz="2000">
                <a:solidFill>
                  <a:schemeClr val="tx1"/>
                </a:solidFill>
                <a:latin typeface="Arial" panose="020B0604020202090204" pitchFamily="34" charset="0"/>
                <a:cs typeface="Arial" panose="020B0604020202090204" pitchFamily="34" charset="0"/>
              </a:rPr>
              <a:t>等。</a:t>
            </a: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b="1">
                <a:solidFill>
                  <a:schemeClr val="tx1"/>
                </a:solidFill>
                <a:latin typeface="Arial" panose="020B0604020202090204" pitchFamily="34" charset="0"/>
                <a:cs typeface="Arial" panose="020B0604020202090204" pitchFamily="34" charset="0"/>
              </a:rPr>
              <a:t>相互反身意义：</a:t>
            </a:r>
            <a:r>
              <a:rPr lang="zh-CN" altLang="en-US" sz="2000">
                <a:solidFill>
                  <a:schemeClr val="tx1"/>
                </a:solidFill>
                <a:latin typeface="Arial" panose="020B0604020202090204" pitchFamily="34" charset="0"/>
                <a:cs typeface="Arial" panose="020B0604020202090204" pitchFamily="34" charset="0"/>
              </a:rPr>
              <a:t>表示两个以上人或物的相互行为。具有相互反身意义的带 -</a:t>
            </a:r>
            <a:r>
              <a:rPr lang="en-US" altLang="en-US" sz="2000">
                <a:solidFill>
                  <a:schemeClr val="tx1"/>
                </a:solidFill>
                <a:latin typeface="Arial" panose="020B0604020202090204" pitchFamily="34" charset="0"/>
                <a:cs typeface="Arial" panose="020B0604020202090204" pitchFamily="34" charset="0"/>
              </a:rPr>
              <a:t>ся </a:t>
            </a:r>
            <a:r>
              <a:rPr lang="zh-CN" altLang="en-US" sz="2000">
                <a:solidFill>
                  <a:schemeClr val="tx1"/>
                </a:solidFill>
                <a:latin typeface="Arial" panose="020B0604020202090204" pitchFamily="34" charset="0"/>
                <a:cs typeface="Arial" panose="020B0604020202090204" pitchFamily="34" charset="0"/>
              </a:rPr>
              <a:t>动词表示两个（或更多的）行为发生者彼此互为该行为的承受者，此时 -</a:t>
            </a:r>
            <a:r>
              <a:rPr lang="en-US" altLang="en-US" sz="2000">
                <a:solidFill>
                  <a:schemeClr val="tx1"/>
                </a:solidFill>
                <a:latin typeface="Arial" panose="020B0604020202090204" pitchFamily="34" charset="0"/>
                <a:cs typeface="Arial" panose="020B0604020202090204" pitchFamily="34" charset="0"/>
              </a:rPr>
              <a:t>ся </a:t>
            </a:r>
            <a:r>
              <a:rPr lang="zh-CN" altLang="en-US" sz="2000">
                <a:solidFill>
                  <a:schemeClr val="tx1"/>
                </a:solidFill>
                <a:latin typeface="Arial" panose="020B0604020202090204" pitchFamily="34" charset="0"/>
                <a:cs typeface="Arial" panose="020B0604020202090204" pitchFamily="34" charset="0"/>
              </a:rPr>
              <a:t>相当于 </a:t>
            </a:r>
            <a:r>
              <a:rPr lang="en-US" altLang="en-US" sz="2000">
                <a:solidFill>
                  <a:schemeClr val="tx1"/>
                </a:solidFill>
                <a:latin typeface="Arial" panose="020B0604020202090204" pitchFamily="34" charset="0"/>
                <a:cs typeface="Arial" panose="020B0604020202090204" pitchFamily="34" charset="0"/>
              </a:rPr>
              <a:t>друг друга，</a:t>
            </a:r>
            <a:r>
              <a:rPr lang="zh-CN" altLang="en-US" sz="2000">
                <a:solidFill>
                  <a:schemeClr val="tx1"/>
                </a:solidFill>
                <a:latin typeface="Arial" panose="020B0604020202090204" pitchFamily="34" charset="0"/>
                <a:cs typeface="Arial" panose="020B0604020202090204" pitchFamily="34" charset="0"/>
              </a:rPr>
              <a:t>如 </a:t>
            </a:r>
            <a:r>
              <a:rPr lang="en-US" altLang="en-US" sz="2000">
                <a:solidFill>
                  <a:schemeClr val="tx1"/>
                </a:solidFill>
                <a:latin typeface="Arial" panose="020B0604020202090204" pitchFamily="34" charset="0"/>
                <a:cs typeface="Arial" panose="020B0604020202090204" pitchFamily="34" charset="0"/>
              </a:rPr>
              <a:t>видеть — видеться, встречать — встречаться, знакомить — знакомиться, мирить — мириться, советовать — советоваться, договаривать — договариваться, фотографировать — фотографироваться </a:t>
            </a:r>
            <a:r>
              <a:rPr lang="zh-CN" altLang="en-US" sz="2000">
                <a:solidFill>
                  <a:schemeClr val="tx1"/>
                </a:solidFill>
                <a:latin typeface="Arial" panose="020B0604020202090204" pitchFamily="34" charset="0"/>
                <a:cs typeface="Arial" panose="020B0604020202090204" pitchFamily="34" charset="0"/>
              </a:rPr>
              <a:t>等。</a:t>
            </a:r>
            <a:endParaRPr lang="zh-CN" altLang="en-US" sz="2000">
              <a:solidFill>
                <a:schemeClr val="tx1"/>
              </a:solidFill>
              <a:latin typeface="Arial" panose="020B0604020202090204" pitchFamily="34"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b="1">
                <a:solidFill>
                  <a:schemeClr val="tx1"/>
                </a:solidFill>
                <a:latin typeface="Arial" panose="020B0604020202090204" pitchFamily="34" charset="0"/>
                <a:cs typeface="Arial" panose="020B0604020202090204" pitchFamily="34" charset="0"/>
              </a:rPr>
              <a:t> 一般反身意义（自动的、不由自主的行为）</a:t>
            </a:r>
            <a:r>
              <a:rPr lang="zh-CN" altLang="en-US" sz="2000">
                <a:solidFill>
                  <a:schemeClr val="tx1"/>
                </a:solidFill>
                <a:latin typeface="Arial" panose="020B0604020202090204" pitchFamily="34" charset="0"/>
                <a:cs typeface="Arial" panose="020B0604020202090204" pitchFamily="34" charset="0"/>
              </a:rPr>
              <a:t>：表示行为局限于主体本身。例如: </a:t>
            </a:r>
            <a:r>
              <a:rPr lang="ru-RU" altLang="zh-CN" sz="2000">
                <a:solidFill>
                  <a:schemeClr val="tx1"/>
                </a:solidFill>
                <a:latin typeface="Arial" panose="020B0604020202090204" pitchFamily="34" charset="0"/>
                <a:cs typeface="Arial" panose="020B0604020202090204" pitchFamily="34" charset="0"/>
              </a:rPr>
              <a:t>Мы вошли в лифт и поднялись на пятый этаж. </a:t>
            </a:r>
            <a:r>
              <a:rPr lang="en-US" altLang="en-US" sz="2000">
                <a:solidFill>
                  <a:schemeClr val="tx1"/>
                </a:solidFill>
                <a:latin typeface="Arial" panose="020B0604020202090204" pitchFamily="34" charset="0"/>
                <a:cs typeface="Arial" panose="020B0604020202090204" pitchFamily="34" charset="0"/>
              </a:rPr>
              <a:t>В наши дни наука и техника быстро развиваются.</a:t>
            </a:r>
            <a:endParaRPr lang="zh-CN" altLang="en-US" sz="2000">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七、带</a:t>
            </a:r>
            <a:r>
              <a:rPr lang="ru-RU" altLang="zh-CN" sz="2400">
                <a:solidFill>
                  <a:schemeClr val="tx2">
                    <a:lumMod val="50000"/>
                    <a:lumOff val="50000"/>
                  </a:schemeClr>
                </a:solidFill>
                <a:effectLst>
                  <a:outerShdw blurRad="38100" dist="25400" dir="5400000" algn="ctr" rotWithShape="0">
                    <a:srgbClr val="6E747A">
                      <a:alpha val="43000"/>
                      <a:alpha val="43000"/>
                    </a:srgbClr>
                  </a:outerShdw>
                </a:effectLst>
              </a:rPr>
              <a:t>-ся</a:t>
            </a:r>
            <a:r>
              <a:rPr lang="zh-CN" altLang="ru-RU" sz="2400">
                <a:solidFill>
                  <a:schemeClr val="tx2">
                    <a:lumMod val="50000"/>
                    <a:lumOff val="50000"/>
                  </a:schemeClr>
                </a:solidFill>
                <a:effectLst>
                  <a:outerShdw blurRad="38100" dist="25400" dir="5400000" algn="ctr" rotWithShape="0">
                    <a:srgbClr val="6E747A">
                      <a:alpha val="43000"/>
                      <a:alpha val="43000"/>
                    </a:srgbClr>
                  </a:outerShdw>
                </a:effectLst>
              </a:rPr>
              <a:t>动词</a:t>
            </a:r>
            <a:endParaRPr lang="zh-CN" altLang="ru-RU"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1278255"/>
            <a:ext cx="11171555" cy="5187315"/>
          </a:xfrm>
          <a:prstGeom prst="rect">
            <a:avLst/>
          </a:prstGeom>
          <a:noFill/>
        </p:spPr>
        <p:txBody>
          <a:bodyPr wrap="square" rtlCol="0">
            <a:noAutofit/>
          </a:bodyPr>
          <a:p>
            <a:pPr marL="342900" indent="-342900" fontAlgn="auto">
              <a:lnSpc>
                <a:spcPct val="150000"/>
              </a:lnSpc>
              <a:buFont typeface="Arial" panose="020B0604020202090204" pitchFamily="34" charset="0"/>
              <a:buChar char="•"/>
            </a:pPr>
            <a:r>
              <a:rPr lang="zh-CN" altLang="ru-RU" sz="2000" b="1" noProof="0" dirty="0">
                <a:latin typeface="Times New Roman" panose="02020603050405020304" charset="0"/>
                <a:cs typeface="Times New Roman" panose="02020603050405020304" charset="0"/>
                <a:sym typeface="+mn-ea"/>
              </a:rPr>
              <a:t>只有</a:t>
            </a:r>
            <a:r>
              <a:rPr lang="ru-RU" altLang="zh-CN" sz="2000" b="1" noProof="0" dirty="0">
                <a:latin typeface="Times New Roman" panose="02020603050405020304" charset="0"/>
                <a:cs typeface="Times New Roman" panose="02020603050405020304" charset="0"/>
                <a:sym typeface="+mn-ea"/>
              </a:rPr>
              <a:t>-ся</a:t>
            </a:r>
            <a:r>
              <a:rPr lang="zh-CN" altLang="ru-RU" sz="2000" b="1" noProof="0" dirty="0">
                <a:latin typeface="Times New Roman" panose="02020603050405020304" charset="0"/>
                <a:cs typeface="Times New Roman" panose="02020603050405020304" charset="0"/>
                <a:sym typeface="+mn-ea"/>
              </a:rPr>
              <a:t>的动词</a:t>
            </a:r>
            <a:r>
              <a:rPr lang="zh-CN" altLang="ru-RU" sz="2000">
                <a:solidFill>
                  <a:schemeClr val="tx1"/>
                </a:solidFill>
                <a:latin typeface="Arial" panose="020B0604020202090204" pitchFamily="34" charset="0"/>
                <a:cs typeface="Arial" panose="020B0604020202090204" pitchFamily="34" charset="0"/>
              </a:rPr>
              <a:t>：</a:t>
            </a:r>
            <a:r>
              <a:rPr lang="ru-RU" sz="2000" noProof="0" dirty="0">
                <a:latin typeface="Arial" panose="020B0604020202090204" pitchFamily="34" charset="0"/>
                <a:ea typeface="黑体" charset="0"/>
                <a:cs typeface="Arial" panose="020B0604020202090204" pitchFamily="34" charset="0"/>
                <a:sym typeface="+mn-ea"/>
              </a:rPr>
              <a:t>заниматься чем / ложиться + (спать) / улыбаться кому / бороться с кем / прощаться с кем</a:t>
            </a:r>
            <a:endParaRPr lang="ru-RU" sz="2000" noProof="0" dirty="0">
              <a:latin typeface="Arial" panose="020B0604020202090204" pitchFamily="34" charset="0"/>
              <a:ea typeface="黑体" charset="0"/>
              <a:cs typeface="Arial" panose="020B0604020202090204" pitchFamily="34" charset="0"/>
            </a:endParaRPr>
          </a:p>
          <a:p>
            <a:pPr marL="342900" indent="-342900" fontAlgn="auto">
              <a:lnSpc>
                <a:spcPct val="150000"/>
              </a:lnSpc>
              <a:buFont typeface="Arial" panose="020B0604020202090204" pitchFamily="34" charset="0"/>
              <a:buChar char="•"/>
            </a:pPr>
            <a:r>
              <a:rPr lang="zh-CN" altLang="en-US" sz="2000" b="1">
                <a:solidFill>
                  <a:schemeClr val="tx1"/>
                </a:solidFill>
                <a:latin typeface="Arial" panose="020B0604020202090204" pitchFamily="34" charset="0"/>
                <a:cs typeface="Arial" panose="020B0604020202090204" pitchFamily="34" charset="0"/>
              </a:rPr>
              <a:t>被动意义：</a:t>
            </a:r>
            <a:r>
              <a:rPr lang="zh-CN" altLang="en-US" sz="2000">
                <a:solidFill>
                  <a:schemeClr val="tx1"/>
                </a:solidFill>
                <a:latin typeface="Arial" panose="020B0604020202090204" pitchFamily="34" charset="0"/>
                <a:cs typeface="Arial" panose="020B0604020202090204" pitchFamily="34" charset="0"/>
              </a:rPr>
              <a:t>具有被动反身意义的带 -</a:t>
            </a:r>
            <a:r>
              <a:rPr lang="en-US" altLang="en-US" sz="2000">
                <a:solidFill>
                  <a:schemeClr val="tx1"/>
                </a:solidFill>
                <a:latin typeface="Arial" panose="020B0604020202090204" pitchFamily="34" charset="0"/>
                <a:cs typeface="Arial" panose="020B0604020202090204" pitchFamily="34" charset="0"/>
              </a:rPr>
              <a:t>ся </a:t>
            </a:r>
            <a:r>
              <a:rPr lang="zh-CN" altLang="en-US" sz="2000">
                <a:solidFill>
                  <a:schemeClr val="tx1"/>
                </a:solidFill>
                <a:latin typeface="Arial" panose="020B0604020202090204" pitchFamily="34" charset="0"/>
                <a:cs typeface="Arial" panose="020B0604020202090204" pitchFamily="34" charset="0"/>
              </a:rPr>
              <a:t>动词由未完成体及物动词加 -</a:t>
            </a:r>
            <a:r>
              <a:rPr lang="en-US" altLang="en-US" sz="2000">
                <a:solidFill>
                  <a:schemeClr val="tx1"/>
                </a:solidFill>
                <a:latin typeface="Arial" panose="020B0604020202090204" pitchFamily="34" charset="0"/>
                <a:cs typeface="Arial" panose="020B0604020202090204" pitchFamily="34" charset="0"/>
              </a:rPr>
              <a:t>ся </a:t>
            </a:r>
            <a:r>
              <a:rPr lang="zh-CN" altLang="en-US" sz="2000">
                <a:solidFill>
                  <a:schemeClr val="tx1"/>
                </a:solidFill>
                <a:latin typeface="Arial" panose="020B0604020202090204" pitchFamily="34" charset="0"/>
                <a:cs typeface="Arial" panose="020B0604020202090204" pitchFamily="34" charset="0"/>
              </a:rPr>
              <a:t>构成。在句中第一格主语表示行为的承受者，第五格补语表示行为的发出者。</a:t>
            </a:r>
            <a:endParaRPr lang="zh-CN" altLang="en-US" sz="2000">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zh-CN" sz="2000" i="1">
                <a:solidFill>
                  <a:schemeClr val="tx1"/>
                </a:solidFill>
                <a:latin typeface="Arial" panose="020B0604020202090204" pitchFamily="34" charset="0"/>
                <a:cs typeface="Arial" panose="020B0604020202090204" pitchFamily="34" charset="0"/>
              </a:rPr>
              <a:t>     </a:t>
            </a:r>
            <a:r>
              <a:rPr lang="zh-CN" altLang="en-US" sz="2000" i="1">
                <a:solidFill>
                  <a:schemeClr val="tx1"/>
                </a:solidFill>
                <a:latin typeface="Arial" panose="020B0604020202090204" pitchFamily="34" charset="0"/>
                <a:cs typeface="Arial" panose="020B0604020202090204" pitchFamily="34" charset="0"/>
              </a:rPr>
              <a:t>例如: </a:t>
            </a:r>
            <a:r>
              <a:rPr lang="en-US" altLang="en-US" sz="2000" i="1">
                <a:solidFill>
                  <a:schemeClr val="tx1"/>
                </a:solidFill>
                <a:latin typeface="Arial" panose="020B0604020202090204" pitchFamily="34" charset="0"/>
                <a:cs typeface="Arial" panose="020B0604020202090204" pitchFamily="34" charset="0"/>
              </a:rPr>
              <a:t>Дом строится рабочими.</a:t>
            </a:r>
            <a:endParaRPr lang="en-US" altLang="en-US" sz="2000" i="1">
              <a:solidFill>
                <a:schemeClr val="tx1"/>
              </a:solidFill>
              <a:latin typeface="Arial" panose="020B0604020202090204" pitchFamily="34" charset="0"/>
              <a:cs typeface="Arial" panose="020B0604020202090204" pitchFamily="34" charset="0"/>
            </a:endParaRPr>
          </a:p>
          <a:p>
            <a:pPr indent="0" fontAlgn="auto">
              <a:lnSpc>
                <a:spcPct val="150000"/>
              </a:lnSpc>
              <a:buFont typeface="Arial" panose="020B0604020202090204" pitchFamily="34" charset="0"/>
              <a:buNone/>
            </a:pPr>
            <a:r>
              <a:rPr lang="en-US" altLang="en-US" sz="2000" i="1">
                <a:solidFill>
                  <a:schemeClr val="tx1"/>
                </a:solidFill>
                <a:latin typeface="Arial" panose="020B0604020202090204" pitchFamily="34" charset="0"/>
                <a:cs typeface="Arial" panose="020B0604020202090204" pitchFamily="34" charset="0"/>
              </a:rPr>
              <a:t>              Проект создаётся инженером.</a:t>
            </a:r>
            <a:endParaRPr lang="zh-CN" altLang="en-US" sz="2000" i="1">
              <a:solidFill>
                <a:schemeClr val="tx1"/>
              </a:solidFill>
              <a:latin typeface="Arial" panose="020B0604020202090204" pitchFamily="34" charset="0"/>
              <a:cs typeface="Arial" panose="020B0604020202090204" pitchFamily="34" charset="0"/>
            </a:endParaRPr>
          </a:p>
        </p:txBody>
      </p:sp>
    </p:spTree>
    <p:custDataLst>
      <p:tags r:id="rId1"/>
    </p:custData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932815"/>
            <a:ext cx="11171555" cy="518731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一、不带前缀的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zh-CN" sz="2000" b="1" noProof="0" dirty="0">
                <a:latin typeface="Times New Roman" panose="02020603050405020304" charset="0"/>
                <a:cs typeface="Times New Roman" panose="02020603050405020304" charset="0"/>
                <a:sym typeface="+mn-ea"/>
              </a:rPr>
              <a:t>1. </a:t>
            </a:r>
            <a:r>
              <a:rPr lang="zh-CN" altLang="en-US" sz="2000" b="1" noProof="0" dirty="0">
                <a:latin typeface="Times New Roman" panose="02020603050405020304" charset="0"/>
                <a:cs typeface="Times New Roman" panose="02020603050405020304" charset="0"/>
                <a:sym typeface="+mn-ea"/>
              </a:rPr>
              <a:t>定向运动动词和不定向</a:t>
            </a:r>
            <a:r>
              <a:rPr lang="zh-CN" altLang="en-US" sz="2000" b="1" noProof="0" dirty="0">
                <a:latin typeface="Times New Roman" panose="02020603050405020304" charset="0"/>
                <a:cs typeface="Times New Roman" panose="02020603050405020304" charset="0"/>
                <a:sym typeface="+mn-ea"/>
              </a:rPr>
              <a:t>运动动词</a:t>
            </a:r>
            <a:endParaRPr lang="zh-CN" altLang="en-US"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noProof="0" dirty="0">
                <a:latin typeface="Times New Roman" panose="02020603050405020304" charset="0"/>
                <a:cs typeface="Times New Roman" panose="02020603050405020304" charset="0"/>
                <a:sym typeface="+mn-ea"/>
              </a:rPr>
              <a:t>俄语中有一类动词有定向和不定向之分。定向运动动词和不定向运动动词构成对偶形式，它们是具有不同词根的</a:t>
            </a:r>
            <a:r>
              <a:rPr lang="zh-CN" altLang="en-US" sz="2000" b="1" noProof="0" dirty="0">
                <a:solidFill>
                  <a:schemeClr val="accent1">
                    <a:lumMod val="75000"/>
                  </a:schemeClr>
                </a:solidFill>
                <a:latin typeface="Times New Roman" panose="02020603050405020304" charset="0"/>
                <a:cs typeface="Times New Roman" panose="02020603050405020304" charset="0"/>
                <a:sym typeface="+mn-ea"/>
              </a:rPr>
              <a:t>未完成体动词</a:t>
            </a:r>
            <a:r>
              <a:rPr lang="zh-CN" altLang="en-US" sz="2000" noProof="0" dirty="0">
                <a:latin typeface="Times New Roman" panose="02020603050405020304" charset="0"/>
                <a:cs typeface="Times New Roman" panose="02020603050405020304" charset="0"/>
                <a:sym typeface="+mn-ea"/>
              </a:rPr>
              <a:t>。</a:t>
            </a:r>
            <a:endParaRPr lang="zh-CN" altLang="en-US" sz="2000"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en-US" sz="2000" noProof="0" dirty="0">
                <a:latin typeface="Times New Roman" panose="02020603050405020304" charset="0"/>
                <a:cs typeface="Times New Roman" panose="02020603050405020304" charset="0"/>
                <a:sym typeface="+mn-ea"/>
              </a:rPr>
              <a:t>不及物运动动词</a:t>
            </a:r>
            <a:r>
              <a:rPr lang="ru-RU" altLang="zh-CN" sz="2000" noProof="0" dirty="0">
                <a:latin typeface="Times New Roman" panose="02020603050405020304" charset="0"/>
                <a:cs typeface="Times New Roman" panose="02020603050405020304" charset="0"/>
                <a:sym typeface="+mn-ea"/>
              </a:rPr>
              <a:t>                                </a:t>
            </a:r>
            <a:r>
              <a:rPr lang="en-US" altLang="ru-RU" sz="2000" noProof="0" dirty="0">
                <a:latin typeface="Times New Roman" panose="02020603050405020304" charset="0"/>
                <a:cs typeface="Times New Roman" panose="02020603050405020304" charset="0"/>
                <a:sym typeface="+mn-ea"/>
              </a:rPr>
              <a:t>   </a:t>
            </a:r>
            <a:r>
              <a:rPr lang="zh-CN" altLang="en-US" sz="2000" noProof="0" dirty="0">
                <a:latin typeface="Times New Roman" panose="02020603050405020304" charset="0"/>
                <a:cs typeface="Times New Roman" panose="02020603050405020304" charset="0"/>
                <a:sym typeface="+mn-ea"/>
              </a:rPr>
              <a:t>及物运动动词</a:t>
            </a:r>
            <a:endParaRPr lang="zh-CN" altLang="en-US" sz="2000" noProof="0" dirty="0">
              <a:latin typeface="Times New Roman" panose="02020603050405020304" charset="0"/>
              <a:cs typeface="Times New Roman" panose="02020603050405020304" charset="0"/>
              <a:sym typeface="+mn-ea"/>
            </a:endParaRPr>
          </a:p>
          <a:p>
            <a:pPr marL="288290" indent="0" fontAlgn="auto">
              <a:lnSpc>
                <a:spcPct val="150000"/>
              </a:lnSpc>
              <a:buFont typeface="Arial" panose="020B0604020202090204" pitchFamily="34" charset="0"/>
              <a:buNone/>
            </a:pPr>
            <a:r>
              <a:rPr lang="ru-RU" altLang="zh-CN" sz="2000" noProof="0" dirty="0">
                <a:latin typeface="Times New Roman" panose="02020603050405020304" charset="0"/>
                <a:cs typeface="Times New Roman" panose="02020603050405020304" charset="0"/>
                <a:sym typeface="+mn-ea"/>
              </a:rPr>
              <a:t>идти - ходить</a:t>
            </a:r>
            <a:r>
              <a:rPr lang="en-US" altLang="ru-RU"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нести - носить</a:t>
            </a:r>
            <a:endParaRPr lang="ru-RU" altLang="zh-CN" sz="2000" noProof="0" dirty="0">
              <a:latin typeface="Times New Roman" panose="02020603050405020304" charset="0"/>
              <a:cs typeface="Times New Roman" panose="02020603050405020304" charset="0"/>
              <a:sym typeface="+mn-ea"/>
            </a:endParaRPr>
          </a:p>
          <a:p>
            <a:pPr marL="288290" indent="0" fontAlgn="auto">
              <a:lnSpc>
                <a:spcPct val="150000"/>
              </a:lnSpc>
              <a:buFont typeface="Arial" panose="020B0604020202090204" pitchFamily="34" charset="0"/>
              <a:buNone/>
            </a:pPr>
            <a:r>
              <a:rPr lang="ru-RU" altLang="zh-CN" sz="2000" noProof="0" dirty="0">
                <a:latin typeface="Times New Roman" panose="02020603050405020304" charset="0"/>
                <a:cs typeface="Times New Roman" panose="02020603050405020304" charset="0"/>
                <a:sym typeface="+mn-ea"/>
              </a:rPr>
              <a:t>ехать - ездить                                         везти - возить</a:t>
            </a:r>
            <a:endParaRPr lang="ru-RU" altLang="zh-CN" sz="2000" noProof="0" dirty="0">
              <a:latin typeface="Times New Roman" panose="02020603050405020304" charset="0"/>
              <a:cs typeface="Times New Roman" panose="02020603050405020304" charset="0"/>
              <a:sym typeface="+mn-ea"/>
            </a:endParaRPr>
          </a:p>
          <a:p>
            <a:pPr marL="288290" indent="0" fontAlgn="auto">
              <a:lnSpc>
                <a:spcPct val="150000"/>
              </a:lnSpc>
              <a:buFont typeface="Arial" panose="020B0604020202090204" pitchFamily="34" charset="0"/>
              <a:buNone/>
            </a:pPr>
            <a:r>
              <a:rPr lang="ru-RU" altLang="zh-CN" sz="2000" noProof="0" dirty="0">
                <a:latin typeface="Times New Roman" panose="02020603050405020304" charset="0"/>
                <a:cs typeface="Times New Roman" panose="02020603050405020304" charset="0"/>
                <a:sym typeface="+mn-ea"/>
              </a:rPr>
              <a:t>бежать - бегать                                       вести - водить</a:t>
            </a:r>
            <a:endParaRPr lang="ru-RU" altLang="zh-CN" sz="2000" noProof="0" dirty="0">
              <a:latin typeface="Times New Roman" panose="02020603050405020304" charset="0"/>
              <a:cs typeface="Times New Roman" panose="02020603050405020304" charset="0"/>
              <a:sym typeface="+mn-ea"/>
            </a:endParaRPr>
          </a:p>
          <a:p>
            <a:pPr marL="288290" indent="0" fontAlgn="auto">
              <a:lnSpc>
                <a:spcPct val="150000"/>
              </a:lnSpc>
              <a:buFont typeface="Arial" panose="020B0604020202090204" pitchFamily="34" charset="0"/>
              <a:buNone/>
            </a:pPr>
            <a:r>
              <a:rPr lang="ru-RU" altLang="zh-CN" sz="2000" noProof="0" dirty="0">
                <a:latin typeface="Times New Roman" panose="02020603050405020304" charset="0"/>
                <a:cs typeface="Times New Roman" panose="02020603050405020304" charset="0"/>
                <a:sym typeface="+mn-ea"/>
              </a:rPr>
              <a:t>лететь - летать</a:t>
            </a:r>
            <a:endParaRPr lang="ru-RU" altLang="zh-CN" sz="2000" noProof="0" dirty="0">
              <a:latin typeface="Times New Roman" panose="02020603050405020304" charset="0"/>
              <a:cs typeface="Times New Roman" panose="02020603050405020304" charset="0"/>
              <a:sym typeface="+mn-ea"/>
            </a:endParaRPr>
          </a:p>
          <a:p>
            <a:pPr marL="288290" indent="0" fontAlgn="auto">
              <a:lnSpc>
                <a:spcPct val="150000"/>
              </a:lnSpc>
              <a:buFont typeface="Arial" panose="020B0604020202090204" pitchFamily="34" charset="0"/>
              <a:buNone/>
            </a:pPr>
            <a:r>
              <a:rPr lang="ru-RU" altLang="zh-CN" sz="2000" noProof="0" dirty="0">
                <a:latin typeface="Times New Roman" panose="02020603050405020304" charset="0"/>
                <a:cs typeface="Times New Roman" panose="02020603050405020304" charset="0"/>
                <a:sym typeface="+mn-ea"/>
              </a:rPr>
              <a:t>плыть - плавать</a:t>
            </a:r>
            <a:endParaRPr lang="ru-RU" altLang="zh-CN"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endParaRPr lang="ru-RU" altLang="zh-CN"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endParaRPr lang="ru-RU" altLang="zh-CN" sz="2000" noProof="0" dirty="0">
              <a:latin typeface="Times New Roman" panose="02020603050405020304" charset="0"/>
              <a:cs typeface="Times New Roman" panose="02020603050405020304" charset="0"/>
              <a:sym typeface="+mn-ea"/>
            </a:endParaRPr>
          </a:p>
        </p:txBody>
      </p:sp>
    </p:spTree>
    <p:custDataLst>
      <p:tags r:id="rId1"/>
    </p:custData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358775" y="932815"/>
            <a:ext cx="11171555" cy="518731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一、不带前缀的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zh-CN" sz="2000" b="1" noProof="0" dirty="0">
                <a:latin typeface="Times New Roman" panose="02020603050405020304" charset="0"/>
                <a:cs typeface="Times New Roman" panose="02020603050405020304" charset="0"/>
                <a:sym typeface="+mn-ea"/>
              </a:rPr>
              <a:t>1. </a:t>
            </a:r>
            <a:r>
              <a:rPr lang="zh-CN" altLang="en-US" sz="2000" b="1" noProof="0" dirty="0">
                <a:latin typeface="Times New Roman" panose="02020603050405020304" charset="0"/>
                <a:cs typeface="Times New Roman" panose="02020603050405020304" charset="0"/>
                <a:sym typeface="+mn-ea"/>
              </a:rPr>
              <a:t>定向运动动词</a:t>
            </a:r>
            <a:endParaRPr lang="zh-CN" altLang="en-US"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b="1" noProof="0" dirty="0">
                <a:latin typeface="Times New Roman" panose="02020603050405020304" charset="0"/>
                <a:cs typeface="Times New Roman" panose="02020603050405020304" charset="0"/>
                <a:sym typeface="+mn-ea"/>
              </a:rPr>
              <a:t>【现在时】</a:t>
            </a:r>
            <a:endParaRPr lang="zh-CN" altLang="en-US" sz="2000" b="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en-US" sz="2000" noProof="0" dirty="0">
                <a:latin typeface="Times New Roman" panose="02020603050405020304" charset="0"/>
                <a:cs typeface="Times New Roman" panose="02020603050405020304" charset="0"/>
                <a:sym typeface="+mn-ea"/>
              </a:rPr>
              <a:t>定向运动动词表示说话时正在进行时、有一定方向的一次行为。</a:t>
            </a:r>
            <a:endParaRPr lang="zh-CN" altLang="en-US"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ru-RU" altLang="zh-CN" sz="2000" noProof="0" dirty="0">
                <a:latin typeface="Times New Roman" panose="02020603050405020304" charset="0"/>
                <a:cs typeface="Times New Roman" panose="02020603050405020304" charset="0"/>
                <a:sym typeface="+mn-ea"/>
              </a:rPr>
              <a:t>     </a:t>
            </a:r>
            <a:r>
              <a:rPr lang="zh-CN" altLang="en-US" sz="2000" i="1" noProof="0" dirty="0">
                <a:latin typeface="Times New Roman" panose="02020603050405020304" charset="0"/>
                <a:cs typeface="Times New Roman" panose="02020603050405020304" charset="0"/>
                <a:sym typeface="+mn-ea"/>
              </a:rPr>
              <a:t>例如: </a:t>
            </a:r>
            <a:r>
              <a:rPr lang="en-US" altLang="en-US" sz="2000" i="1" noProof="0" dirty="0">
                <a:latin typeface="Times New Roman" panose="02020603050405020304" charset="0"/>
                <a:cs typeface="Times New Roman" panose="02020603050405020304" charset="0"/>
                <a:sym typeface="+mn-ea"/>
              </a:rPr>
              <a:t>Я иду в библиотеку.</a:t>
            </a:r>
            <a:endParaRPr lang="en-US" altLang="en-US" sz="2000" i="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en-US" sz="2000" noProof="0" dirty="0">
                <a:latin typeface="Times New Roman" panose="02020603050405020304" charset="0"/>
                <a:cs typeface="Times New Roman" panose="02020603050405020304" charset="0"/>
                <a:sym typeface="+mn-ea"/>
              </a:rPr>
              <a:t>定向运动动词本身不表示行为重复意义，但是它可以借助其它手段来表示朝着一个方向的重复运动，作为另一行为的时间背景。</a:t>
            </a:r>
            <a:endParaRPr lang="zh-CN" altLang="en-US"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ru-RU" altLang="zh-CN" sz="2000" i="1" noProof="0" dirty="0">
                <a:latin typeface="Times New Roman" panose="02020603050405020304" charset="0"/>
                <a:cs typeface="Times New Roman" panose="02020603050405020304" charset="0"/>
                <a:sym typeface="+mn-ea"/>
              </a:rPr>
              <a:t>     </a:t>
            </a:r>
            <a:r>
              <a:rPr lang="zh-CN" altLang="en-US" sz="2000" i="1" noProof="0" dirty="0">
                <a:latin typeface="Times New Roman" panose="02020603050405020304" charset="0"/>
                <a:cs typeface="Times New Roman" panose="02020603050405020304" charset="0"/>
                <a:sym typeface="+mn-ea"/>
              </a:rPr>
              <a:t>例如: </a:t>
            </a:r>
            <a:r>
              <a:rPr lang="en-US" altLang="en-US" sz="2000" i="1" noProof="0" dirty="0">
                <a:latin typeface="Times New Roman" panose="02020603050405020304" charset="0"/>
                <a:cs typeface="Times New Roman" panose="02020603050405020304" charset="0"/>
                <a:sym typeface="+mn-ea"/>
              </a:rPr>
              <a:t>Каждый день, когда я иду на работу, я встречаю его.</a:t>
            </a:r>
            <a:endParaRPr lang="en-US"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en-US" sz="2000" i="1" noProof="0" dirty="0">
                <a:latin typeface="Times New Roman" panose="02020603050405020304" charset="0"/>
                <a:cs typeface="Times New Roman" panose="02020603050405020304" charset="0"/>
                <a:sym typeface="+mn-ea"/>
              </a:rPr>
              <a:t> </a:t>
            </a:r>
            <a:r>
              <a:rPr lang="ru-RU" altLang="en-US" sz="2000" i="1" noProof="0" dirty="0">
                <a:latin typeface="Times New Roman" panose="02020603050405020304" charset="0"/>
                <a:cs typeface="Times New Roman" panose="02020603050405020304" charset="0"/>
                <a:sym typeface="+mn-ea"/>
              </a:rPr>
              <a:t>             </a:t>
            </a:r>
            <a:r>
              <a:rPr lang="zh-CN" altLang="en-US" sz="2000" i="1" noProof="0" dirty="0">
                <a:latin typeface="Times New Roman" panose="02020603050405020304" charset="0"/>
                <a:cs typeface="Times New Roman" panose="02020603050405020304" charset="0"/>
                <a:sym typeface="+mn-ea"/>
              </a:rPr>
              <a:t> </a:t>
            </a:r>
            <a:r>
              <a:rPr lang="en-US" altLang="en-US" sz="2000" i="1" noProof="0" dirty="0">
                <a:latin typeface="Times New Roman" panose="02020603050405020304" charset="0"/>
                <a:cs typeface="Times New Roman" panose="02020603050405020304" charset="0"/>
                <a:sym typeface="+mn-ea"/>
              </a:rPr>
              <a:t>Каждый день утром я еду на занятия.</a:t>
            </a:r>
            <a:endParaRPr lang="en-US" altLang="en-US" sz="2000" i="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ru-RU" sz="2000" noProof="0" dirty="0">
                <a:latin typeface="Times New Roman" panose="02020603050405020304" charset="0"/>
                <a:cs typeface="Times New Roman" panose="02020603050405020304" charset="0"/>
                <a:sym typeface="+mn-ea"/>
              </a:rPr>
              <a:t>未完成体现在时可用来表示将要发生的行为，预定的行为或者是取决于主体意愿的</a:t>
            </a:r>
            <a:r>
              <a:rPr lang="zh-CN" altLang="ru-RU" sz="2000" noProof="0" dirty="0">
                <a:latin typeface="Times New Roman" panose="02020603050405020304" charset="0"/>
                <a:cs typeface="Times New Roman" panose="02020603050405020304" charset="0"/>
                <a:sym typeface="+mn-ea"/>
              </a:rPr>
              <a:t>行为。</a:t>
            </a:r>
            <a:endParaRPr lang="zh-CN" altLang="ru-RU"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zh-CN" sz="2000" i="1" noProof="0" dirty="0">
                <a:latin typeface="Times New Roman" panose="02020603050405020304" charset="0"/>
                <a:cs typeface="Times New Roman" panose="02020603050405020304" charset="0"/>
                <a:sym typeface="+mn-ea"/>
              </a:rPr>
              <a:t>      </a:t>
            </a:r>
            <a:r>
              <a:rPr lang="zh-CN" altLang="en-US" sz="2000" i="1" noProof="0" dirty="0">
                <a:latin typeface="Times New Roman" panose="02020603050405020304" charset="0"/>
                <a:cs typeface="Times New Roman" panose="02020603050405020304" charset="0"/>
                <a:sym typeface="+mn-ea"/>
              </a:rPr>
              <a:t>例如: </a:t>
            </a:r>
            <a:r>
              <a:rPr lang="ru-RU" altLang="en-US" sz="2000" i="1" noProof="0" dirty="0">
                <a:latin typeface="Times New Roman" panose="02020603050405020304" charset="0"/>
                <a:cs typeface="Times New Roman" panose="02020603050405020304" charset="0"/>
                <a:sym typeface="+mn-ea"/>
              </a:rPr>
              <a:t>Сегодня вечером идём в театр.</a:t>
            </a:r>
            <a:endParaRPr lang="ru-RU" altLang="en-US" sz="2000" i="1" noProof="0" dirty="0">
              <a:latin typeface="Times New Roman" panose="02020603050405020304" charset="0"/>
              <a:cs typeface="Times New Roman" panose="02020603050405020304" charset="0"/>
              <a:sym typeface="+mn-ea"/>
            </a:endParaRPr>
          </a:p>
        </p:txBody>
      </p:sp>
    </p:spTree>
    <p:custDataLst>
      <p:tags r:id="rId1"/>
    </p:custData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一、不带前缀的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zh-CN" sz="2000" b="1" noProof="0" dirty="0">
                <a:latin typeface="Times New Roman" panose="02020603050405020304" charset="0"/>
                <a:cs typeface="Times New Roman" panose="02020603050405020304" charset="0"/>
                <a:sym typeface="+mn-ea"/>
              </a:rPr>
              <a:t>1. </a:t>
            </a:r>
            <a:r>
              <a:rPr lang="zh-CN" altLang="en-US" sz="2000" b="1" noProof="0" dirty="0">
                <a:latin typeface="Times New Roman" panose="02020603050405020304" charset="0"/>
                <a:cs typeface="Times New Roman" panose="02020603050405020304" charset="0"/>
                <a:sym typeface="+mn-ea"/>
              </a:rPr>
              <a:t>定向运动动词</a:t>
            </a:r>
            <a:endParaRPr lang="zh-CN" altLang="en-US"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b="1" noProof="0" dirty="0">
                <a:latin typeface="Times New Roman" panose="02020603050405020304" charset="0"/>
                <a:cs typeface="Times New Roman" panose="02020603050405020304" charset="0"/>
                <a:sym typeface="+mn-ea"/>
              </a:rPr>
              <a:t>【</a:t>
            </a:r>
            <a:r>
              <a:rPr lang="zh-CN" altLang="en-US" sz="2000" b="1" noProof="0" dirty="0">
                <a:latin typeface="Times New Roman" panose="02020603050405020304" charset="0"/>
                <a:cs typeface="Times New Roman" panose="02020603050405020304" charset="0"/>
                <a:sym typeface="+mn-ea"/>
              </a:rPr>
              <a:t>过去时】</a:t>
            </a:r>
            <a:endParaRPr lang="zh-CN" altLang="en-US"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noProof="0" dirty="0">
                <a:latin typeface="Times New Roman" panose="02020603050405020304" charset="0"/>
                <a:cs typeface="Times New Roman" panose="02020603050405020304" charset="0"/>
                <a:sym typeface="+mn-ea"/>
              </a:rPr>
              <a:t>① 定向运动动词过去时在句中表示朝一个方向进行的一次运动，用于复合句或简单句中，表示过去进行的行为，作为另一行为（主要行为）的时间背景。</a:t>
            </a:r>
            <a:endParaRPr lang="zh-CN" altLang="en-US"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noProof="0" dirty="0">
                <a:latin typeface="Times New Roman" panose="02020603050405020304" charset="0"/>
                <a:cs typeface="Times New Roman" panose="02020603050405020304" charset="0"/>
                <a:sym typeface="+mn-ea"/>
              </a:rPr>
              <a:t> </a:t>
            </a:r>
            <a:r>
              <a:rPr lang="en-US" altLang="zh-CN" sz="2000" noProof="0" dirty="0">
                <a:latin typeface="Times New Roman" panose="02020603050405020304" charset="0"/>
                <a:cs typeface="Times New Roman" panose="02020603050405020304" charset="0"/>
                <a:sym typeface="+mn-ea"/>
              </a:rPr>
              <a:t>     </a:t>
            </a:r>
            <a:r>
              <a:rPr lang="en-US" altLang="en-US" sz="2000" noProof="0" dirty="0">
                <a:latin typeface="Times New Roman" panose="02020603050405020304" charset="0"/>
                <a:cs typeface="Times New Roman" panose="02020603050405020304" charset="0"/>
                <a:sym typeface="+mn-ea"/>
              </a:rPr>
              <a:t>Когда я шёл в университет, я неожиданно встретил своего старого друга.</a:t>
            </a:r>
            <a:endParaRPr lang="en-US" altLang="en-US"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zh-CN" altLang="en-US" sz="2000" noProof="0" dirty="0">
                <a:latin typeface="Times New Roman" panose="02020603050405020304" charset="0"/>
                <a:cs typeface="Times New Roman" panose="02020603050405020304" charset="0"/>
                <a:sym typeface="+mn-ea"/>
              </a:rPr>
              <a:t>— </a:t>
            </a:r>
            <a:r>
              <a:rPr lang="en-US" altLang="en-US" sz="2000" noProof="0" dirty="0">
                <a:latin typeface="Times New Roman" panose="02020603050405020304" charset="0"/>
                <a:cs typeface="Times New Roman" panose="02020603050405020304" charset="0"/>
                <a:sym typeface="+mn-ea"/>
              </a:rPr>
              <a:t>Когда ты купил эту книжку? — Когда ехал в школу.</a:t>
            </a:r>
            <a:endParaRPr lang="en-US" altLang="en-US"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noProof="0" dirty="0">
                <a:latin typeface="Times New Roman" panose="02020603050405020304" charset="0"/>
                <a:cs typeface="Times New Roman" panose="02020603050405020304" charset="0"/>
                <a:sym typeface="+mn-ea"/>
              </a:rPr>
              <a:t>② 定向运动动词过去时在句中表示朝一个方向进行的一次运动，用于简单句中，说话者强调行为发生的各种情况，如延续的时间、乘什么交通工具、与谁同行等。</a:t>
            </a:r>
            <a:endParaRPr lang="zh-CN" altLang="en-US"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noProof="0" dirty="0">
                <a:latin typeface="Times New Roman" panose="02020603050405020304" charset="0"/>
                <a:cs typeface="Times New Roman" panose="02020603050405020304" charset="0"/>
                <a:sym typeface="+mn-ea"/>
              </a:rPr>
              <a:t> </a:t>
            </a:r>
            <a:r>
              <a:rPr lang="en-US" altLang="zh-CN" sz="2000" noProof="0" dirty="0">
                <a:latin typeface="Times New Roman" panose="02020603050405020304" charset="0"/>
                <a:cs typeface="Times New Roman" panose="02020603050405020304" charset="0"/>
                <a:sym typeface="+mn-ea"/>
              </a:rPr>
              <a:t>     </a:t>
            </a:r>
            <a:r>
              <a:rPr lang="zh-CN" altLang="en-US" sz="2000" noProof="0" dirty="0">
                <a:latin typeface="Times New Roman" panose="02020603050405020304" charset="0"/>
                <a:cs typeface="Times New Roman" panose="02020603050405020304" charset="0"/>
                <a:sym typeface="+mn-ea"/>
              </a:rPr>
              <a:t>例如: </a:t>
            </a:r>
            <a:r>
              <a:rPr lang="en-US" altLang="en-US" sz="2000" noProof="0" dirty="0">
                <a:latin typeface="Times New Roman" panose="02020603050405020304" charset="0"/>
                <a:cs typeface="Times New Roman" panose="02020603050405020304" charset="0"/>
                <a:sym typeface="+mn-ea"/>
              </a:rPr>
              <a:t>От Белорусского вокзала до института я ехал минут тридцать: сначала на метро, потом на автобусе.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Tree>
    <p:custDataLst>
      <p:tags r:id="rId1"/>
    </p:custData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100" y="231775"/>
            <a:ext cx="12079605" cy="647255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一、不带前缀的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zh-CN" sz="2000" b="1" noProof="0" dirty="0">
                <a:latin typeface="Times New Roman" panose="02020603050405020304" charset="0"/>
                <a:cs typeface="Times New Roman" panose="02020603050405020304" charset="0"/>
                <a:sym typeface="+mn-ea"/>
              </a:rPr>
              <a:t>2. </a:t>
            </a:r>
            <a:r>
              <a:rPr lang="zh-CN" altLang="en-US" sz="2000" b="1" noProof="0" dirty="0">
                <a:latin typeface="Times New Roman" panose="02020603050405020304" charset="0"/>
                <a:cs typeface="Times New Roman" panose="02020603050405020304" charset="0"/>
                <a:sym typeface="+mn-ea"/>
              </a:rPr>
              <a:t>不定向运动动词</a:t>
            </a:r>
            <a:endParaRPr lang="zh-CN" altLang="en-US" sz="2000" b="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en-US" sz="2000" noProof="0" dirty="0">
                <a:latin typeface="Times New Roman" panose="02020603050405020304" charset="0"/>
                <a:cs typeface="Times New Roman" panose="02020603050405020304" charset="0"/>
                <a:sym typeface="+mn-ea"/>
              </a:rPr>
              <a:t>（过去时）一次往返的运动。强调经历，可以和</a:t>
            </a:r>
            <a:r>
              <a:rPr lang="ru-RU" altLang="zh-CN" sz="2000" noProof="0" dirty="0">
                <a:latin typeface="Times New Roman" panose="02020603050405020304" charset="0"/>
                <a:cs typeface="Times New Roman" panose="02020603050405020304" charset="0"/>
                <a:sym typeface="+mn-ea"/>
              </a:rPr>
              <a:t>быть где </a:t>
            </a:r>
            <a:r>
              <a:rPr lang="zh-CN" altLang="ru-RU" sz="2000" noProof="0" dirty="0">
                <a:latin typeface="Times New Roman" panose="02020603050405020304" charset="0"/>
                <a:cs typeface="Times New Roman" panose="02020603050405020304" charset="0"/>
                <a:sym typeface="+mn-ea"/>
              </a:rPr>
              <a:t>替换</a:t>
            </a:r>
            <a:endParaRPr lang="zh-CN" altLang="ru-RU" sz="2000" noProof="0" dirty="0">
              <a:latin typeface="Times New Roman" panose="02020603050405020304" charset="0"/>
              <a:cs typeface="Times New Roman" panose="02020603050405020304" charset="0"/>
              <a:sym typeface="+mn-ea"/>
            </a:endParaRPr>
          </a:p>
          <a:p>
            <a:pPr indent="0" fontAlgn="auto">
              <a:lnSpc>
                <a:spcPct val="150000"/>
              </a:lnSpc>
              <a:buFont typeface="+mj-ea"/>
              <a:buNone/>
            </a:pPr>
            <a:r>
              <a:rPr lang="ru-RU" altLang="zh-CN" sz="2000" noProof="0" dirty="0">
                <a:latin typeface="Times New Roman" panose="02020603050405020304" charset="0"/>
                <a:cs typeface="Times New Roman" panose="02020603050405020304" charset="0"/>
                <a:sym typeface="+mn-ea"/>
              </a:rPr>
              <a:t>         </a:t>
            </a:r>
            <a:r>
              <a:rPr lang="ru-RU" altLang="zh-CN" sz="2000" i="1" noProof="0" dirty="0">
                <a:latin typeface="Times New Roman" panose="02020603050405020304" charset="0"/>
                <a:cs typeface="Times New Roman" panose="02020603050405020304" charset="0"/>
                <a:sym typeface="+mn-ea"/>
              </a:rPr>
              <a:t>Вчера друзья ходили на концерт.</a:t>
            </a:r>
            <a:endParaRPr lang="ru-RU" altLang="zh-CN" sz="2000" i="1" noProof="0" dirty="0">
              <a:latin typeface="Times New Roman" panose="02020603050405020304" charset="0"/>
              <a:cs typeface="Times New Roman" panose="02020603050405020304" charset="0"/>
              <a:sym typeface="+mn-ea"/>
            </a:endParaRPr>
          </a:p>
          <a:p>
            <a:pPr indent="0" fontAlgn="auto">
              <a:lnSpc>
                <a:spcPct val="150000"/>
              </a:lnSpc>
              <a:buFont typeface="+mj-ea"/>
              <a:buNone/>
            </a:pPr>
            <a:r>
              <a:rPr lang="ru-RU" altLang="zh-CN" sz="2000" i="1" noProof="0" dirty="0">
                <a:latin typeface="Times New Roman" panose="02020603050405020304" charset="0"/>
                <a:cs typeface="Times New Roman" panose="02020603050405020304" charset="0"/>
                <a:sym typeface="+mn-ea"/>
              </a:rPr>
              <a:t>         Летом Олег ездил на море.</a:t>
            </a:r>
            <a:endParaRPr lang="en-US" altLang="zh-CN" sz="2000"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en-US" sz="2000" noProof="0" dirty="0">
                <a:latin typeface="Times New Roman" panose="02020603050405020304" charset="0"/>
                <a:cs typeface="Times New Roman" panose="02020603050405020304" charset="0"/>
                <a:sym typeface="+mn-ea"/>
              </a:rPr>
              <a:t>（现在时</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过去时）多次往返的运动</a:t>
            </a:r>
            <a:r>
              <a:rPr lang="zh-CN" altLang="en-US" sz="2000" noProof="0" dirty="0">
                <a:latin typeface="Times New Roman" panose="02020603050405020304" charset="0"/>
                <a:cs typeface="Times New Roman" panose="02020603050405020304" charset="0"/>
                <a:sym typeface="+mn-ea"/>
              </a:rPr>
              <a:t>⛷️</a:t>
            </a:r>
            <a:endParaRPr lang="zh-CN" altLang="en-US" sz="2000" noProof="0" dirty="0">
              <a:latin typeface="Times New Roman" panose="02020603050405020304" charset="0"/>
              <a:cs typeface="Times New Roman" panose="02020603050405020304" charset="0"/>
              <a:sym typeface="+mn-ea"/>
            </a:endParaRPr>
          </a:p>
          <a:p>
            <a:pPr indent="0" fontAlgn="auto">
              <a:lnSpc>
                <a:spcPct val="150000"/>
              </a:lnSpc>
              <a:buFont typeface="+mj-ea"/>
              <a:buNone/>
            </a:pPr>
            <a:r>
              <a:rPr lang="ru-RU" altLang="zh-CN" sz="2000" noProof="0" dirty="0">
                <a:latin typeface="Times New Roman" panose="02020603050405020304" charset="0"/>
                <a:cs typeface="Times New Roman" panose="02020603050405020304" charset="0"/>
                <a:sym typeface="+mn-ea"/>
              </a:rPr>
              <a:t>          </a:t>
            </a:r>
            <a:r>
              <a:rPr lang="ru-RU" altLang="zh-CN" sz="2000" i="1" noProof="0" dirty="0">
                <a:latin typeface="Times New Roman" panose="02020603050405020304" charset="0"/>
                <a:cs typeface="Times New Roman" panose="02020603050405020304" charset="0"/>
                <a:sym typeface="+mn-ea"/>
              </a:rPr>
              <a:t>Каждую субботу друзья ездят/ездили за город.</a:t>
            </a:r>
            <a:endParaRPr lang="ru-RU" altLang="zh-CN" sz="2000"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ru-RU" sz="2000" noProof="0" dirty="0">
                <a:latin typeface="Times New Roman" panose="02020603050405020304" charset="0"/>
                <a:cs typeface="Times New Roman" panose="02020603050405020304" charset="0"/>
                <a:sym typeface="+mn-ea"/>
              </a:rPr>
              <a:t>不定向的，没有一定方向的运动。</a:t>
            </a:r>
            <a:endParaRPr lang="zh-CN" altLang="ru-RU" sz="2000" noProof="0" dirty="0">
              <a:latin typeface="Times New Roman" panose="02020603050405020304" charset="0"/>
              <a:cs typeface="Times New Roman" panose="02020603050405020304" charset="0"/>
              <a:sym typeface="+mn-ea"/>
            </a:endParaRPr>
          </a:p>
          <a:p>
            <a:pPr indent="0" fontAlgn="auto">
              <a:lnSpc>
                <a:spcPct val="150000"/>
              </a:lnSpc>
              <a:buFont typeface="+mj-ea"/>
              <a:buNone/>
            </a:pPr>
            <a:r>
              <a:rPr lang="en-US" altLang="ru-RU" sz="2000" noProof="0" dirty="0">
                <a:latin typeface="Times New Roman" panose="02020603050405020304" charset="0"/>
                <a:cs typeface="Times New Roman" panose="02020603050405020304" charset="0"/>
                <a:sym typeface="+mn-ea"/>
              </a:rPr>
              <a:t>           </a:t>
            </a:r>
            <a:r>
              <a:rPr lang="ru-RU" altLang="zh-CN" sz="2000" i="1" noProof="0" dirty="0">
                <a:latin typeface="Times New Roman" panose="02020603050405020304" charset="0"/>
                <a:cs typeface="Times New Roman" panose="02020603050405020304" charset="0"/>
                <a:sym typeface="+mn-ea"/>
              </a:rPr>
              <a:t>Дети бегают/бегали по парку.</a:t>
            </a:r>
            <a:endParaRPr lang="ru-RU" altLang="zh-CN" sz="2000"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ru-RU" sz="2000" noProof="0" dirty="0">
                <a:latin typeface="Times New Roman" panose="02020603050405020304" charset="0"/>
                <a:cs typeface="Times New Roman" panose="02020603050405020304" charset="0"/>
                <a:sym typeface="+mn-ea"/>
              </a:rPr>
              <a:t>泛指人的能力，爱好及动物的本能，不指具体的运动，常与</a:t>
            </a:r>
            <a:r>
              <a:rPr lang="ru-RU" altLang="zh-CN" sz="2000" noProof="0" dirty="0">
                <a:latin typeface="Times New Roman" panose="02020603050405020304" charset="0"/>
                <a:cs typeface="Times New Roman" panose="02020603050405020304" charset="0"/>
                <a:sym typeface="+mn-ea"/>
              </a:rPr>
              <a:t>любить, нравиться, научиться, уметь, обожать</a:t>
            </a:r>
            <a:r>
              <a:rPr lang="zh-CN" altLang="ru-RU" sz="2000" noProof="0" dirty="0">
                <a:latin typeface="Times New Roman" panose="02020603050405020304" charset="0"/>
                <a:cs typeface="Times New Roman" panose="02020603050405020304" charset="0"/>
                <a:sym typeface="+mn-ea"/>
              </a:rPr>
              <a:t>连用</a:t>
            </a:r>
            <a:r>
              <a:rPr lang="en-US" altLang="zh-CN" sz="2000" noProof="0" dirty="0">
                <a:latin typeface="Times New Roman" panose="02020603050405020304" charset="0"/>
                <a:cs typeface="Times New Roman" panose="02020603050405020304" charset="0"/>
                <a:sym typeface="+mn-ea"/>
              </a:rPr>
              <a:t>  </a:t>
            </a:r>
            <a:endParaRPr lang="en-US" altLang="zh-CN"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zh-CN" sz="2000" noProof="0" dirty="0">
                <a:latin typeface="Times New Roman" panose="02020603050405020304" charset="0"/>
                <a:cs typeface="Times New Roman" panose="02020603050405020304" charset="0"/>
                <a:sym typeface="+mn-ea"/>
              </a:rPr>
              <a:t>           </a:t>
            </a:r>
            <a:r>
              <a:rPr lang="ru-RU" altLang="zh-CN" sz="2000" noProof="0" dirty="0">
                <a:latin typeface="Times New Roman" panose="02020603050405020304" charset="0"/>
                <a:cs typeface="Times New Roman" panose="02020603050405020304" charset="0"/>
                <a:sym typeface="+mn-ea"/>
              </a:rPr>
              <a:t>Птицы летают.</a:t>
            </a:r>
            <a:endParaRPr lang="ru-RU" altLang="zh-CN"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ru-RU" altLang="zh-CN" sz="2000" noProof="0" dirty="0">
                <a:latin typeface="Times New Roman" panose="02020603050405020304" charset="0"/>
                <a:cs typeface="Times New Roman" panose="02020603050405020304" charset="0"/>
                <a:sym typeface="+mn-ea"/>
              </a:rPr>
              <a:t> </a:t>
            </a:r>
            <a:r>
              <a:rPr lang="en-US" altLang="ru-RU" sz="2000" noProof="0" dirty="0">
                <a:latin typeface="Times New Roman" panose="02020603050405020304" charset="0"/>
                <a:cs typeface="Times New Roman" panose="02020603050405020304" charset="0"/>
                <a:sym typeface="+mn-ea"/>
              </a:rPr>
              <a:t>          </a:t>
            </a:r>
            <a:r>
              <a:rPr lang="ru-RU" altLang="zh-CN" sz="2000" noProof="0" dirty="0">
                <a:latin typeface="Times New Roman" panose="02020603050405020304" charset="0"/>
                <a:cs typeface="Times New Roman" panose="02020603050405020304" charset="0"/>
                <a:sym typeface="+mn-ea"/>
              </a:rPr>
              <a:t>Ребёнок уже ходит.</a:t>
            </a:r>
            <a:endParaRPr lang="zh-CN" altLang="ru-RU"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           </a:t>
            </a:r>
            <a:r>
              <a:rPr lang="ru-RU" altLang="zh-CN" sz="2000" i="1" noProof="0" dirty="0">
                <a:latin typeface="Times New Roman" panose="02020603050405020304" charset="0"/>
                <a:cs typeface="Times New Roman" panose="02020603050405020304" charset="0"/>
                <a:sym typeface="+mn-ea"/>
              </a:rPr>
              <a:t>Антон любит ходить пешком и ездить на машине. </a:t>
            </a:r>
            <a:endParaRPr lang="ru-RU" altLang="zh-CN" sz="2000" i="1" noProof="0" dirty="0">
              <a:latin typeface="Times New Roman" panose="02020603050405020304" charset="0"/>
              <a:cs typeface="Times New Roman" panose="02020603050405020304" charset="0"/>
              <a:sym typeface="+mn-ea"/>
            </a:endParaRPr>
          </a:p>
        </p:txBody>
      </p:sp>
    </p:spTree>
    <p:custDataLst>
      <p:tags r:id="rId1"/>
    </p:custData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100" y="231775"/>
            <a:ext cx="12079605" cy="647255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一、不带前缀的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zh-CN" sz="2000" b="1" noProof="0" dirty="0">
                <a:latin typeface="Times New Roman" panose="02020603050405020304" charset="0"/>
                <a:cs typeface="Times New Roman" panose="02020603050405020304" charset="0"/>
                <a:sym typeface="+mn-ea"/>
              </a:rPr>
              <a:t>3.  </a:t>
            </a:r>
            <a:r>
              <a:rPr lang="zh-CN" altLang="en-US" sz="2000" b="1" noProof="0" dirty="0">
                <a:latin typeface="Times New Roman" panose="02020603050405020304" charset="0"/>
                <a:cs typeface="Times New Roman" panose="02020603050405020304" charset="0"/>
                <a:sym typeface="+mn-ea"/>
              </a:rPr>
              <a:t>定向和不定向运动动词的</a:t>
            </a:r>
            <a:r>
              <a:rPr lang="zh-CN" altLang="en-US" sz="2000" b="1" noProof="0" dirty="0">
                <a:latin typeface="Times New Roman" panose="02020603050405020304" charset="0"/>
                <a:cs typeface="Times New Roman" panose="02020603050405020304" charset="0"/>
                <a:sym typeface="+mn-ea"/>
              </a:rPr>
              <a:t>转义</a:t>
            </a:r>
            <a:endParaRPr lang="zh-CN" altLang="en-US" sz="2000" b="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r>
              <a:rPr lang="zh-CN" altLang="en-US" sz="2000" noProof="0" dirty="0">
                <a:latin typeface="Times New Roman" panose="02020603050405020304" charset="0"/>
                <a:cs typeface="Times New Roman" panose="02020603050405020304" charset="0"/>
                <a:sym typeface="+mn-ea"/>
              </a:rPr>
              <a:t>当运动动词用于转义时，则只用一种形式，而无定向不定向的区别，经常用于一些固定搭配。</a:t>
            </a:r>
            <a:endParaRPr lang="zh-CN" altLang="en-US" sz="2000"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i="1" noProof="0" dirty="0">
                <a:latin typeface="Times New Roman" panose="02020603050405020304" charset="0"/>
                <a:cs typeface="Times New Roman" panose="02020603050405020304" charset="0"/>
                <a:sym typeface="+mn-ea"/>
              </a:rPr>
              <a:t>例如:</a:t>
            </a:r>
            <a:r>
              <a:rPr lang="en-US" altLang="zh-CN" sz="2000" i="1" noProof="0" dirty="0">
                <a:latin typeface="Times New Roman" panose="02020603050405020304" charset="0"/>
                <a:cs typeface="Times New Roman" panose="02020603050405020304" charset="0"/>
                <a:sym typeface="+mn-ea"/>
              </a:rPr>
              <a:t> </a:t>
            </a:r>
            <a:r>
              <a:rPr lang="en-US" altLang="en-US" sz="2000" i="1" noProof="0" dirty="0">
                <a:latin typeface="Times New Roman" panose="02020603050405020304" charset="0"/>
                <a:cs typeface="Times New Roman" panose="02020603050405020304" charset="0"/>
                <a:sym typeface="+mn-ea"/>
              </a:rPr>
              <a:t>Идёт снег.</a:t>
            </a:r>
            <a:endParaRPr lang="zh-CN"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i="1" noProof="0" dirty="0">
                <a:latin typeface="Times New Roman" panose="02020603050405020304" charset="0"/>
                <a:cs typeface="Times New Roman" panose="02020603050405020304" charset="0"/>
                <a:sym typeface="+mn-ea"/>
              </a:rPr>
              <a:t> </a:t>
            </a:r>
            <a:r>
              <a:rPr lang="en-US" altLang="zh-CN" sz="2000" i="1" noProof="0" dirty="0">
                <a:latin typeface="Times New Roman" panose="02020603050405020304" charset="0"/>
                <a:cs typeface="Times New Roman" panose="02020603050405020304" charset="0"/>
                <a:sym typeface="+mn-ea"/>
              </a:rPr>
              <a:t>         </a:t>
            </a:r>
            <a:r>
              <a:rPr lang="en-US" altLang="en-US" sz="2000" i="1" noProof="0" dirty="0">
                <a:latin typeface="Times New Roman" panose="02020603050405020304" charset="0"/>
                <a:cs typeface="Times New Roman" panose="02020603050405020304" charset="0"/>
                <a:sym typeface="+mn-ea"/>
              </a:rPr>
              <a:t>Мои часы идут правильно.</a:t>
            </a:r>
            <a:endParaRPr lang="en-US"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en-US" sz="2000" i="1" noProof="0" dirty="0">
                <a:latin typeface="Times New Roman" panose="02020603050405020304" charset="0"/>
                <a:cs typeface="Times New Roman" panose="02020603050405020304" charset="0"/>
                <a:sym typeface="+mn-ea"/>
              </a:rPr>
              <a:t>          Идёт урок</a:t>
            </a:r>
            <a:r>
              <a:rPr lang="ru-RU" altLang="en-US" sz="2000" i="1" noProof="0" dirty="0">
                <a:latin typeface="Times New Roman" panose="02020603050405020304" charset="0"/>
                <a:cs typeface="Times New Roman" panose="02020603050405020304" charset="0"/>
                <a:sym typeface="+mn-ea"/>
              </a:rPr>
              <a:t>.</a:t>
            </a:r>
            <a:endParaRPr lang="zh-CN"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zh-CN" altLang="en-US" sz="2000" i="1" noProof="0" dirty="0">
                <a:latin typeface="Times New Roman" panose="02020603050405020304" charset="0"/>
                <a:cs typeface="Times New Roman" panose="02020603050405020304" charset="0"/>
                <a:sym typeface="+mn-ea"/>
              </a:rPr>
              <a:t> </a:t>
            </a:r>
            <a:r>
              <a:rPr lang="en-US" altLang="zh-CN" sz="2000" i="1" noProof="0" dirty="0">
                <a:latin typeface="Times New Roman" panose="02020603050405020304" charset="0"/>
                <a:cs typeface="Times New Roman" panose="02020603050405020304" charset="0"/>
                <a:sym typeface="+mn-ea"/>
              </a:rPr>
              <a:t>         </a:t>
            </a:r>
            <a:r>
              <a:rPr lang="en-US" altLang="en-US" sz="2000" i="1" noProof="0" dirty="0">
                <a:latin typeface="Times New Roman" panose="02020603050405020304" charset="0"/>
                <a:cs typeface="Times New Roman" panose="02020603050405020304" charset="0"/>
                <a:sym typeface="+mn-ea"/>
              </a:rPr>
              <a:t>У нас идёт новый фильм.</a:t>
            </a:r>
            <a:endParaRPr lang="zh-CN"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zh-CN" sz="2000" i="1" noProof="0" dirty="0">
                <a:latin typeface="Times New Roman" panose="02020603050405020304" charset="0"/>
                <a:cs typeface="Times New Roman" panose="02020603050405020304" charset="0"/>
                <a:sym typeface="+mn-ea"/>
              </a:rPr>
              <a:t>          </a:t>
            </a:r>
            <a:r>
              <a:rPr lang="ru-RU" altLang="en-US" sz="2000" i="1" noProof="0" dirty="0">
                <a:latin typeface="Times New Roman" panose="02020603050405020304" charset="0"/>
                <a:cs typeface="Times New Roman" panose="02020603050405020304" charset="0"/>
                <a:sym typeface="+mn-ea"/>
              </a:rPr>
              <a:t>Новая причёска тебе идёт.</a:t>
            </a:r>
            <a:endParaRPr lang="ru-RU"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ru-RU" altLang="en-US" sz="2000" i="1" noProof="0" dirty="0">
                <a:latin typeface="Times New Roman" panose="02020603050405020304" charset="0"/>
                <a:cs typeface="Times New Roman" panose="02020603050405020304" charset="0"/>
                <a:sym typeface="+mn-ea"/>
              </a:rPr>
              <a:t>          Ему повезло!</a:t>
            </a:r>
            <a:endParaRPr lang="ru-RU"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ru-RU" altLang="en-US" sz="2000" i="1" noProof="0" dirty="0">
                <a:latin typeface="Times New Roman" panose="02020603050405020304" charset="0"/>
                <a:cs typeface="Times New Roman" panose="02020603050405020304" charset="0"/>
                <a:sym typeface="+mn-ea"/>
              </a:rPr>
              <a:t>          Он ведёт себя хорошо.</a:t>
            </a:r>
            <a:endParaRPr lang="ru-RU"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ru-RU" altLang="en-US" sz="2000" i="1" noProof="0" dirty="0">
                <a:latin typeface="Times New Roman" panose="02020603050405020304" charset="0"/>
                <a:cs typeface="Times New Roman" panose="02020603050405020304" charset="0"/>
                <a:sym typeface="+mn-ea"/>
              </a:rPr>
              <a:t>          Отец хорошо и спокойно водит машину.</a:t>
            </a:r>
            <a:endParaRPr lang="ru-RU"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ru-RU" altLang="en-US" sz="2000" i="1" noProof="0" dirty="0">
                <a:latin typeface="Times New Roman" panose="02020603050405020304" charset="0"/>
                <a:cs typeface="Times New Roman" panose="02020603050405020304" charset="0"/>
                <a:sym typeface="+mn-ea"/>
              </a:rPr>
              <a:t>          Московский университет носит имя М.В. Ломоносова. </a:t>
            </a:r>
            <a:endParaRPr lang="ru-RU" altLang="en-US" sz="2000" i="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ru-RU" altLang="en-US" sz="2000" i="1" noProof="0" dirty="0">
                <a:latin typeface="Times New Roman" panose="02020603050405020304" charset="0"/>
                <a:cs typeface="Times New Roman" panose="02020603050405020304" charset="0"/>
                <a:sym typeface="+mn-ea"/>
              </a:rPr>
              <a:t>          Он всегда носит тёмные очки.</a:t>
            </a:r>
            <a:endParaRPr lang="ru-RU" altLang="en-US" sz="2000" i="1" noProof="0" dirty="0">
              <a:latin typeface="Times New Roman" panose="02020603050405020304" charset="0"/>
              <a:cs typeface="Times New Roman" panose="02020603050405020304" charset="0"/>
              <a:sym typeface="+mn-ea"/>
            </a:endParaRPr>
          </a:p>
        </p:txBody>
      </p:sp>
    </p:spTree>
    <p:custDataLst>
      <p:tags r:id="rId1"/>
    </p:custData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nvPicPr>
        <p:blipFill>
          <a:blip r:embed="rId1"/>
          <a:stretch>
            <a:fillRect/>
          </a:stretch>
        </p:blipFill>
        <p:spPr>
          <a:xfrm>
            <a:off x="1017270" y="2695575"/>
            <a:ext cx="1443355" cy="2209165"/>
          </a:xfrm>
          <a:prstGeom prst="rect">
            <a:avLst/>
          </a:prstGeom>
        </p:spPr>
      </p:pic>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100" y="693420"/>
            <a:ext cx="12079605" cy="647255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1.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定向运动动词构成完成体</a:t>
            </a:r>
            <a:endParaRPr lang="zh-CN" altLang="en-US" sz="2000" noProof="0" dirty="0">
              <a:latin typeface="Times New Roman" panose="02020603050405020304" charset="0"/>
              <a:cs typeface="Times New Roman" panose="02020603050405020304" charset="0"/>
              <a:sym typeface="+mn-ea"/>
            </a:endParaRPr>
          </a:p>
        </p:txBody>
      </p:sp>
      <p:graphicFrame>
        <p:nvGraphicFramePr>
          <p:cNvPr id="8" name="表格 7"/>
          <p:cNvGraphicFramePr>
            <a:graphicFrameLocks noGrp="1"/>
          </p:cNvGraphicFramePr>
          <p:nvPr>
            <p:custDataLst>
              <p:tags r:id="rId2"/>
            </p:custDataLst>
          </p:nvPr>
        </p:nvGraphicFramePr>
        <p:xfrm>
          <a:off x="855345" y="1953260"/>
          <a:ext cx="10102215" cy="2951480"/>
        </p:xfrm>
        <a:graphic>
          <a:graphicData uri="http://schemas.openxmlformats.org/drawingml/2006/table">
            <a:tbl>
              <a:tblPr firstRow="1" bandRow="1">
                <a:tableStyleId>{BC89EF96-8CEA-46FF-86C4-4CE0E7609802}</a:tableStyleId>
              </a:tblPr>
              <a:tblGrid>
                <a:gridCol w="1647190"/>
                <a:gridCol w="1475740"/>
                <a:gridCol w="2208530"/>
                <a:gridCol w="1294130"/>
                <a:gridCol w="3476625"/>
              </a:tblGrid>
              <a:tr h="737870">
                <a:tc>
                  <a:txBody>
                    <a:bodyPr/>
                    <a:lstStyle/>
                    <a:p>
                      <a:pPr algn="ctr">
                        <a:buNone/>
                      </a:pPr>
                      <a:r>
                        <a:rPr lang="ru-RU" sz="2000" b="1" noProof="0" dirty="0">
                          <a:latin typeface="Times New Roman" panose="02020603050405020304" charset="0"/>
                          <a:cs typeface="Times New Roman" panose="02020603050405020304" charset="0"/>
                        </a:rPr>
                        <a:t>Схемы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Приставки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Глаголы I группы (СВ)</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Предлоги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Примеры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37870">
                <a:tc>
                  <a:txBody>
                    <a:bodyPr/>
                    <a:lstStyle/>
                    <a:p>
                      <a:pPr algn="ctr"/>
                      <a:endParaRPr lang="ru-RU" sz="2000" b="1" noProof="0" dirty="0">
                        <a:latin typeface="Times New Roman" panose="02020603050405020304" charset="0"/>
                        <a:cs typeface="Times New Roman" panose="02020603050405020304" charset="0"/>
                      </a:endParaRPr>
                    </a:p>
                  </a:txBody>
                  <a:tcP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noFill/>
                  </a:tcPr>
                </a:tc>
                <a:tc>
                  <a:txBody>
                    <a:bodyPr/>
                    <a:lstStyle/>
                    <a:p>
                      <a:pPr algn="ctr"/>
                      <a:r>
                        <a:rPr lang="ru-RU" sz="2000" b="1" noProof="0" dirty="0">
                          <a:latin typeface="Times New Roman" panose="02020603050405020304" charset="0"/>
                          <a:cs typeface="Times New Roman" panose="02020603050405020304" charset="0"/>
                        </a:rPr>
                        <a:t>в- (во-)</a:t>
                      </a:r>
                      <a:endParaRPr lang="ru-RU" sz="2000" b="1" noProof="0" dirty="0">
                        <a:latin typeface="Times New Roman" panose="02020603050405020304" charset="0"/>
                        <a:cs typeface="Times New Roman" panose="02020603050405020304" charset="0"/>
                      </a:endParaRPr>
                    </a:p>
                  </a:txBody>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r>
                        <a:rPr lang="ru-RU" sz="2000" b="1" noProof="0" dirty="0">
                          <a:latin typeface="Times New Roman" panose="02020603050405020304" charset="0"/>
                          <a:cs typeface="Times New Roman" panose="02020603050405020304" charset="0"/>
                        </a:rPr>
                        <a:t>войти / въехать</a:t>
                      </a:r>
                      <a:endParaRPr lang="ru-RU" sz="2000" b="1" noProof="0" dirty="0">
                        <a:latin typeface="Times New Roman" panose="02020603050405020304" charset="0"/>
                        <a:cs typeface="Times New Roman" panose="02020603050405020304" charset="0"/>
                      </a:endParaRPr>
                    </a:p>
                  </a:txBody>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rowSpan="3">
                  <a:txBody>
                    <a:bodyPr/>
                    <a:lstStyle/>
                    <a:p>
                      <a:pPr algn="ctr">
                        <a:lnSpc>
                          <a:spcPct val="100000"/>
                        </a:lnSpc>
                        <a:buNone/>
                      </a:pPr>
                      <a:r>
                        <a:rPr lang="ru-RU" sz="2000" b="1" noProof="0" dirty="0">
                          <a:latin typeface="Times New Roman" panose="02020603050405020304" charset="0"/>
                          <a:cs typeface="Times New Roman" panose="02020603050405020304" charset="0"/>
                        </a:rPr>
                        <a:t>в</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на</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из</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с</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к</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за</a:t>
                      </a:r>
                      <a:endParaRPr lang="ru-RU" sz="2000" b="1" noProof="0" dirty="0">
                        <a:latin typeface="Times New Roman" panose="02020603050405020304" charset="0"/>
                        <a:cs typeface="Times New Roman" panose="02020603050405020304" charset="0"/>
                      </a:endParaRPr>
                    </a:p>
                  </a:txBody>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r>
                        <a:rPr lang="ru-RU" sz="2000" b="1" noProof="0" dirty="0">
                          <a:latin typeface="Times New Roman" panose="02020603050405020304" charset="0"/>
                          <a:cs typeface="Times New Roman" panose="02020603050405020304" charset="0"/>
                        </a:rPr>
                        <a:t>вошёл </a:t>
                      </a:r>
                      <a:r>
                        <a:rPr lang="ru-RU" sz="2000" b="1" noProof="0" dirty="0">
                          <a:solidFill>
                            <a:srgbClr val="FF0000"/>
                          </a:solidFill>
                          <a:latin typeface="Times New Roman" panose="02020603050405020304" charset="0"/>
                          <a:cs typeface="Times New Roman" panose="02020603050405020304" charset="0"/>
                        </a:rPr>
                        <a:t>в</a:t>
                      </a:r>
                      <a:r>
                        <a:rPr lang="ru-RU" sz="2000" b="1" noProof="0" dirty="0">
                          <a:latin typeface="Times New Roman" panose="02020603050405020304" charset="0"/>
                          <a:cs typeface="Times New Roman" panose="02020603050405020304" charset="0"/>
                        </a:rPr>
                        <a:t> аудиторию</a:t>
                      </a:r>
                      <a:endParaRPr lang="ru-RU" sz="2000" b="1" noProof="0" dirty="0">
                        <a:latin typeface="Times New Roman" panose="02020603050405020304" charset="0"/>
                        <a:cs typeface="Times New Roman" panose="02020603050405020304" charset="0"/>
                      </a:endParaRPr>
                    </a:p>
                    <a:p>
                      <a:pPr algn="ctr"/>
                      <a:r>
                        <a:rPr lang="ru-RU" sz="2000" b="1" noProof="0" dirty="0">
                          <a:latin typeface="Times New Roman" panose="02020603050405020304" charset="0"/>
                          <a:cs typeface="Times New Roman" panose="02020603050405020304" charset="0"/>
                        </a:rPr>
                        <a:t>въехал </a:t>
                      </a:r>
                      <a:r>
                        <a:rPr lang="ru-RU" sz="2000" b="1" noProof="0" dirty="0">
                          <a:solidFill>
                            <a:srgbClr val="FF0000"/>
                          </a:solidFill>
                          <a:latin typeface="Times New Roman" panose="02020603050405020304" charset="0"/>
                          <a:cs typeface="Times New Roman" panose="02020603050405020304" charset="0"/>
                        </a:rPr>
                        <a:t>в</a:t>
                      </a:r>
                      <a:r>
                        <a:rPr lang="ru-RU" sz="2000" b="1" noProof="0" dirty="0">
                          <a:latin typeface="Times New Roman" panose="02020603050405020304" charset="0"/>
                          <a:cs typeface="Times New Roman" panose="02020603050405020304" charset="0"/>
                        </a:rPr>
                        <a:t> город</a:t>
                      </a:r>
                      <a:endParaRPr lang="ru-RU" sz="2000" b="1" noProof="0" dirty="0">
                        <a:latin typeface="Times New Roman" panose="02020603050405020304" charset="0"/>
                        <a:cs typeface="Times New Roman" panose="02020603050405020304" charset="0"/>
                      </a:endParaRPr>
                    </a:p>
                  </a:txBody>
                  <a:tcP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37870">
                <a:tc>
                  <a:txBody>
                    <a:bodyPr/>
                    <a:lstStyle/>
                    <a:p>
                      <a:pPr algn="ctr"/>
                      <a:endParaRPr lang="ru-RU" sz="2000" b="1" noProof="0" dirty="0">
                        <a:latin typeface="Times New Roman" panose="02020603050405020304" charset="0"/>
                        <a:cs typeface="Times New Roman" panose="02020603050405020304" charset="0"/>
                      </a:endParaRPr>
                    </a:p>
                  </a:txBody>
                  <a:tcP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r>
                        <a:rPr lang="ru-RU" sz="2000" b="1" noProof="0" dirty="0">
                          <a:latin typeface="Times New Roman" panose="02020603050405020304" charset="0"/>
                          <a:cs typeface="Times New Roman" panose="02020603050405020304" charset="0"/>
                        </a:rPr>
                        <a:t>вы-</a:t>
                      </a:r>
                      <a:endParaRPr lang="ru-RU" sz="2000" b="1" noProof="0" dirty="0">
                        <a:latin typeface="Times New Roman" panose="02020603050405020304" charset="0"/>
                        <a:cs typeface="Times New Roman" panose="02020603050405020304" charset="0"/>
                      </a:endParaRPr>
                    </a:p>
                  </a:txBody>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r>
                        <a:rPr lang="ru-RU" sz="2000" b="1" noProof="0" dirty="0">
                          <a:latin typeface="Times New Roman" panose="02020603050405020304" charset="0"/>
                          <a:cs typeface="Times New Roman" panose="02020603050405020304" charset="0"/>
                        </a:rPr>
                        <a:t>выйти /  выехать</a:t>
                      </a:r>
                      <a:endParaRPr lang="ru-RU" sz="2000" b="1" noProof="0" dirty="0">
                        <a:latin typeface="Times New Roman" panose="02020603050405020304" charset="0"/>
                        <a:cs typeface="Times New Roman" panose="02020603050405020304" charset="0"/>
                      </a:endParaRPr>
                    </a:p>
                  </a:txBody>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vMerge="1">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r>
                        <a:rPr lang="ru-RU" sz="2000" b="1" noProof="0" dirty="0">
                          <a:latin typeface="Times New Roman" panose="02020603050405020304" charset="0"/>
                          <a:cs typeface="Times New Roman" panose="02020603050405020304" charset="0"/>
                        </a:rPr>
                        <a:t>вышла </a:t>
                      </a:r>
                      <a:r>
                        <a:rPr lang="ru-RU" sz="2000" b="1" noProof="0" dirty="0">
                          <a:solidFill>
                            <a:srgbClr val="FF0000"/>
                          </a:solidFill>
                          <a:latin typeface="Times New Roman" panose="02020603050405020304" charset="0"/>
                          <a:cs typeface="Times New Roman" panose="02020603050405020304" charset="0"/>
                        </a:rPr>
                        <a:t>из</a:t>
                      </a:r>
                      <a:r>
                        <a:rPr lang="ru-RU" sz="2000" b="1" noProof="0" dirty="0">
                          <a:latin typeface="Times New Roman" panose="02020603050405020304" charset="0"/>
                          <a:cs typeface="Times New Roman" panose="02020603050405020304" charset="0"/>
                        </a:rPr>
                        <a:t> комнаты</a:t>
                      </a:r>
                      <a:endParaRPr lang="ru-RU" sz="2000" b="1" noProof="0" dirty="0">
                        <a:latin typeface="Times New Roman" panose="02020603050405020304" charset="0"/>
                        <a:cs typeface="Times New Roman" panose="02020603050405020304" charset="0"/>
                      </a:endParaRPr>
                    </a:p>
                    <a:p>
                      <a:pPr algn="ctr"/>
                      <a:r>
                        <a:rPr lang="ru-RU" sz="2000" b="1" noProof="0" dirty="0">
                          <a:latin typeface="Times New Roman" panose="02020603050405020304" charset="0"/>
                          <a:cs typeface="Times New Roman" panose="02020603050405020304" charset="0"/>
                        </a:rPr>
                        <a:t>выехали </a:t>
                      </a:r>
                      <a:r>
                        <a:rPr lang="ru-RU" sz="2000" b="1" noProof="0" dirty="0">
                          <a:solidFill>
                            <a:srgbClr val="FF0000"/>
                          </a:solidFill>
                          <a:latin typeface="Times New Roman" panose="02020603050405020304" charset="0"/>
                          <a:cs typeface="Times New Roman" panose="02020603050405020304" charset="0"/>
                        </a:rPr>
                        <a:t>из</a:t>
                      </a:r>
                      <a:r>
                        <a:rPr lang="ru-RU" sz="2000" b="1" noProof="0" dirty="0">
                          <a:latin typeface="Times New Roman" panose="02020603050405020304" charset="0"/>
                          <a:cs typeface="Times New Roman" panose="02020603050405020304" charset="0"/>
                        </a:rPr>
                        <a:t> дома </a:t>
                      </a:r>
                      <a:r>
                        <a:rPr lang="ru-RU" sz="2000" b="1" noProof="0" dirty="0">
                          <a:solidFill>
                            <a:srgbClr val="FF0000"/>
                          </a:solidFill>
                          <a:latin typeface="Times New Roman" panose="02020603050405020304" charset="0"/>
                          <a:cs typeface="Times New Roman" panose="02020603050405020304" charset="0"/>
                        </a:rPr>
                        <a:t>в</a:t>
                      </a:r>
                      <a:r>
                        <a:rPr lang="ru-RU" sz="2000" b="1" noProof="0" dirty="0">
                          <a:latin typeface="Times New Roman" panose="02020603050405020304" charset="0"/>
                          <a:cs typeface="Times New Roman" panose="02020603050405020304" charset="0"/>
                        </a:rPr>
                        <a:t> 9 часов</a:t>
                      </a:r>
                      <a:endParaRPr lang="ru-RU" sz="2000" b="1" noProof="0" dirty="0">
                        <a:latin typeface="Times New Roman" panose="02020603050405020304" charset="0"/>
                        <a:cs typeface="Times New Roman" panose="02020603050405020304" charset="0"/>
                      </a:endParaRPr>
                    </a:p>
                  </a:txBody>
                  <a:tcP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37870">
                <a:tc>
                  <a:txBody>
                    <a:bodyPr/>
                    <a:lstStyle/>
                    <a:p>
                      <a:pPr algn="ctr"/>
                      <a:endParaRPr lang="ru-RU" sz="2000" b="1" noProof="0" dirty="0">
                        <a:latin typeface="Times New Roman" panose="02020603050405020304" charset="0"/>
                        <a:cs typeface="Times New Roman" panose="02020603050405020304" charset="0"/>
                      </a:endParaRPr>
                    </a:p>
                  </a:txBody>
                  <a:tcP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noFill/>
                  </a:tcPr>
                </a:tc>
                <a:tc>
                  <a:txBody>
                    <a:bodyPr/>
                    <a:lstStyle/>
                    <a:p>
                      <a:pPr algn="ctr"/>
                      <a:r>
                        <a:rPr lang="ru-RU" sz="2000" b="1" noProof="0" dirty="0">
                          <a:latin typeface="Times New Roman" panose="02020603050405020304" charset="0"/>
                          <a:cs typeface="Times New Roman" panose="02020603050405020304" charset="0"/>
                        </a:rPr>
                        <a:t>по-</a:t>
                      </a:r>
                      <a:endParaRPr lang="ru-RU" sz="2000" b="1" noProof="0" dirty="0">
                        <a:latin typeface="Times New Roman" panose="02020603050405020304" charset="0"/>
                        <a:cs typeface="Times New Roman" panose="02020603050405020304" charset="0"/>
                      </a:endParaRPr>
                    </a:p>
                  </a:txBody>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r>
                        <a:rPr lang="ru-RU" sz="2000" b="1" noProof="0" dirty="0">
                          <a:latin typeface="Times New Roman" panose="02020603050405020304" charset="0"/>
                          <a:cs typeface="Times New Roman" panose="02020603050405020304" charset="0"/>
                        </a:rPr>
                        <a:t>пойти / поехать</a:t>
                      </a:r>
                      <a:endParaRPr lang="ru-RU" sz="2000" b="1" noProof="0" dirty="0">
                        <a:latin typeface="Times New Roman" panose="02020603050405020304" charset="0"/>
                        <a:cs typeface="Times New Roman" panose="02020603050405020304" charset="0"/>
                      </a:endParaRPr>
                    </a:p>
                  </a:txBody>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vMerge="1">
                  <a:tcPr anchor="ctr" anchorCtr="1">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r>
                        <a:rPr lang="ru-RU" sz="2000" b="1" noProof="0" dirty="0">
                          <a:latin typeface="Times New Roman" panose="02020603050405020304" charset="0"/>
                          <a:cs typeface="Times New Roman" panose="02020603050405020304" charset="0"/>
                        </a:rPr>
                        <a:t>пойду </a:t>
                      </a:r>
                      <a:r>
                        <a:rPr lang="ru-RU" sz="2000" b="1" noProof="0" dirty="0">
                          <a:solidFill>
                            <a:srgbClr val="FF0000"/>
                          </a:solidFill>
                          <a:latin typeface="Times New Roman" panose="02020603050405020304" charset="0"/>
                          <a:cs typeface="Times New Roman" panose="02020603050405020304" charset="0"/>
                        </a:rPr>
                        <a:t>в</a:t>
                      </a:r>
                      <a:r>
                        <a:rPr lang="ru-RU" sz="2000" b="1" noProof="0" dirty="0">
                          <a:latin typeface="Times New Roman" panose="02020603050405020304" charset="0"/>
                          <a:cs typeface="Times New Roman" panose="02020603050405020304" charset="0"/>
                        </a:rPr>
                        <a:t> магазин </a:t>
                      </a:r>
                      <a:r>
                        <a:rPr lang="ru-RU" sz="2000" b="1" noProof="0" dirty="0">
                          <a:solidFill>
                            <a:srgbClr val="FF0000"/>
                          </a:solidFill>
                          <a:latin typeface="Times New Roman" panose="02020603050405020304" charset="0"/>
                          <a:cs typeface="Times New Roman" panose="02020603050405020304" charset="0"/>
                        </a:rPr>
                        <a:t>за</a:t>
                      </a:r>
                      <a:r>
                        <a:rPr lang="ru-RU" sz="2000" b="1" noProof="0" dirty="0">
                          <a:latin typeface="Times New Roman" panose="02020603050405020304" charset="0"/>
                          <a:cs typeface="Times New Roman" panose="02020603050405020304" charset="0"/>
                        </a:rPr>
                        <a:t> хлебом</a:t>
                      </a:r>
                      <a:endParaRPr lang="ru-RU" sz="2000" b="1" noProof="0" dirty="0">
                        <a:latin typeface="Times New Roman" panose="02020603050405020304" charset="0"/>
                        <a:cs typeface="Times New Roman" panose="02020603050405020304" charset="0"/>
                      </a:endParaRPr>
                    </a:p>
                    <a:p>
                      <a:pPr algn="ctr"/>
                      <a:r>
                        <a:rPr lang="ru-RU" sz="2000" b="1" noProof="0" dirty="0">
                          <a:latin typeface="Times New Roman" panose="02020603050405020304" charset="0"/>
                          <a:cs typeface="Times New Roman" panose="02020603050405020304" charset="0"/>
                        </a:rPr>
                        <a:t>поехал </a:t>
                      </a:r>
                      <a:r>
                        <a:rPr lang="ru-RU" sz="2000" b="1" noProof="0" dirty="0">
                          <a:solidFill>
                            <a:srgbClr val="FF0000"/>
                          </a:solidFill>
                          <a:latin typeface="Times New Roman" panose="02020603050405020304" charset="0"/>
                          <a:cs typeface="Times New Roman" panose="02020603050405020304" charset="0"/>
                        </a:rPr>
                        <a:t>за</a:t>
                      </a:r>
                      <a:r>
                        <a:rPr lang="ru-RU" sz="2000" b="1" noProof="0" dirty="0">
                          <a:latin typeface="Times New Roman" panose="02020603050405020304" charset="0"/>
                          <a:cs typeface="Times New Roman" panose="02020603050405020304" charset="0"/>
                        </a:rPr>
                        <a:t> город</a:t>
                      </a:r>
                      <a:endParaRPr lang="ru-RU" sz="2000" b="1" noProof="0" dirty="0">
                        <a:latin typeface="Times New Roman" panose="02020603050405020304" charset="0"/>
                        <a:cs typeface="Times New Roman" panose="02020603050405020304" charset="0"/>
                      </a:endParaRPr>
                    </a:p>
                  </a:txBody>
                  <a:tcP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bl>
          </a:graphicData>
        </a:graphic>
      </p:graphicFrame>
    </p:spTree>
    <p:custDataLst>
      <p:tags r:id="rId3"/>
    </p:custData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2079605" cy="647255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endParaRPr lang="ru-RU" altLang="en-US" sz="2000" i="1" noProof="0" dirty="0">
              <a:latin typeface="Times New Roman" panose="02020603050405020304" charset="0"/>
              <a:cs typeface="Times New Roman" panose="02020603050405020304" charset="0"/>
              <a:sym typeface="+mn-ea"/>
            </a:endParaRPr>
          </a:p>
        </p:txBody>
      </p:sp>
      <p:graphicFrame>
        <p:nvGraphicFramePr>
          <p:cNvPr id="4" name="表格 3"/>
          <p:cNvGraphicFramePr>
            <a:graphicFrameLocks noGrp="1"/>
          </p:cNvGraphicFramePr>
          <p:nvPr>
            <p:custDataLst>
              <p:tags r:id="rId1"/>
            </p:custDataLst>
          </p:nvPr>
        </p:nvGraphicFramePr>
        <p:xfrm>
          <a:off x="997585" y="2316480"/>
          <a:ext cx="10212070" cy="3261360"/>
        </p:xfrm>
        <a:graphic>
          <a:graphicData uri="http://schemas.openxmlformats.org/drawingml/2006/table">
            <a:tbl>
              <a:tblPr firstRow="1" bandRow="1">
                <a:tableStyleId>{BC89EF96-8CEA-46FF-86C4-4CE0E7609802}</a:tableStyleId>
              </a:tblPr>
              <a:tblGrid>
                <a:gridCol w="1424305"/>
                <a:gridCol w="1483995"/>
                <a:gridCol w="1992630"/>
                <a:gridCol w="1373505"/>
                <a:gridCol w="3937635"/>
              </a:tblGrid>
              <a:tr h="701040">
                <a:tc>
                  <a:txBody>
                    <a:bodyPr/>
                    <a:lstStyle/>
                    <a:p>
                      <a:pPr algn="ctr">
                        <a:buNone/>
                      </a:pPr>
                      <a:r>
                        <a:rPr lang="ru-RU" sz="2000" b="1" noProof="0" dirty="0">
                          <a:latin typeface="Times New Roman" panose="02020603050405020304" charset="0"/>
                          <a:cs typeface="Times New Roman" panose="02020603050405020304" charset="0"/>
                        </a:rPr>
                        <a:t>Схемы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Приставки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Глаголы I группы (СВ)</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Предлоги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Примеры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54380">
                <a:tc>
                  <a:txBody>
                    <a:bodyPr/>
                    <a:lstStyle/>
                    <a:p>
                      <a:pPr algn="ct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noFill/>
                  </a:tcPr>
                </a:tc>
                <a:tc>
                  <a:txBody>
                    <a:bodyPr/>
                    <a:lstStyle/>
                    <a:p>
                      <a:pPr algn="ctr"/>
                      <a:r>
                        <a:rPr lang="ru-RU" sz="2000" b="1" noProof="0" dirty="0">
                          <a:latin typeface="Times New Roman" panose="02020603050405020304" charset="0"/>
                          <a:cs typeface="Times New Roman" panose="02020603050405020304" charset="0"/>
                        </a:rPr>
                        <a:t>при-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r>
                        <a:rPr lang="ru-RU" sz="2000" b="1" noProof="0" dirty="0">
                          <a:latin typeface="Times New Roman" panose="02020603050405020304" charset="0"/>
                          <a:cs typeface="Times New Roman" panose="02020603050405020304" charset="0"/>
                        </a:rPr>
                        <a:t>прийти / приехать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rowSpan="3">
                  <a:txBody>
                    <a:bodyPr/>
                    <a:lstStyle/>
                    <a:p>
                      <a:pPr algn="ctr">
                        <a:lnSpc>
                          <a:spcPct val="100000"/>
                        </a:lnSpc>
                        <a:buNone/>
                      </a:pPr>
                      <a:r>
                        <a:rPr lang="ru-RU" sz="2000" b="1" noProof="0" dirty="0">
                          <a:latin typeface="Times New Roman" panose="02020603050405020304" charset="0"/>
                          <a:cs typeface="Times New Roman" panose="02020603050405020304" charset="0"/>
                        </a:rPr>
                        <a:t>в</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на</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из</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с</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к</a:t>
                      </a:r>
                      <a:endParaRPr lang="ru-RU" sz="2000" b="1" noProof="0" dirty="0">
                        <a:latin typeface="Times New Roman" panose="02020603050405020304" charset="0"/>
                        <a:cs typeface="Times New Roman" panose="02020603050405020304" charset="0"/>
                      </a:endParaRPr>
                    </a:p>
                    <a:p>
                      <a:pPr algn="ctr">
                        <a:lnSpc>
                          <a:spcPct val="100000"/>
                        </a:lnSpc>
                        <a:buNone/>
                      </a:pPr>
                      <a:r>
                        <a:rPr lang="ru-RU" sz="2000" b="1" noProof="0" dirty="0">
                          <a:latin typeface="Times New Roman" panose="02020603050405020304" charset="0"/>
                          <a:cs typeface="Times New Roman" panose="02020603050405020304" charset="0"/>
                        </a:rPr>
                        <a:t>за</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пришли </a:t>
                      </a:r>
                      <a:r>
                        <a:rPr lang="ru-RU" sz="2000" b="1" noProof="0" dirty="0">
                          <a:solidFill>
                            <a:srgbClr val="FF0000"/>
                          </a:solidFill>
                          <a:latin typeface="Times New Roman" panose="02020603050405020304" charset="0"/>
                          <a:cs typeface="Times New Roman" panose="02020603050405020304" charset="0"/>
                        </a:rPr>
                        <a:t>в</a:t>
                      </a:r>
                      <a:r>
                        <a:rPr lang="ru-RU" sz="2000" b="1" noProof="0" dirty="0">
                          <a:latin typeface="Times New Roman" panose="02020603050405020304" charset="0"/>
                          <a:cs typeface="Times New Roman" panose="02020603050405020304" charset="0"/>
                        </a:rPr>
                        <a:t> гости </a:t>
                      </a:r>
                      <a:r>
                        <a:rPr lang="ru-RU" sz="2000" b="1" noProof="0" dirty="0">
                          <a:solidFill>
                            <a:srgbClr val="FF0000"/>
                          </a:solidFill>
                          <a:latin typeface="Times New Roman" panose="02020603050405020304" charset="0"/>
                          <a:cs typeface="Times New Roman" panose="02020603050405020304" charset="0"/>
                        </a:rPr>
                        <a:t>к </a:t>
                      </a:r>
                      <a:r>
                        <a:rPr lang="ru-RU" sz="2000" b="1" noProof="0" dirty="0">
                          <a:latin typeface="Times New Roman" panose="02020603050405020304" charset="0"/>
                          <a:cs typeface="Times New Roman" panose="02020603050405020304" charset="0"/>
                        </a:rPr>
                        <a:t>Ире</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приехали </a:t>
                      </a:r>
                      <a:r>
                        <a:rPr lang="ru-RU" sz="2000" b="1" noProof="0" dirty="0">
                          <a:solidFill>
                            <a:srgbClr val="FF0000"/>
                          </a:solidFill>
                          <a:latin typeface="Times New Roman" panose="02020603050405020304" charset="0"/>
                          <a:cs typeface="Times New Roman" panose="02020603050405020304" charset="0"/>
                        </a:rPr>
                        <a:t>из</a:t>
                      </a:r>
                      <a:r>
                        <a:rPr lang="ru-RU" sz="2000" b="1" noProof="0" dirty="0">
                          <a:latin typeface="Times New Roman" panose="02020603050405020304" charset="0"/>
                          <a:cs typeface="Times New Roman" panose="02020603050405020304" charset="0"/>
                        </a:rPr>
                        <a:t> Воронежа </a:t>
                      </a:r>
                      <a:r>
                        <a:rPr lang="ru-RU" sz="2000" b="1" noProof="0" dirty="0">
                          <a:solidFill>
                            <a:srgbClr val="FF0000"/>
                          </a:solidFill>
                          <a:latin typeface="Times New Roman" panose="02020603050405020304" charset="0"/>
                          <a:cs typeface="Times New Roman" panose="02020603050405020304" charset="0"/>
                        </a:rPr>
                        <a:t>на</a:t>
                      </a:r>
                      <a:r>
                        <a:rPr lang="ru-RU" sz="2000" b="1" noProof="0" dirty="0">
                          <a:latin typeface="Times New Roman" panose="02020603050405020304" charset="0"/>
                          <a:cs typeface="Times New Roman" panose="02020603050405020304" charset="0"/>
                        </a:rPr>
                        <a:t> поезде</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1041400">
                <a:tc>
                  <a:txBody>
                    <a:bodyPr/>
                    <a:lstStyle/>
                    <a:p>
                      <a:pPr algn="ctr">
                        <a:buNone/>
                      </a:pP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a:solidFill>
                        <a:schemeClr val="accent1"/>
                      </a:solidFill>
                      <a:prstDash val="solid"/>
                    </a:lnB>
                  </a:tcPr>
                </a:tc>
                <a:tc>
                  <a:txBody>
                    <a:bodyPr/>
                    <a:lstStyle/>
                    <a:p>
                      <a:pPr algn="ctr">
                        <a:lnSpc>
                          <a:spcPts val="2800"/>
                        </a:lnSpc>
                      </a:pPr>
                      <a:r>
                        <a:rPr lang="ru-RU" sz="2000" b="1" noProof="0" dirty="0">
                          <a:latin typeface="Times New Roman" panose="02020603050405020304" charset="0"/>
                          <a:cs typeface="Times New Roman" panose="02020603050405020304" charset="0"/>
                        </a:rPr>
                        <a:t>у-</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ts val="2800"/>
                        </a:lnSpc>
                      </a:pPr>
                      <a:r>
                        <a:rPr lang="ru-RU" sz="2000" b="1" noProof="0" dirty="0">
                          <a:latin typeface="Times New Roman" panose="02020603050405020304" charset="0"/>
                          <a:cs typeface="Times New Roman" panose="02020603050405020304" charset="0"/>
                        </a:rPr>
                        <a:t>уйти / уехать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vMerge="1">
                  <a:tcP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ушёл </a:t>
                      </a:r>
                      <a:r>
                        <a:rPr lang="ru-RU" sz="2000" b="1" noProof="0" dirty="0">
                          <a:solidFill>
                            <a:srgbClr val="FF0000"/>
                          </a:solidFill>
                          <a:latin typeface="Times New Roman" panose="02020603050405020304" charset="0"/>
                          <a:cs typeface="Times New Roman" panose="02020603050405020304" charset="0"/>
                        </a:rPr>
                        <a:t>на</a:t>
                      </a:r>
                      <a:r>
                        <a:rPr lang="ru-RU" sz="2000" b="1" noProof="0" dirty="0">
                          <a:latin typeface="Times New Roman" panose="02020603050405020304" charset="0"/>
                          <a:cs typeface="Times New Roman" panose="02020603050405020304" charset="0"/>
                        </a:rPr>
                        <a:t> работу /  с работы</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уехала </a:t>
                      </a:r>
                      <a:r>
                        <a:rPr lang="ru-RU" sz="2000" b="1" noProof="0" dirty="0">
                          <a:solidFill>
                            <a:srgbClr val="FF0000"/>
                          </a:solidFill>
                          <a:latin typeface="Times New Roman" panose="02020603050405020304" charset="0"/>
                          <a:cs typeface="Times New Roman" panose="02020603050405020304" charset="0"/>
                        </a:rPr>
                        <a:t>на</a:t>
                      </a:r>
                      <a:r>
                        <a:rPr lang="ru-RU" sz="2000" b="1" noProof="0" dirty="0">
                          <a:latin typeface="Times New Roman" panose="02020603050405020304" charset="0"/>
                          <a:cs typeface="Times New Roman" panose="02020603050405020304" charset="0"/>
                        </a:rPr>
                        <a:t> родину </a:t>
                      </a:r>
                      <a:r>
                        <a:rPr lang="ru-RU" sz="2000" b="1" noProof="0" dirty="0">
                          <a:solidFill>
                            <a:srgbClr val="FF0000"/>
                          </a:solidFill>
                          <a:latin typeface="Times New Roman" panose="02020603050405020304" charset="0"/>
                          <a:cs typeface="Times New Roman" panose="02020603050405020304" charset="0"/>
                        </a:rPr>
                        <a:t>к</a:t>
                      </a:r>
                      <a:r>
                        <a:rPr lang="ru-RU" sz="2000" b="1" noProof="0" dirty="0">
                          <a:latin typeface="Times New Roman" panose="02020603050405020304" charset="0"/>
                          <a:cs typeface="Times New Roman" panose="02020603050405020304" charset="0"/>
                        </a:rPr>
                        <a:t> родителям</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уехали </a:t>
                      </a:r>
                      <a:r>
                        <a:rPr lang="ru-RU" sz="2000" b="1" noProof="0" dirty="0">
                          <a:solidFill>
                            <a:srgbClr val="FF0000"/>
                          </a:solidFill>
                          <a:latin typeface="Times New Roman" panose="02020603050405020304" charset="0"/>
                          <a:cs typeface="Times New Roman" panose="02020603050405020304" charset="0"/>
                        </a:rPr>
                        <a:t>за</a:t>
                      </a:r>
                      <a:r>
                        <a:rPr lang="ru-RU" sz="2000" b="1" noProof="0" dirty="0">
                          <a:latin typeface="Times New Roman" panose="02020603050405020304" charset="0"/>
                          <a:cs typeface="Times New Roman" panose="02020603050405020304" charset="0"/>
                        </a:rPr>
                        <a:t> границу</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64540">
                <a:tc>
                  <a:txBody>
                    <a:bodyPr/>
                    <a:lstStyle/>
                    <a:p>
                      <a:pPr algn="ctr">
                        <a:buNone/>
                      </a:pPr>
                      <a:endParaRPr lang="ru-RU" sz="2000" b="1" noProof="0" dirty="0">
                        <a:latin typeface="Times New Roman" panose="02020603050405020304" charset="0"/>
                        <a:cs typeface="Times New Roman" panose="02020603050405020304" charset="0"/>
                      </a:endParaRPr>
                    </a:p>
                  </a:txBody>
                  <a:tcPr anchor="ctr">
                    <a:lnL w="19050">
                      <a:solidFill>
                        <a:schemeClr val="accent1"/>
                      </a:solidFill>
                      <a:prstDash val="solid"/>
                    </a:lnL>
                    <a:lnR w="19050">
                      <a:solidFill>
                        <a:schemeClr val="accent1"/>
                      </a:solidFill>
                      <a:prstDash val="solid"/>
                    </a:lnR>
                    <a:lnT w="19050">
                      <a:solidFill>
                        <a:schemeClr val="accent1"/>
                      </a:solidFill>
                      <a:prstDash val="solid"/>
                    </a:lnT>
                    <a:lnB w="19050">
                      <a:solidFill>
                        <a:schemeClr val="accent1"/>
                      </a:solidFill>
                      <a:prstDash val="solid"/>
                    </a:lnB>
                    <a:noFill/>
                  </a:tcPr>
                </a:tc>
                <a:tc>
                  <a:txBody>
                    <a:bodyPr/>
                    <a:lstStyle/>
                    <a:p>
                      <a:pPr algn="ctr">
                        <a:lnSpc>
                          <a:spcPts val="2800"/>
                        </a:lnSpc>
                      </a:pPr>
                      <a:r>
                        <a:rPr lang="ru-RU" sz="2000" b="1" noProof="0" dirty="0">
                          <a:latin typeface="Times New Roman" panose="02020603050405020304" charset="0"/>
                          <a:cs typeface="Times New Roman" panose="02020603050405020304" charset="0"/>
                        </a:rPr>
                        <a:t>за-</a:t>
                      </a:r>
                      <a:endParaRPr lang="ru-RU" sz="2000" b="1" noProof="0" dirty="0">
                        <a:latin typeface="Times New Roman" panose="02020603050405020304" charset="0"/>
                        <a:cs typeface="Times New Roman" panose="02020603050405020304" charset="0"/>
                      </a:endParaRPr>
                    </a:p>
                  </a:txBody>
                  <a:tcPr anchor="ctr">
                    <a:lnL w="19050">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ts val="2800"/>
                        </a:lnSpc>
                      </a:pPr>
                      <a:r>
                        <a:rPr lang="ru-RU" sz="2000" b="1" noProof="0" dirty="0">
                          <a:latin typeface="Times New Roman" panose="02020603050405020304" charset="0"/>
                          <a:cs typeface="Times New Roman" panose="02020603050405020304" charset="0"/>
                        </a:rPr>
                        <a:t>зайти /  заехать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vMerge="1">
                  <a:tcP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зайду </a:t>
                      </a:r>
                      <a:r>
                        <a:rPr lang="ru-RU" sz="2000" b="1" noProof="0" dirty="0">
                          <a:solidFill>
                            <a:srgbClr val="FF0000"/>
                          </a:solidFill>
                          <a:latin typeface="Times New Roman" panose="02020603050405020304" charset="0"/>
                          <a:cs typeface="Times New Roman" panose="02020603050405020304" charset="0"/>
                        </a:rPr>
                        <a:t>к</a:t>
                      </a:r>
                      <a:r>
                        <a:rPr lang="ru-RU" sz="2000" b="1" noProof="0" dirty="0">
                          <a:latin typeface="Times New Roman" panose="02020603050405020304" charset="0"/>
                          <a:cs typeface="Times New Roman" panose="02020603050405020304" charset="0"/>
                        </a:rPr>
                        <a:t> подруге </a:t>
                      </a:r>
                      <a:r>
                        <a:rPr lang="ru-RU" sz="2000" b="1" noProof="0" dirty="0">
                          <a:solidFill>
                            <a:srgbClr val="FF0000"/>
                          </a:solidFill>
                          <a:latin typeface="Times New Roman" panose="02020603050405020304" charset="0"/>
                          <a:cs typeface="Times New Roman" panose="02020603050405020304" charset="0"/>
                        </a:rPr>
                        <a:t>за</a:t>
                      </a:r>
                      <a:r>
                        <a:rPr lang="ru-RU" sz="2000" b="1" noProof="0" dirty="0">
                          <a:latin typeface="Times New Roman" panose="02020603050405020304" charset="0"/>
                          <a:cs typeface="Times New Roman" panose="02020603050405020304" charset="0"/>
                        </a:rPr>
                        <a:t> книгой</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заехали </a:t>
                      </a:r>
                      <a:r>
                        <a:rPr lang="ru-RU" sz="2000" b="1" noProof="0" dirty="0">
                          <a:solidFill>
                            <a:srgbClr val="FF0000"/>
                          </a:solidFill>
                          <a:latin typeface="Times New Roman" panose="02020603050405020304" charset="0"/>
                          <a:cs typeface="Times New Roman" panose="02020603050405020304" charset="0"/>
                        </a:rPr>
                        <a:t>в</a:t>
                      </a:r>
                      <a:r>
                        <a:rPr lang="ru-RU" sz="2000" b="1" noProof="0" dirty="0">
                          <a:latin typeface="Times New Roman" panose="02020603050405020304" charset="0"/>
                          <a:cs typeface="Times New Roman" panose="02020603050405020304" charset="0"/>
                        </a:rPr>
                        <a:t> магазин </a:t>
                      </a:r>
                      <a:r>
                        <a:rPr lang="ru-RU" sz="2000" b="1" noProof="0" dirty="0">
                          <a:solidFill>
                            <a:schemeClr val="tx1"/>
                          </a:solidFill>
                          <a:latin typeface="Times New Roman" panose="02020603050405020304" charset="0"/>
                          <a:cs typeface="Times New Roman" panose="02020603050405020304" charset="0"/>
                        </a:rPr>
                        <a:t>ненадолго</a:t>
                      </a:r>
                      <a:endParaRPr lang="ru-RU" sz="2000" b="1" noProof="0" dirty="0">
                        <a:solidFill>
                          <a:schemeClr val="tx1"/>
                        </a:solidFill>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bl>
          </a:graphicData>
        </a:graphic>
      </p:graphicFrame>
      <p:pic>
        <p:nvPicPr>
          <p:cNvPr id="7" name="图片 6"/>
          <p:cNvPicPr>
            <a:picLocks noChangeAspect="1"/>
          </p:cNvPicPr>
          <p:nvPr/>
        </p:nvPicPr>
        <p:blipFill>
          <a:blip r:embed="rId2"/>
          <a:srcRect l="3770" r="3685" b="73030"/>
          <a:stretch>
            <a:fillRect/>
          </a:stretch>
        </p:blipFill>
        <p:spPr>
          <a:xfrm>
            <a:off x="1066800" y="3045460"/>
            <a:ext cx="1265555" cy="705485"/>
          </a:xfrm>
          <a:prstGeom prst="rect">
            <a:avLst/>
          </a:prstGeom>
        </p:spPr>
      </p:pic>
      <p:pic>
        <p:nvPicPr>
          <p:cNvPr id="9" name="图片 8"/>
          <p:cNvPicPr>
            <a:picLocks noChangeAspect="1"/>
          </p:cNvPicPr>
          <p:nvPr/>
        </p:nvPicPr>
        <p:blipFill>
          <a:blip r:embed="rId2"/>
          <a:srcRect l="3770" t="34968" r="3685" b="32468"/>
          <a:stretch>
            <a:fillRect/>
          </a:stretch>
        </p:blipFill>
        <p:spPr>
          <a:xfrm>
            <a:off x="1066800" y="3853180"/>
            <a:ext cx="1265555" cy="868680"/>
          </a:xfrm>
          <a:prstGeom prst="rect">
            <a:avLst/>
          </a:prstGeom>
        </p:spPr>
      </p:pic>
      <p:pic>
        <p:nvPicPr>
          <p:cNvPr id="11" name="图片 10"/>
          <p:cNvPicPr>
            <a:picLocks noChangeAspect="1"/>
          </p:cNvPicPr>
          <p:nvPr/>
        </p:nvPicPr>
        <p:blipFill>
          <a:blip r:embed="rId2"/>
          <a:srcRect l="3770" t="67912" r="3685"/>
          <a:stretch>
            <a:fillRect/>
          </a:stretch>
        </p:blipFill>
        <p:spPr>
          <a:xfrm>
            <a:off x="1066800" y="4833620"/>
            <a:ext cx="1265555" cy="723900"/>
          </a:xfrm>
          <a:prstGeom prst="rect">
            <a:avLst/>
          </a:prstGeom>
        </p:spPr>
      </p:pic>
      <p:sp>
        <p:nvSpPr>
          <p:cNvPr id="6" name="文本框 5"/>
          <p:cNvSpPr txBox="1"/>
          <p:nvPr/>
        </p:nvSpPr>
        <p:spPr>
          <a:xfrm>
            <a:off x="647700" y="1318895"/>
            <a:ext cx="6096000" cy="553085"/>
          </a:xfrm>
          <a:prstGeom prst="rect">
            <a:avLst/>
          </a:prstGeom>
          <a:noFill/>
        </p:spPr>
        <p:txBody>
          <a:bodyPr wrap="square" rtlCol="0" anchor="t">
            <a:spAutoFit/>
          </a:bodyPr>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1.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定向运动动词构成完成体</a:t>
            </a:r>
            <a:endParaRPr lang="zh-CN" altLang="en-US" sz="2000" noProof="0" dirty="0">
              <a:latin typeface="Times New Roman" panose="02020603050405020304" charset="0"/>
              <a:cs typeface="Times New Roman" panose="02020603050405020304" charset="0"/>
              <a:sym typeface="+mn-ea"/>
            </a:endParaRPr>
          </a:p>
        </p:txBody>
      </p:sp>
    </p:spTree>
    <p:custDataLst>
      <p:tags r:id="rId3"/>
    </p:custData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2079605" cy="647255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endParaRPr lang="ru-RU" altLang="en-US" sz="2000" i="1" noProof="0" dirty="0">
              <a:latin typeface="Times New Roman" panose="02020603050405020304" charset="0"/>
              <a:cs typeface="Times New Roman" panose="02020603050405020304" charset="0"/>
              <a:sym typeface="+mn-ea"/>
            </a:endParaRPr>
          </a:p>
        </p:txBody>
      </p:sp>
      <p:pic>
        <p:nvPicPr>
          <p:cNvPr id="10" name="图片 9"/>
          <p:cNvPicPr>
            <a:picLocks noChangeAspect="1"/>
          </p:cNvPicPr>
          <p:nvPr/>
        </p:nvPicPr>
        <p:blipFill>
          <a:blip r:embed="rId1"/>
          <a:srcRect l="1936" r="3872"/>
          <a:stretch>
            <a:fillRect/>
          </a:stretch>
        </p:blipFill>
        <p:spPr>
          <a:xfrm>
            <a:off x="1117600" y="3111500"/>
            <a:ext cx="1485900" cy="2484120"/>
          </a:xfrm>
          <a:prstGeom prst="rect">
            <a:avLst/>
          </a:prstGeom>
        </p:spPr>
      </p:pic>
      <p:graphicFrame>
        <p:nvGraphicFramePr>
          <p:cNvPr id="8" name="表格 7"/>
          <p:cNvGraphicFramePr>
            <a:graphicFrameLocks noGrp="1"/>
          </p:cNvGraphicFramePr>
          <p:nvPr>
            <p:custDataLst>
              <p:tags r:id="rId2"/>
            </p:custDataLst>
          </p:nvPr>
        </p:nvGraphicFramePr>
        <p:xfrm>
          <a:off x="1086485" y="2321560"/>
          <a:ext cx="10019030" cy="3268980"/>
        </p:xfrm>
        <a:graphic>
          <a:graphicData uri="http://schemas.openxmlformats.org/drawingml/2006/table">
            <a:tbl>
              <a:tblPr firstRow="1" bandRow="1">
                <a:tableStyleId>{BC89EF96-8CEA-46FF-86C4-4CE0E7609802}</a:tableStyleId>
              </a:tblPr>
              <a:tblGrid>
                <a:gridCol w="1546225"/>
                <a:gridCol w="1544955"/>
                <a:gridCol w="2012950"/>
                <a:gridCol w="1373505"/>
                <a:gridCol w="3541395"/>
              </a:tblGrid>
              <a:tr h="701040">
                <a:tc>
                  <a:txBody>
                    <a:bodyPr/>
                    <a:lstStyle/>
                    <a:p>
                      <a:pPr algn="ctr">
                        <a:buNone/>
                      </a:pPr>
                      <a:r>
                        <a:rPr lang="ru-RU" sz="2000" b="1" noProof="0" dirty="0">
                          <a:latin typeface="Times New Roman" panose="02020603050405020304" charset="0"/>
                          <a:cs typeface="Times New Roman" panose="02020603050405020304" charset="0"/>
                        </a:rPr>
                        <a:t>Схемы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Приставки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Глаголы I группы (СВ)</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Предлоги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Примеры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54380">
                <a:tc>
                  <a:txBody>
                    <a:bodyPr/>
                    <a:lstStyle/>
                    <a:p>
                      <a:pPr algn="ct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noFill/>
                  </a:tcPr>
                </a:tc>
                <a:tc>
                  <a:txBody>
                    <a:bodyPr/>
                    <a:lstStyle/>
                    <a:p>
                      <a:pPr algn="ctr">
                        <a:lnSpc>
                          <a:spcPct val="100000"/>
                        </a:lnSpc>
                      </a:pPr>
                      <a:r>
                        <a:rPr lang="ru-RU" sz="2000" b="1" noProof="0" dirty="0">
                          <a:latin typeface="Times New Roman" panose="02020603050405020304" charset="0"/>
                          <a:cs typeface="Times New Roman" panose="02020603050405020304" charset="0"/>
                        </a:rPr>
                        <a:t>под- (подо-)</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подойти / подъехать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sym typeface="+mn-ea"/>
                        </a:rPr>
                        <a:t>к</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Подойдите </a:t>
                      </a:r>
                      <a:r>
                        <a:rPr lang="ru-RU" sz="2000" b="1" noProof="0" dirty="0">
                          <a:solidFill>
                            <a:srgbClr val="FF0000"/>
                          </a:solidFill>
                          <a:latin typeface="Times New Roman" panose="02020603050405020304" charset="0"/>
                          <a:cs typeface="Times New Roman" panose="02020603050405020304" charset="0"/>
                        </a:rPr>
                        <a:t>к</a:t>
                      </a:r>
                      <a:r>
                        <a:rPr lang="ru-RU" sz="2000" b="1" noProof="0" dirty="0">
                          <a:latin typeface="Times New Roman" panose="02020603050405020304" charset="0"/>
                          <a:cs typeface="Times New Roman" panose="02020603050405020304" charset="0"/>
                        </a:rPr>
                        <a:t> доске!</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подъехал </a:t>
                      </a:r>
                      <a:r>
                        <a:rPr lang="ru-RU" sz="2000" b="1" noProof="0" dirty="0">
                          <a:solidFill>
                            <a:srgbClr val="FF0000"/>
                          </a:solidFill>
                          <a:latin typeface="Times New Roman" panose="02020603050405020304" charset="0"/>
                          <a:cs typeface="Times New Roman" panose="02020603050405020304" charset="0"/>
                        </a:rPr>
                        <a:t>к</a:t>
                      </a:r>
                      <a:r>
                        <a:rPr lang="ru-RU" sz="2000" b="1" noProof="0" dirty="0">
                          <a:latin typeface="Times New Roman" panose="02020603050405020304" charset="0"/>
                          <a:cs typeface="Times New Roman" panose="02020603050405020304" charset="0"/>
                        </a:rPr>
                        <a:t> театру</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подошёл </a:t>
                      </a:r>
                      <a:r>
                        <a:rPr lang="ru-RU" sz="2000" b="1" noProof="0" dirty="0">
                          <a:solidFill>
                            <a:srgbClr val="FF0000"/>
                          </a:solidFill>
                          <a:latin typeface="Times New Roman" panose="02020603050405020304" charset="0"/>
                          <a:cs typeface="Times New Roman" panose="02020603050405020304" charset="0"/>
                        </a:rPr>
                        <a:t>к</a:t>
                      </a:r>
                      <a:r>
                        <a:rPr lang="ru-RU" sz="2000" b="1" noProof="0" dirty="0">
                          <a:latin typeface="Times New Roman" panose="02020603050405020304" charset="0"/>
                          <a:cs typeface="Times New Roman" panose="02020603050405020304" charset="0"/>
                        </a:rPr>
                        <a:t> врачу</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67080">
                <a:tc>
                  <a:txBody>
                    <a:bodyPr/>
                    <a:lstStyle/>
                    <a:p>
                      <a:pPr algn="ctr">
                        <a:buNone/>
                      </a:pP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от- (ото-)</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отойти / отъехать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от</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Отойдите </a:t>
                      </a:r>
                      <a:r>
                        <a:rPr lang="ru-RU" sz="2000" b="1" noProof="0" dirty="0">
                          <a:solidFill>
                            <a:srgbClr val="FF0000"/>
                          </a:solidFill>
                          <a:latin typeface="Times New Roman" panose="02020603050405020304" charset="0"/>
                          <a:cs typeface="Times New Roman" panose="02020603050405020304" charset="0"/>
                        </a:rPr>
                        <a:t>от</a:t>
                      </a:r>
                      <a:r>
                        <a:rPr lang="ru-RU" sz="2000" b="1" noProof="0" dirty="0">
                          <a:latin typeface="Times New Roman" panose="02020603050405020304" charset="0"/>
                          <a:cs typeface="Times New Roman" panose="02020603050405020304" charset="0"/>
                        </a:rPr>
                        <a:t> двери!</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отъехал </a:t>
                      </a:r>
                      <a:r>
                        <a:rPr lang="ru-RU" sz="2000" b="1" noProof="0" dirty="0">
                          <a:solidFill>
                            <a:srgbClr val="FF0000"/>
                          </a:solidFill>
                          <a:latin typeface="Times New Roman" panose="02020603050405020304" charset="0"/>
                          <a:cs typeface="Times New Roman" panose="02020603050405020304" charset="0"/>
                        </a:rPr>
                        <a:t>от</a:t>
                      </a:r>
                      <a:r>
                        <a:rPr lang="ru-RU" sz="2000" b="1" noProof="0" dirty="0">
                          <a:latin typeface="Times New Roman" panose="02020603050405020304" charset="0"/>
                          <a:cs typeface="Times New Roman" panose="02020603050405020304" charset="0"/>
                        </a:rPr>
                        <a:t> остановки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95020">
                <a:tc>
                  <a:txBody>
                    <a:bodyPr/>
                    <a:lstStyle/>
                    <a:p>
                      <a:pPr algn="ctr">
                        <a:buNone/>
                      </a:pPr>
                      <a:endParaRPr lang="ru-RU" sz="2000" b="1" noProof="0" dirty="0">
                        <a:latin typeface="Times New Roman" panose="02020603050405020304" charset="0"/>
                        <a:cs typeface="Times New Roman" panose="02020603050405020304" charset="0"/>
                      </a:endParaRPr>
                    </a:p>
                  </a:txBody>
                  <a:tcPr anchor="ctr">
                    <a:lnL w="19050">
                      <a:solidFill>
                        <a:schemeClr val="accent1"/>
                      </a:solidFill>
                      <a:prstDash val="solid"/>
                    </a:lnL>
                    <a:lnR w="19050">
                      <a:solidFill>
                        <a:schemeClr val="accent1"/>
                      </a:solidFill>
                      <a:prstDash val="solid"/>
                    </a:lnR>
                    <a:lnT w="19050">
                      <a:solidFill>
                        <a:schemeClr val="accent1"/>
                      </a:solidFill>
                      <a:prstDash val="solid"/>
                    </a:lnT>
                    <a:lnB w="19050">
                      <a:solidFill>
                        <a:schemeClr val="accent1"/>
                      </a:solidFill>
                      <a:prstDash val="solid"/>
                    </a:lnB>
                    <a:noFill/>
                  </a:tcPr>
                </a:tc>
                <a:tc>
                  <a:txBody>
                    <a:bodyPr/>
                    <a:lstStyle/>
                    <a:p>
                      <a:pPr algn="ctr">
                        <a:lnSpc>
                          <a:spcPct val="100000"/>
                        </a:lnSpc>
                      </a:pPr>
                      <a:r>
                        <a:rPr lang="ru-RU" sz="2000" b="1" noProof="0" dirty="0">
                          <a:latin typeface="Times New Roman" panose="02020603050405020304" charset="0"/>
                          <a:cs typeface="Times New Roman" panose="02020603050405020304" charset="0"/>
                        </a:rPr>
                        <a:t>до-</a:t>
                      </a:r>
                      <a:endParaRPr lang="ru-RU" sz="2000" b="1" noProof="0" dirty="0">
                        <a:latin typeface="Times New Roman" panose="02020603050405020304" charset="0"/>
                        <a:cs typeface="Times New Roman" panose="02020603050405020304" charset="0"/>
                      </a:endParaRPr>
                    </a:p>
                  </a:txBody>
                  <a:tcPr anchor="ctr">
                    <a:lnL w="19050">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дойти /  доехать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buNone/>
                      </a:pPr>
                      <a:r>
                        <a:rPr lang="ru-RU" sz="2000" b="1" noProof="0" dirty="0">
                          <a:latin typeface="Times New Roman" panose="02020603050405020304" charset="0"/>
                          <a:cs typeface="Times New Roman" panose="02020603050405020304" charset="0"/>
                        </a:rPr>
                        <a:t>до</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дошёл </a:t>
                      </a:r>
                      <a:r>
                        <a:rPr lang="ru-RU" sz="2000" b="1" noProof="0" dirty="0">
                          <a:solidFill>
                            <a:srgbClr val="FF0000"/>
                          </a:solidFill>
                          <a:latin typeface="Times New Roman" panose="02020603050405020304" charset="0"/>
                          <a:cs typeface="Times New Roman" panose="02020603050405020304" charset="0"/>
                        </a:rPr>
                        <a:t>до</a:t>
                      </a:r>
                      <a:r>
                        <a:rPr lang="ru-RU" sz="2000" b="1" noProof="0" dirty="0">
                          <a:latin typeface="Times New Roman" panose="02020603050405020304" charset="0"/>
                          <a:cs typeface="Times New Roman" panose="02020603050405020304" charset="0"/>
                        </a:rPr>
                        <a:t> метро</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доехал </a:t>
                      </a:r>
                      <a:r>
                        <a:rPr lang="ru-RU" sz="2000" b="1" noProof="0" dirty="0">
                          <a:solidFill>
                            <a:srgbClr val="FF0000"/>
                          </a:solidFill>
                          <a:latin typeface="Times New Roman" panose="02020603050405020304" charset="0"/>
                          <a:cs typeface="Times New Roman" panose="02020603050405020304" charset="0"/>
                        </a:rPr>
                        <a:t>до </a:t>
                      </a:r>
                      <a:r>
                        <a:rPr lang="ru-RU" sz="2000" b="1" noProof="0" dirty="0">
                          <a:solidFill>
                            <a:schemeClr val="tx1"/>
                          </a:solidFill>
                          <a:latin typeface="Times New Roman" panose="02020603050405020304" charset="0"/>
                          <a:cs typeface="Times New Roman" panose="02020603050405020304" charset="0"/>
                        </a:rPr>
                        <a:t>Москвы</a:t>
                      </a:r>
                      <a:r>
                        <a:rPr lang="ru-RU" sz="2000" b="1" noProof="0" dirty="0">
                          <a:latin typeface="Times New Roman" panose="02020603050405020304" charset="0"/>
                          <a:cs typeface="Times New Roman" panose="02020603050405020304" charset="0"/>
                        </a:rPr>
                        <a:t> </a:t>
                      </a:r>
                      <a:r>
                        <a:rPr lang="ru-RU" sz="2000" b="1" noProof="0" dirty="0">
                          <a:solidFill>
                            <a:schemeClr val="tx1"/>
                          </a:solidFill>
                          <a:latin typeface="Times New Roman" panose="02020603050405020304" charset="0"/>
                          <a:cs typeface="Times New Roman" panose="02020603050405020304" charset="0"/>
                        </a:rPr>
                        <a:t>за 2</a:t>
                      </a:r>
                      <a:r>
                        <a:rPr lang="ru-RU" sz="2000" b="1" noProof="0" dirty="0">
                          <a:latin typeface="Times New Roman" panose="02020603050405020304" charset="0"/>
                          <a:cs typeface="Times New Roman" panose="02020603050405020304" charset="0"/>
                        </a:rPr>
                        <a:t> часа</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bl>
          </a:graphicData>
        </a:graphic>
      </p:graphicFrame>
      <p:sp>
        <p:nvSpPr>
          <p:cNvPr id="6" name="文本框 5"/>
          <p:cNvSpPr txBox="1"/>
          <p:nvPr/>
        </p:nvSpPr>
        <p:spPr>
          <a:xfrm>
            <a:off x="647700" y="1318895"/>
            <a:ext cx="6096000" cy="553085"/>
          </a:xfrm>
          <a:prstGeom prst="rect">
            <a:avLst/>
          </a:prstGeom>
          <a:noFill/>
        </p:spPr>
        <p:txBody>
          <a:bodyPr wrap="square" rtlCol="0" anchor="t">
            <a:spAutoFit/>
          </a:bodyPr>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1.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定向运动动词构成完成体</a:t>
            </a:r>
            <a:endParaRPr lang="zh-CN" altLang="en-US" sz="2000" noProof="0" dirty="0">
              <a:latin typeface="Times New Roman" panose="02020603050405020304" charset="0"/>
              <a:cs typeface="Times New Roman" panose="02020603050405020304" charset="0"/>
              <a:sym typeface="+mn-ea"/>
            </a:endParaRPr>
          </a:p>
        </p:txBody>
      </p:sp>
    </p:spTree>
    <p:custDataLst>
      <p:tags r:id="rId3"/>
    </p:custData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2079605" cy="647255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endParaRPr lang="ru-RU" altLang="en-US" sz="2000" i="1"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647700" y="1318895"/>
            <a:ext cx="10803255" cy="2952115"/>
          </a:xfrm>
          <a:prstGeom prst="rect">
            <a:avLst/>
          </a:prstGeom>
          <a:noFill/>
        </p:spPr>
        <p:txBody>
          <a:bodyPr wrap="square" rtlCol="0" anchor="t">
            <a:noAutofit/>
          </a:bodyPr>
          <a:p>
            <a:pPr indent="0" fontAlgn="auto">
              <a:lnSpc>
                <a:spcPct val="150000"/>
              </a:lnSpc>
              <a:buFont typeface="Arial" panose="020B0604020202090204" pitchFamily="34" charset="0"/>
              <a:buNone/>
            </a:pPr>
            <a:r>
              <a:rPr lang="zh-CN" altLang="en-US" sz="2000" noProof="0" dirty="0">
                <a:latin typeface="Times New Roman" panose="02020603050405020304" charset="0"/>
                <a:cs typeface="Times New Roman" panose="02020603050405020304" charset="0"/>
                <a:sym typeface="+mn-ea"/>
              </a:rPr>
              <a:t>⚠前缀</a:t>
            </a:r>
            <a:r>
              <a:rPr lang="ru-RU" altLang="zh-CN" sz="2000" noProof="0" dirty="0">
                <a:latin typeface="Times New Roman" panose="02020603050405020304" charset="0"/>
                <a:cs typeface="Times New Roman" panose="02020603050405020304" charset="0"/>
                <a:sym typeface="+mn-ea"/>
              </a:rPr>
              <a:t>от-</a:t>
            </a:r>
            <a:endParaRPr lang="ru-RU" altLang="zh-CN" sz="2000" noProof="0" dirty="0">
              <a:latin typeface="Times New Roman" panose="02020603050405020304" charset="0"/>
              <a:cs typeface="Times New Roman" panose="02020603050405020304" charset="0"/>
              <a:sym typeface="+mn-ea"/>
            </a:endParaRPr>
          </a:p>
          <a:p>
            <a:pPr marL="457200" indent="-457200" fontAlgn="auto">
              <a:lnSpc>
                <a:spcPct val="150000"/>
              </a:lnSpc>
              <a:buFont typeface="+mj-ea"/>
              <a:buAutoNum type="circleNumDbPlain"/>
            </a:pPr>
            <a:r>
              <a:rPr lang="zh-CN" altLang="en-US" sz="2000" noProof="0" dirty="0">
                <a:latin typeface="Times New Roman" panose="02020603050405020304" charset="0"/>
                <a:cs typeface="Times New Roman" panose="02020603050405020304" charset="0"/>
                <a:sym typeface="+mn-ea"/>
              </a:rPr>
              <a:t>表示运动主体从某物旁边离开一段距离。例如：</a:t>
            </a:r>
            <a:r>
              <a:rPr lang="en-US" altLang="en-US" sz="2000" noProof="0" dirty="0">
                <a:latin typeface="Arial" panose="020B0604020202090204" pitchFamily="34" charset="0"/>
                <a:cs typeface="Arial" panose="020B0604020202090204" pitchFamily="34" charset="0"/>
                <a:sym typeface="+mn-ea"/>
              </a:rPr>
              <a:t>Молодой человек отошёл недалеко от киоска, сел на скамейку и начал читать газету.</a:t>
            </a:r>
            <a:endParaRPr lang="en-US" altLang="en-US" sz="2000" noProof="0" dirty="0">
              <a:latin typeface="Arial" panose="020B0604020202090204" pitchFamily="34" charset="0"/>
              <a:cs typeface="Arial" panose="020B0604020202090204" pitchFamily="34" charset="0"/>
              <a:sym typeface="+mn-ea"/>
            </a:endParaRPr>
          </a:p>
          <a:p>
            <a:pPr marL="457200" indent="-457200" fontAlgn="auto">
              <a:lnSpc>
                <a:spcPct val="150000"/>
              </a:lnSpc>
              <a:buFont typeface="+mj-ea"/>
              <a:buAutoNum type="circleNumDbPlain"/>
            </a:pPr>
            <a:endParaRPr lang="zh-CN" altLang="en-US" sz="2000" noProof="0" dirty="0">
              <a:latin typeface="Times New Roman" panose="02020603050405020304" charset="0"/>
              <a:cs typeface="Times New Roman" panose="02020603050405020304" charset="0"/>
              <a:sym typeface="+mn-ea"/>
            </a:endParaRPr>
          </a:p>
          <a:p>
            <a:pPr marL="457200" indent="-457200" fontAlgn="auto">
              <a:lnSpc>
                <a:spcPct val="150000"/>
              </a:lnSpc>
              <a:buFont typeface="+mj-ea"/>
              <a:buAutoNum type="circleNumDbPlain"/>
            </a:pPr>
            <a:r>
              <a:rPr lang="zh-CN" altLang="en-US" sz="2000" noProof="0" dirty="0">
                <a:latin typeface="Times New Roman" panose="02020603050405020304" charset="0"/>
                <a:cs typeface="Times New Roman" panose="02020603050405020304" charset="0"/>
                <a:sym typeface="+mn-ea"/>
              </a:rPr>
              <a:t>带前缀</a:t>
            </a:r>
            <a:r>
              <a:rPr lang="ru-RU" altLang="zh-CN" sz="2000" noProof="0" dirty="0">
                <a:latin typeface="Times New Roman" panose="02020603050405020304" charset="0"/>
                <a:cs typeface="Times New Roman" panose="02020603050405020304" charset="0"/>
                <a:sym typeface="+mn-ea"/>
              </a:rPr>
              <a:t>от-</a:t>
            </a:r>
            <a:r>
              <a:rPr lang="zh-CN" altLang="ru-RU" sz="2000" noProof="0" dirty="0">
                <a:latin typeface="Times New Roman" panose="02020603050405020304" charset="0"/>
                <a:cs typeface="Times New Roman" panose="02020603050405020304" charset="0"/>
                <a:sym typeface="+mn-ea"/>
              </a:rPr>
              <a:t>的及物运动动词表示把某人、某物送到某处并留下。例如：</a:t>
            </a:r>
            <a:r>
              <a:rPr lang="en-US" altLang="en-US" sz="2000" noProof="0" dirty="0">
                <a:latin typeface="Arial" panose="020B0604020202090204" pitchFamily="34" charset="0"/>
                <a:cs typeface="Arial" panose="020B0604020202090204" pitchFamily="34" charset="0"/>
                <a:sym typeface="+mn-ea"/>
              </a:rPr>
              <a:t>В конце учебного года студент отнёс книги в библиотеку</a:t>
            </a:r>
            <a:r>
              <a:rPr lang="ru-RU" altLang="en-US" sz="2000" noProof="0" dirty="0">
                <a:latin typeface="Arial" panose="020B0604020202090204" pitchFamily="34" charset="0"/>
                <a:cs typeface="Arial" panose="020B0604020202090204" pitchFamily="34" charset="0"/>
                <a:sym typeface="+mn-ea"/>
              </a:rPr>
              <a:t>.</a:t>
            </a:r>
            <a:endParaRPr lang="ru-RU" altLang="en-US" sz="2000" noProof="0" dirty="0">
              <a:latin typeface="Arial" panose="020B0604020202090204" pitchFamily="34" charset="0"/>
              <a:cs typeface="Arial" panose="020B0604020202090204" pitchFamily="34" charset="0"/>
              <a:sym typeface="+mn-ea"/>
            </a:endParaRPr>
          </a:p>
        </p:txBody>
      </p:sp>
    </p:spTree>
    <p:custDataLst>
      <p:tags r:id="rId1"/>
    </p:custData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2079605" cy="647255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endParaRPr lang="zh-CN" altLang="ru-RU" sz="2000" b="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endParaRPr lang="ru-RU" altLang="en-US" sz="2000" i="1" noProof="0" dirty="0">
              <a:latin typeface="Times New Roman" panose="02020603050405020304" charset="0"/>
              <a:cs typeface="Times New Roman" panose="02020603050405020304" charset="0"/>
              <a:sym typeface="+mn-ea"/>
            </a:endParaRPr>
          </a:p>
        </p:txBody>
      </p:sp>
      <p:graphicFrame>
        <p:nvGraphicFramePr>
          <p:cNvPr id="4" name="表格 3"/>
          <p:cNvGraphicFramePr>
            <a:graphicFrameLocks noGrp="1"/>
          </p:cNvGraphicFramePr>
          <p:nvPr>
            <p:custDataLst>
              <p:tags r:id="rId1"/>
            </p:custDataLst>
          </p:nvPr>
        </p:nvGraphicFramePr>
        <p:xfrm>
          <a:off x="978535" y="1716405"/>
          <a:ext cx="10253345" cy="4503420"/>
        </p:xfrm>
        <a:graphic>
          <a:graphicData uri="http://schemas.openxmlformats.org/drawingml/2006/table">
            <a:tbl>
              <a:tblPr firstRow="1" bandRow="1">
                <a:tableStyleId>{BC89EF96-8CEA-46FF-86C4-4CE0E7609802}</a:tableStyleId>
              </a:tblPr>
              <a:tblGrid>
                <a:gridCol w="1567180"/>
                <a:gridCol w="1595755"/>
                <a:gridCol w="1697990"/>
                <a:gridCol w="1373505"/>
                <a:gridCol w="4018915"/>
              </a:tblGrid>
              <a:tr h="713740">
                <a:tc>
                  <a:txBody>
                    <a:bodyPr/>
                    <a:lstStyle/>
                    <a:p>
                      <a:pPr algn="ctr">
                        <a:buNone/>
                      </a:pPr>
                      <a:r>
                        <a:rPr lang="ru-RU" sz="2000" b="1" noProof="0" dirty="0">
                          <a:latin typeface="Times New Roman" panose="02020603050405020304" charset="0"/>
                          <a:cs typeface="Times New Roman" panose="02020603050405020304" charset="0"/>
                        </a:rPr>
                        <a:t>Схемы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Приставки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Глаголы I группы (СВ)</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Предлоги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Примеры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1308100">
                <a:tc>
                  <a:txBody>
                    <a:bodyPr/>
                    <a:lstStyle/>
                    <a:p>
                      <a:pPr algn="ct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noFill/>
                  </a:tcPr>
                </a:tc>
                <a:tc>
                  <a:txBody>
                    <a:bodyPr/>
                    <a:lstStyle/>
                    <a:p>
                      <a:pPr algn="ctr">
                        <a:lnSpc>
                          <a:spcPct val="100000"/>
                        </a:lnSpc>
                      </a:pPr>
                      <a:r>
                        <a:rPr lang="ru-RU" sz="2000" b="1" noProof="0" dirty="0">
                          <a:latin typeface="Times New Roman" panose="02020603050405020304" charset="0"/>
                          <a:cs typeface="Times New Roman" panose="02020603050405020304" charset="0"/>
                        </a:rPr>
                        <a:t>об- (обо-)</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buClrTx/>
                        <a:buSzTx/>
                        <a:buNone/>
                      </a:pPr>
                      <a:r>
                        <a:rPr lang="ru-RU" sz="2000" b="1" noProof="0" dirty="0">
                          <a:latin typeface="Times New Roman" panose="02020603050405020304" charset="0"/>
                          <a:cs typeface="Times New Roman" panose="02020603050405020304" charset="0"/>
                        </a:rPr>
                        <a:t>обойти / объехать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buClrTx/>
                        <a:buSzTx/>
                        <a:buNone/>
                      </a:pPr>
                      <a:r>
                        <a:rPr lang="ru-RU" sz="2000" b="1" noProof="0" dirty="0">
                          <a:latin typeface="Times New Roman" panose="02020603050405020304" charset="0"/>
                          <a:cs typeface="Times New Roman" panose="02020603050405020304" charset="0"/>
                        </a:rPr>
                        <a:t>вокруг</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1) обошёл дерево</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2) обошёл </a:t>
                      </a:r>
                      <a:r>
                        <a:rPr lang="ru-RU" sz="2000" b="1" noProof="0" dirty="0">
                          <a:solidFill>
                            <a:srgbClr val="FF0000"/>
                          </a:solidFill>
                          <a:latin typeface="Times New Roman" panose="02020603050405020304" charset="0"/>
                          <a:cs typeface="Times New Roman" panose="02020603050405020304" charset="0"/>
                        </a:rPr>
                        <a:t>вокруг</a:t>
                      </a:r>
                      <a:r>
                        <a:rPr lang="ru-RU" sz="2000" b="1" noProof="0" dirty="0">
                          <a:latin typeface="Times New Roman" panose="02020603050405020304" charset="0"/>
                          <a:cs typeface="Times New Roman" panose="02020603050405020304" charset="0"/>
                        </a:rPr>
                        <a:t> здания</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3) объехал </a:t>
                      </a:r>
                      <a:r>
                        <a:rPr lang="ru-RU" sz="2000" b="1" noProof="0" dirty="0">
                          <a:solidFill>
                            <a:schemeClr val="tx1"/>
                          </a:solidFill>
                          <a:latin typeface="Times New Roman" panose="02020603050405020304" charset="0"/>
                          <a:cs typeface="Times New Roman" panose="02020603050405020304" charset="0"/>
                        </a:rPr>
                        <a:t>весь</a:t>
                      </a:r>
                      <a:r>
                        <a:rPr lang="ru-RU" sz="2000" b="1" noProof="0" dirty="0">
                          <a:latin typeface="Times New Roman" panose="02020603050405020304" charset="0"/>
                          <a:cs typeface="Times New Roman" panose="02020603050405020304" charset="0"/>
                        </a:rPr>
                        <a:t> город</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1333500">
                <a:tc>
                  <a:txBody>
                    <a:bodyPr/>
                    <a:lstStyle/>
                    <a:p>
                      <a:pPr algn="ctr">
                        <a:buNone/>
                      </a:pP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про-</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пройти / проехать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marL="0" indent="0" algn="ctr">
                        <a:lnSpc>
                          <a:spcPct val="100000"/>
                        </a:lnSpc>
                        <a:buNone/>
                      </a:pPr>
                      <a:r>
                        <a:rPr lang="ru-RU" sz="2000" b="1" noProof="0" dirty="0">
                          <a:latin typeface="Times New Roman" panose="02020603050405020304" charset="0"/>
                          <a:cs typeface="Times New Roman" panose="02020603050405020304" charset="0"/>
                        </a:rPr>
                        <a:t>мимо</a:t>
                      </a:r>
                      <a:endParaRPr lang="ru-RU" sz="2000" b="1" noProof="0" dirty="0">
                        <a:latin typeface="Times New Roman" panose="02020603050405020304" charset="0"/>
                        <a:cs typeface="Times New Roman" panose="02020603050405020304" charset="0"/>
                      </a:endParaRPr>
                    </a:p>
                    <a:p>
                      <a:pPr marL="0" indent="0" algn="ctr">
                        <a:lnSpc>
                          <a:spcPct val="100000"/>
                        </a:lnSpc>
                        <a:buNone/>
                      </a:pPr>
                      <a:r>
                        <a:rPr lang="ru-RU" sz="2000" b="1" noProof="0" dirty="0">
                          <a:latin typeface="Times New Roman" panose="02020603050405020304" charset="0"/>
                          <a:cs typeface="Times New Roman" panose="02020603050405020304" charset="0"/>
                        </a:rPr>
                        <a:t>по</a:t>
                      </a:r>
                      <a:endParaRPr lang="ru-RU" sz="2000" b="1" noProof="0" dirty="0">
                        <a:latin typeface="Times New Roman" panose="02020603050405020304" charset="0"/>
                        <a:cs typeface="Times New Roman" panose="02020603050405020304" charset="0"/>
                      </a:endParaRPr>
                    </a:p>
                    <a:p>
                      <a:pPr marL="0" indent="0" algn="ctr">
                        <a:lnSpc>
                          <a:spcPct val="100000"/>
                        </a:lnSpc>
                        <a:buNone/>
                      </a:pPr>
                      <a:r>
                        <a:rPr lang="ru-RU" sz="2000" b="1" noProof="0" dirty="0">
                          <a:latin typeface="Times New Roman" panose="02020603050405020304" charset="0"/>
                          <a:cs typeface="Times New Roman" panose="02020603050405020304" charset="0"/>
                        </a:rPr>
                        <a:t>через</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marL="0" indent="0" algn="ctr">
                        <a:lnSpc>
                          <a:spcPct val="100000"/>
                        </a:lnSpc>
                        <a:buNone/>
                      </a:pPr>
                      <a:r>
                        <a:rPr lang="ru-RU" sz="2000" b="1" noProof="0" dirty="0">
                          <a:latin typeface="Times New Roman" panose="02020603050405020304" charset="0"/>
                          <a:cs typeface="Times New Roman" panose="02020603050405020304" charset="0"/>
                          <a:sym typeface="+mn-ea"/>
                        </a:rPr>
                        <a:t>1) проехали </a:t>
                      </a:r>
                      <a:r>
                        <a:rPr lang="ru-RU" sz="2000" b="1" noProof="0" dirty="0">
                          <a:solidFill>
                            <a:srgbClr val="FF0000"/>
                          </a:solidFill>
                          <a:latin typeface="Times New Roman" panose="02020603050405020304" charset="0"/>
                          <a:cs typeface="Times New Roman" panose="02020603050405020304" charset="0"/>
                          <a:sym typeface="+mn-ea"/>
                        </a:rPr>
                        <a:t>мимо</a:t>
                      </a:r>
                      <a:r>
                        <a:rPr lang="ru-RU" sz="2000" b="1" noProof="0" dirty="0">
                          <a:latin typeface="Times New Roman" panose="02020603050405020304" charset="0"/>
                          <a:cs typeface="Times New Roman" panose="02020603050405020304" charset="0"/>
                          <a:sym typeface="+mn-ea"/>
                        </a:rPr>
                        <a:t> магазина</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sym typeface="+mn-ea"/>
                        </a:rPr>
                        <a:t>проехал свою остановку</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sym typeface="+mn-ea"/>
                        </a:rPr>
                        <a:t>2) прошли </a:t>
                      </a:r>
                      <a:r>
                        <a:rPr lang="ru-RU" sz="2000" b="1" noProof="0" dirty="0">
                          <a:solidFill>
                            <a:srgbClr val="FF0000"/>
                          </a:solidFill>
                          <a:latin typeface="Times New Roman" panose="02020603050405020304" charset="0"/>
                          <a:cs typeface="Times New Roman" panose="02020603050405020304" charset="0"/>
                          <a:sym typeface="+mn-ea"/>
                        </a:rPr>
                        <a:t>по</a:t>
                      </a:r>
                      <a:r>
                        <a:rPr lang="ru-RU" sz="2000" b="1" noProof="0" dirty="0">
                          <a:latin typeface="Times New Roman" panose="02020603050405020304" charset="0"/>
                          <a:cs typeface="Times New Roman" panose="02020603050405020304" charset="0"/>
                          <a:sym typeface="+mn-ea"/>
                        </a:rPr>
                        <a:t> дороге </a:t>
                      </a:r>
                      <a:r>
                        <a:rPr lang="ru-RU" sz="2000" b="1" noProof="0" dirty="0">
                          <a:solidFill>
                            <a:srgbClr val="FF0000"/>
                          </a:solidFill>
                          <a:latin typeface="Times New Roman" panose="02020603050405020304" charset="0"/>
                          <a:cs typeface="Times New Roman" panose="02020603050405020304" charset="0"/>
                          <a:sym typeface="+mn-ea"/>
                        </a:rPr>
                        <a:t>через</a:t>
                      </a:r>
                      <a:r>
                        <a:rPr lang="ru-RU" sz="2000" b="1" noProof="0" dirty="0">
                          <a:latin typeface="Times New Roman" panose="02020603050405020304" charset="0"/>
                          <a:cs typeface="Times New Roman" panose="02020603050405020304" charset="0"/>
                          <a:sym typeface="+mn-ea"/>
                        </a:rPr>
                        <a:t> парк</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sym typeface="+mn-ea"/>
                        </a:rPr>
                        <a:t>3) прошёл 10 км</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1148080">
                <a:tc>
                  <a:txBody>
                    <a:bodyPr/>
                    <a:lstStyle/>
                    <a:p>
                      <a:pPr algn="ctr">
                        <a:buNone/>
                      </a:pPr>
                      <a:endParaRPr lang="ru-RU" sz="2000" b="1" noProof="0" dirty="0">
                        <a:latin typeface="Times New Roman" panose="02020603050405020304" charset="0"/>
                        <a:cs typeface="Times New Roman" panose="02020603050405020304" charset="0"/>
                      </a:endParaRPr>
                    </a:p>
                  </a:txBody>
                  <a:tcPr anchor="ctr">
                    <a:lnL w="19050">
                      <a:solidFill>
                        <a:schemeClr val="accent1"/>
                      </a:solidFill>
                      <a:prstDash val="solid"/>
                    </a:lnL>
                    <a:lnR w="19050">
                      <a:solidFill>
                        <a:schemeClr val="accent1"/>
                      </a:solidFill>
                      <a:prstDash val="solid"/>
                    </a:lnR>
                    <a:lnT w="19050">
                      <a:solidFill>
                        <a:schemeClr val="accent1"/>
                      </a:solidFill>
                      <a:prstDash val="solid"/>
                    </a:lnT>
                    <a:lnB w="19050">
                      <a:solidFill>
                        <a:schemeClr val="accent1"/>
                      </a:solidFill>
                      <a:prstDash val="solid"/>
                    </a:lnB>
                    <a:noFill/>
                  </a:tcPr>
                </a:tc>
                <a:tc>
                  <a:txBody>
                    <a:bodyPr/>
                    <a:lstStyle/>
                    <a:p>
                      <a:pPr algn="ctr">
                        <a:lnSpc>
                          <a:spcPct val="100000"/>
                        </a:lnSpc>
                      </a:pPr>
                      <a:r>
                        <a:rPr lang="ru-RU" sz="2000" b="1" noProof="0" dirty="0">
                          <a:latin typeface="Times New Roman" panose="02020603050405020304" charset="0"/>
                          <a:cs typeface="Times New Roman" panose="02020603050405020304" charset="0"/>
                        </a:rPr>
                        <a:t>пере-</a:t>
                      </a:r>
                      <a:endParaRPr lang="ru-RU" sz="2000" b="1" noProof="0" dirty="0">
                        <a:latin typeface="Times New Roman" panose="02020603050405020304" charset="0"/>
                        <a:cs typeface="Times New Roman" panose="02020603050405020304" charset="0"/>
                      </a:endParaRPr>
                    </a:p>
                  </a:txBody>
                  <a:tcPr anchor="ctr">
                    <a:lnL w="19050">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перейти /  переехать</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solidFill>
                            <a:schemeClr val="tx1"/>
                          </a:solidFill>
                          <a:latin typeface="Times New Roman" panose="02020603050405020304" charset="0"/>
                          <a:cs typeface="Times New Roman" panose="02020603050405020304" charset="0"/>
                        </a:rPr>
                        <a:t>через</a:t>
                      </a:r>
                      <a:endParaRPr lang="ru-RU" sz="2000" b="1" noProof="0" dirty="0">
                        <a:solidFill>
                          <a:schemeClr val="tx1"/>
                        </a:solidFill>
                        <a:latin typeface="Times New Roman" panose="02020603050405020304" charset="0"/>
                        <a:cs typeface="Times New Roman" panose="02020603050405020304" charset="0"/>
                      </a:endParaRPr>
                    </a:p>
                    <a:p>
                      <a:pPr algn="ctr">
                        <a:lnSpc>
                          <a:spcPct val="100000"/>
                        </a:lnSpc>
                      </a:pPr>
                      <a:r>
                        <a:rPr lang="ru-RU" sz="2000" b="1" noProof="0" dirty="0">
                          <a:solidFill>
                            <a:schemeClr val="tx1"/>
                          </a:solidFill>
                          <a:latin typeface="Times New Roman" panose="02020603050405020304" charset="0"/>
                          <a:cs typeface="Times New Roman" panose="02020603050405020304" charset="0"/>
                        </a:rPr>
                        <a:t>по</a:t>
                      </a:r>
                      <a:endParaRPr lang="ru-RU" sz="2000" b="1" noProof="0" dirty="0">
                        <a:solidFill>
                          <a:schemeClr val="tx1"/>
                        </a:solidFill>
                        <a:latin typeface="Times New Roman" panose="02020603050405020304" charset="0"/>
                        <a:cs typeface="Times New Roman" panose="02020603050405020304" charset="0"/>
                      </a:endParaRPr>
                    </a:p>
                    <a:p>
                      <a:pPr algn="ctr">
                        <a:lnSpc>
                          <a:spcPct val="100000"/>
                        </a:lnSpc>
                      </a:pPr>
                      <a:r>
                        <a:rPr lang="ru-RU" sz="2000" b="1" noProof="0" dirty="0">
                          <a:solidFill>
                            <a:schemeClr val="tx1"/>
                          </a:solidFill>
                          <a:latin typeface="Times New Roman" panose="02020603050405020304" charset="0"/>
                          <a:cs typeface="Times New Roman" panose="02020603050405020304" charset="0"/>
                        </a:rPr>
                        <a:t>в / на</a:t>
                      </a:r>
                      <a:endParaRPr lang="ru-RU" sz="2000" b="1" noProof="0" dirty="0">
                        <a:solidFill>
                          <a:schemeClr val="tx1"/>
                        </a:solidFill>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sym typeface="+mn-ea"/>
                        </a:rPr>
                        <a:t>1) перешли </a:t>
                      </a:r>
                      <a:r>
                        <a:rPr lang="ru-RU" sz="2000" b="1" noProof="0" dirty="0">
                          <a:solidFill>
                            <a:srgbClr val="FF0000"/>
                          </a:solidFill>
                          <a:latin typeface="Times New Roman" panose="02020603050405020304" charset="0"/>
                          <a:cs typeface="Times New Roman" panose="02020603050405020304" charset="0"/>
                          <a:sym typeface="+mn-ea"/>
                        </a:rPr>
                        <a:t>через</a:t>
                      </a:r>
                      <a:r>
                        <a:rPr lang="ru-RU" sz="2000" b="1" noProof="0" dirty="0">
                          <a:latin typeface="Times New Roman" panose="02020603050405020304" charset="0"/>
                          <a:cs typeface="Times New Roman" panose="02020603050405020304" charset="0"/>
                          <a:sym typeface="+mn-ea"/>
                        </a:rPr>
                        <a:t> улицу по переходу / перешли улицу </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sym typeface="+mn-ea"/>
                        </a:rPr>
                        <a:t>2) переехали </a:t>
                      </a:r>
                      <a:r>
                        <a:rPr lang="ru-RU" sz="2000" b="1" noProof="0" dirty="0">
                          <a:solidFill>
                            <a:srgbClr val="FF0000"/>
                          </a:solidFill>
                          <a:latin typeface="Times New Roman" panose="02020603050405020304" charset="0"/>
                          <a:cs typeface="Times New Roman" panose="02020603050405020304" charset="0"/>
                          <a:sym typeface="+mn-ea"/>
                        </a:rPr>
                        <a:t>на </a:t>
                      </a:r>
                      <a:r>
                        <a:rPr lang="ru-RU" sz="2000" b="1" noProof="0" dirty="0">
                          <a:latin typeface="Times New Roman" panose="02020603050405020304" charset="0"/>
                          <a:cs typeface="Times New Roman" panose="02020603050405020304" charset="0"/>
                          <a:sym typeface="+mn-ea"/>
                        </a:rPr>
                        <a:t>другую квартиру</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bl>
          </a:graphicData>
        </a:graphic>
      </p:graphicFrame>
      <p:pic>
        <p:nvPicPr>
          <p:cNvPr id="7" name="图片 6"/>
          <p:cNvPicPr>
            <a:picLocks noChangeAspect="1"/>
          </p:cNvPicPr>
          <p:nvPr/>
        </p:nvPicPr>
        <p:blipFill>
          <a:blip r:embed="rId2"/>
          <a:srcRect l="3439" r="5855" b="65910"/>
          <a:stretch>
            <a:fillRect/>
          </a:stretch>
        </p:blipFill>
        <p:spPr>
          <a:xfrm>
            <a:off x="1106170" y="2435225"/>
            <a:ext cx="1318895" cy="1256665"/>
          </a:xfrm>
          <a:prstGeom prst="rect">
            <a:avLst/>
          </a:prstGeom>
        </p:spPr>
      </p:pic>
      <p:pic>
        <p:nvPicPr>
          <p:cNvPr id="9" name="图片 8"/>
          <p:cNvPicPr>
            <a:picLocks noChangeAspect="1"/>
          </p:cNvPicPr>
          <p:nvPr/>
        </p:nvPicPr>
        <p:blipFill>
          <a:blip r:embed="rId2"/>
          <a:srcRect l="6422" t="34090" r="5788" b="32134"/>
          <a:stretch>
            <a:fillRect/>
          </a:stretch>
        </p:blipFill>
        <p:spPr>
          <a:xfrm>
            <a:off x="1106170" y="3751580"/>
            <a:ext cx="1319530" cy="1268730"/>
          </a:xfrm>
          <a:prstGeom prst="rect">
            <a:avLst/>
          </a:prstGeom>
        </p:spPr>
      </p:pic>
      <p:pic>
        <p:nvPicPr>
          <p:cNvPr id="11" name="图片 10"/>
          <p:cNvPicPr>
            <a:picLocks noChangeAspect="1"/>
          </p:cNvPicPr>
          <p:nvPr/>
        </p:nvPicPr>
        <p:blipFill>
          <a:blip r:embed="rId2"/>
          <a:srcRect l="7985" t="68075" r="6422" b="1034"/>
          <a:stretch>
            <a:fillRect/>
          </a:stretch>
        </p:blipFill>
        <p:spPr>
          <a:xfrm>
            <a:off x="1107440" y="5119370"/>
            <a:ext cx="1318895" cy="1100455"/>
          </a:xfrm>
          <a:prstGeom prst="rect">
            <a:avLst/>
          </a:prstGeom>
        </p:spPr>
      </p:pic>
      <p:sp>
        <p:nvSpPr>
          <p:cNvPr id="6" name="文本框 5"/>
          <p:cNvSpPr txBox="1"/>
          <p:nvPr/>
        </p:nvSpPr>
        <p:spPr>
          <a:xfrm>
            <a:off x="647700" y="1091565"/>
            <a:ext cx="6096000" cy="553085"/>
          </a:xfrm>
          <a:prstGeom prst="rect">
            <a:avLst/>
          </a:prstGeom>
          <a:noFill/>
        </p:spPr>
        <p:txBody>
          <a:bodyPr wrap="square" rtlCol="0" anchor="t">
            <a:spAutoFit/>
          </a:bodyPr>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1.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定向运动动词构成完成体</a:t>
            </a:r>
            <a:endParaRPr lang="zh-CN" altLang="en-US" sz="2000" noProof="0" dirty="0">
              <a:latin typeface="Times New Roman" panose="02020603050405020304" charset="0"/>
              <a:cs typeface="Times New Roman" panose="02020603050405020304" charset="0"/>
              <a:sym typeface="+mn-ea"/>
            </a:endParaRPr>
          </a:p>
        </p:txBody>
      </p:sp>
    </p:spTree>
    <p:custDataLst>
      <p:tags r:id="rId3"/>
    </p:custData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2079605" cy="6472555"/>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marL="342900" indent="-342900" fontAlgn="auto">
              <a:lnSpc>
                <a:spcPct val="150000"/>
              </a:lnSpc>
              <a:buFont typeface="Arial" panose="020B0604020202090204" pitchFamily="34" charset="0"/>
              <a:buChar char="•"/>
            </a:pPr>
            <a:endParaRPr lang="ru-RU" altLang="en-US" sz="2000" i="1" noProof="0" dirty="0">
              <a:latin typeface="Times New Roman" panose="02020603050405020304" charset="0"/>
              <a:cs typeface="Times New Roman" panose="02020603050405020304" charset="0"/>
              <a:sym typeface="+mn-ea"/>
            </a:endParaRPr>
          </a:p>
        </p:txBody>
      </p:sp>
      <p:graphicFrame>
        <p:nvGraphicFramePr>
          <p:cNvPr id="8" name="表格 7"/>
          <p:cNvGraphicFramePr>
            <a:graphicFrameLocks noGrp="1"/>
          </p:cNvGraphicFramePr>
          <p:nvPr>
            <p:custDataLst>
              <p:tags r:id="rId1"/>
            </p:custDataLst>
          </p:nvPr>
        </p:nvGraphicFramePr>
        <p:xfrm>
          <a:off x="947420" y="2270760"/>
          <a:ext cx="10307320" cy="3322320"/>
        </p:xfrm>
        <a:graphic>
          <a:graphicData uri="http://schemas.openxmlformats.org/drawingml/2006/table">
            <a:tbl>
              <a:tblPr firstRow="1" bandRow="1">
                <a:tableStyleId>{BC89EF96-8CEA-46FF-86C4-4CE0E7609802}</a:tableStyleId>
              </a:tblPr>
              <a:tblGrid>
                <a:gridCol w="1546225"/>
                <a:gridCol w="1870710"/>
                <a:gridCol w="1739900"/>
                <a:gridCol w="1320800"/>
                <a:gridCol w="3829685"/>
              </a:tblGrid>
              <a:tr h="701040">
                <a:tc>
                  <a:txBody>
                    <a:bodyPr/>
                    <a:lstStyle/>
                    <a:p>
                      <a:pPr algn="ctr">
                        <a:buNone/>
                      </a:pPr>
                      <a:r>
                        <a:rPr lang="ru-RU" sz="2000" b="1" noProof="0" dirty="0">
                          <a:latin typeface="Times New Roman" panose="02020603050405020304" charset="0"/>
                          <a:cs typeface="Times New Roman" panose="02020603050405020304" charset="0"/>
                        </a:rPr>
                        <a:t>Схемы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Приставки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Глаголы I группы (СВ)</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Предлоги</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buNone/>
                      </a:pPr>
                      <a:r>
                        <a:rPr lang="ru-RU" sz="2000" b="1" noProof="0" dirty="0">
                          <a:latin typeface="Times New Roman" panose="02020603050405020304" charset="0"/>
                          <a:cs typeface="Times New Roman" panose="02020603050405020304" charset="0"/>
                        </a:rPr>
                        <a:t>Примеры</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54380">
                <a:tc>
                  <a:txBody>
                    <a:bodyPr/>
                    <a:lstStyle/>
                    <a:p>
                      <a:pPr algn="ct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noFill/>
                  </a:tcPr>
                </a:tc>
                <a:tc>
                  <a:txBody>
                    <a:bodyPr/>
                    <a:lstStyle/>
                    <a:p>
                      <a:pPr algn="ctr">
                        <a:lnSpc>
                          <a:spcPct val="100000"/>
                        </a:lnSpc>
                      </a:pPr>
                      <a:r>
                        <a:rPr lang="ru-RU" sz="2000" b="1" noProof="0" dirty="0">
                          <a:latin typeface="Times New Roman" panose="02020603050405020304" charset="0"/>
                          <a:cs typeface="Times New Roman" panose="02020603050405020304" charset="0"/>
                        </a:rPr>
                        <a:t>с-(со-)…-</a:t>
                      </a:r>
                      <a:r>
                        <a:rPr lang="ru-RU" sz="2000" b="1" noProof="0" dirty="0" err="1">
                          <a:latin typeface="Times New Roman" panose="02020603050405020304" charset="0"/>
                          <a:cs typeface="Times New Roman" panose="02020603050405020304" charset="0"/>
                        </a:rPr>
                        <a:t>ся</a:t>
                      </a:r>
                      <a:r>
                        <a:rPr lang="ru-RU" sz="2000" b="1" noProof="0" dirty="0">
                          <a:latin typeface="Times New Roman" panose="02020603050405020304" charset="0"/>
                          <a:cs typeface="Times New Roman" panose="02020603050405020304" charset="0"/>
                        </a:rPr>
                        <a:t>(</a:t>
                      </a:r>
                      <a:r>
                        <a:rPr lang="ru-RU" sz="2000" b="1" noProof="0" dirty="0" err="1">
                          <a:latin typeface="Times New Roman" panose="02020603050405020304" charset="0"/>
                          <a:cs typeface="Times New Roman" panose="02020603050405020304" charset="0"/>
                        </a:rPr>
                        <a:t>сь</a:t>
                      </a:r>
                      <a:r>
                        <a:rPr lang="ru-RU" sz="2000" b="1" noProof="0" dirty="0">
                          <a:latin typeface="Times New Roman" panose="02020603050405020304" charset="0"/>
                          <a:cs typeface="Times New Roman" panose="02020603050405020304" charset="0"/>
                        </a:rPr>
                        <a:t>)</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buClrTx/>
                        <a:buSzTx/>
                        <a:buFontTx/>
                      </a:pPr>
                      <a:r>
                        <a:rPr lang="ru-RU" sz="2000" b="1" noProof="0" dirty="0">
                          <a:latin typeface="Times New Roman" panose="02020603050405020304" charset="0"/>
                          <a:cs typeface="Times New Roman" panose="02020603050405020304" charset="0"/>
                        </a:rPr>
                        <a:t>сойти(</a:t>
                      </a:r>
                      <a:r>
                        <a:rPr lang="ru-RU" sz="2000" b="1" noProof="0" dirty="0" err="1">
                          <a:latin typeface="Times New Roman" panose="02020603050405020304" charset="0"/>
                          <a:cs typeface="Times New Roman" panose="02020603050405020304" charset="0"/>
                        </a:rPr>
                        <a:t>сь</a:t>
                      </a:r>
                      <a:r>
                        <a:rPr lang="ru-RU" sz="2000" b="1" noProof="0" dirty="0">
                          <a:latin typeface="Times New Roman" panose="02020603050405020304" charset="0"/>
                          <a:cs typeface="Times New Roman" panose="02020603050405020304" charset="0"/>
                        </a:rPr>
                        <a:t>) / съехать(</a:t>
                      </a:r>
                      <a:r>
                        <a:rPr lang="ru-RU" sz="2000" b="1" noProof="0" dirty="0" err="1">
                          <a:latin typeface="Times New Roman" panose="02020603050405020304" charset="0"/>
                          <a:cs typeface="Times New Roman" panose="02020603050405020304" charset="0"/>
                        </a:rPr>
                        <a:t>ся</a:t>
                      </a:r>
                      <a:r>
                        <a:rPr lang="ru-RU" sz="2000" b="1" noProof="0" dirty="0">
                          <a:latin typeface="Times New Roman" panose="02020603050405020304" charset="0"/>
                          <a:cs typeface="Times New Roman" panose="02020603050405020304" charset="0"/>
                        </a:rPr>
                        <a:t>)</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buClrTx/>
                        <a:buSzTx/>
                        <a:buFontTx/>
                        <a:buNone/>
                      </a:pPr>
                      <a:r>
                        <a:rPr lang="ru-RU" sz="2000" b="1" noProof="0" dirty="0">
                          <a:latin typeface="Times New Roman" panose="02020603050405020304" charset="0"/>
                          <a:cs typeface="Times New Roman" panose="02020603050405020304" charset="0"/>
                        </a:rPr>
                        <a:t>в / на</a:t>
                      </a:r>
                      <a:endParaRPr lang="ru-RU" sz="2000" b="1" noProof="0" dirty="0">
                        <a:latin typeface="Times New Roman" panose="02020603050405020304" charset="0"/>
                        <a:cs typeface="Times New Roman" panose="02020603050405020304" charset="0"/>
                      </a:endParaRPr>
                    </a:p>
                    <a:p>
                      <a:pPr algn="ctr">
                        <a:lnSpc>
                          <a:spcPct val="100000"/>
                        </a:lnSpc>
                        <a:buClrTx/>
                        <a:buSzTx/>
                        <a:buFontTx/>
                        <a:buNone/>
                      </a:pPr>
                      <a:r>
                        <a:rPr lang="ru-RU" sz="2000" b="1" noProof="0" dirty="0">
                          <a:latin typeface="Times New Roman" panose="02020603050405020304" charset="0"/>
                          <a:cs typeface="Times New Roman" panose="02020603050405020304" charset="0"/>
                        </a:rPr>
                        <a:t>из / с</a:t>
                      </a:r>
                      <a:endParaRPr lang="ru-RU" sz="2000" b="1" noProof="0" dirty="0">
                        <a:latin typeface="Times New Roman" panose="02020603050405020304" charset="0"/>
                        <a:cs typeface="Times New Roman" panose="02020603050405020304" charset="0"/>
                      </a:endParaRPr>
                    </a:p>
                    <a:p>
                      <a:pPr algn="ctr">
                        <a:lnSpc>
                          <a:spcPct val="100000"/>
                        </a:lnSpc>
                        <a:buClrTx/>
                        <a:buSzTx/>
                        <a:buFontTx/>
                        <a:buNone/>
                      </a:pPr>
                      <a:r>
                        <a:rPr lang="ru-RU" sz="2000" b="1" noProof="0" dirty="0">
                          <a:latin typeface="Times New Roman" panose="02020603050405020304" charset="0"/>
                          <a:cs typeface="Times New Roman" panose="02020603050405020304" charset="0"/>
                        </a:rPr>
                        <a:t>к</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marL="0" indent="0" algn="ctr">
                        <a:lnSpc>
                          <a:spcPct val="100000"/>
                        </a:lnSpc>
                        <a:buNone/>
                      </a:pPr>
                      <a:r>
                        <a:rPr lang="ru-RU" sz="2000" b="1" noProof="0" dirty="0">
                          <a:latin typeface="Times New Roman" panose="02020603050405020304" charset="0"/>
                          <a:cs typeface="Times New Roman" panose="02020603050405020304" charset="0"/>
                        </a:rPr>
                        <a:t>съехались </a:t>
                      </a:r>
                      <a:r>
                        <a:rPr lang="ru-RU" sz="2000" b="1" noProof="0" dirty="0">
                          <a:solidFill>
                            <a:srgbClr val="FF0000"/>
                          </a:solidFill>
                          <a:latin typeface="Times New Roman" panose="02020603050405020304" charset="0"/>
                          <a:cs typeface="Times New Roman" panose="02020603050405020304" charset="0"/>
                        </a:rPr>
                        <a:t>в</a:t>
                      </a:r>
                      <a:r>
                        <a:rPr lang="ru-RU" sz="2000" b="1" noProof="0" dirty="0">
                          <a:latin typeface="Times New Roman" panose="02020603050405020304" charset="0"/>
                          <a:cs typeface="Times New Roman" panose="02020603050405020304" charset="0"/>
                        </a:rPr>
                        <a:t> гости </a:t>
                      </a:r>
                      <a:r>
                        <a:rPr lang="ru-RU" sz="2000" b="1" noProof="0" dirty="0">
                          <a:solidFill>
                            <a:srgbClr val="FF0000"/>
                          </a:solidFill>
                          <a:latin typeface="Times New Roman" panose="02020603050405020304" charset="0"/>
                          <a:cs typeface="Times New Roman" panose="02020603050405020304" charset="0"/>
                        </a:rPr>
                        <a:t>к</a:t>
                      </a:r>
                      <a:r>
                        <a:rPr lang="ru-RU" sz="2000" b="1" noProof="0" dirty="0">
                          <a:latin typeface="Times New Roman" panose="02020603050405020304" charset="0"/>
                          <a:cs typeface="Times New Roman" panose="02020603050405020304" charset="0"/>
                        </a:rPr>
                        <a:t> другу</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съехались </a:t>
                      </a:r>
                      <a:r>
                        <a:rPr lang="ru-RU" sz="2000" b="1" noProof="0" dirty="0">
                          <a:solidFill>
                            <a:srgbClr val="FF0000"/>
                          </a:solidFill>
                          <a:latin typeface="Times New Roman" panose="02020603050405020304" charset="0"/>
                          <a:cs typeface="Times New Roman" panose="02020603050405020304" charset="0"/>
                        </a:rPr>
                        <a:t>на</a:t>
                      </a:r>
                      <a:r>
                        <a:rPr lang="ru-RU" sz="2000" b="1" noProof="0" dirty="0">
                          <a:latin typeface="Times New Roman" panose="02020603050405020304" charset="0"/>
                          <a:cs typeface="Times New Roman" panose="02020603050405020304" charset="0"/>
                        </a:rPr>
                        <a:t> конференцию</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solidFill>
                            <a:srgbClr val="FF0000"/>
                          </a:solidFill>
                          <a:latin typeface="Times New Roman" panose="02020603050405020304" charset="0"/>
                          <a:cs typeface="Times New Roman" panose="02020603050405020304" charset="0"/>
                        </a:rPr>
                        <a:t>из</a:t>
                      </a:r>
                      <a:r>
                        <a:rPr lang="ru-RU" sz="2000" b="1" noProof="0" dirty="0">
                          <a:latin typeface="Times New Roman" panose="02020603050405020304" charset="0"/>
                          <a:cs typeface="Times New Roman" panose="02020603050405020304" charset="0"/>
                        </a:rPr>
                        <a:t> разных городов и стран</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r h="767080">
                <a:tc>
                  <a:txBody>
                    <a:bodyPr/>
                    <a:lstStyle/>
                    <a:p>
                      <a:pPr algn="ctr">
                        <a:buNone/>
                      </a:pP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раз-(</a:t>
                      </a:r>
                      <a:r>
                        <a:rPr lang="ru-RU" sz="2000" b="1" noProof="0" dirty="0" err="1">
                          <a:latin typeface="Times New Roman" panose="02020603050405020304" charset="0"/>
                          <a:cs typeface="Times New Roman" panose="02020603050405020304" charset="0"/>
                        </a:rPr>
                        <a:t>разо</a:t>
                      </a:r>
                      <a:r>
                        <a:rPr lang="ru-RU" sz="2000" b="1" noProof="0" dirty="0">
                          <a:latin typeface="Times New Roman" panose="02020603050405020304" charset="0"/>
                          <a:cs typeface="Times New Roman" panose="02020603050405020304" charset="0"/>
                        </a:rPr>
                        <a:t>-)…</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a:t>
                      </a:r>
                      <a:r>
                        <a:rPr lang="ru-RU" sz="2000" b="1" noProof="0" dirty="0" err="1">
                          <a:latin typeface="Times New Roman" panose="02020603050405020304" charset="0"/>
                          <a:cs typeface="Times New Roman" panose="02020603050405020304" charset="0"/>
                        </a:rPr>
                        <a:t>ся</a:t>
                      </a:r>
                      <a:r>
                        <a:rPr lang="ru-RU" sz="2000" b="1" noProof="0" dirty="0">
                          <a:latin typeface="Times New Roman" panose="02020603050405020304" charset="0"/>
                          <a:cs typeface="Times New Roman" panose="02020603050405020304" charset="0"/>
                        </a:rPr>
                        <a:t>(</a:t>
                      </a:r>
                      <a:r>
                        <a:rPr lang="ru-RU" sz="2000" b="1" noProof="0" dirty="0" err="1">
                          <a:latin typeface="Times New Roman" panose="02020603050405020304" charset="0"/>
                          <a:cs typeface="Times New Roman" panose="02020603050405020304" charset="0"/>
                        </a:rPr>
                        <a:t>сь</a:t>
                      </a:r>
                      <a:r>
                        <a:rPr lang="ru-RU" sz="2000" b="1" noProof="0" dirty="0">
                          <a:latin typeface="Times New Roman" panose="02020603050405020304" charset="0"/>
                          <a:cs typeface="Times New Roman" panose="02020603050405020304" charset="0"/>
                        </a:rPr>
                        <a:t>)</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разойтись /  разъехаться</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marL="0" indent="0" algn="ctr">
                        <a:lnSpc>
                          <a:spcPct val="100000"/>
                        </a:lnSpc>
                        <a:buNone/>
                      </a:pPr>
                      <a:r>
                        <a:rPr lang="ru-RU" sz="2000" b="1" noProof="0" dirty="0">
                          <a:latin typeface="Times New Roman" panose="02020603050405020304" charset="0"/>
                          <a:cs typeface="Times New Roman" panose="02020603050405020304" charset="0"/>
                        </a:rPr>
                        <a:t>в / на</a:t>
                      </a:r>
                      <a:endParaRPr lang="ru-RU" sz="2000" b="1" noProof="0" dirty="0">
                        <a:latin typeface="Times New Roman" panose="02020603050405020304" charset="0"/>
                        <a:cs typeface="Times New Roman" panose="02020603050405020304" charset="0"/>
                      </a:endParaRPr>
                    </a:p>
                    <a:p>
                      <a:pPr marL="0" indent="0" algn="ctr">
                        <a:lnSpc>
                          <a:spcPct val="100000"/>
                        </a:lnSpc>
                        <a:buNone/>
                      </a:pPr>
                      <a:r>
                        <a:rPr lang="ru-RU" sz="2000" b="1" noProof="0" dirty="0">
                          <a:latin typeface="Times New Roman" panose="02020603050405020304" charset="0"/>
                          <a:cs typeface="Times New Roman" panose="02020603050405020304" charset="0"/>
                        </a:rPr>
                        <a:t>из / с</a:t>
                      </a:r>
                      <a:endParaRPr lang="ru-RU" sz="2000" b="1" noProof="0" dirty="0">
                        <a:latin typeface="Times New Roman" panose="02020603050405020304" charset="0"/>
                        <a:cs typeface="Times New Roman" panose="02020603050405020304" charset="0"/>
                      </a:endParaRPr>
                    </a:p>
                    <a:p>
                      <a:pPr marL="0" indent="0" algn="ctr">
                        <a:lnSpc>
                          <a:spcPct val="100000"/>
                        </a:lnSpc>
                        <a:buNone/>
                      </a:pPr>
                      <a:r>
                        <a:rPr lang="ru-RU" sz="2000" b="1" noProof="0" dirty="0">
                          <a:latin typeface="Times New Roman" panose="02020603050405020304" charset="0"/>
                          <a:cs typeface="Times New Roman" panose="02020603050405020304" charset="0"/>
                        </a:rPr>
                        <a:t>по</a:t>
                      </a:r>
                      <a:endParaRPr lang="ru-RU" sz="2000" b="1" noProof="0" dirty="0">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c>
                  <a:txBody>
                    <a:bodyPr/>
                    <a:lstStyle/>
                    <a:p>
                      <a:pPr algn="ctr">
                        <a:lnSpc>
                          <a:spcPct val="100000"/>
                        </a:lnSpc>
                      </a:pPr>
                      <a:r>
                        <a:rPr lang="ru-RU" sz="2000" b="1" noProof="0" dirty="0">
                          <a:latin typeface="Times New Roman" panose="02020603050405020304" charset="0"/>
                          <a:cs typeface="Times New Roman" panose="02020603050405020304" charset="0"/>
                        </a:rPr>
                        <a:t>разошлись </a:t>
                      </a:r>
                      <a:r>
                        <a:rPr lang="ru-RU" sz="2000" b="1" noProof="0" dirty="0">
                          <a:solidFill>
                            <a:srgbClr val="FF0000"/>
                          </a:solidFill>
                          <a:latin typeface="Times New Roman" panose="02020603050405020304" charset="0"/>
                          <a:cs typeface="Times New Roman" panose="02020603050405020304" charset="0"/>
                        </a:rPr>
                        <a:t>в</a:t>
                      </a:r>
                      <a:r>
                        <a:rPr lang="ru-RU" sz="2000" b="1" noProof="0" dirty="0">
                          <a:latin typeface="Times New Roman" panose="02020603050405020304" charset="0"/>
                          <a:cs typeface="Times New Roman" panose="02020603050405020304" charset="0"/>
                        </a:rPr>
                        <a:t> разные стороны</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разошлись </a:t>
                      </a:r>
                      <a:r>
                        <a:rPr lang="ru-RU" sz="2000" b="1" noProof="0" dirty="0">
                          <a:solidFill>
                            <a:srgbClr val="FF0000"/>
                          </a:solidFill>
                          <a:latin typeface="Times New Roman" panose="02020603050405020304" charset="0"/>
                          <a:cs typeface="Times New Roman" panose="02020603050405020304" charset="0"/>
                        </a:rPr>
                        <a:t>со</a:t>
                      </a:r>
                      <a:r>
                        <a:rPr lang="ru-RU" sz="2000" b="1" noProof="0" dirty="0">
                          <a:latin typeface="Times New Roman" panose="02020603050405020304" charset="0"/>
                          <a:cs typeface="Times New Roman" panose="02020603050405020304" charset="0"/>
                        </a:rPr>
                        <a:t> стадиона</a:t>
                      </a:r>
                      <a:endParaRPr lang="ru-RU" sz="2000" b="1" noProof="0" dirty="0">
                        <a:latin typeface="Times New Roman" panose="02020603050405020304" charset="0"/>
                        <a:cs typeface="Times New Roman" panose="02020603050405020304" charset="0"/>
                      </a:endParaRPr>
                    </a:p>
                    <a:p>
                      <a:pPr algn="ctr">
                        <a:lnSpc>
                          <a:spcPct val="100000"/>
                        </a:lnSpc>
                      </a:pPr>
                      <a:r>
                        <a:rPr lang="ru-RU" sz="2000" b="1" noProof="0" dirty="0">
                          <a:latin typeface="Times New Roman" panose="02020603050405020304" charset="0"/>
                          <a:cs typeface="Times New Roman" panose="02020603050405020304" charset="0"/>
                        </a:rPr>
                        <a:t>разошлись </a:t>
                      </a:r>
                      <a:r>
                        <a:rPr lang="ru-RU" sz="2000" b="1" noProof="0" dirty="0">
                          <a:solidFill>
                            <a:srgbClr val="FF0000"/>
                          </a:solidFill>
                          <a:latin typeface="Times New Roman" panose="02020603050405020304" charset="0"/>
                          <a:cs typeface="Times New Roman" panose="02020603050405020304" charset="0"/>
                        </a:rPr>
                        <a:t>по </a:t>
                      </a:r>
                      <a:r>
                        <a:rPr lang="ru-RU" sz="2000" b="1" noProof="0" dirty="0">
                          <a:solidFill>
                            <a:schemeClr val="tx1"/>
                          </a:solidFill>
                          <a:latin typeface="Times New Roman" panose="02020603050405020304" charset="0"/>
                          <a:cs typeface="Times New Roman" panose="02020603050405020304" charset="0"/>
                        </a:rPr>
                        <a:t>аудиториям</a:t>
                      </a:r>
                      <a:endParaRPr lang="ru-RU" sz="2000" b="1" noProof="0" dirty="0">
                        <a:solidFill>
                          <a:schemeClr val="tx1"/>
                        </a:solidFill>
                        <a:latin typeface="Times New Roman" panose="02020603050405020304" charset="0"/>
                        <a:cs typeface="Times New Roman" panose="02020603050405020304" charset="0"/>
                      </a:endParaRPr>
                    </a:p>
                    <a:p>
                      <a:pPr algn="ctr">
                        <a:lnSpc>
                          <a:spcPct val="100000"/>
                        </a:lnSpc>
                      </a:pPr>
                      <a:r>
                        <a:rPr lang="ru-RU" sz="2000" b="1" noProof="0" dirty="0">
                          <a:solidFill>
                            <a:schemeClr val="tx1"/>
                          </a:solidFill>
                          <a:latin typeface="Times New Roman" panose="02020603050405020304" charset="0"/>
                          <a:cs typeface="Times New Roman" panose="02020603050405020304" charset="0"/>
                        </a:rPr>
                        <a:t>разъехались </a:t>
                      </a:r>
                      <a:r>
                        <a:rPr lang="ru-RU" sz="2000" b="1" noProof="0" dirty="0">
                          <a:solidFill>
                            <a:srgbClr val="FF0000"/>
                          </a:solidFill>
                          <a:latin typeface="Times New Roman" panose="02020603050405020304" charset="0"/>
                          <a:cs typeface="Times New Roman" panose="02020603050405020304" charset="0"/>
                        </a:rPr>
                        <a:t>на</a:t>
                      </a:r>
                      <a:r>
                        <a:rPr lang="ru-RU" sz="2000" b="1" noProof="0" dirty="0">
                          <a:solidFill>
                            <a:schemeClr val="tx1"/>
                          </a:solidFill>
                          <a:latin typeface="Times New Roman" panose="02020603050405020304" charset="0"/>
                          <a:cs typeface="Times New Roman" panose="02020603050405020304" charset="0"/>
                        </a:rPr>
                        <a:t> каникулы </a:t>
                      </a:r>
                      <a:r>
                        <a:rPr lang="ru-RU" sz="2000" b="1" noProof="0" dirty="0">
                          <a:solidFill>
                            <a:srgbClr val="FF0000"/>
                          </a:solidFill>
                          <a:latin typeface="Times New Roman" panose="02020603050405020304" charset="0"/>
                          <a:cs typeface="Times New Roman" panose="02020603050405020304" charset="0"/>
                        </a:rPr>
                        <a:t>по</a:t>
                      </a:r>
                      <a:r>
                        <a:rPr lang="ru-RU" sz="2000" b="1" noProof="0" dirty="0">
                          <a:solidFill>
                            <a:schemeClr val="tx1"/>
                          </a:solidFill>
                          <a:latin typeface="Times New Roman" panose="02020603050405020304" charset="0"/>
                          <a:cs typeface="Times New Roman" panose="02020603050405020304" charset="0"/>
                        </a:rPr>
                        <a:t> домам</a:t>
                      </a:r>
                      <a:endParaRPr lang="ru-RU" sz="2000" b="1" noProof="0" dirty="0">
                        <a:solidFill>
                          <a:schemeClr val="tx1"/>
                        </a:solidFill>
                        <a:latin typeface="Times New Roman" panose="02020603050405020304" charset="0"/>
                        <a:cs typeface="Times New Roman" panose="02020603050405020304" charset="0"/>
                      </a:endParaRPr>
                    </a:p>
                  </a:txBody>
                  <a:tcPr anchor="ctr">
                    <a:lnL w="19050" cmpd="sng">
                      <a:solidFill>
                        <a:schemeClr val="accent1"/>
                      </a:solidFill>
                      <a:prstDash val="solid"/>
                    </a:lnL>
                    <a:lnR w="19050" cmpd="sng">
                      <a:solidFill>
                        <a:schemeClr val="accent1"/>
                      </a:solidFill>
                      <a:prstDash val="solid"/>
                    </a:lnR>
                    <a:lnT w="19050" cmpd="sng">
                      <a:solidFill>
                        <a:schemeClr val="accent1"/>
                      </a:solidFill>
                      <a:prstDash val="solid"/>
                    </a:lnT>
                    <a:lnB w="19050" cmpd="sng">
                      <a:solidFill>
                        <a:schemeClr val="accent1"/>
                      </a:solidFill>
                      <a:prstDash val="solid"/>
                    </a:lnB>
                  </a:tcPr>
                </a:tc>
              </a:tr>
            </a:tbl>
          </a:graphicData>
        </a:graphic>
      </p:graphicFrame>
      <p:pic>
        <p:nvPicPr>
          <p:cNvPr id="7" name="图片 6"/>
          <p:cNvPicPr>
            <a:picLocks noChangeAspect="1"/>
          </p:cNvPicPr>
          <p:nvPr/>
        </p:nvPicPr>
        <p:blipFill>
          <a:blip r:embed="rId2"/>
          <a:srcRect b="50095"/>
          <a:stretch>
            <a:fillRect/>
          </a:stretch>
        </p:blipFill>
        <p:spPr>
          <a:xfrm>
            <a:off x="1048385" y="2983865"/>
            <a:ext cx="1349375" cy="976630"/>
          </a:xfrm>
          <a:prstGeom prst="rect">
            <a:avLst/>
          </a:prstGeom>
        </p:spPr>
      </p:pic>
      <p:pic>
        <p:nvPicPr>
          <p:cNvPr id="9" name="图片 8"/>
          <p:cNvPicPr>
            <a:picLocks noChangeAspect="1"/>
          </p:cNvPicPr>
          <p:nvPr/>
        </p:nvPicPr>
        <p:blipFill>
          <a:blip r:embed="rId2"/>
          <a:srcRect t="49905"/>
          <a:stretch>
            <a:fillRect/>
          </a:stretch>
        </p:blipFill>
        <p:spPr>
          <a:xfrm>
            <a:off x="1048385" y="4069080"/>
            <a:ext cx="1344930" cy="1433195"/>
          </a:xfrm>
          <a:prstGeom prst="rect">
            <a:avLst/>
          </a:prstGeom>
        </p:spPr>
      </p:pic>
      <p:sp>
        <p:nvSpPr>
          <p:cNvPr id="6" name="文本框 5"/>
          <p:cNvSpPr txBox="1"/>
          <p:nvPr/>
        </p:nvSpPr>
        <p:spPr>
          <a:xfrm>
            <a:off x="647700" y="1318895"/>
            <a:ext cx="6096000" cy="553085"/>
          </a:xfrm>
          <a:prstGeom prst="rect">
            <a:avLst/>
          </a:prstGeom>
          <a:noFill/>
        </p:spPr>
        <p:txBody>
          <a:bodyPr wrap="square" rtlCol="0" anchor="t">
            <a:spAutoFit/>
          </a:bodyPr>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1.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定向运动动词构成完成体</a:t>
            </a:r>
            <a:endParaRPr lang="zh-CN" altLang="en-US" sz="2000" noProof="0" dirty="0">
              <a:latin typeface="Times New Roman" panose="02020603050405020304" charset="0"/>
              <a:cs typeface="Times New Roman" panose="02020603050405020304" charset="0"/>
              <a:sym typeface="+mn-ea"/>
            </a:endParaRPr>
          </a:p>
        </p:txBody>
      </p:sp>
    </p:spTree>
    <p:custDataLst>
      <p:tags r:id="rId3"/>
    </p:custData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6" name="矩形 5"/>
          <p:cNvSpPr/>
          <p:nvPr/>
        </p:nvSpPr>
        <p:spPr>
          <a:xfrm>
            <a:off x="1731010" y="2484120"/>
            <a:ext cx="1389380"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в-(во-)</a:t>
            </a:r>
            <a:endParaRPr lang="zh-CN" sz="2800" noProof="0" dirty="0">
              <a:solidFill>
                <a:schemeClr val="tx1"/>
              </a:solidFill>
              <a:latin typeface="Times New Roman" panose="02020603050405020304" charset="0"/>
              <a:cs typeface="Times New Roman" panose="02020603050405020304" charset="0"/>
            </a:endParaRPr>
          </a:p>
        </p:txBody>
      </p:sp>
      <p:grpSp>
        <p:nvGrpSpPr>
          <p:cNvPr id="4" name="组合 3"/>
          <p:cNvGrpSpPr/>
          <p:nvPr/>
        </p:nvGrpSpPr>
        <p:grpSpPr>
          <a:xfrm>
            <a:off x="1170940" y="3490595"/>
            <a:ext cx="1762760" cy="881380"/>
            <a:chOff x="1844" y="5497"/>
            <a:chExt cx="2776" cy="1388"/>
          </a:xfrm>
        </p:grpSpPr>
        <p:sp>
          <p:nvSpPr>
            <p:cNvPr id="7" name="矩形 6"/>
            <p:cNvSpPr/>
            <p:nvPr/>
          </p:nvSpPr>
          <p:spPr>
            <a:xfrm>
              <a:off x="3020" y="5497"/>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8" name="直接箭头连接符 7"/>
            <p:cNvCxnSpPr/>
            <p:nvPr/>
          </p:nvCxnSpPr>
          <p:spPr>
            <a:xfrm>
              <a:off x="1844" y="6280"/>
              <a:ext cx="1502"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5049838"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входить / въезжать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1" name="文本框 10"/>
          <p:cNvSpPr txBox="1"/>
          <p:nvPr/>
        </p:nvSpPr>
        <p:spPr>
          <a:xfrm>
            <a:off x="4385945"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В</a:t>
            </a:r>
            <a:r>
              <a:rPr lang="zh-CN" sz="2000" noProof="0" dirty="0">
                <a:latin typeface="Times New Roman" panose="02020603050405020304" charset="0"/>
                <a:cs typeface="Times New Roman" panose="02020603050405020304" charset="0"/>
              </a:rPr>
              <a:t>ходите, пожалуйста, </a:t>
            </a:r>
            <a:r>
              <a:rPr lang="zh-CN" sz="2000" b="1" noProof="0" dirty="0">
                <a:solidFill>
                  <a:srgbClr val="FF0000"/>
                </a:solidFill>
                <a:latin typeface="Times New Roman" panose="02020603050405020304" charset="0"/>
                <a:cs typeface="Times New Roman" panose="02020603050405020304" charset="0"/>
              </a:rPr>
              <a:t>в </a:t>
            </a:r>
            <a:r>
              <a:rPr lang="zh-CN" sz="2000" noProof="0" dirty="0">
                <a:latin typeface="Times New Roman" panose="02020603050405020304" charset="0"/>
                <a:cs typeface="Times New Roman" panose="02020603050405020304" charset="0"/>
              </a:rPr>
              <a:t>дом!</a:t>
            </a:r>
            <a:endParaRPr lang="zh-CN" sz="2000" noProof="0" dirty="0">
              <a:latin typeface="Times New Roman" panose="02020603050405020304" charset="0"/>
              <a:cs typeface="Times New Roman" panose="02020603050405020304" charset="0"/>
            </a:endParaRPr>
          </a:p>
        </p:txBody>
      </p:sp>
      <p:sp>
        <p:nvSpPr>
          <p:cNvPr id="12" name="文本框 11"/>
          <p:cNvSpPr txBox="1"/>
          <p:nvPr/>
        </p:nvSpPr>
        <p:spPr>
          <a:xfrm>
            <a:off x="4385945" y="425005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В</a:t>
            </a:r>
            <a:r>
              <a:rPr lang="zh-CN" sz="2000" noProof="0" dirty="0">
                <a:latin typeface="Times New Roman" panose="02020603050405020304" charset="0"/>
                <a:cs typeface="Times New Roman" panose="02020603050405020304" charset="0"/>
              </a:rPr>
              <a:t>ъезжайте </a:t>
            </a:r>
            <a:r>
              <a:rPr lang="zh-CN" sz="2000" b="1" noProof="0" dirty="0">
                <a:solidFill>
                  <a:srgbClr val="FF0000"/>
                </a:solidFill>
                <a:latin typeface="Times New Roman" panose="02020603050405020304" charset="0"/>
                <a:cs typeface="Times New Roman" panose="02020603050405020304" charset="0"/>
              </a:rPr>
              <a:t>в </a:t>
            </a:r>
            <a:r>
              <a:rPr lang="zh-CN" sz="2000" noProof="0" dirty="0">
                <a:latin typeface="Times New Roman" panose="02020603050405020304" charset="0"/>
                <a:cs typeface="Times New Roman" panose="02020603050405020304" charset="0"/>
              </a:rPr>
              <a:t>гараж!</a:t>
            </a:r>
            <a:endParaRPr lang="zh-CN" sz="2000" noProof="0" dirty="0">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6" name="矩形 5"/>
          <p:cNvSpPr/>
          <p:nvPr/>
        </p:nvSpPr>
        <p:spPr>
          <a:xfrm>
            <a:off x="1731010" y="2484120"/>
            <a:ext cx="1389380"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вы-</a:t>
            </a:r>
            <a:endParaRPr lang="zh-CN" sz="2800" noProof="0" dirty="0">
              <a:solidFill>
                <a:schemeClr val="tx1"/>
              </a:solidFill>
              <a:latin typeface="Times New Roman" panose="02020603050405020304" charset="0"/>
              <a:cs typeface="Times New Roman" panose="02020603050405020304" charset="0"/>
            </a:endParaRPr>
          </a:p>
        </p:txBody>
      </p:sp>
      <p:grpSp>
        <p:nvGrpSpPr>
          <p:cNvPr id="4" name="组合 3"/>
          <p:cNvGrpSpPr/>
          <p:nvPr/>
        </p:nvGrpSpPr>
        <p:grpSpPr>
          <a:xfrm>
            <a:off x="1593215" y="3586480"/>
            <a:ext cx="1623695" cy="881380"/>
            <a:chOff x="2509" y="5648"/>
            <a:chExt cx="2557" cy="1388"/>
          </a:xfrm>
        </p:grpSpPr>
        <p:sp>
          <p:nvSpPr>
            <p:cNvPr id="7" name="矩形 6"/>
            <p:cNvSpPr/>
            <p:nvPr/>
          </p:nvSpPr>
          <p:spPr>
            <a:xfrm>
              <a:off x="2509" y="5648"/>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8" name="直接箭头连接符 7"/>
            <p:cNvCxnSpPr/>
            <p:nvPr/>
          </p:nvCxnSpPr>
          <p:spPr>
            <a:xfrm>
              <a:off x="3564" y="6342"/>
              <a:ext cx="1502"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5050155"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выходить / выезжать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1" name="文本框 10"/>
          <p:cNvSpPr txBox="1"/>
          <p:nvPr/>
        </p:nvSpPr>
        <p:spPr>
          <a:xfrm>
            <a:off x="4386263"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вы</a:t>
            </a:r>
            <a:r>
              <a:rPr lang="zh-CN" sz="2000" noProof="0" dirty="0">
                <a:latin typeface="Times New Roman" panose="02020603050405020304" charset="0"/>
                <a:cs typeface="Times New Roman" panose="02020603050405020304" charset="0"/>
              </a:rPr>
              <a:t>хожу </a:t>
            </a:r>
            <a:r>
              <a:rPr lang="zh-CN" sz="2000" b="1" noProof="0" dirty="0">
                <a:solidFill>
                  <a:srgbClr val="FF0000"/>
                </a:solidFill>
                <a:latin typeface="Times New Roman" panose="02020603050405020304" charset="0"/>
                <a:cs typeface="Times New Roman" panose="02020603050405020304" charset="0"/>
              </a:rPr>
              <a:t>из </a:t>
            </a:r>
            <a:r>
              <a:rPr lang="zh-CN" sz="2000" noProof="0" dirty="0">
                <a:latin typeface="Times New Roman" panose="02020603050405020304" charset="0"/>
                <a:cs typeface="Times New Roman" panose="02020603050405020304" charset="0"/>
              </a:rPr>
              <a:t>дома рано</a:t>
            </a:r>
            <a:endParaRPr lang="zh-CN" sz="2000" noProof="0" dirty="0">
              <a:latin typeface="Times New Roman" panose="02020603050405020304" charset="0"/>
              <a:cs typeface="Times New Roman" panose="02020603050405020304" charset="0"/>
            </a:endParaRPr>
          </a:p>
        </p:txBody>
      </p:sp>
      <p:sp>
        <p:nvSpPr>
          <p:cNvPr id="9" name="文本框 8"/>
          <p:cNvSpPr txBox="1"/>
          <p:nvPr/>
        </p:nvSpPr>
        <p:spPr>
          <a:xfrm>
            <a:off x="4386263" y="4177030"/>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вы</a:t>
            </a:r>
            <a:r>
              <a:rPr lang="zh-CN" sz="2000" noProof="0" dirty="0">
                <a:latin typeface="Times New Roman" panose="02020603050405020304" charset="0"/>
                <a:cs typeface="Times New Roman" panose="02020603050405020304" charset="0"/>
              </a:rPr>
              <a:t>езжаем </a:t>
            </a:r>
            <a:r>
              <a:rPr lang="zh-CN" sz="2000" b="1" noProof="0" dirty="0">
                <a:solidFill>
                  <a:srgbClr val="FF0000"/>
                </a:solidFill>
                <a:latin typeface="Times New Roman" panose="02020603050405020304" charset="0"/>
                <a:cs typeface="Times New Roman" panose="02020603050405020304" charset="0"/>
              </a:rPr>
              <a:t>из </a:t>
            </a:r>
            <a:r>
              <a:rPr lang="zh-CN" sz="2000" noProof="0" dirty="0">
                <a:latin typeface="Times New Roman" panose="02020603050405020304" charset="0"/>
                <a:cs typeface="Times New Roman" panose="02020603050405020304" charset="0"/>
              </a:rPr>
              <a:t>дома в 9 часов</a:t>
            </a:r>
            <a:endParaRPr lang="zh-CN" sz="2000" noProof="0" dirty="0">
              <a:latin typeface="Times New Roman" panose="02020603050405020304" charset="0"/>
              <a:cs typeface="Times New Roman" panose="02020603050405020304" charset="0"/>
            </a:endParaRPr>
          </a:p>
        </p:txBody>
      </p:sp>
      <p:sp>
        <p:nvSpPr>
          <p:cNvPr id="12" name="文本框 11"/>
          <p:cNvSpPr txBox="1"/>
          <p:nvPr/>
        </p:nvSpPr>
        <p:spPr>
          <a:xfrm>
            <a:off x="4386263" y="483933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noProof="0" dirty="0">
                <a:latin typeface="Times New Roman" panose="02020603050405020304" charset="0"/>
                <a:cs typeface="Times New Roman" panose="02020603050405020304" charset="0"/>
              </a:rPr>
              <a:t>Машина </a:t>
            </a:r>
            <a:r>
              <a:rPr lang="zh-CN" sz="2000" b="1" noProof="0" dirty="0">
                <a:solidFill>
                  <a:srgbClr val="FF0000"/>
                </a:solidFill>
                <a:latin typeface="Times New Roman" panose="02020603050405020304" charset="0"/>
                <a:cs typeface="Times New Roman" panose="02020603050405020304" charset="0"/>
              </a:rPr>
              <a:t>вы</a:t>
            </a:r>
            <a:r>
              <a:rPr lang="zh-CN" sz="2000" noProof="0" dirty="0">
                <a:latin typeface="Times New Roman" panose="02020603050405020304" charset="0"/>
                <a:cs typeface="Times New Roman" panose="02020603050405020304" charset="0"/>
              </a:rPr>
              <a:t>езжала </a:t>
            </a:r>
            <a:r>
              <a:rPr lang="zh-CN" sz="2000" b="1" noProof="0" dirty="0">
                <a:solidFill>
                  <a:srgbClr val="FF0000"/>
                </a:solidFill>
                <a:latin typeface="Times New Roman" panose="02020603050405020304" charset="0"/>
                <a:cs typeface="Times New Roman" panose="02020603050405020304" charset="0"/>
              </a:rPr>
              <a:t>из </a:t>
            </a:r>
            <a:r>
              <a:rPr lang="zh-CN" sz="2000" noProof="0" dirty="0">
                <a:latin typeface="Times New Roman" panose="02020603050405020304" charset="0"/>
                <a:cs typeface="Times New Roman" panose="02020603050405020304" charset="0"/>
              </a:rPr>
              <a:t>гаража.</a:t>
            </a:r>
            <a:endParaRPr lang="zh-CN" sz="2000" noProof="0" dirty="0">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6" name="矩形 5"/>
          <p:cNvSpPr/>
          <p:nvPr/>
        </p:nvSpPr>
        <p:spPr>
          <a:xfrm>
            <a:off x="1731010" y="2484120"/>
            <a:ext cx="1389380"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при-</a:t>
            </a:r>
            <a:endParaRPr lang="zh-CN" sz="2800" noProof="0" dirty="0">
              <a:solidFill>
                <a:schemeClr val="tx1"/>
              </a:solidFill>
              <a:latin typeface="Times New Roman" panose="02020603050405020304" charset="0"/>
              <a:cs typeface="Times New Roman" panose="02020603050405020304" charset="0"/>
            </a:endParaRPr>
          </a:p>
        </p:txBody>
      </p:sp>
      <p:grpSp>
        <p:nvGrpSpPr>
          <p:cNvPr id="4" name="组合 3"/>
          <p:cNvGrpSpPr/>
          <p:nvPr/>
        </p:nvGrpSpPr>
        <p:grpSpPr>
          <a:xfrm>
            <a:off x="1170940" y="3490595"/>
            <a:ext cx="1762760" cy="881380"/>
            <a:chOff x="1844" y="5497"/>
            <a:chExt cx="2776" cy="1388"/>
          </a:xfrm>
        </p:grpSpPr>
        <p:sp>
          <p:nvSpPr>
            <p:cNvPr id="7" name="矩形 6"/>
            <p:cNvSpPr/>
            <p:nvPr/>
          </p:nvSpPr>
          <p:spPr>
            <a:xfrm>
              <a:off x="3020" y="5497"/>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8" name="直接箭头连接符 7"/>
            <p:cNvCxnSpPr/>
            <p:nvPr/>
          </p:nvCxnSpPr>
          <p:spPr>
            <a:xfrm flipV="1">
              <a:off x="1844" y="6239"/>
              <a:ext cx="2047"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4933950" y="2484120"/>
            <a:ext cx="374586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приходить / приезжать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1" name="文本框 10"/>
          <p:cNvSpPr txBox="1"/>
          <p:nvPr/>
        </p:nvSpPr>
        <p:spPr>
          <a:xfrm>
            <a:off x="4386263"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При</a:t>
            </a:r>
            <a:r>
              <a:rPr lang="zh-CN" sz="2000" noProof="0" dirty="0">
                <a:latin typeface="Times New Roman" panose="02020603050405020304" charset="0"/>
                <a:cs typeface="Times New Roman" panose="02020603050405020304" charset="0"/>
              </a:rPr>
              <a:t>ходите </a:t>
            </a:r>
            <a:r>
              <a:rPr lang="zh-CN" sz="2000" b="1" noProof="0" dirty="0">
                <a:solidFill>
                  <a:srgbClr val="FF0000"/>
                </a:solidFill>
                <a:latin typeface="Times New Roman" panose="02020603050405020304" charset="0"/>
                <a:cs typeface="Times New Roman" panose="02020603050405020304" charset="0"/>
              </a:rPr>
              <a:t>в </a:t>
            </a:r>
            <a:r>
              <a:rPr lang="zh-CN" sz="2000" noProof="0" dirty="0">
                <a:latin typeface="Times New Roman" panose="02020603050405020304" charset="0"/>
                <a:cs typeface="Times New Roman" panose="02020603050405020304" charset="0"/>
              </a:rPr>
              <a:t>гости!</a:t>
            </a:r>
            <a:endParaRPr lang="zh-CN" sz="2000" noProof="0" dirty="0">
              <a:latin typeface="Times New Roman" panose="02020603050405020304" charset="0"/>
              <a:cs typeface="Times New Roman" panose="02020603050405020304" charset="0"/>
            </a:endParaRPr>
          </a:p>
        </p:txBody>
      </p:sp>
      <p:sp>
        <p:nvSpPr>
          <p:cNvPr id="12" name="文本框 11"/>
          <p:cNvSpPr txBox="1"/>
          <p:nvPr/>
        </p:nvSpPr>
        <p:spPr>
          <a:xfrm>
            <a:off x="4386263" y="425005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При</a:t>
            </a:r>
            <a:r>
              <a:rPr lang="zh-CN" sz="2000" noProof="0" dirty="0">
                <a:latin typeface="Times New Roman" panose="02020603050405020304" charset="0"/>
                <a:cs typeface="Times New Roman" panose="02020603050405020304" charset="0"/>
              </a:rPr>
              <a:t>езжайте </a:t>
            </a:r>
            <a:r>
              <a:rPr lang="zh-CN" sz="2000" b="1" noProof="0" dirty="0">
                <a:solidFill>
                  <a:srgbClr val="FF0000"/>
                </a:solidFill>
                <a:latin typeface="Times New Roman" panose="02020603050405020304" charset="0"/>
                <a:cs typeface="Times New Roman" panose="02020603050405020304" charset="0"/>
              </a:rPr>
              <a:t>на </a:t>
            </a:r>
            <a:r>
              <a:rPr lang="zh-CN" sz="2000" noProof="0" dirty="0">
                <a:latin typeface="Times New Roman" panose="02020603050405020304" charset="0"/>
                <a:cs typeface="Times New Roman" panose="02020603050405020304" charset="0"/>
              </a:rPr>
              <a:t>новоселье!</a:t>
            </a:r>
            <a:endParaRPr lang="zh-CN" sz="2000" noProof="0" dirty="0">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6" name="矩形 5"/>
          <p:cNvSpPr/>
          <p:nvPr/>
        </p:nvSpPr>
        <p:spPr>
          <a:xfrm>
            <a:off x="1731010" y="2484120"/>
            <a:ext cx="1389380"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у-</a:t>
            </a:r>
            <a:endParaRPr lang="zh-CN" sz="2800" noProof="0" dirty="0">
              <a:solidFill>
                <a:schemeClr val="tx1"/>
              </a:solidFill>
              <a:latin typeface="Times New Roman" panose="02020603050405020304" charset="0"/>
              <a:cs typeface="Times New Roman" panose="02020603050405020304" charset="0"/>
            </a:endParaRPr>
          </a:p>
        </p:txBody>
      </p:sp>
      <p:sp>
        <p:nvSpPr>
          <p:cNvPr id="10" name="矩形 9"/>
          <p:cNvSpPr/>
          <p:nvPr/>
        </p:nvSpPr>
        <p:spPr>
          <a:xfrm>
            <a:off x="5049838"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уходить / уезжать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1" name="文本框 10"/>
          <p:cNvSpPr txBox="1"/>
          <p:nvPr/>
        </p:nvSpPr>
        <p:spPr>
          <a:xfrm>
            <a:off x="4385945"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у</a:t>
            </a:r>
            <a:r>
              <a:rPr lang="zh-CN" sz="2000" noProof="0" dirty="0">
                <a:latin typeface="Times New Roman" panose="02020603050405020304" charset="0"/>
                <a:cs typeface="Times New Roman" panose="02020603050405020304" charset="0"/>
              </a:rPr>
              <a:t>хожу </a:t>
            </a:r>
            <a:r>
              <a:rPr lang="zh-CN" sz="2000" b="1" noProof="0" dirty="0">
                <a:solidFill>
                  <a:srgbClr val="FF0000"/>
                </a:solidFill>
                <a:latin typeface="Times New Roman" panose="02020603050405020304" charset="0"/>
                <a:cs typeface="Times New Roman" panose="02020603050405020304" charset="0"/>
              </a:rPr>
              <a:t>к </a:t>
            </a:r>
            <a:r>
              <a:rPr lang="zh-CN" sz="2000" noProof="0" dirty="0">
                <a:latin typeface="Times New Roman" panose="02020603050405020304" charset="0"/>
                <a:cs typeface="Times New Roman" panose="02020603050405020304" charset="0"/>
              </a:rPr>
              <a:t>подруге</a:t>
            </a:r>
            <a:endParaRPr lang="zh-CN" sz="2000" noProof="0" dirty="0">
              <a:latin typeface="Times New Roman" panose="02020603050405020304" charset="0"/>
              <a:cs typeface="Times New Roman" panose="02020603050405020304" charset="0"/>
            </a:endParaRPr>
          </a:p>
        </p:txBody>
      </p:sp>
      <p:sp>
        <p:nvSpPr>
          <p:cNvPr id="12" name="文本框 11"/>
          <p:cNvSpPr txBox="1"/>
          <p:nvPr/>
        </p:nvSpPr>
        <p:spPr>
          <a:xfrm>
            <a:off x="4385945" y="398970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у</a:t>
            </a:r>
            <a:r>
              <a:rPr lang="zh-CN" sz="2000" noProof="0" dirty="0">
                <a:latin typeface="Times New Roman" panose="02020603050405020304" charset="0"/>
                <a:cs typeface="Times New Roman" panose="02020603050405020304" charset="0"/>
              </a:rPr>
              <a:t>езжал </a:t>
            </a:r>
            <a:r>
              <a:rPr lang="zh-CN" sz="2000" b="1" noProof="0" dirty="0">
                <a:solidFill>
                  <a:srgbClr val="FF0000"/>
                </a:solidFill>
                <a:latin typeface="Times New Roman" panose="02020603050405020304" charset="0"/>
                <a:cs typeface="Times New Roman" panose="02020603050405020304" charset="0"/>
              </a:rPr>
              <a:t>на </a:t>
            </a:r>
            <a:r>
              <a:rPr lang="zh-CN" sz="2000" noProof="0" dirty="0">
                <a:latin typeface="Times New Roman" panose="02020603050405020304" charset="0"/>
                <a:cs typeface="Times New Roman" panose="02020603050405020304" charset="0"/>
              </a:rPr>
              <a:t>море</a:t>
            </a:r>
            <a:endParaRPr lang="zh-CN" sz="2000" noProof="0" dirty="0">
              <a:latin typeface="Times New Roman" panose="02020603050405020304" charset="0"/>
              <a:cs typeface="Times New Roman" panose="02020603050405020304" charset="0"/>
            </a:endParaRPr>
          </a:p>
        </p:txBody>
      </p:sp>
      <p:sp>
        <p:nvSpPr>
          <p:cNvPr id="4" name="文本框 3"/>
          <p:cNvSpPr txBox="1"/>
          <p:nvPr/>
        </p:nvSpPr>
        <p:spPr>
          <a:xfrm>
            <a:off x="4385945" y="448881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у</a:t>
            </a:r>
            <a:r>
              <a:rPr lang="zh-CN" sz="2000" noProof="0" dirty="0">
                <a:latin typeface="Times New Roman" panose="02020603050405020304" charset="0"/>
                <a:cs typeface="Times New Roman" panose="02020603050405020304" charset="0"/>
              </a:rPr>
              <a:t>езжали </a:t>
            </a:r>
            <a:r>
              <a:rPr lang="zh-CN" sz="2000" b="1" noProof="0" dirty="0">
                <a:solidFill>
                  <a:srgbClr val="FF0000"/>
                </a:solidFill>
                <a:latin typeface="Times New Roman" panose="02020603050405020304" charset="0"/>
                <a:cs typeface="Times New Roman" panose="02020603050405020304" charset="0"/>
              </a:rPr>
              <a:t>за </a:t>
            </a:r>
            <a:r>
              <a:rPr lang="zh-CN" sz="2000" noProof="0" dirty="0">
                <a:latin typeface="Times New Roman" panose="02020603050405020304" charset="0"/>
                <a:cs typeface="Times New Roman" panose="02020603050405020304" charset="0"/>
              </a:rPr>
              <a:t>границу / </a:t>
            </a:r>
            <a:r>
              <a:rPr lang="zh-CN" sz="2000" b="1" noProof="0" dirty="0">
                <a:solidFill>
                  <a:srgbClr val="FF0000"/>
                </a:solidFill>
                <a:latin typeface="Times New Roman" panose="02020603050405020304" charset="0"/>
                <a:cs typeface="Times New Roman" panose="02020603050405020304" charset="0"/>
              </a:rPr>
              <a:t>за </a:t>
            </a:r>
            <a:r>
              <a:rPr lang="zh-CN" sz="2000" noProof="0" dirty="0">
                <a:latin typeface="Times New Roman" panose="02020603050405020304" charset="0"/>
                <a:cs typeface="Times New Roman" panose="02020603050405020304" charset="0"/>
              </a:rPr>
              <a:t>город</a:t>
            </a:r>
            <a:endParaRPr lang="zh-CN" sz="2000" noProof="0" dirty="0">
              <a:latin typeface="Times New Roman" panose="02020603050405020304" charset="0"/>
              <a:cs typeface="Times New Roman" panose="02020603050405020304" charset="0"/>
            </a:endParaRPr>
          </a:p>
        </p:txBody>
      </p:sp>
      <p:grpSp>
        <p:nvGrpSpPr>
          <p:cNvPr id="7" name="组合 6"/>
          <p:cNvGrpSpPr/>
          <p:nvPr/>
        </p:nvGrpSpPr>
        <p:grpSpPr>
          <a:xfrm>
            <a:off x="1292860" y="3480435"/>
            <a:ext cx="2477135" cy="881380"/>
            <a:chOff x="2036" y="5481"/>
            <a:chExt cx="3901" cy="1388"/>
          </a:xfrm>
        </p:grpSpPr>
        <p:sp>
          <p:nvSpPr>
            <p:cNvPr id="8" name="矩形 7"/>
            <p:cNvSpPr/>
            <p:nvPr/>
          </p:nvSpPr>
          <p:spPr>
            <a:xfrm>
              <a:off x="2036" y="5481"/>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9" name="直接箭头连接符 8"/>
            <p:cNvCxnSpPr/>
            <p:nvPr/>
          </p:nvCxnSpPr>
          <p:spPr>
            <a:xfrm flipV="1">
              <a:off x="4269" y="6128"/>
              <a:ext cx="1669" cy="3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259" y="5933"/>
              <a:ext cx="0" cy="420"/>
            </a:xfrm>
            <a:prstGeom prst="line">
              <a:avLst/>
            </a:prstGeom>
            <a:ln w="19050"/>
          </p:spPr>
          <p:style>
            <a:lnRef idx="2">
              <a:schemeClr val="accent1"/>
            </a:lnRef>
            <a:fillRef idx="0">
              <a:srgbClr val="FFFFFF"/>
            </a:fillRef>
            <a:effectRef idx="0">
              <a:srgbClr val="FFFFFF"/>
            </a:effectRef>
            <a:fontRef idx="minor">
              <a:schemeClr val="tx1"/>
            </a:fontRef>
          </p:style>
        </p:cxnSp>
      </p:grpSp>
    </p:spTree>
    <p:custDataLst>
      <p:tags r:id="rId1"/>
    </p:custData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6" name="矩形 5"/>
          <p:cNvSpPr/>
          <p:nvPr/>
        </p:nvSpPr>
        <p:spPr>
          <a:xfrm>
            <a:off x="1731010" y="2484120"/>
            <a:ext cx="1389380"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у-</a:t>
            </a:r>
            <a:endParaRPr lang="zh-CN" sz="2800" noProof="0" dirty="0">
              <a:solidFill>
                <a:schemeClr val="tx1"/>
              </a:solidFill>
              <a:latin typeface="Times New Roman" panose="02020603050405020304" charset="0"/>
              <a:cs typeface="Times New Roman" panose="02020603050405020304" charset="0"/>
            </a:endParaRPr>
          </a:p>
        </p:txBody>
      </p:sp>
      <p:sp>
        <p:nvSpPr>
          <p:cNvPr id="10" name="矩形 9"/>
          <p:cNvSpPr/>
          <p:nvPr/>
        </p:nvSpPr>
        <p:spPr>
          <a:xfrm>
            <a:off x="5049838"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уходить / уезжать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1" name="文本框 10"/>
          <p:cNvSpPr txBox="1"/>
          <p:nvPr/>
        </p:nvSpPr>
        <p:spPr>
          <a:xfrm>
            <a:off x="4385945"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у</a:t>
            </a:r>
            <a:r>
              <a:rPr lang="zh-CN" sz="2000" noProof="0" dirty="0">
                <a:latin typeface="Times New Roman" panose="02020603050405020304" charset="0"/>
                <a:cs typeface="Times New Roman" panose="02020603050405020304" charset="0"/>
              </a:rPr>
              <a:t>хожу </a:t>
            </a:r>
            <a:r>
              <a:rPr lang="zh-CN" sz="2000" b="1" noProof="0" dirty="0">
                <a:solidFill>
                  <a:srgbClr val="FF0000"/>
                </a:solidFill>
                <a:latin typeface="Times New Roman" panose="02020603050405020304" charset="0"/>
                <a:cs typeface="Times New Roman" panose="02020603050405020304" charset="0"/>
              </a:rPr>
              <a:t>к </a:t>
            </a:r>
            <a:r>
              <a:rPr lang="zh-CN" sz="2000" noProof="0" dirty="0">
                <a:latin typeface="Times New Roman" panose="02020603050405020304" charset="0"/>
                <a:cs typeface="Times New Roman" panose="02020603050405020304" charset="0"/>
              </a:rPr>
              <a:t>подруге</a:t>
            </a:r>
            <a:endParaRPr lang="zh-CN" sz="2000" noProof="0" dirty="0">
              <a:latin typeface="Times New Roman" panose="02020603050405020304" charset="0"/>
              <a:cs typeface="Times New Roman" panose="02020603050405020304" charset="0"/>
            </a:endParaRPr>
          </a:p>
        </p:txBody>
      </p:sp>
      <p:sp>
        <p:nvSpPr>
          <p:cNvPr id="12" name="文本框 11"/>
          <p:cNvSpPr txBox="1"/>
          <p:nvPr/>
        </p:nvSpPr>
        <p:spPr>
          <a:xfrm>
            <a:off x="4385945" y="398970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у</a:t>
            </a:r>
            <a:r>
              <a:rPr lang="zh-CN" sz="2000" noProof="0" dirty="0">
                <a:latin typeface="Times New Roman" panose="02020603050405020304" charset="0"/>
                <a:cs typeface="Times New Roman" panose="02020603050405020304" charset="0"/>
              </a:rPr>
              <a:t>езжал </a:t>
            </a:r>
            <a:r>
              <a:rPr lang="zh-CN" sz="2000" b="1" noProof="0" dirty="0">
                <a:solidFill>
                  <a:srgbClr val="FF0000"/>
                </a:solidFill>
                <a:latin typeface="Times New Roman" panose="02020603050405020304" charset="0"/>
                <a:cs typeface="Times New Roman" panose="02020603050405020304" charset="0"/>
              </a:rPr>
              <a:t>на </a:t>
            </a:r>
            <a:r>
              <a:rPr lang="zh-CN" sz="2000" noProof="0" dirty="0">
                <a:latin typeface="Times New Roman" panose="02020603050405020304" charset="0"/>
                <a:cs typeface="Times New Roman" panose="02020603050405020304" charset="0"/>
              </a:rPr>
              <a:t>море</a:t>
            </a:r>
            <a:endParaRPr lang="zh-CN" sz="2000" noProof="0" dirty="0">
              <a:latin typeface="Times New Roman" panose="02020603050405020304" charset="0"/>
              <a:cs typeface="Times New Roman" panose="02020603050405020304" charset="0"/>
            </a:endParaRPr>
          </a:p>
        </p:txBody>
      </p:sp>
      <p:sp>
        <p:nvSpPr>
          <p:cNvPr id="4" name="文本框 3"/>
          <p:cNvSpPr txBox="1"/>
          <p:nvPr/>
        </p:nvSpPr>
        <p:spPr>
          <a:xfrm>
            <a:off x="4385945" y="448881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у</a:t>
            </a:r>
            <a:r>
              <a:rPr lang="zh-CN" sz="2000" noProof="0" dirty="0">
                <a:latin typeface="Times New Roman" panose="02020603050405020304" charset="0"/>
                <a:cs typeface="Times New Roman" panose="02020603050405020304" charset="0"/>
              </a:rPr>
              <a:t>езжали </a:t>
            </a:r>
            <a:r>
              <a:rPr lang="zh-CN" sz="2000" b="1" noProof="0" dirty="0">
                <a:solidFill>
                  <a:srgbClr val="FF0000"/>
                </a:solidFill>
                <a:latin typeface="Times New Roman" panose="02020603050405020304" charset="0"/>
                <a:cs typeface="Times New Roman" panose="02020603050405020304" charset="0"/>
              </a:rPr>
              <a:t>за </a:t>
            </a:r>
            <a:r>
              <a:rPr lang="zh-CN" sz="2000" noProof="0" dirty="0">
                <a:latin typeface="Times New Roman" panose="02020603050405020304" charset="0"/>
                <a:cs typeface="Times New Roman" panose="02020603050405020304" charset="0"/>
              </a:rPr>
              <a:t>границу / </a:t>
            </a:r>
            <a:r>
              <a:rPr lang="zh-CN" sz="2000" b="1" noProof="0" dirty="0">
                <a:solidFill>
                  <a:srgbClr val="FF0000"/>
                </a:solidFill>
                <a:latin typeface="Times New Roman" panose="02020603050405020304" charset="0"/>
                <a:cs typeface="Times New Roman" panose="02020603050405020304" charset="0"/>
              </a:rPr>
              <a:t>за </a:t>
            </a:r>
            <a:r>
              <a:rPr lang="zh-CN" sz="2000" noProof="0" dirty="0">
                <a:latin typeface="Times New Roman" panose="02020603050405020304" charset="0"/>
                <a:cs typeface="Times New Roman" panose="02020603050405020304" charset="0"/>
              </a:rPr>
              <a:t>город</a:t>
            </a:r>
            <a:endParaRPr lang="zh-CN" sz="2000" noProof="0" dirty="0">
              <a:latin typeface="Times New Roman" panose="02020603050405020304" charset="0"/>
              <a:cs typeface="Times New Roman" panose="02020603050405020304" charset="0"/>
            </a:endParaRPr>
          </a:p>
        </p:txBody>
      </p:sp>
      <p:grpSp>
        <p:nvGrpSpPr>
          <p:cNvPr id="7" name="组合 6"/>
          <p:cNvGrpSpPr/>
          <p:nvPr/>
        </p:nvGrpSpPr>
        <p:grpSpPr>
          <a:xfrm>
            <a:off x="1292860" y="3480435"/>
            <a:ext cx="2477135" cy="881380"/>
            <a:chOff x="2036" y="5481"/>
            <a:chExt cx="3901" cy="1388"/>
          </a:xfrm>
        </p:grpSpPr>
        <p:sp>
          <p:nvSpPr>
            <p:cNvPr id="8" name="矩形 7"/>
            <p:cNvSpPr/>
            <p:nvPr/>
          </p:nvSpPr>
          <p:spPr>
            <a:xfrm>
              <a:off x="2036" y="5481"/>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9" name="直接箭头连接符 8"/>
            <p:cNvCxnSpPr/>
            <p:nvPr/>
          </p:nvCxnSpPr>
          <p:spPr>
            <a:xfrm flipV="1">
              <a:off x="4269" y="6128"/>
              <a:ext cx="1669" cy="3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4259" y="5933"/>
              <a:ext cx="0" cy="420"/>
            </a:xfrm>
            <a:prstGeom prst="line">
              <a:avLst/>
            </a:prstGeom>
            <a:ln w="19050"/>
          </p:spPr>
          <p:style>
            <a:lnRef idx="2">
              <a:schemeClr val="accent1"/>
            </a:lnRef>
            <a:fillRef idx="0">
              <a:srgbClr val="FFFFFF"/>
            </a:fillRef>
            <a:effectRef idx="0">
              <a:srgbClr val="FFFFFF"/>
            </a:effectRef>
            <a:fontRef idx="minor">
              <a:schemeClr val="tx1"/>
            </a:fontRef>
          </p:style>
        </p:cxnSp>
      </p:grpSp>
    </p:spTree>
    <p:custDataLst>
      <p:tags r:id="rId1"/>
    </p:custData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13" name="矩形 12"/>
          <p:cNvSpPr/>
          <p:nvPr/>
        </p:nvSpPr>
        <p:spPr>
          <a:xfrm>
            <a:off x="1731010" y="2484120"/>
            <a:ext cx="1389380"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за-</a:t>
            </a:r>
            <a:endParaRPr lang="zh-CN" sz="2800" noProof="0" dirty="0">
              <a:solidFill>
                <a:schemeClr val="tx1"/>
              </a:solidFill>
              <a:latin typeface="Times New Roman" panose="02020603050405020304" charset="0"/>
              <a:cs typeface="Times New Roman" panose="02020603050405020304" charset="0"/>
            </a:endParaRPr>
          </a:p>
        </p:txBody>
      </p:sp>
      <p:sp>
        <p:nvSpPr>
          <p:cNvPr id="14" name="矩形 13"/>
          <p:cNvSpPr/>
          <p:nvPr/>
        </p:nvSpPr>
        <p:spPr>
          <a:xfrm>
            <a:off x="5050155"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заходить / заезжать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5" name="文本框 14"/>
          <p:cNvSpPr txBox="1"/>
          <p:nvPr/>
        </p:nvSpPr>
        <p:spPr>
          <a:xfrm>
            <a:off x="4385945"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за</a:t>
            </a:r>
            <a:r>
              <a:rPr lang="zh-CN" sz="2000" noProof="0" dirty="0">
                <a:latin typeface="Times New Roman" panose="02020603050405020304" charset="0"/>
                <a:cs typeface="Times New Roman" panose="02020603050405020304" charset="0"/>
              </a:rPr>
              <a:t>ходил </a:t>
            </a:r>
            <a:r>
              <a:rPr lang="zh-CN" sz="2000" b="1" noProof="0" dirty="0">
                <a:solidFill>
                  <a:srgbClr val="FF0000"/>
                </a:solidFill>
                <a:latin typeface="Times New Roman" panose="02020603050405020304" charset="0"/>
                <a:cs typeface="Times New Roman" panose="02020603050405020304" charset="0"/>
              </a:rPr>
              <a:t>за </a:t>
            </a:r>
            <a:r>
              <a:rPr lang="zh-CN" sz="2000" noProof="0" dirty="0">
                <a:latin typeface="Times New Roman" panose="02020603050405020304" charset="0"/>
                <a:cs typeface="Times New Roman" panose="02020603050405020304" charset="0"/>
              </a:rPr>
              <a:t>книгой</a:t>
            </a:r>
            <a:endParaRPr lang="zh-CN" sz="2000" noProof="0" dirty="0">
              <a:latin typeface="Times New Roman" panose="02020603050405020304" charset="0"/>
              <a:cs typeface="Times New Roman" panose="02020603050405020304" charset="0"/>
            </a:endParaRPr>
          </a:p>
        </p:txBody>
      </p:sp>
      <p:sp>
        <p:nvSpPr>
          <p:cNvPr id="16" name="文本框 15"/>
          <p:cNvSpPr txBox="1"/>
          <p:nvPr/>
        </p:nvSpPr>
        <p:spPr>
          <a:xfrm>
            <a:off x="4386580" y="4177030"/>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за</a:t>
            </a:r>
            <a:r>
              <a:rPr lang="zh-CN" sz="2000" noProof="0" dirty="0">
                <a:latin typeface="Times New Roman" panose="02020603050405020304" charset="0"/>
                <a:cs typeface="Times New Roman" panose="02020603050405020304" charset="0"/>
              </a:rPr>
              <a:t>езжал </a:t>
            </a:r>
            <a:r>
              <a:rPr lang="zh-CN" sz="2000" b="1" noProof="0" dirty="0">
                <a:solidFill>
                  <a:srgbClr val="FF0000"/>
                </a:solidFill>
                <a:latin typeface="Times New Roman" panose="02020603050405020304" charset="0"/>
                <a:cs typeface="Times New Roman" panose="02020603050405020304" charset="0"/>
              </a:rPr>
              <a:t>к </a:t>
            </a:r>
            <a:r>
              <a:rPr lang="zh-CN" sz="2000" noProof="0" dirty="0">
                <a:latin typeface="Times New Roman" panose="02020603050405020304" charset="0"/>
                <a:cs typeface="Times New Roman" panose="02020603050405020304" charset="0"/>
              </a:rPr>
              <a:t>другу </a:t>
            </a:r>
            <a:r>
              <a:rPr lang="zh-CN" sz="2000" b="1" noProof="0" dirty="0">
                <a:solidFill>
                  <a:srgbClr val="FF0000"/>
                </a:solidFill>
                <a:latin typeface="Times New Roman" panose="02020603050405020304" charset="0"/>
                <a:cs typeface="Times New Roman" panose="02020603050405020304" charset="0"/>
              </a:rPr>
              <a:t>на </a:t>
            </a:r>
            <a:r>
              <a:rPr lang="zh-CN" sz="2000" noProof="0" dirty="0">
                <a:latin typeface="Times New Roman" panose="02020603050405020304" charset="0"/>
                <a:cs typeface="Times New Roman" panose="02020603050405020304" charset="0"/>
              </a:rPr>
              <a:t>дачу</a:t>
            </a:r>
            <a:endParaRPr lang="zh-CN" sz="2000" noProof="0" dirty="0">
              <a:latin typeface="Times New Roman" panose="02020603050405020304" charset="0"/>
              <a:cs typeface="Times New Roman" panose="02020603050405020304" charset="0"/>
            </a:endParaRPr>
          </a:p>
        </p:txBody>
      </p:sp>
      <p:sp>
        <p:nvSpPr>
          <p:cNvPr id="17" name="文本框 16"/>
          <p:cNvSpPr txBox="1"/>
          <p:nvPr/>
        </p:nvSpPr>
        <p:spPr>
          <a:xfrm>
            <a:off x="4386580" y="483933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за</a:t>
            </a:r>
            <a:r>
              <a:rPr lang="zh-CN" sz="2000" noProof="0" dirty="0">
                <a:latin typeface="Times New Roman" panose="02020603050405020304" charset="0"/>
                <a:cs typeface="Times New Roman" panose="02020603050405020304" charset="0"/>
              </a:rPr>
              <a:t>езжал </a:t>
            </a:r>
            <a:r>
              <a:rPr lang="zh-CN" sz="2000" b="1" noProof="0" dirty="0">
                <a:solidFill>
                  <a:srgbClr val="FF0000"/>
                </a:solidFill>
                <a:latin typeface="Times New Roman" panose="02020603050405020304" charset="0"/>
                <a:cs typeface="Times New Roman" panose="02020603050405020304" charset="0"/>
              </a:rPr>
              <a:t>в </a:t>
            </a:r>
            <a:r>
              <a:rPr lang="zh-CN" sz="2000" noProof="0" dirty="0">
                <a:latin typeface="Times New Roman" panose="02020603050405020304" charset="0"/>
                <a:cs typeface="Times New Roman" panose="02020603050405020304" charset="0"/>
              </a:rPr>
              <a:t>магазин</a:t>
            </a:r>
            <a:endParaRPr lang="zh-CN" sz="2000" noProof="0" dirty="0">
              <a:latin typeface="Times New Roman" panose="02020603050405020304" charset="0"/>
              <a:cs typeface="Times New Roman" panose="02020603050405020304" charset="0"/>
            </a:endParaRPr>
          </a:p>
        </p:txBody>
      </p:sp>
      <p:grpSp>
        <p:nvGrpSpPr>
          <p:cNvPr id="18" name="组合 17"/>
          <p:cNvGrpSpPr/>
          <p:nvPr/>
        </p:nvGrpSpPr>
        <p:grpSpPr>
          <a:xfrm>
            <a:off x="1789430" y="3552825"/>
            <a:ext cx="1332230" cy="1175385"/>
            <a:chOff x="2818" y="5595"/>
            <a:chExt cx="2098" cy="1851"/>
          </a:xfrm>
        </p:grpSpPr>
        <p:sp>
          <p:nvSpPr>
            <p:cNvPr id="19" name="矩形 18"/>
            <p:cNvSpPr/>
            <p:nvPr/>
          </p:nvSpPr>
          <p:spPr>
            <a:xfrm>
              <a:off x="3020" y="5595"/>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20" name="直接箭头连接符 19"/>
            <p:cNvCxnSpPr/>
            <p:nvPr/>
          </p:nvCxnSpPr>
          <p:spPr>
            <a:xfrm flipV="1">
              <a:off x="3583" y="6546"/>
              <a:ext cx="0" cy="900"/>
            </a:xfrm>
            <a:prstGeom prst="straightConnector1">
              <a:avLst/>
            </a:prstGeom>
            <a:ln w="19050">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rot="5400000" flipV="1">
              <a:off x="4466" y="6950"/>
              <a:ext cx="0" cy="900"/>
            </a:xfrm>
            <a:prstGeom prst="straightConnector1">
              <a:avLst/>
            </a:prstGeom>
            <a:ln w="19050">
              <a:prstDash val="sysDash"/>
              <a:tailEnd type="triangle" w="lg" len="lg"/>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2818" y="7423"/>
              <a:ext cx="751" cy="0"/>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4014" y="6509"/>
              <a:ext cx="0" cy="882"/>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grpSp>
    </p:spTree>
    <p:custDataLst>
      <p:tags r:id="rId1"/>
    </p:custData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14" name="矩形 13"/>
          <p:cNvSpPr/>
          <p:nvPr/>
        </p:nvSpPr>
        <p:spPr>
          <a:xfrm>
            <a:off x="1486864" y="2514434"/>
            <a:ext cx="2002004" cy="57023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под-(подо-)</a:t>
            </a:r>
            <a:endParaRPr lang="zh-CN" sz="2800" noProof="0" dirty="0">
              <a:solidFill>
                <a:schemeClr val="tx1"/>
              </a:solidFill>
              <a:latin typeface="Times New Roman" panose="02020603050405020304" charset="0"/>
              <a:cs typeface="Times New Roman" panose="02020603050405020304" charset="0"/>
            </a:endParaRPr>
          </a:p>
        </p:txBody>
      </p:sp>
      <p:grpSp>
        <p:nvGrpSpPr>
          <p:cNvPr id="15" name="组合 14"/>
          <p:cNvGrpSpPr/>
          <p:nvPr/>
        </p:nvGrpSpPr>
        <p:grpSpPr>
          <a:xfrm>
            <a:off x="1170940" y="3490595"/>
            <a:ext cx="1762760" cy="881380"/>
            <a:chOff x="1844" y="5497"/>
            <a:chExt cx="2776" cy="1388"/>
          </a:xfrm>
        </p:grpSpPr>
        <p:sp>
          <p:nvSpPr>
            <p:cNvPr id="16" name="矩形 15"/>
            <p:cNvSpPr/>
            <p:nvPr/>
          </p:nvSpPr>
          <p:spPr>
            <a:xfrm>
              <a:off x="3020" y="5497"/>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17" name="直接箭头连接符 16"/>
            <p:cNvCxnSpPr/>
            <p:nvPr/>
          </p:nvCxnSpPr>
          <p:spPr>
            <a:xfrm>
              <a:off x="1844" y="6280"/>
              <a:ext cx="1502"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18" name="矩形 17"/>
          <p:cNvSpPr/>
          <p:nvPr/>
        </p:nvSpPr>
        <p:spPr>
          <a:xfrm>
            <a:off x="5158423" y="2484120"/>
            <a:ext cx="3967480"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подходить / подъезжать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9" name="文本框 18"/>
          <p:cNvSpPr txBox="1"/>
          <p:nvPr/>
        </p:nvSpPr>
        <p:spPr>
          <a:xfrm>
            <a:off x="4721543"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под</a:t>
            </a:r>
            <a:r>
              <a:rPr lang="zh-CN" sz="2000" noProof="0" dirty="0">
                <a:latin typeface="Times New Roman" panose="02020603050405020304" charset="0"/>
                <a:cs typeface="Times New Roman" panose="02020603050405020304" charset="0"/>
              </a:rPr>
              <a:t>хожу </a:t>
            </a:r>
            <a:r>
              <a:rPr lang="zh-CN" sz="2000" b="1" noProof="0" dirty="0">
                <a:solidFill>
                  <a:srgbClr val="FF0000"/>
                </a:solidFill>
                <a:latin typeface="Times New Roman" panose="02020603050405020304" charset="0"/>
                <a:cs typeface="Times New Roman" panose="02020603050405020304" charset="0"/>
              </a:rPr>
              <a:t>к </a:t>
            </a:r>
            <a:r>
              <a:rPr lang="zh-CN" sz="2000" noProof="0" dirty="0">
                <a:latin typeface="Times New Roman" panose="02020603050405020304" charset="0"/>
                <a:cs typeface="Times New Roman" panose="02020603050405020304" charset="0"/>
              </a:rPr>
              <a:t>остановке</a:t>
            </a:r>
            <a:endParaRPr lang="zh-CN" sz="2000" noProof="0" dirty="0">
              <a:latin typeface="Times New Roman" panose="02020603050405020304" charset="0"/>
              <a:cs typeface="Times New Roman" panose="02020603050405020304" charset="0"/>
            </a:endParaRPr>
          </a:p>
        </p:txBody>
      </p:sp>
      <p:sp>
        <p:nvSpPr>
          <p:cNvPr id="20" name="文本框 19"/>
          <p:cNvSpPr txBox="1"/>
          <p:nvPr/>
        </p:nvSpPr>
        <p:spPr>
          <a:xfrm>
            <a:off x="4721543" y="4177030"/>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под</a:t>
            </a:r>
            <a:r>
              <a:rPr lang="zh-CN" sz="2000" noProof="0" dirty="0">
                <a:latin typeface="Times New Roman" panose="02020603050405020304" charset="0"/>
                <a:cs typeface="Times New Roman" panose="02020603050405020304" charset="0"/>
              </a:rPr>
              <a:t>ъезжали </a:t>
            </a:r>
            <a:r>
              <a:rPr lang="zh-CN" sz="2000" b="1" noProof="0" dirty="0">
                <a:solidFill>
                  <a:srgbClr val="FF0000"/>
                </a:solidFill>
                <a:latin typeface="Times New Roman" panose="02020603050405020304" charset="0"/>
                <a:cs typeface="Times New Roman" panose="02020603050405020304" charset="0"/>
              </a:rPr>
              <a:t>к </a:t>
            </a:r>
            <a:r>
              <a:rPr lang="zh-CN" sz="2000" noProof="0" dirty="0">
                <a:latin typeface="Times New Roman" panose="02020603050405020304" charset="0"/>
                <a:cs typeface="Times New Roman" panose="02020603050405020304" charset="0"/>
              </a:rPr>
              <a:t>станции</a:t>
            </a:r>
            <a:endParaRPr lang="zh-CN" sz="2000" noProof="0" dirty="0">
              <a:latin typeface="Times New Roman" panose="02020603050405020304" charset="0"/>
              <a:cs typeface="Times New Roman" panose="02020603050405020304" charset="0"/>
            </a:endParaRPr>
          </a:p>
        </p:txBody>
      </p:sp>
      <p:sp>
        <p:nvSpPr>
          <p:cNvPr id="21" name="矩形 20"/>
          <p:cNvSpPr/>
          <p:nvPr/>
        </p:nvSpPr>
        <p:spPr>
          <a:xfrm>
            <a:off x="4069715" y="2487295"/>
            <a:ext cx="555625" cy="57023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к</a:t>
            </a:r>
            <a:endParaRPr lang="zh-CN" sz="2800" noProof="0" dirty="0">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6" name="矩形 5"/>
          <p:cNvSpPr/>
          <p:nvPr/>
        </p:nvSpPr>
        <p:spPr>
          <a:xfrm>
            <a:off x="1731010" y="2484120"/>
            <a:ext cx="1805305"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ru-RU" sz="2800" noProof="0" dirty="0">
                <a:solidFill>
                  <a:schemeClr val="tx1"/>
                </a:solidFill>
                <a:latin typeface="Times New Roman" panose="02020603050405020304" charset="0"/>
                <a:cs typeface="Times New Roman" panose="02020603050405020304" charset="0"/>
              </a:rPr>
              <a:t>от-(ото-)</a:t>
            </a:r>
            <a:endParaRPr lang="ru-RU" sz="2800" noProof="0" dirty="0">
              <a:solidFill>
                <a:schemeClr val="tx1"/>
              </a:solidFill>
              <a:latin typeface="Times New Roman" panose="02020603050405020304" charset="0"/>
              <a:cs typeface="Times New Roman" panose="02020603050405020304" charset="0"/>
            </a:endParaRPr>
          </a:p>
        </p:txBody>
      </p:sp>
      <p:grpSp>
        <p:nvGrpSpPr>
          <p:cNvPr id="4" name="组合 3"/>
          <p:cNvGrpSpPr/>
          <p:nvPr/>
        </p:nvGrpSpPr>
        <p:grpSpPr>
          <a:xfrm>
            <a:off x="1917700" y="3490595"/>
            <a:ext cx="2032000" cy="881380"/>
            <a:chOff x="3020" y="5497"/>
            <a:chExt cx="3200" cy="1388"/>
          </a:xfrm>
        </p:grpSpPr>
        <p:sp>
          <p:nvSpPr>
            <p:cNvPr id="7" name="矩形 6"/>
            <p:cNvSpPr/>
            <p:nvPr/>
          </p:nvSpPr>
          <p:spPr>
            <a:xfrm>
              <a:off x="3020" y="5497"/>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noProof="0" dirty="0"/>
            </a:p>
          </p:txBody>
        </p:sp>
        <p:cxnSp>
          <p:nvCxnSpPr>
            <p:cNvPr id="8" name="直接箭头连接符 7"/>
            <p:cNvCxnSpPr/>
            <p:nvPr/>
          </p:nvCxnSpPr>
          <p:spPr>
            <a:xfrm>
              <a:off x="4718" y="6191"/>
              <a:ext cx="1502"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5050155"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ru-RU" sz="2800" noProof="0" dirty="0">
                <a:solidFill>
                  <a:schemeClr val="tx1"/>
                </a:solidFill>
                <a:latin typeface="Times New Roman" panose="02020603050405020304" charset="0"/>
                <a:cs typeface="Times New Roman" panose="02020603050405020304" charset="0"/>
                <a:sym typeface="+mn-ea"/>
              </a:rPr>
              <a:t>отходить / отъезжать</a:t>
            </a:r>
            <a:endParaRPr lang="ru-RU" sz="2800" noProof="0" dirty="0">
              <a:solidFill>
                <a:schemeClr val="tx1"/>
              </a:solidFill>
              <a:latin typeface="Times New Roman" panose="02020603050405020304" charset="0"/>
              <a:cs typeface="Times New Roman" panose="02020603050405020304" charset="0"/>
            </a:endParaRPr>
          </a:p>
        </p:txBody>
      </p:sp>
      <p:sp>
        <p:nvSpPr>
          <p:cNvPr id="11" name="文本框 10"/>
          <p:cNvSpPr txBox="1"/>
          <p:nvPr/>
        </p:nvSpPr>
        <p:spPr>
          <a:xfrm>
            <a:off x="4386263"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ru-RU" sz="2000" noProof="0" dirty="0">
                <a:latin typeface="Times New Roman" panose="02020603050405020304" charset="0"/>
                <a:cs typeface="Times New Roman" panose="02020603050405020304" charset="0"/>
              </a:rPr>
              <a:t>поезд </a:t>
            </a:r>
            <a:r>
              <a:rPr lang="ru-RU" sz="2000" b="1" noProof="0" dirty="0">
                <a:solidFill>
                  <a:srgbClr val="FF0000"/>
                </a:solidFill>
                <a:latin typeface="Times New Roman" panose="02020603050405020304" charset="0"/>
                <a:cs typeface="Times New Roman" panose="02020603050405020304" charset="0"/>
              </a:rPr>
              <a:t>от</a:t>
            </a:r>
            <a:r>
              <a:rPr lang="ru-RU" sz="2000" noProof="0" dirty="0">
                <a:latin typeface="Times New Roman" panose="02020603050405020304" charset="0"/>
                <a:cs typeface="Times New Roman" panose="02020603050405020304" charset="0"/>
              </a:rPr>
              <a:t>ходит </a:t>
            </a:r>
            <a:r>
              <a:rPr lang="ru-RU" sz="2000" b="1" noProof="0" dirty="0">
                <a:solidFill>
                  <a:srgbClr val="FF0000"/>
                </a:solidFill>
                <a:latin typeface="Times New Roman" panose="02020603050405020304" charset="0"/>
                <a:cs typeface="Times New Roman" panose="02020603050405020304" charset="0"/>
              </a:rPr>
              <a:t>от </a:t>
            </a:r>
            <a:r>
              <a:rPr lang="ru-RU" sz="2000" noProof="0" dirty="0">
                <a:latin typeface="Times New Roman" panose="02020603050405020304" charset="0"/>
                <a:cs typeface="Times New Roman" panose="02020603050405020304" charset="0"/>
              </a:rPr>
              <a:t>перрона</a:t>
            </a:r>
            <a:endParaRPr lang="ru-RU" sz="2000" noProof="0" dirty="0">
              <a:latin typeface="Times New Roman" panose="02020603050405020304" charset="0"/>
              <a:cs typeface="Times New Roman" panose="02020603050405020304" charset="0"/>
            </a:endParaRPr>
          </a:p>
        </p:txBody>
      </p:sp>
      <p:sp>
        <p:nvSpPr>
          <p:cNvPr id="12" name="文本框 11"/>
          <p:cNvSpPr txBox="1"/>
          <p:nvPr/>
        </p:nvSpPr>
        <p:spPr>
          <a:xfrm>
            <a:off x="4386263" y="425005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ru-RU" sz="2000" noProof="0" dirty="0">
                <a:latin typeface="Times New Roman" panose="02020603050405020304" charset="0"/>
                <a:cs typeface="Times New Roman" panose="02020603050405020304" charset="0"/>
              </a:rPr>
              <a:t>Машина</a:t>
            </a:r>
            <a:r>
              <a:rPr lang="ru-RU" sz="2000" b="1" noProof="0" dirty="0">
                <a:solidFill>
                  <a:srgbClr val="FF0000"/>
                </a:solidFill>
                <a:latin typeface="Times New Roman" panose="02020603050405020304" charset="0"/>
                <a:cs typeface="Times New Roman" panose="02020603050405020304" charset="0"/>
              </a:rPr>
              <a:t> от</a:t>
            </a:r>
            <a:r>
              <a:rPr lang="ru-RU" sz="2000" noProof="0" dirty="0">
                <a:latin typeface="Times New Roman" panose="02020603050405020304" charset="0"/>
                <a:cs typeface="Times New Roman" panose="02020603050405020304" charset="0"/>
              </a:rPr>
              <a:t>ъезжала </a:t>
            </a:r>
            <a:r>
              <a:rPr lang="ru-RU" sz="2000" b="1" noProof="0" dirty="0">
                <a:solidFill>
                  <a:srgbClr val="FF0000"/>
                </a:solidFill>
                <a:latin typeface="Times New Roman" panose="02020603050405020304" charset="0"/>
                <a:cs typeface="Times New Roman" panose="02020603050405020304" charset="0"/>
              </a:rPr>
              <a:t>от </a:t>
            </a:r>
            <a:r>
              <a:rPr lang="ru-RU" sz="2000" noProof="0" dirty="0">
                <a:latin typeface="Times New Roman" panose="02020603050405020304" charset="0"/>
                <a:cs typeface="Times New Roman" panose="02020603050405020304" charset="0"/>
              </a:rPr>
              <a:t>гаража</a:t>
            </a:r>
            <a:endParaRPr lang="ru-RU" sz="2000" noProof="0" dirty="0">
              <a:latin typeface="Times New Roman" panose="02020603050405020304" charset="0"/>
              <a:cs typeface="Times New Roman" panose="02020603050405020304" charset="0"/>
            </a:endParaRPr>
          </a:p>
        </p:txBody>
      </p:sp>
      <p:sp>
        <p:nvSpPr>
          <p:cNvPr id="9" name="矩形 8"/>
          <p:cNvSpPr/>
          <p:nvPr/>
        </p:nvSpPr>
        <p:spPr>
          <a:xfrm>
            <a:off x="4015105" y="2474595"/>
            <a:ext cx="555625" cy="57023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800" noProof="0" dirty="0">
                <a:solidFill>
                  <a:schemeClr val="tx1"/>
                </a:solidFill>
                <a:latin typeface="Times New Roman" panose="02020603050405020304" charset="0"/>
                <a:cs typeface="Times New Roman" panose="02020603050405020304" charset="0"/>
              </a:rPr>
              <a:t>от</a:t>
            </a:r>
            <a:endParaRPr lang="ru-RU" sz="2800" noProof="0" dirty="0">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13" name="矩形 12"/>
          <p:cNvSpPr/>
          <p:nvPr/>
        </p:nvSpPr>
        <p:spPr>
          <a:xfrm>
            <a:off x="1731010" y="2484120"/>
            <a:ext cx="1805305"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до-</a:t>
            </a:r>
            <a:endParaRPr lang="zh-CN" sz="2800" noProof="0" dirty="0">
              <a:solidFill>
                <a:schemeClr val="tx1"/>
              </a:solidFill>
              <a:latin typeface="Times New Roman" panose="02020603050405020304" charset="0"/>
              <a:cs typeface="Times New Roman" panose="02020603050405020304" charset="0"/>
            </a:endParaRPr>
          </a:p>
        </p:txBody>
      </p:sp>
      <p:grpSp>
        <p:nvGrpSpPr>
          <p:cNvPr id="14" name="组合 13"/>
          <p:cNvGrpSpPr/>
          <p:nvPr/>
        </p:nvGrpSpPr>
        <p:grpSpPr>
          <a:xfrm>
            <a:off x="1170940" y="3479800"/>
            <a:ext cx="1969770" cy="881380"/>
            <a:chOff x="1844" y="5480"/>
            <a:chExt cx="3102" cy="1388"/>
          </a:xfrm>
        </p:grpSpPr>
        <p:sp>
          <p:nvSpPr>
            <p:cNvPr id="15" name="矩形 14"/>
            <p:cNvSpPr/>
            <p:nvPr/>
          </p:nvSpPr>
          <p:spPr>
            <a:xfrm>
              <a:off x="3346" y="5480"/>
              <a:ext cx="1600" cy="138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16" name="直接箭头连接符 15"/>
            <p:cNvCxnSpPr/>
            <p:nvPr/>
          </p:nvCxnSpPr>
          <p:spPr>
            <a:xfrm>
              <a:off x="1844" y="6174"/>
              <a:ext cx="1502"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17" name="矩形 16"/>
          <p:cNvSpPr/>
          <p:nvPr/>
        </p:nvSpPr>
        <p:spPr>
          <a:xfrm>
            <a:off x="5049838"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доходить / доезжать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8" name="文本框 17"/>
          <p:cNvSpPr txBox="1"/>
          <p:nvPr/>
        </p:nvSpPr>
        <p:spPr>
          <a:xfrm>
            <a:off x="4385945"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до</a:t>
            </a:r>
            <a:r>
              <a:rPr lang="zh-CN" sz="2000" noProof="0" dirty="0">
                <a:latin typeface="Times New Roman" panose="02020603050405020304" charset="0"/>
                <a:cs typeface="Times New Roman" panose="02020603050405020304" charset="0"/>
              </a:rPr>
              <a:t>езжаем </a:t>
            </a:r>
            <a:r>
              <a:rPr lang="zh-CN" sz="2000" b="1" noProof="0" dirty="0">
                <a:solidFill>
                  <a:srgbClr val="FF0000"/>
                </a:solidFill>
                <a:latin typeface="Times New Roman" panose="02020603050405020304" charset="0"/>
                <a:cs typeface="Times New Roman" panose="02020603050405020304" charset="0"/>
              </a:rPr>
              <a:t>до </a:t>
            </a:r>
            <a:r>
              <a:rPr lang="zh-CN" sz="2000" noProof="0" dirty="0">
                <a:latin typeface="Times New Roman" panose="02020603050405020304" charset="0"/>
                <a:cs typeface="Times New Roman" panose="02020603050405020304" charset="0"/>
              </a:rPr>
              <a:t>деревни</a:t>
            </a:r>
            <a:endParaRPr lang="zh-CN" sz="2000" noProof="0" dirty="0">
              <a:latin typeface="Times New Roman" panose="02020603050405020304" charset="0"/>
              <a:cs typeface="Times New Roman" panose="02020603050405020304" charset="0"/>
            </a:endParaRPr>
          </a:p>
        </p:txBody>
      </p:sp>
      <p:sp>
        <p:nvSpPr>
          <p:cNvPr id="19" name="文本框 18"/>
          <p:cNvSpPr txBox="1"/>
          <p:nvPr/>
        </p:nvSpPr>
        <p:spPr>
          <a:xfrm>
            <a:off x="4385945" y="4177030"/>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до</a:t>
            </a:r>
            <a:r>
              <a:rPr lang="zh-CN" sz="2000" noProof="0" dirty="0">
                <a:latin typeface="Times New Roman" panose="02020603050405020304" charset="0"/>
                <a:cs typeface="Times New Roman" panose="02020603050405020304" charset="0"/>
              </a:rPr>
              <a:t>ходили пешком </a:t>
            </a:r>
            <a:r>
              <a:rPr lang="zh-CN" sz="2000" b="1" noProof="0" dirty="0">
                <a:solidFill>
                  <a:srgbClr val="FF0000"/>
                </a:solidFill>
                <a:latin typeface="Times New Roman" panose="02020603050405020304" charset="0"/>
                <a:cs typeface="Times New Roman" panose="02020603050405020304" charset="0"/>
              </a:rPr>
              <a:t>до </a:t>
            </a:r>
            <a:r>
              <a:rPr lang="zh-CN" sz="2000" noProof="0" dirty="0">
                <a:latin typeface="Times New Roman" panose="02020603050405020304" charset="0"/>
                <a:cs typeface="Times New Roman" panose="02020603050405020304" charset="0"/>
              </a:rPr>
              <a:t>озера</a:t>
            </a:r>
            <a:endParaRPr lang="zh-CN" sz="2000" noProof="0" dirty="0">
              <a:latin typeface="Times New Roman" panose="02020603050405020304" charset="0"/>
              <a:cs typeface="Times New Roman" panose="02020603050405020304" charset="0"/>
            </a:endParaRPr>
          </a:p>
        </p:txBody>
      </p:sp>
      <p:sp>
        <p:nvSpPr>
          <p:cNvPr id="20" name="矩形 19"/>
          <p:cNvSpPr/>
          <p:nvPr/>
        </p:nvSpPr>
        <p:spPr>
          <a:xfrm>
            <a:off x="4015105" y="2484755"/>
            <a:ext cx="555625" cy="57023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до</a:t>
            </a:r>
            <a:endParaRPr lang="zh-CN" sz="2800" noProof="0" dirty="0">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13" name="矩形 12"/>
          <p:cNvSpPr/>
          <p:nvPr/>
        </p:nvSpPr>
        <p:spPr>
          <a:xfrm>
            <a:off x="1731010" y="2484120"/>
            <a:ext cx="1805305"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об-(обо-)</a:t>
            </a:r>
            <a:endParaRPr lang="zh-CN" sz="2800" noProof="0" dirty="0">
              <a:solidFill>
                <a:schemeClr val="tx1"/>
              </a:solidFill>
              <a:latin typeface="Times New Roman" panose="02020603050405020304" charset="0"/>
              <a:cs typeface="Times New Roman" panose="02020603050405020304" charset="0"/>
            </a:endParaRPr>
          </a:p>
        </p:txBody>
      </p:sp>
      <p:sp>
        <p:nvSpPr>
          <p:cNvPr id="14" name="矩形 13"/>
          <p:cNvSpPr/>
          <p:nvPr/>
        </p:nvSpPr>
        <p:spPr>
          <a:xfrm>
            <a:off x="5436235"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обходить / объезжать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15" name="文本框 14"/>
          <p:cNvSpPr txBox="1"/>
          <p:nvPr/>
        </p:nvSpPr>
        <p:spPr>
          <a:xfrm>
            <a:off x="4772343"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об</a:t>
            </a:r>
            <a:r>
              <a:rPr lang="zh-CN" sz="2000" noProof="0" dirty="0">
                <a:latin typeface="Times New Roman" panose="02020603050405020304" charset="0"/>
                <a:cs typeface="Times New Roman" panose="02020603050405020304" charset="0"/>
              </a:rPr>
              <a:t>хожу памятник</a:t>
            </a:r>
            <a:endParaRPr lang="zh-CN" sz="2000" noProof="0" dirty="0">
              <a:latin typeface="Times New Roman" panose="02020603050405020304" charset="0"/>
              <a:cs typeface="Times New Roman" panose="02020603050405020304" charset="0"/>
            </a:endParaRPr>
          </a:p>
        </p:txBody>
      </p:sp>
      <p:sp>
        <p:nvSpPr>
          <p:cNvPr id="16" name="文本框 15"/>
          <p:cNvSpPr txBox="1"/>
          <p:nvPr/>
        </p:nvSpPr>
        <p:spPr>
          <a:xfrm>
            <a:off x="4772343" y="4177030"/>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об</a:t>
            </a:r>
            <a:r>
              <a:rPr lang="zh-CN" sz="2000" noProof="0" dirty="0">
                <a:latin typeface="Times New Roman" panose="02020603050405020304" charset="0"/>
                <a:cs typeface="Times New Roman" panose="02020603050405020304" charset="0"/>
              </a:rPr>
              <a:t>ъезжаю </a:t>
            </a:r>
            <a:r>
              <a:rPr lang="zh-CN" sz="2000" b="1" noProof="0" dirty="0">
                <a:solidFill>
                  <a:srgbClr val="FF0000"/>
                </a:solidFill>
                <a:latin typeface="Times New Roman" panose="02020603050405020304" charset="0"/>
                <a:cs typeface="Times New Roman" panose="02020603050405020304" charset="0"/>
              </a:rPr>
              <a:t>вокруг </a:t>
            </a:r>
            <a:r>
              <a:rPr lang="zh-CN" sz="2000" noProof="0" dirty="0">
                <a:latin typeface="Times New Roman" panose="02020603050405020304" charset="0"/>
                <a:cs typeface="Times New Roman" panose="02020603050405020304" charset="0"/>
              </a:rPr>
              <a:t>города</a:t>
            </a:r>
            <a:endParaRPr lang="zh-CN" sz="2000" noProof="0" dirty="0">
              <a:latin typeface="Times New Roman" panose="02020603050405020304" charset="0"/>
              <a:cs typeface="Times New Roman" panose="02020603050405020304" charset="0"/>
            </a:endParaRPr>
          </a:p>
        </p:txBody>
      </p:sp>
      <p:sp>
        <p:nvSpPr>
          <p:cNvPr id="17" name="文本框 16"/>
          <p:cNvSpPr txBox="1"/>
          <p:nvPr/>
        </p:nvSpPr>
        <p:spPr>
          <a:xfrm>
            <a:off x="4772343" y="483933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об</a:t>
            </a:r>
            <a:r>
              <a:rPr lang="zh-CN" sz="2000" noProof="0" dirty="0">
                <a:latin typeface="Times New Roman" panose="02020603050405020304" charset="0"/>
                <a:cs typeface="Times New Roman" panose="02020603050405020304" charset="0"/>
              </a:rPr>
              <a:t>ходим все театры</a:t>
            </a:r>
            <a:endParaRPr lang="zh-CN" sz="2000" noProof="0" dirty="0">
              <a:latin typeface="Times New Roman" panose="02020603050405020304" charset="0"/>
              <a:cs typeface="Times New Roman" panose="02020603050405020304" charset="0"/>
            </a:endParaRPr>
          </a:p>
        </p:txBody>
      </p:sp>
      <p:grpSp>
        <p:nvGrpSpPr>
          <p:cNvPr id="18" name="组合 17"/>
          <p:cNvGrpSpPr/>
          <p:nvPr/>
        </p:nvGrpSpPr>
        <p:grpSpPr>
          <a:xfrm>
            <a:off x="1887220" y="3237230"/>
            <a:ext cx="1551940" cy="2192655"/>
            <a:chOff x="2725" y="5137"/>
            <a:chExt cx="2444" cy="3453"/>
          </a:xfrm>
        </p:grpSpPr>
        <p:sp>
          <p:nvSpPr>
            <p:cNvPr id="19" name="椭圆 18"/>
            <p:cNvSpPr/>
            <p:nvPr/>
          </p:nvSpPr>
          <p:spPr>
            <a:xfrm>
              <a:off x="3601" y="5236"/>
              <a:ext cx="326" cy="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noProof="0" dirty="0"/>
            </a:p>
          </p:txBody>
        </p:sp>
        <p:sp>
          <p:nvSpPr>
            <p:cNvPr id="20" name="任意多边形 19"/>
            <p:cNvSpPr/>
            <p:nvPr/>
          </p:nvSpPr>
          <p:spPr>
            <a:xfrm>
              <a:off x="2725" y="5137"/>
              <a:ext cx="2445" cy="733"/>
            </a:xfrm>
            <a:custGeom>
              <a:avLst/>
              <a:gdLst>
                <a:gd name="connisteX0" fmla="*/ 0 w 1552629"/>
                <a:gd name="connsiteY0" fmla="*/ 135457 h 465530"/>
                <a:gd name="connisteX1" fmla="*/ 300990 w 1552629"/>
                <a:gd name="connsiteY1" fmla="*/ 125297 h 465530"/>
                <a:gd name="connisteX2" fmla="*/ 342265 w 1552629"/>
                <a:gd name="connsiteY2" fmla="*/ 446607 h 465530"/>
                <a:gd name="connisteX3" fmla="*/ 995680 w 1552629"/>
                <a:gd name="connsiteY3" fmla="*/ 363422 h 465530"/>
                <a:gd name="connisteX4" fmla="*/ 943610 w 1552629"/>
                <a:gd name="connsiteY4" fmla="*/ 31952 h 465530"/>
                <a:gd name="connisteX5" fmla="*/ 1513840 w 1552629"/>
                <a:gd name="connsiteY5" fmla="*/ 21157 h 465530"/>
                <a:gd name="connisteX6" fmla="*/ 1461770 w 1552629"/>
                <a:gd name="connsiteY6" fmla="*/ 837 h 465530"/>
              </a:gdLst>
              <a:ahLst/>
              <a:cxnLst>
                <a:cxn ang="0">
                  <a:pos x="connisteX0" y="connsiteY0"/>
                </a:cxn>
                <a:cxn ang="0">
                  <a:pos x="connisteX1" y="connsiteY1"/>
                </a:cxn>
                <a:cxn ang="0">
                  <a:pos x="connisteX2" y="connsiteY2"/>
                </a:cxn>
                <a:cxn ang="0">
                  <a:pos x="connisteX3" y="connsiteY3"/>
                </a:cxn>
                <a:cxn ang="0">
                  <a:pos x="connisteX4" y="connsiteY4"/>
                </a:cxn>
                <a:cxn ang="0">
                  <a:pos x="connisteX5" y="connsiteY5"/>
                </a:cxn>
                <a:cxn ang="0">
                  <a:pos x="connisteX6" y="connsiteY6"/>
                </a:cxn>
              </a:cxnLst>
              <a:rect l="l" t="t" r="r" b="b"/>
              <a:pathLst>
                <a:path w="1552630" h="465530">
                  <a:moveTo>
                    <a:pt x="0" y="135457"/>
                  </a:moveTo>
                  <a:cubicBezTo>
                    <a:pt x="59055" y="127202"/>
                    <a:pt x="232410" y="63067"/>
                    <a:pt x="300990" y="125297"/>
                  </a:cubicBezTo>
                  <a:cubicBezTo>
                    <a:pt x="369570" y="187527"/>
                    <a:pt x="203200" y="398982"/>
                    <a:pt x="342265" y="446607"/>
                  </a:cubicBezTo>
                  <a:cubicBezTo>
                    <a:pt x="481330" y="494232"/>
                    <a:pt x="875665" y="446607"/>
                    <a:pt x="995680" y="363422"/>
                  </a:cubicBezTo>
                  <a:cubicBezTo>
                    <a:pt x="1115695" y="280237"/>
                    <a:pt x="840105" y="100532"/>
                    <a:pt x="943610" y="31952"/>
                  </a:cubicBezTo>
                  <a:cubicBezTo>
                    <a:pt x="1047115" y="-36628"/>
                    <a:pt x="1410335" y="27507"/>
                    <a:pt x="1513840" y="21157"/>
                  </a:cubicBezTo>
                  <a:cubicBezTo>
                    <a:pt x="1617345" y="14807"/>
                    <a:pt x="1483360" y="4647"/>
                    <a:pt x="1461770" y="837"/>
                  </a:cubicBezTo>
                </a:path>
              </a:pathLst>
            </a:custGeom>
            <a:noFill/>
            <a:ln w="19050">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sp>
          <p:nvSpPr>
            <p:cNvPr id="21" name="椭圆 20"/>
            <p:cNvSpPr/>
            <p:nvPr/>
          </p:nvSpPr>
          <p:spPr>
            <a:xfrm>
              <a:off x="3601" y="6466"/>
              <a:ext cx="326" cy="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noProof="0" dirty="0"/>
            </a:p>
          </p:txBody>
        </p:sp>
        <p:sp>
          <p:nvSpPr>
            <p:cNvPr id="22" name="椭圆 21"/>
            <p:cNvSpPr/>
            <p:nvPr/>
          </p:nvSpPr>
          <p:spPr>
            <a:xfrm>
              <a:off x="3294" y="6146"/>
              <a:ext cx="939" cy="950"/>
            </a:xfrm>
            <a:prstGeom prst="ellips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sp>
          <p:nvSpPr>
            <p:cNvPr id="23" name="矩形 22"/>
            <p:cNvSpPr/>
            <p:nvPr/>
          </p:nvSpPr>
          <p:spPr>
            <a:xfrm>
              <a:off x="3601" y="5968"/>
              <a:ext cx="390" cy="400"/>
            </a:xfrm>
            <a:prstGeom prst="rect">
              <a:avLst/>
            </a:prstGeom>
            <a:solidFill>
              <a:srgbClr val="F9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grpSp>
          <p:nvGrpSpPr>
            <p:cNvPr id="24" name="组合 23"/>
            <p:cNvGrpSpPr/>
            <p:nvPr/>
          </p:nvGrpSpPr>
          <p:grpSpPr>
            <a:xfrm>
              <a:off x="3141" y="7350"/>
              <a:ext cx="1272" cy="1240"/>
              <a:chOff x="3042" y="7250"/>
              <a:chExt cx="1272" cy="1240"/>
            </a:xfrm>
          </p:grpSpPr>
          <p:cxnSp>
            <p:nvCxnSpPr>
              <p:cNvPr id="25" name="直接箭头连接符 24"/>
              <p:cNvCxnSpPr/>
              <p:nvPr/>
            </p:nvCxnSpPr>
            <p:spPr>
              <a:xfrm flipH="1" flipV="1">
                <a:off x="3042" y="7290"/>
                <a:ext cx="1158" cy="1102"/>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V="1">
                <a:off x="3152" y="7250"/>
                <a:ext cx="1163" cy="111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a:off x="3042" y="7344"/>
                <a:ext cx="1150" cy="1106"/>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3144" y="7392"/>
                <a:ext cx="1171" cy="109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grpSp>
      <p:sp>
        <p:nvSpPr>
          <p:cNvPr id="31" name="矩形 30"/>
          <p:cNvSpPr/>
          <p:nvPr/>
        </p:nvSpPr>
        <p:spPr>
          <a:xfrm>
            <a:off x="3884295" y="2487295"/>
            <a:ext cx="1203960" cy="57023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вокруг</a:t>
            </a:r>
            <a:endParaRPr lang="zh-CN" sz="2800" noProof="0" dirty="0">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6" name="矩形 5"/>
          <p:cNvSpPr/>
          <p:nvPr/>
        </p:nvSpPr>
        <p:spPr>
          <a:xfrm>
            <a:off x="1731010" y="2484120"/>
            <a:ext cx="1805305"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ru-RU" sz="2800" noProof="0" dirty="0">
                <a:solidFill>
                  <a:schemeClr val="tx1"/>
                </a:solidFill>
                <a:latin typeface="Times New Roman" panose="02020603050405020304" charset="0"/>
                <a:cs typeface="Times New Roman" panose="02020603050405020304" charset="0"/>
              </a:rPr>
              <a:t>про-</a:t>
            </a:r>
            <a:endParaRPr lang="ru-RU" sz="2800" noProof="0" dirty="0">
              <a:solidFill>
                <a:schemeClr val="tx1"/>
              </a:solidFill>
              <a:latin typeface="Times New Roman" panose="02020603050405020304" charset="0"/>
              <a:cs typeface="Times New Roman" panose="02020603050405020304" charset="0"/>
            </a:endParaRPr>
          </a:p>
        </p:txBody>
      </p:sp>
      <p:sp>
        <p:nvSpPr>
          <p:cNvPr id="10" name="矩形 9"/>
          <p:cNvSpPr/>
          <p:nvPr/>
        </p:nvSpPr>
        <p:spPr>
          <a:xfrm>
            <a:off x="5385435" y="2484120"/>
            <a:ext cx="351345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ru-RU" sz="2800" noProof="0" dirty="0">
                <a:solidFill>
                  <a:schemeClr val="tx1"/>
                </a:solidFill>
                <a:latin typeface="Times New Roman" panose="02020603050405020304" charset="0"/>
                <a:cs typeface="Times New Roman" panose="02020603050405020304" charset="0"/>
                <a:sym typeface="+mn-ea"/>
              </a:rPr>
              <a:t>проходить/проезжать</a:t>
            </a:r>
            <a:endParaRPr lang="ru-RU" sz="2800" noProof="0" dirty="0">
              <a:solidFill>
                <a:schemeClr val="tx1"/>
              </a:solidFill>
              <a:latin typeface="Times New Roman" panose="02020603050405020304" charset="0"/>
              <a:cs typeface="Times New Roman" panose="02020603050405020304" charset="0"/>
            </a:endParaRPr>
          </a:p>
        </p:txBody>
      </p:sp>
      <p:sp>
        <p:nvSpPr>
          <p:cNvPr id="11" name="文本框 10"/>
          <p:cNvSpPr txBox="1"/>
          <p:nvPr/>
        </p:nvSpPr>
        <p:spPr>
          <a:xfrm>
            <a:off x="4721860" y="349059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ru-RU" sz="2000" b="1" noProof="0" dirty="0">
                <a:solidFill>
                  <a:srgbClr val="FF0000"/>
                </a:solidFill>
                <a:latin typeface="Times New Roman" panose="02020603050405020304" charset="0"/>
                <a:cs typeface="Times New Roman" panose="02020603050405020304" charset="0"/>
              </a:rPr>
              <a:t>про</a:t>
            </a:r>
            <a:r>
              <a:rPr lang="ru-RU" sz="2000" noProof="0" dirty="0">
                <a:latin typeface="Times New Roman" panose="02020603050405020304" charset="0"/>
                <a:cs typeface="Times New Roman" panose="02020603050405020304" charset="0"/>
              </a:rPr>
              <a:t>езжаем </a:t>
            </a:r>
            <a:r>
              <a:rPr lang="ru-RU" sz="2000" b="1" noProof="0" dirty="0">
                <a:solidFill>
                  <a:srgbClr val="FF0000"/>
                </a:solidFill>
                <a:latin typeface="Times New Roman" panose="02020603050405020304" charset="0"/>
                <a:cs typeface="Times New Roman" panose="02020603050405020304" charset="0"/>
              </a:rPr>
              <a:t>мимо </a:t>
            </a:r>
            <a:r>
              <a:rPr lang="ru-RU" sz="2000" noProof="0" dirty="0">
                <a:latin typeface="Times New Roman" panose="02020603050405020304" charset="0"/>
                <a:cs typeface="Times New Roman" panose="02020603050405020304" charset="0"/>
              </a:rPr>
              <a:t>Кремля</a:t>
            </a:r>
            <a:endParaRPr lang="ru-RU" sz="2000" noProof="0" dirty="0">
              <a:latin typeface="Times New Roman" panose="02020603050405020304" charset="0"/>
              <a:cs typeface="Times New Roman" panose="02020603050405020304" charset="0"/>
            </a:endParaRPr>
          </a:p>
        </p:txBody>
      </p:sp>
      <p:sp>
        <p:nvSpPr>
          <p:cNvPr id="4" name="文本框 3"/>
          <p:cNvSpPr txBox="1"/>
          <p:nvPr/>
        </p:nvSpPr>
        <p:spPr>
          <a:xfrm>
            <a:off x="4721860" y="4177030"/>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ru-RU" sz="2000" b="1" noProof="0" dirty="0">
                <a:solidFill>
                  <a:srgbClr val="FF0000"/>
                </a:solidFill>
                <a:latin typeface="Times New Roman" panose="02020603050405020304" charset="0"/>
                <a:cs typeface="Times New Roman" panose="02020603050405020304" charset="0"/>
              </a:rPr>
              <a:t>про</a:t>
            </a:r>
            <a:r>
              <a:rPr lang="ru-RU" sz="2000" noProof="0" dirty="0">
                <a:latin typeface="Times New Roman" panose="02020603050405020304" charset="0"/>
                <a:cs typeface="Times New Roman" panose="02020603050405020304" charset="0"/>
              </a:rPr>
              <a:t>ходим </a:t>
            </a:r>
            <a:r>
              <a:rPr lang="ru-RU" sz="2000" b="1" noProof="0" dirty="0">
                <a:solidFill>
                  <a:srgbClr val="FF0000"/>
                </a:solidFill>
                <a:latin typeface="Times New Roman" panose="02020603050405020304" charset="0"/>
                <a:cs typeface="Times New Roman" panose="02020603050405020304" charset="0"/>
              </a:rPr>
              <a:t>по </a:t>
            </a:r>
            <a:r>
              <a:rPr lang="ru-RU" sz="2000" noProof="0" dirty="0">
                <a:latin typeface="Times New Roman" panose="02020603050405020304" charset="0"/>
                <a:cs typeface="Times New Roman" panose="02020603050405020304" charset="0"/>
              </a:rPr>
              <a:t>мосту </a:t>
            </a:r>
            <a:r>
              <a:rPr lang="ru-RU" sz="2000" b="1" noProof="0" dirty="0">
                <a:solidFill>
                  <a:srgbClr val="FF0000"/>
                </a:solidFill>
                <a:latin typeface="Times New Roman" panose="02020603050405020304" charset="0"/>
                <a:cs typeface="Times New Roman" panose="02020603050405020304" charset="0"/>
              </a:rPr>
              <a:t>через </a:t>
            </a:r>
            <a:r>
              <a:rPr lang="ru-RU" sz="2000" noProof="0" dirty="0">
                <a:latin typeface="Times New Roman" panose="02020603050405020304" charset="0"/>
                <a:cs typeface="Times New Roman" panose="02020603050405020304" charset="0"/>
              </a:rPr>
              <a:t>реку</a:t>
            </a:r>
            <a:endParaRPr lang="ru-RU" sz="2000" noProof="0" dirty="0">
              <a:latin typeface="Times New Roman" panose="02020603050405020304" charset="0"/>
              <a:cs typeface="Times New Roman" panose="02020603050405020304" charset="0"/>
            </a:endParaRPr>
          </a:p>
        </p:txBody>
      </p:sp>
      <p:sp>
        <p:nvSpPr>
          <p:cNvPr id="9" name="文本框 8"/>
          <p:cNvSpPr txBox="1"/>
          <p:nvPr/>
        </p:nvSpPr>
        <p:spPr>
          <a:xfrm>
            <a:off x="4721860" y="4839335"/>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ru-RU" sz="2000" b="1" noProof="0" dirty="0">
                <a:solidFill>
                  <a:srgbClr val="FF0000"/>
                </a:solidFill>
                <a:latin typeface="Times New Roman" panose="02020603050405020304" charset="0"/>
                <a:cs typeface="Times New Roman" panose="02020603050405020304" charset="0"/>
              </a:rPr>
              <a:t>про</a:t>
            </a:r>
            <a:r>
              <a:rPr lang="ru-RU" sz="2000" noProof="0" dirty="0">
                <a:latin typeface="Times New Roman" panose="02020603050405020304" charset="0"/>
                <a:cs typeface="Times New Roman" panose="02020603050405020304" charset="0"/>
              </a:rPr>
              <a:t>езжали 500 км в день</a:t>
            </a:r>
            <a:endParaRPr lang="ru-RU" sz="2000" noProof="0" dirty="0">
              <a:latin typeface="Times New Roman" panose="02020603050405020304" charset="0"/>
              <a:cs typeface="Times New Roman" panose="02020603050405020304" charset="0"/>
            </a:endParaRPr>
          </a:p>
        </p:txBody>
      </p:sp>
      <p:grpSp>
        <p:nvGrpSpPr>
          <p:cNvPr id="7" name="组合 6"/>
          <p:cNvGrpSpPr/>
          <p:nvPr/>
        </p:nvGrpSpPr>
        <p:grpSpPr>
          <a:xfrm>
            <a:off x="1906905" y="3281045"/>
            <a:ext cx="1227455" cy="1981835"/>
            <a:chOff x="3003" y="5167"/>
            <a:chExt cx="1933" cy="3121"/>
          </a:xfrm>
        </p:grpSpPr>
        <p:sp>
          <p:nvSpPr>
            <p:cNvPr id="8" name="矩形 7"/>
            <p:cNvSpPr/>
            <p:nvPr/>
          </p:nvSpPr>
          <p:spPr>
            <a:xfrm>
              <a:off x="3418" y="5167"/>
              <a:ext cx="974" cy="93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noProof="0" dirty="0"/>
            </a:p>
          </p:txBody>
        </p:sp>
        <p:cxnSp>
          <p:nvCxnSpPr>
            <p:cNvPr id="12" name="直接箭头连接符 11"/>
            <p:cNvCxnSpPr/>
            <p:nvPr/>
          </p:nvCxnSpPr>
          <p:spPr>
            <a:xfrm>
              <a:off x="3006" y="6345"/>
              <a:ext cx="1928"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3418" y="6522"/>
              <a:ext cx="974" cy="93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noProof="0" dirty="0"/>
            </a:p>
          </p:txBody>
        </p:sp>
        <p:cxnSp>
          <p:nvCxnSpPr>
            <p:cNvPr id="14" name="直接箭头连接符 13"/>
            <p:cNvCxnSpPr/>
            <p:nvPr/>
          </p:nvCxnSpPr>
          <p:spPr>
            <a:xfrm flipV="1">
              <a:off x="3006" y="6976"/>
              <a:ext cx="1930"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V="1">
              <a:off x="3006" y="8019"/>
              <a:ext cx="1928"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3003" y="7822"/>
              <a:ext cx="0" cy="4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4916" y="7822"/>
              <a:ext cx="0" cy="466"/>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20" name="矩形 19"/>
          <p:cNvSpPr/>
          <p:nvPr/>
        </p:nvSpPr>
        <p:spPr>
          <a:xfrm>
            <a:off x="3891280" y="2484755"/>
            <a:ext cx="1139190" cy="8991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ru-RU" sz="2000" noProof="0" dirty="0">
                <a:solidFill>
                  <a:schemeClr val="tx1"/>
                </a:solidFill>
                <a:latin typeface="Times New Roman" panose="02020603050405020304" charset="0"/>
                <a:cs typeface="Times New Roman" panose="02020603050405020304" charset="0"/>
              </a:rPr>
              <a:t>мимо</a:t>
            </a:r>
            <a:endParaRPr lang="ru-RU" sz="2000" noProof="0" dirty="0">
              <a:solidFill>
                <a:schemeClr val="tx1"/>
              </a:solidFill>
              <a:latin typeface="Times New Roman" panose="02020603050405020304" charset="0"/>
              <a:cs typeface="Times New Roman" panose="02020603050405020304" charset="0"/>
            </a:endParaRPr>
          </a:p>
          <a:p>
            <a:pPr algn="ctr" fontAlgn="auto"/>
            <a:r>
              <a:rPr lang="ru-RU" sz="2000" noProof="0" dirty="0">
                <a:solidFill>
                  <a:schemeClr val="tx1"/>
                </a:solidFill>
                <a:latin typeface="Times New Roman" panose="02020603050405020304" charset="0"/>
                <a:cs typeface="Times New Roman" panose="02020603050405020304" charset="0"/>
              </a:rPr>
              <a:t>по</a:t>
            </a:r>
            <a:endParaRPr lang="ru-RU" sz="2000" noProof="0" dirty="0">
              <a:solidFill>
                <a:schemeClr val="tx1"/>
              </a:solidFill>
              <a:latin typeface="Times New Roman" panose="02020603050405020304" charset="0"/>
              <a:cs typeface="Times New Roman" panose="02020603050405020304" charset="0"/>
            </a:endParaRPr>
          </a:p>
          <a:p>
            <a:pPr algn="ctr" fontAlgn="auto"/>
            <a:r>
              <a:rPr lang="ru-RU" sz="2000" noProof="0" dirty="0">
                <a:solidFill>
                  <a:schemeClr val="tx1"/>
                </a:solidFill>
                <a:latin typeface="Times New Roman" panose="02020603050405020304" charset="0"/>
                <a:cs typeface="Times New Roman" panose="02020603050405020304" charset="0"/>
              </a:rPr>
              <a:t>через</a:t>
            </a:r>
            <a:endParaRPr lang="ru-RU" sz="2000" noProof="0" dirty="0">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16" name="矩形 15"/>
          <p:cNvSpPr/>
          <p:nvPr/>
        </p:nvSpPr>
        <p:spPr>
          <a:xfrm>
            <a:off x="1731010" y="2484120"/>
            <a:ext cx="1805305"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пере-</a:t>
            </a:r>
            <a:endParaRPr lang="zh-CN" sz="2800" noProof="0" dirty="0">
              <a:solidFill>
                <a:schemeClr val="tx1"/>
              </a:solidFill>
              <a:latin typeface="Times New Roman" panose="02020603050405020304" charset="0"/>
              <a:cs typeface="Times New Roman" panose="02020603050405020304" charset="0"/>
            </a:endParaRPr>
          </a:p>
        </p:txBody>
      </p:sp>
      <p:sp>
        <p:nvSpPr>
          <p:cNvPr id="17" name="矩形 16"/>
          <p:cNvSpPr/>
          <p:nvPr/>
        </p:nvSpPr>
        <p:spPr>
          <a:xfrm>
            <a:off x="5297170" y="2484120"/>
            <a:ext cx="3915410" cy="68008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переходить / переезжать</a:t>
            </a:r>
            <a:endParaRPr lang="zh-CN" sz="2800" noProof="0" dirty="0">
              <a:solidFill>
                <a:schemeClr val="tx1"/>
              </a:solidFill>
              <a:latin typeface="Times New Roman" panose="02020603050405020304" charset="0"/>
              <a:cs typeface="Times New Roman" panose="02020603050405020304" charset="0"/>
            </a:endParaRPr>
          </a:p>
        </p:txBody>
      </p:sp>
      <p:sp>
        <p:nvSpPr>
          <p:cNvPr id="21" name="文本框 20"/>
          <p:cNvSpPr txBox="1"/>
          <p:nvPr/>
        </p:nvSpPr>
        <p:spPr>
          <a:xfrm>
            <a:off x="4802505" y="3681907"/>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Пере</a:t>
            </a:r>
            <a:r>
              <a:rPr lang="zh-CN" sz="2000" noProof="0" dirty="0">
                <a:latin typeface="Times New Roman" panose="02020603050405020304" charset="0"/>
                <a:cs typeface="Times New Roman" panose="02020603050405020304" charset="0"/>
              </a:rPr>
              <a:t>хожу </a:t>
            </a:r>
            <a:r>
              <a:rPr lang="zh-CN" sz="2000" b="1" noProof="0" dirty="0">
                <a:solidFill>
                  <a:srgbClr val="FF0000"/>
                </a:solidFill>
                <a:latin typeface="Times New Roman" panose="02020603050405020304" charset="0"/>
                <a:cs typeface="Times New Roman" panose="02020603050405020304" charset="0"/>
              </a:rPr>
              <a:t>через </a:t>
            </a:r>
            <a:r>
              <a:rPr lang="zh-CN" sz="2000" noProof="0" dirty="0">
                <a:latin typeface="Times New Roman" panose="02020603050405020304" charset="0"/>
                <a:cs typeface="Times New Roman" panose="02020603050405020304" charset="0"/>
              </a:rPr>
              <a:t>улицу </a:t>
            </a:r>
            <a:r>
              <a:rPr lang="zh-CN" sz="2000" b="1" noProof="0" dirty="0">
                <a:solidFill>
                  <a:srgbClr val="FF0000"/>
                </a:solidFill>
                <a:latin typeface="Times New Roman" panose="02020603050405020304" charset="0"/>
                <a:cs typeface="Times New Roman" panose="02020603050405020304" charset="0"/>
              </a:rPr>
              <a:t>по </a:t>
            </a:r>
            <a:r>
              <a:rPr lang="zh-CN" sz="2000" noProof="0" dirty="0">
                <a:latin typeface="Times New Roman" panose="02020603050405020304" charset="0"/>
                <a:cs typeface="Times New Roman" panose="02020603050405020304" charset="0"/>
              </a:rPr>
              <a:t>переходу</a:t>
            </a:r>
            <a:endParaRPr lang="zh-CN" sz="2000" noProof="0" dirty="0">
              <a:latin typeface="Times New Roman" panose="02020603050405020304" charset="0"/>
              <a:cs typeface="Times New Roman" panose="02020603050405020304" charset="0"/>
            </a:endParaRPr>
          </a:p>
        </p:txBody>
      </p:sp>
      <p:sp>
        <p:nvSpPr>
          <p:cNvPr id="22" name="文本框 21"/>
          <p:cNvSpPr txBox="1"/>
          <p:nvPr/>
        </p:nvSpPr>
        <p:spPr>
          <a:xfrm>
            <a:off x="4802505" y="4626610"/>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Пере</a:t>
            </a:r>
            <a:r>
              <a:rPr lang="zh-CN" sz="2000" noProof="0" dirty="0">
                <a:latin typeface="Times New Roman" panose="02020603050405020304" charset="0"/>
                <a:cs typeface="Times New Roman" panose="02020603050405020304" charset="0"/>
              </a:rPr>
              <a:t>езжаем </a:t>
            </a:r>
            <a:r>
              <a:rPr lang="zh-CN" sz="2000" b="1" noProof="0" dirty="0">
                <a:solidFill>
                  <a:srgbClr val="FF0000"/>
                </a:solidFill>
                <a:latin typeface="Times New Roman" panose="02020603050405020304" charset="0"/>
                <a:cs typeface="Times New Roman" panose="02020603050405020304" charset="0"/>
              </a:rPr>
              <a:t>в </a:t>
            </a:r>
            <a:r>
              <a:rPr lang="zh-CN" sz="2000" noProof="0" dirty="0">
                <a:latin typeface="Times New Roman" panose="02020603050405020304" charset="0"/>
                <a:cs typeface="Times New Roman" panose="02020603050405020304" charset="0"/>
              </a:rPr>
              <a:t>Москву</a:t>
            </a:r>
            <a:endParaRPr lang="zh-CN" sz="2000" noProof="0" dirty="0">
              <a:latin typeface="Times New Roman" panose="02020603050405020304" charset="0"/>
              <a:cs typeface="Times New Roman" panose="02020603050405020304" charset="0"/>
            </a:endParaRPr>
          </a:p>
        </p:txBody>
      </p:sp>
      <p:grpSp>
        <p:nvGrpSpPr>
          <p:cNvPr id="23" name="组合 22"/>
          <p:cNvGrpSpPr/>
          <p:nvPr/>
        </p:nvGrpSpPr>
        <p:grpSpPr>
          <a:xfrm>
            <a:off x="1554480" y="3263900"/>
            <a:ext cx="2085340" cy="1880235"/>
            <a:chOff x="2448" y="5140"/>
            <a:chExt cx="3284" cy="2961"/>
          </a:xfrm>
        </p:grpSpPr>
        <p:sp>
          <p:nvSpPr>
            <p:cNvPr id="24" name="矩形 23"/>
            <p:cNvSpPr/>
            <p:nvPr/>
          </p:nvSpPr>
          <p:spPr>
            <a:xfrm>
              <a:off x="2600" y="7281"/>
              <a:ext cx="999" cy="82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25" name="直接箭头连接符 24"/>
            <p:cNvCxnSpPr/>
            <p:nvPr/>
          </p:nvCxnSpPr>
          <p:spPr>
            <a:xfrm>
              <a:off x="2755" y="7697"/>
              <a:ext cx="2511" cy="0"/>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4440" y="7281"/>
              <a:ext cx="999" cy="821"/>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noProof="0" dirty="0"/>
            </a:p>
          </p:txBody>
        </p:sp>
        <p:cxnSp>
          <p:nvCxnSpPr>
            <p:cNvPr id="27" name="直接连接符 26"/>
            <p:cNvCxnSpPr/>
            <p:nvPr/>
          </p:nvCxnSpPr>
          <p:spPr>
            <a:xfrm>
              <a:off x="2448" y="5526"/>
              <a:ext cx="328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2448" y="6194"/>
              <a:ext cx="328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2755" y="5140"/>
              <a:ext cx="2216" cy="143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30" name="矩形 29"/>
          <p:cNvSpPr/>
          <p:nvPr/>
        </p:nvSpPr>
        <p:spPr>
          <a:xfrm>
            <a:off x="3846830" y="2487295"/>
            <a:ext cx="1139190" cy="8991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sz="2000" noProof="0" dirty="0">
                <a:solidFill>
                  <a:schemeClr val="tx1"/>
                </a:solidFill>
                <a:latin typeface="Times New Roman" panose="02020603050405020304" charset="0"/>
                <a:cs typeface="Times New Roman" panose="02020603050405020304" charset="0"/>
              </a:rPr>
              <a:t>в/на</a:t>
            </a:r>
            <a:endParaRPr lang="zh-CN" sz="2000" noProof="0" dirty="0">
              <a:solidFill>
                <a:schemeClr val="tx1"/>
              </a:solidFill>
              <a:latin typeface="Times New Roman" panose="02020603050405020304" charset="0"/>
              <a:cs typeface="Times New Roman" panose="02020603050405020304" charset="0"/>
            </a:endParaRPr>
          </a:p>
          <a:p>
            <a:pPr algn="ctr" fontAlgn="auto"/>
            <a:r>
              <a:rPr lang="zh-CN" sz="2000" noProof="0" dirty="0">
                <a:solidFill>
                  <a:schemeClr val="tx1"/>
                </a:solidFill>
                <a:latin typeface="Times New Roman" panose="02020603050405020304" charset="0"/>
                <a:cs typeface="Times New Roman" panose="02020603050405020304" charset="0"/>
              </a:rPr>
              <a:t>по</a:t>
            </a:r>
            <a:endParaRPr lang="zh-CN" sz="2000" noProof="0" dirty="0">
              <a:solidFill>
                <a:schemeClr val="tx1"/>
              </a:solidFill>
              <a:latin typeface="Times New Roman" panose="02020603050405020304" charset="0"/>
              <a:cs typeface="Times New Roman" panose="02020603050405020304" charset="0"/>
            </a:endParaRPr>
          </a:p>
          <a:p>
            <a:pPr algn="ctr" fontAlgn="auto"/>
            <a:r>
              <a:rPr lang="zh-CN" sz="2000" noProof="0" dirty="0">
                <a:solidFill>
                  <a:schemeClr val="tx1"/>
                </a:solidFill>
                <a:latin typeface="Times New Roman" panose="02020603050405020304" charset="0"/>
                <a:cs typeface="Times New Roman" panose="02020603050405020304" charset="0"/>
              </a:rPr>
              <a:t>через</a:t>
            </a:r>
            <a:endParaRPr lang="zh-CN" sz="2000" noProof="0" dirty="0">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6" name="矩形 5"/>
          <p:cNvSpPr/>
          <p:nvPr/>
        </p:nvSpPr>
        <p:spPr>
          <a:xfrm>
            <a:off x="1731010" y="2484120"/>
            <a:ext cx="1805305" cy="570865"/>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rPr>
              <a:t>с-...-ся(сь)</a:t>
            </a:r>
            <a:endParaRPr lang="zh-CN" sz="2800" noProof="0" dirty="0">
              <a:solidFill>
                <a:schemeClr val="tx1"/>
              </a:solidFill>
              <a:latin typeface="Times New Roman" panose="02020603050405020304" charset="0"/>
              <a:cs typeface="Times New Roman" panose="02020603050405020304" charset="0"/>
            </a:endParaRPr>
          </a:p>
        </p:txBody>
      </p:sp>
      <p:sp>
        <p:nvSpPr>
          <p:cNvPr id="10" name="矩形 9"/>
          <p:cNvSpPr/>
          <p:nvPr/>
        </p:nvSpPr>
        <p:spPr>
          <a:xfrm>
            <a:off x="5126355" y="2484120"/>
            <a:ext cx="4255770"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сходить(ся)/съезжать(ся)</a:t>
            </a:r>
            <a:endParaRPr lang="zh-CN" sz="2800" noProof="0" dirty="0">
              <a:solidFill>
                <a:schemeClr val="tx1"/>
              </a:solidFill>
              <a:latin typeface="Times New Roman" panose="02020603050405020304" charset="0"/>
              <a:cs typeface="Times New Roman" panose="02020603050405020304" charset="0"/>
            </a:endParaRPr>
          </a:p>
        </p:txBody>
      </p:sp>
      <p:sp>
        <p:nvSpPr>
          <p:cNvPr id="11" name="文本框 10"/>
          <p:cNvSpPr txBox="1"/>
          <p:nvPr/>
        </p:nvSpPr>
        <p:spPr>
          <a:xfrm>
            <a:off x="4559300" y="3446780"/>
            <a:ext cx="5389245"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С</a:t>
            </a:r>
            <a:r>
              <a:rPr lang="zh-CN" sz="2000" noProof="0" dirty="0">
                <a:latin typeface="Times New Roman" panose="02020603050405020304" charset="0"/>
                <a:cs typeface="Times New Roman" panose="02020603050405020304" charset="0"/>
              </a:rPr>
              <a:t>ходятся </a:t>
            </a:r>
            <a:r>
              <a:rPr lang="zh-CN" sz="2000" b="1" noProof="0" dirty="0">
                <a:solidFill>
                  <a:srgbClr val="FF0000"/>
                </a:solidFill>
                <a:latin typeface="Times New Roman" panose="02020603050405020304" charset="0"/>
                <a:cs typeface="Times New Roman" panose="02020603050405020304" charset="0"/>
              </a:rPr>
              <a:t>на </a:t>
            </a:r>
            <a:r>
              <a:rPr lang="zh-CN" sz="2000" noProof="0" dirty="0">
                <a:latin typeface="Times New Roman" panose="02020603050405020304" charset="0"/>
                <a:cs typeface="Times New Roman" panose="02020603050405020304" charset="0"/>
              </a:rPr>
              <a:t>площади </a:t>
            </a:r>
            <a:r>
              <a:rPr lang="zh-CN" sz="2000" b="1" noProof="0" dirty="0">
                <a:solidFill>
                  <a:srgbClr val="FF0000"/>
                </a:solidFill>
                <a:latin typeface="Times New Roman" panose="02020603050405020304" charset="0"/>
                <a:cs typeface="Times New Roman" panose="02020603050405020304" charset="0"/>
              </a:rPr>
              <a:t>на </a:t>
            </a:r>
            <a:r>
              <a:rPr lang="zh-CN" sz="2000" noProof="0" dirty="0">
                <a:latin typeface="Times New Roman" panose="02020603050405020304" charset="0"/>
                <a:cs typeface="Times New Roman" panose="02020603050405020304" charset="0"/>
              </a:rPr>
              <a:t>митинг</a:t>
            </a:r>
            <a:endParaRPr lang="zh-CN" sz="2000" noProof="0" dirty="0">
              <a:latin typeface="Times New Roman" panose="02020603050405020304" charset="0"/>
              <a:cs typeface="Times New Roman" panose="02020603050405020304" charset="0"/>
            </a:endParaRPr>
          </a:p>
        </p:txBody>
      </p:sp>
      <p:sp>
        <p:nvSpPr>
          <p:cNvPr id="4" name="文本框 3"/>
          <p:cNvSpPr txBox="1"/>
          <p:nvPr/>
        </p:nvSpPr>
        <p:spPr>
          <a:xfrm>
            <a:off x="4559300" y="4177030"/>
            <a:ext cx="5389245"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С</a:t>
            </a:r>
            <a:r>
              <a:rPr lang="zh-CN" sz="2000" noProof="0" dirty="0">
                <a:latin typeface="Times New Roman" panose="02020603050405020304" charset="0"/>
                <a:cs typeface="Times New Roman" panose="02020603050405020304" charset="0"/>
              </a:rPr>
              <a:t>ъезжались </a:t>
            </a:r>
            <a:r>
              <a:rPr lang="zh-CN" sz="2000" b="1" noProof="0" dirty="0">
                <a:solidFill>
                  <a:srgbClr val="FF0000"/>
                </a:solidFill>
                <a:latin typeface="Times New Roman" panose="02020603050405020304" charset="0"/>
                <a:cs typeface="Times New Roman" panose="02020603050405020304" charset="0"/>
              </a:rPr>
              <a:t>на </a:t>
            </a:r>
            <a:r>
              <a:rPr lang="zh-CN" sz="2000" noProof="0" dirty="0">
                <a:latin typeface="Times New Roman" panose="02020603050405020304" charset="0"/>
                <a:cs typeface="Times New Roman" panose="02020603050405020304" charset="0"/>
              </a:rPr>
              <a:t>конференцию</a:t>
            </a:r>
            <a:endParaRPr lang="zh-CN" sz="2000" noProof="0" dirty="0">
              <a:latin typeface="Times New Roman" panose="02020603050405020304" charset="0"/>
              <a:cs typeface="Times New Roman" panose="02020603050405020304" charset="0"/>
            </a:endParaRPr>
          </a:p>
        </p:txBody>
      </p:sp>
      <p:sp>
        <p:nvSpPr>
          <p:cNvPr id="9" name="文本框 8"/>
          <p:cNvSpPr txBox="1"/>
          <p:nvPr/>
        </p:nvSpPr>
        <p:spPr>
          <a:xfrm>
            <a:off x="4559300" y="4839335"/>
            <a:ext cx="5389245"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С</a:t>
            </a:r>
            <a:r>
              <a:rPr lang="zh-CN" sz="2000" noProof="0" dirty="0">
                <a:latin typeface="Times New Roman" panose="02020603050405020304" charset="0"/>
                <a:cs typeface="Times New Roman" panose="02020603050405020304" charset="0"/>
              </a:rPr>
              <a:t>ъезжались </a:t>
            </a:r>
            <a:r>
              <a:rPr lang="zh-CN" sz="2000" b="1" noProof="0" dirty="0">
                <a:solidFill>
                  <a:srgbClr val="FF0000"/>
                </a:solidFill>
                <a:latin typeface="Times New Roman" panose="02020603050405020304" charset="0"/>
                <a:cs typeface="Times New Roman" panose="02020603050405020304" charset="0"/>
              </a:rPr>
              <a:t>к </a:t>
            </a:r>
            <a:r>
              <a:rPr lang="zh-CN" sz="2000" noProof="0" dirty="0">
                <a:latin typeface="Times New Roman" panose="02020603050405020304" charset="0"/>
                <a:cs typeface="Times New Roman" panose="02020603050405020304" charset="0"/>
              </a:rPr>
              <a:t>друзьям </a:t>
            </a:r>
            <a:r>
              <a:rPr lang="zh-CN" sz="2000" b="1" noProof="0" dirty="0">
                <a:solidFill>
                  <a:srgbClr val="FF0000"/>
                </a:solidFill>
                <a:latin typeface="Times New Roman" panose="02020603050405020304" charset="0"/>
                <a:cs typeface="Times New Roman" panose="02020603050405020304" charset="0"/>
              </a:rPr>
              <a:t>на </a:t>
            </a:r>
            <a:r>
              <a:rPr lang="zh-CN" sz="2000" noProof="0" dirty="0">
                <a:latin typeface="Times New Roman" panose="02020603050405020304" charset="0"/>
                <a:cs typeface="Times New Roman" panose="02020603050405020304" charset="0"/>
              </a:rPr>
              <a:t>свадьбу</a:t>
            </a:r>
            <a:endParaRPr lang="zh-CN" sz="2000" noProof="0" dirty="0">
              <a:latin typeface="Times New Roman" panose="02020603050405020304" charset="0"/>
              <a:cs typeface="Times New Roman" panose="02020603050405020304" charset="0"/>
            </a:endParaRPr>
          </a:p>
        </p:txBody>
      </p:sp>
      <p:grpSp>
        <p:nvGrpSpPr>
          <p:cNvPr id="16" name="组合 15"/>
          <p:cNvGrpSpPr/>
          <p:nvPr/>
        </p:nvGrpSpPr>
        <p:grpSpPr>
          <a:xfrm>
            <a:off x="1859663" y="3587750"/>
            <a:ext cx="1548000" cy="1548000"/>
            <a:chOff x="2815" y="5650"/>
            <a:chExt cx="2548" cy="2207"/>
          </a:xfrm>
        </p:grpSpPr>
        <p:grpSp>
          <p:nvGrpSpPr>
            <p:cNvPr id="14" name="组合 13"/>
            <p:cNvGrpSpPr/>
            <p:nvPr/>
          </p:nvGrpSpPr>
          <p:grpSpPr>
            <a:xfrm>
              <a:off x="2815" y="5650"/>
              <a:ext cx="2549" cy="928"/>
              <a:chOff x="2367" y="5650"/>
              <a:chExt cx="2549" cy="928"/>
            </a:xfrm>
          </p:grpSpPr>
          <p:cxnSp>
            <p:nvCxnSpPr>
              <p:cNvPr id="8" name="直接箭头连接符 7"/>
              <p:cNvCxnSpPr/>
              <p:nvPr/>
            </p:nvCxnSpPr>
            <p:spPr>
              <a:xfrm>
                <a:off x="2367" y="5650"/>
                <a:ext cx="1104" cy="92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3812" y="5650"/>
                <a:ext cx="1104" cy="92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flipV="1">
              <a:off x="2815" y="6929"/>
              <a:ext cx="2549" cy="928"/>
              <a:chOff x="2367" y="5650"/>
              <a:chExt cx="2549" cy="928"/>
            </a:xfrm>
          </p:grpSpPr>
          <p:cxnSp>
            <p:nvCxnSpPr>
              <p:cNvPr id="18" name="直接箭头连接符 17"/>
              <p:cNvCxnSpPr/>
              <p:nvPr/>
            </p:nvCxnSpPr>
            <p:spPr>
              <a:xfrm>
                <a:off x="2367" y="5650"/>
                <a:ext cx="1104" cy="92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3812" y="5650"/>
                <a:ext cx="1104" cy="92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20" name="椭圆 19"/>
            <p:cNvSpPr/>
            <p:nvPr/>
          </p:nvSpPr>
          <p:spPr>
            <a:xfrm>
              <a:off x="3919" y="6619"/>
              <a:ext cx="326" cy="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noProof="0" dirty="0"/>
            </a:p>
          </p:txBody>
        </p:sp>
      </p:grpSp>
      <p:sp>
        <p:nvSpPr>
          <p:cNvPr id="22" name="矩形 21"/>
          <p:cNvSpPr/>
          <p:nvPr/>
        </p:nvSpPr>
        <p:spPr>
          <a:xfrm>
            <a:off x="3761740" y="2484755"/>
            <a:ext cx="1139190" cy="8991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sz="2000" noProof="0" dirty="0">
                <a:solidFill>
                  <a:schemeClr val="tx1"/>
                </a:solidFill>
                <a:latin typeface="Times New Roman" panose="02020603050405020304" charset="0"/>
                <a:cs typeface="Times New Roman" panose="02020603050405020304" charset="0"/>
              </a:rPr>
              <a:t>в/на</a:t>
            </a:r>
            <a:endParaRPr lang="zh-CN" sz="2000" noProof="0" dirty="0">
              <a:solidFill>
                <a:schemeClr val="tx1"/>
              </a:solidFill>
              <a:latin typeface="Times New Roman" panose="02020603050405020304" charset="0"/>
              <a:cs typeface="Times New Roman" panose="02020603050405020304" charset="0"/>
            </a:endParaRPr>
          </a:p>
          <a:p>
            <a:pPr algn="ctr" fontAlgn="auto"/>
            <a:r>
              <a:rPr lang="zh-CN" sz="2000" noProof="0" dirty="0">
                <a:solidFill>
                  <a:schemeClr val="tx1"/>
                </a:solidFill>
                <a:latin typeface="Times New Roman" panose="02020603050405020304" charset="0"/>
                <a:cs typeface="Times New Roman" panose="02020603050405020304" charset="0"/>
              </a:rPr>
              <a:t>с/из</a:t>
            </a:r>
            <a:endParaRPr lang="zh-CN" sz="2000" noProof="0" dirty="0">
              <a:solidFill>
                <a:schemeClr val="tx1"/>
              </a:solidFill>
              <a:latin typeface="Times New Roman" panose="02020603050405020304" charset="0"/>
              <a:cs typeface="Times New Roman" panose="02020603050405020304" charset="0"/>
            </a:endParaRPr>
          </a:p>
          <a:p>
            <a:pPr algn="ctr" fontAlgn="auto"/>
            <a:r>
              <a:rPr lang="zh-CN" sz="2000" noProof="0" dirty="0">
                <a:solidFill>
                  <a:schemeClr val="tx1"/>
                </a:solidFill>
                <a:latin typeface="Times New Roman" panose="02020603050405020304" charset="0"/>
                <a:cs typeface="Times New Roman" panose="02020603050405020304" charset="0"/>
              </a:rPr>
              <a:t>к, за</a:t>
            </a:r>
            <a:endParaRPr lang="zh-CN" sz="2000" noProof="0" dirty="0">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546735" y="692150"/>
            <a:ext cx="11394440" cy="6165850"/>
          </a:xfrm>
          <a:prstGeom prst="rect">
            <a:avLst/>
          </a:prstGeom>
          <a:noFill/>
        </p:spPr>
        <p:txBody>
          <a:bodyPr wrap="square" rtlCol="0">
            <a:noAutofit/>
          </a:bodyPr>
          <a:p>
            <a:pPr indent="0" fontAlgn="auto">
              <a:lnSpc>
                <a:spcPct val="150000"/>
              </a:lnSpc>
              <a:buFont typeface="Arial" panose="020B0604020202090204" pitchFamily="34" charset="0"/>
              <a:buNone/>
            </a:pPr>
            <a:r>
              <a:rPr lang="zh-CN" altLang="ru-RU" sz="2000" b="1" noProof="0" dirty="0">
                <a:latin typeface="Times New Roman" panose="02020603050405020304" charset="0"/>
                <a:cs typeface="Times New Roman" panose="02020603050405020304" charset="0"/>
                <a:sym typeface="+mn-ea"/>
              </a:rPr>
              <a:t>二、带前缀的</a:t>
            </a:r>
            <a:r>
              <a:rPr lang="zh-CN" altLang="ru-RU" sz="2000" b="1" noProof="0" dirty="0">
                <a:latin typeface="Times New Roman" panose="02020603050405020304" charset="0"/>
                <a:cs typeface="Times New Roman" panose="02020603050405020304" charset="0"/>
                <a:sym typeface="+mn-ea"/>
              </a:rPr>
              <a:t>运动动词</a:t>
            </a:r>
            <a:endParaRPr lang="zh-CN" altLang="ru-RU" sz="2000" b="1" noProof="0" dirty="0">
              <a:latin typeface="Times New Roman" panose="02020603050405020304" charset="0"/>
              <a:cs typeface="Times New Roman" panose="02020603050405020304" charset="0"/>
              <a:sym typeface="+mn-ea"/>
            </a:endParaRPr>
          </a:p>
          <a:p>
            <a:pPr indent="0" fontAlgn="auto">
              <a:lnSpc>
                <a:spcPct val="150000"/>
              </a:lnSpc>
              <a:buFont typeface="Arial" panose="020B0604020202090204" pitchFamily="34" charset="0"/>
              <a:buNone/>
            </a:pPr>
            <a:r>
              <a:rPr lang="en-US" altLang="ru-RU" sz="2000" noProof="0" dirty="0">
                <a:latin typeface="Times New Roman" panose="02020603050405020304" charset="0"/>
                <a:cs typeface="Times New Roman" panose="02020603050405020304" charset="0"/>
                <a:sym typeface="+mn-ea"/>
              </a:rPr>
              <a:t>2. </a:t>
            </a:r>
            <a:r>
              <a:rPr lang="zh-CN" altLang="en-US" sz="2000" noProof="0" dirty="0">
                <a:latin typeface="Times New Roman" panose="02020603050405020304" charset="0"/>
                <a:cs typeface="Times New Roman" panose="02020603050405020304" charset="0"/>
                <a:sym typeface="+mn-ea"/>
              </a:rPr>
              <a:t>前缀</a:t>
            </a:r>
            <a:r>
              <a:rPr lang="en-US" altLang="zh-CN" sz="2000" noProof="0" dirty="0">
                <a:latin typeface="Times New Roman" panose="02020603050405020304" charset="0"/>
                <a:cs typeface="Times New Roman" panose="02020603050405020304" charset="0"/>
                <a:sym typeface="+mn-ea"/>
              </a:rPr>
              <a:t>+</a:t>
            </a:r>
            <a:r>
              <a:rPr lang="zh-CN" altLang="en-US" sz="2000" noProof="0" dirty="0">
                <a:latin typeface="Times New Roman" panose="02020603050405020304" charset="0"/>
                <a:cs typeface="Times New Roman" panose="02020603050405020304" charset="0"/>
                <a:sym typeface="+mn-ea"/>
              </a:rPr>
              <a:t>不定向运动动词构成未完成体动词</a:t>
            </a:r>
            <a:endParaRPr lang="zh-CN" altLang="en-US" sz="2000" noProof="0" dirty="0">
              <a:latin typeface="Times New Roman" panose="02020603050405020304" charset="0"/>
              <a:cs typeface="Times New Roman" panose="02020603050405020304" charset="0"/>
              <a:sym typeface="+mn-ea"/>
            </a:endParaRPr>
          </a:p>
        </p:txBody>
      </p:sp>
      <p:sp>
        <p:nvSpPr>
          <p:cNvPr id="7" name="矩形 6"/>
          <p:cNvSpPr/>
          <p:nvPr/>
        </p:nvSpPr>
        <p:spPr>
          <a:xfrm>
            <a:off x="1490980" y="2475230"/>
            <a:ext cx="2001520" cy="95377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lnSpc>
                <a:spcPct val="100000"/>
              </a:lnSpc>
            </a:pPr>
            <a:r>
              <a:rPr lang="zh-CN" sz="2800" noProof="0" dirty="0">
                <a:solidFill>
                  <a:schemeClr val="tx1"/>
                </a:solidFill>
                <a:latin typeface="Times New Roman" panose="02020603050405020304" charset="0"/>
                <a:cs typeface="Times New Roman" panose="02020603050405020304" charset="0"/>
              </a:rPr>
              <a:t>рас...-ся(сь)</a:t>
            </a:r>
            <a:endParaRPr lang="zh-CN" sz="2800" noProof="0" dirty="0">
              <a:solidFill>
                <a:schemeClr val="tx1"/>
              </a:solidFill>
              <a:latin typeface="Times New Roman" panose="02020603050405020304" charset="0"/>
              <a:cs typeface="Times New Roman" panose="02020603050405020304" charset="0"/>
            </a:endParaRPr>
          </a:p>
          <a:p>
            <a:pPr algn="ctr">
              <a:lnSpc>
                <a:spcPct val="100000"/>
              </a:lnSpc>
            </a:pPr>
            <a:r>
              <a:rPr lang="zh-CN" sz="2800" noProof="0" dirty="0">
                <a:solidFill>
                  <a:schemeClr val="tx1"/>
                </a:solidFill>
                <a:latin typeface="Times New Roman" panose="02020603050405020304" charset="0"/>
                <a:cs typeface="Times New Roman" panose="02020603050405020304" charset="0"/>
              </a:rPr>
              <a:t>раз...-ся(сь)</a:t>
            </a:r>
            <a:endParaRPr lang="zh-CN" sz="2800" noProof="0" dirty="0">
              <a:solidFill>
                <a:schemeClr val="tx1"/>
              </a:solidFill>
              <a:latin typeface="Times New Roman" panose="02020603050405020304" charset="0"/>
              <a:cs typeface="Times New Roman" panose="02020603050405020304" charset="0"/>
            </a:endParaRPr>
          </a:p>
        </p:txBody>
      </p:sp>
      <p:sp>
        <p:nvSpPr>
          <p:cNvPr id="13" name="矩形 12"/>
          <p:cNvSpPr/>
          <p:nvPr/>
        </p:nvSpPr>
        <p:spPr>
          <a:xfrm>
            <a:off x="5157470" y="2484120"/>
            <a:ext cx="4379595" cy="570865"/>
          </a:xfrm>
          <a:prstGeom prst="rect">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zh-CN" sz="2800" noProof="0" dirty="0">
                <a:solidFill>
                  <a:schemeClr val="tx1"/>
                </a:solidFill>
                <a:latin typeface="Times New Roman" panose="02020603050405020304" charset="0"/>
                <a:cs typeface="Times New Roman" panose="02020603050405020304" charset="0"/>
                <a:sym typeface="+mn-ea"/>
              </a:rPr>
              <a:t>расходиться/расъезжаться</a:t>
            </a:r>
            <a:endParaRPr lang="zh-CN" sz="2800" noProof="0" dirty="0">
              <a:solidFill>
                <a:schemeClr val="tx1"/>
              </a:solidFill>
              <a:latin typeface="Times New Roman" panose="02020603050405020304" charset="0"/>
              <a:cs typeface="Times New Roman" panose="02020603050405020304" charset="0"/>
            </a:endParaRPr>
          </a:p>
        </p:txBody>
      </p:sp>
      <p:sp>
        <p:nvSpPr>
          <p:cNvPr id="17" name="文本框 16"/>
          <p:cNvSpPr txBox="1"/>
          <p:nvPr/>
        </p:nvSpPr>
        <p:spPr>
          <a:xfrm>
            <a:off x="4926648" y="3789967"/>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Рас</a:t>
            </a:r>
            <a:r>
              <a:rPr lang="zh-CN" sz="2000" noProof="0" dirty="0">
                <a:latin typeface="Times New Roman" panose="02020603050405020304" charset="0"/>
                <a:cs typeface="Times New Roman" panose="02020603050405020304" charset="0"/>
              </a:rPr>
              <a:t>ходятся </a:t>
            </a:r>
            <a:r>
              <a:rPr lang="zh-CN" sz="2000" b="1" noProof="0" dirty="0">
                <a:solidFill>
                  <a:srgbClr val="FF0000"/>
                </a:solidFill>
                <a:latin typeface="Times New Roman" panose="02020603050405020304" charset="0"/>
                <a:cs typeface="Times New Roman" panose="02020603050405020304" charset="0"/>
              </a:rPr>
              <a:t>по </a:t>
            </a:r>
            <a:r>
              <a:rPr lang="zh-CN" sz="2000" noProof="0" dirty="0">
                <a:latin typeface="Times New Roman" panose="02020603050405020304" charset="0"/>
                <a:cs typeface="Times New Roman" panose="02020603050405020304" charset="0"/>
              </a:rPr>
              <a:t>аудиториям</a:t>
            </a:r>
            <a:endParaRPr lang="zh-CN" sz="2000" noProof="0" dirty="0">
              <a:latin typeface="Times New Roman" panose="02020603050405020304" charset="0"/>
              <a:cs typeface="Times New Roman" panose="02020603050405020304" charset="0"/>
            </a:endParaRPr>
          </a:p>
        </p:txBody>
      </p:sp>
      <p:sp>
        <p:nvSpPr>
          <p:cNvPr id="21" name="文本框 20"/>
          <p:cNvSpPr txBox="1"/>
          <p:nvPr/>
        </p:nvSpPr>
        <p:spPr>
          <a:xfrm>
            <a:off x="4926648" y="4476402"/>
            <a:ext cx="4841240" cy="39878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sz="2000" b="1" noProof="0" dirty="0">
                <a:solidFill>
                  <a:srgbClr val="FF0000"/>
                </a:solidFill>
                <a:latin typeface="Times New Roman" panose="02020603050405020304" charset="0"/>
                <a:cs typeface="Times New Roman" panose="02020603050405020304" charset="0"/>
              </a:rPr>
              <a:t>Раз</a:t>
            </a:r>
            <a:r>
              <a:rPr lang="zh-CN" sz="2000" noProof="0" dirty="0">
                <a:latin typeface="Times New Roman" panose="02020603050405020304" charset="0"/>
                <a:cs typeface="Times New Roman" panose="02020603050405020304" charset="0"/>
              </a:rPr>
              <a:t>ъезжаются </a:t>
            </a:r>
            <a:r>
              <a:rPr lang="zh-CN" sz="2000" b="1" noProof="0" dirty="0">
                <a:solidFill>
                  <a:srgbClr val="FF0000"/>
                </a:solidFill>
                <a:latin typeface="Times New Roman" panose="02020603050405020304" charset="0"/>
                <a:cs typeface="Times New Roman" panose="02020603050405020304" charset="0"/>
              </a:rPr>
              <a:t>из </a:t>
            </a:r>
            <a:r>
              <a:rPr lang="zh-CN" sz="2000" noProof="0" dirty="0">
                <a:latin typeface="Times New Roman" panose="02020603050405020304" charset="0"/>
                <a:cs typeface="Times New Roman" panose="02020603050405020304" charset="0"/>
              </a:rPr>
              <a:t>театра </a:t>
            </a:r>
            <a:r>
              <a:rPr lang="zh-CN" sz="2000" b="1" noProof="0" dirty="0">
                <a:solidFill>
                  <a:srgbClr val="FF0000"/>
                </a:solidFill>
                <a:latin typeface="Times New Roman" panose="02020603050405020304" charset="0"/>
                <a:cs typeface="Times New Roman" panose="02020603050405020304" charset="0"/>
              </a:rPr>
              <a:t>по </a:t>
            </a:r>
            <a:r>
              <a:rPr lang="zh-CN" sz="2000" noProof="0" dirty="0">
                <a:latin typeface="Times New Roman" panose="02020603050405020304" charset="0"/>
                <a:cs typeface="Times New Roman" panose="02020603050405020304" charset="0"/>
              </a:rPr>
              <a:t>домам</a:t>
            </a:r>
            <a:endParaRPr lang="zh-CN" sz="2000" noProof="0" dirty="0">
              <a:latin typeface="Times New Roman" panose="02020603050405020304" charset="0"/>
              <a:cs typeface="Times New Roman" panose="02020603050405020304" charset="0"/>
            </a:endParaRPr>
          </a:p>
        </p:txBody>
      </p:sp>
      <p:grpSp>
        <p:nvGrpSpPr>
          <p:cNvPr id="23" name="组合 22"/>
          <p:cNvGrpSpPr/>
          <p:nvPr/>
        </p:nvGrpSpPr>
        <p:grpSpPr>
          <a:xfrm>
            <a:off x="1717740" y="3639185"/>
            <a:ext cx="1548000" cy="1548000"/>
            <a:chOff x="2576" y="5731"/>
            <a:chExt cx="2736" cy="2711"/>
          </a:xfrm>
        </p:grpSpPr>
        <p:sp>
          <p:nvSpPr>
            <p:cNvPr id="24" name="椭圆 23"/>
            <p:cNvSpPr/>
            <p:nvPr/>
          </p:nvSpPr>
          <p:spPr>
            <a:xfrm>
              <a:off x="3761" y="6952"/>
              <a:ext cx="326" cy="31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noProof="0" dirty="0"/>
            </a:p>
          </p:txBody>
        </p:sp>
        <p:cxnSp>
          <p:nvCxnSpPr>
            <p:cNvPr id="26" name="直接箭头连接符 25"/>
            <p:cNvCxnSpPr/>
            <p:nvPr/>
          </p:nvCxnSpPr>
          <p:spPr>
            <a:xfrm flipH="1" flipV="1">
              <a:off x="3924" y="5731"/>
              <a:ext cx="0" cy="1105"/>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3924" y="7338"/>
              <a:ext cx="0" cy="1105"/>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rot="5400000" flipH="1">
              <a:off x="3128" y="6555"/>
              <a:ext cx="0" cy="1105"/>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rot="16200000">
              <a:off x="4760" y="6555"/>
              <a:ext cx="0" cy="1105"/>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grpSp>
      <p:sp>
        <p:nvSpPr>
          <p:cNvPr id="29" name="矩形 28"/>
          <p:cNvSpPr/>
          <p:nvPr/>
        </p:nvSpPr>
        <p:spPr>
          <a:xfrm>
            <a:off x="3755390" y="2484120"/>
            <a:ext cx="1139190" cy="8991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sz="2000" noProof="0" dirty="0">
                <a:solidFill>
                  <a:schemeClr val="tx1"/>
                </a:solidFill>
                <a:latin typeface="Times New Roman" panose="02020603050405020304" charset="0"/>
                <a:cs typeface="Times New Roman" panose="02020603050405020304" charset="0"/>
              </a:rPr>
              <a:t>в/на</a:t>
            </a:r>
            <a:endParaRPr lang="zh-CN" sz="2000" noProof="0" dirty="0">
              <a:solidFill>
                <a:schemeClr val="tx1"/>
              </a:solidFill>
              <a:latin typeface="Times New Roman" panose="02020603050405020304" charset="0"/>
              <a:cs typeface="Times New Roman" panose="02020603050405020304" charset="0"/>
            </a:endParaRPr>
          </a:p>
          <a:p>
            <a:pPr algn="ctr" fontAlgn="auto"/>
            <a:r>
              <a:rPr lang="zh-CN" sz="2000" noProof="0" dirty="0">
                <a:solidFill>
                  <a:schemeClr val="tx1"/>
                </a:solidFill>
                <a:latin typeface="Times New Roman" panose="02020603050405020304" charset="0"/>
                <a:cs typeface="Times New Roman" panose="02020603050405020304" charset="0"/>
              </a:rPr>
              <a:t>с/из</a:t>
            </a:r>
            <a:endParaRPr lang="zh-CN" sz="2000" noProof="0" dirty="0">
              <a:solidFill>
                <a:schemeClr val="tx1"/>
              </a:solidFill>
              <a:latin typeface="Times New Roman" panose="02020603050405020304" charset="0"/>
              <a:cs typeface="Times New Roman" panose="02020603050405020304" charset="0"/>
            </a:endParaRPr>
          </a:p>
          <a:p>
            <a:pPr algn="ctr" fontAlgn="auto"/>
            <a:r>
              <a:rPr lang="zh-CN" sz="2000" noProof="0" dirty="0">
                <a:solidFill>
                  <a:schemeClr val="tx1"/>
                </a:solidFill>
                <a:latin typeface="Times New Roman" panose="02020603050405020304" charset="0"/>
                <a:cs typeface="Times New Roman" panose="02020603050405020304" charset="0"/>
              </a:rPr>
              <a:t>по</a:t>
            </a:r>
            <a:endParaRPr lang="zh-CN" sz="2000" noProof="0" dirty="0">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932815" y="969645"/>
            <a:ext cx="10581005" cy="5686425"/>
          </a:xfrm>
          <a:prstGeom prst="rect">
            <a:avLst/>
          </a:prstGeom>
          <a:noFill/>
        </p:spPr>
        <p:txBody>
          <a:bodyPr wrap="square" rtlCol="0">
            <a:noAutofit/>
          </a:bodyPr>
          <a:p>
            <a:pPr fontAlgn="auto">
              <a:lnSpc>
                <a:spcPct val="150000"/>
              </a:lnSpc>
            </a:pPr>
            <a:r>
              <a:rPr lang="zh-CN" altLang="ru-RU" sz="2000"/>
              <a:t>❗前缀</a:t>
            </a:r>
            <a:r>
              <a:rPr lang="ru-RU" altLang="zh-CN" sz="2000"/>
              <a:t>по-</a:t>
            </a:r>
            <a:endParaRPr lang="zh-CN" altLang="ru-RU" sz="2000"/>
          </a:p>
          <a:p>
            <a:pPr marL="285750" indent="-285750" fontAlgn="auto">
              <a:lnSpc>
                <a:spcPct val="150000"/>
              </a:lnSpc>
              <a:buFont typeface="Arial" panose="020B0604020202090204" pitchFamily="34" charset="0"/>
              <a:buChar char="•"/>
            </a:pPr>
            <a:r>
              <a:rPr lang="zh-CN" altLang="en-US" sz="2000"/>
              <a:t>不定向运动动词 </a:t>
            </a:r>
            <a:r>
              <a:rPr lang="en-US" altLang="en-US" sz="2000"/>
              <a:t>ход</a:t>
            </a:r>
            <a:r>
              <a:rPr lang="ru-RU" altLang="en-US" sz="2000"/>
              <a:t>ить</a:t>
            </a:r>
            <a:r>
              <a:rPr lang="en-US" altLang="en-US" sz="2000"/>
              <a:t>, </a:t>
            </a:r>
            <a:r>
              <a:rPr lang="ru-RU" altLang="en-US" sz="2000"/>
              <a:t>ездить</a:t>
            </a:r>
            <a:r>
              <a:rPr lang="en-US" altLang="en-US" sz="2000"/>
              <a:t> </a:t>
            </a:r>
            <a:r>
              <a:rPr lang="zh-CN" altLang="en-US" sz="2000"/>
              <a:t>加上前缀 </a:t>
            </a:r>
            <a:r>
              <a:rPr lang="en-US" altLang="en-US" sz="2000"/>
              <a:t>по- </a:t>
            </a:r>
            <a:r>
              <a:rPr lang="zh-CN" altLang="en-US" sz="2000"/>
              <a:t>之后，构成完成体动词，表示 “…… 一会儿”，如 </a:t>
            </a:r>
            <a:r>
              <a:rPr lang="en-US" altLang="en-US" sz="2000"/>
              <a:t>походи́ть（</a:t>
            </a:r>
            <a:r>
              <a:rPr lang="zh-CN" altLang="en-US" sz="2000"/>
              <a:t>走一走）, </a:t>
            </a:r>
            <a:r>
              <a:rPr lang="en-US" altLang="en-US" sz="2000"/>
              <a:t>попла́вать（</a:t>
            </a:r>
            <a:r>
              <a:rPr lang="zh-CN" altLang="en-US" sz="2000"/>
              <a:t>游一会儿），此时没有对应的未完成体动词。</a:t>
            </a:r>
            <a:endParaRPr lang="zh-CN" altLang="en-US" sz="2000"/>
          </a:p>
          <a:p>
            <a:pPr fontAlgn="auto">
              <a:lnSpc>
                <a:spcPct val="150000"/>
              </a:lnSpc>
            </a:pPr>
            <a:r>
              <a:rPr lang="ru-RU" altLang="zh-CN" sz="2000"/>
              <a:t>     </a:t>
            </a:r>
            <a:r>
              <a:rPr lang="zh-CN" altLang="en-US" sz="2000"/>
              <a:t>例如: </a:t>
            </a:r>
            <a:r>
              <a:rPr lang="en-US" altLang="en-US" sz="2000"/>
              <a:t>Пти́ца полета́ла над ле́сом и улете́ла.</a:t>
            </a:r>
            <a:endParaRPr lang="zh-CN" altLang="en-US" sz="2000"/>
          </a:p>
          <a:p>
            <a:pPr fontAlgn="auto">
              <a:lnSpc>
                <a:spcPct val="150000"/>
              </a:lnSpc>
            </a:pPr>
            <a:r>
              <a:rPr lang="ru-RU" altLang="en-US" sz="2000"/>
              <a:t>               </a:t>
            </a:r>
            <a:r>
              <a:rPr lang="en-US" altLang="en-US" sz="2000"/>
              <a:t>Мы два часа́ походи́ли по па́рку.</a:t>
            </a:r>
            <a:endParaRPr lang="en-US" altLang="en-US" sz="2000"/>
          </a:p>
          <a:p>
            <a:pPr fontAlgn="auto">
              <a:lnSpc>
                <a:spcPct val="150000"/>
              </a:lnSpc>
            </a:pPr>
            <a:r>
              <a:rPr lang="en-US" altLang="en-US" sz="2000"/>
              <a:t> </a:t>
            </a:r>
            <a:r>
              <a:rPr lang="ru-RU" altLang="en-US" sz="2000"/>
              <a:t>              Перед поездкой Татьяна походила по магазинам и купила летнюю одежду. </a:t>
            </a:r>
            <a:endParaRPr lang="zh-CN" altLang="en-US" sz="2000"/>
          </a:p>
          <a:p>
            <a:pPr marL="285750" indent="-285750" fontAlgn="auto">
              <a:lnSpc>
                <a:spcPct val="150000"/>
              </a:lnSpc>
              <a:buFont typeface="Arial" panose="020B0604020202090204" pitchFamily="34" charset="0"/>
              <a:buChar char="•"/>
            </a:pPr>
            <a:r>
              <a:rPr lang="zh-CN" altLang="en-US" sz="2000"/>
              <a:t>定向运动动词 </a:t>
            </a:r>
            <a:r>
              <a:rPr lang="ru-RU" altLang="en-US" sz="2000"/>
              <a:t>идти</a:t>
            </a:r>
            <a:r>
              <a:rPr lang="en-US" altLang="en-US" sz="2000"/>
              <a:t>, </a:t>
            </a:r>
            <a:r>
              <a:rPr lang="ru-RU" altLang="en-US" sz="2000"/>
              <a:t>ехать</a:t>
            </a:r>
            <a:r>
              <a:rPr lang="en-US" altLang="en-US" sz="2000"/>
              <a:t> </a:t>
            </a:r>
            <a:r>
              <a:rPr lang="zh-CN" altLang="en-US" sz="2000"/>
              <a:t>加上前缀 </a:t>
            </a:r>
            <a:r>
              <a:rPr lang="en-US" altLang="en-US" sz="2000"/>
              <a:t>по- </a:t>
            </a:r>
            <a:r>
              <a:rPr lang="zh-CN" altLang="en-US" sz="2000"/>
              <a:t>之后，构成完成体动词，如 </a:t>
            </a:r>
            <a:r>
              <a:rPr lang="en-US" altLang="en-US" sz="2000"/>
              <a:t>пойти́（</a:t>
            </a:r>
            <a:r>
              <a:rPr lang="zh-CN" altLang="en-US" sz="2000"/>
              <a:t>去）和 </a:t>
            </a:r>
            <a:r>
              <a:rPr lang="en-US" altLang="en-US" sz="2000"/>
              <a:t>пое́хать（</a:t>
            </a:r>
            <a:r>
              <a:rPr lang="zh-CN" altLang="en-US" sz="2000"/>
              <a:t>乘车、船、马去等），此时没有对应的未完成体动词，强调运动的开始。</a:t>
            </a:r>
            <a:endParaRPr lang="zh-CN" altLang="en-US" sz="2000"/>
          </a:p>
          <a:p>
            <a:pPr fontAlgn="auto">
              <a:lnSpc>
                <a:spcPct val="150000"/>
              </a:lnSpc>
            </a:pPr>
            <a:r>
              <a:rPr lang="ru-RU" altLang="zh-CN" sz="2000"/>
              <a:t>      </a:t>
            </a:r>
            <a:r>
              <a:rPr lang="zh-CN" altLang="en-US" sz="2000"/>
              <a:t>例如：</a:t>
            </a:r>
            <a:r>
              <a:rPr lang="ru-RU" altLang="zh-CN" sz="2000"/>
              <a:t>Школьники сдали экзамены и пошли гулять по Москве. </a:t>
            </a:r>
            <a:endParaRPr lang="en-US" altLang="zh-CN" sz="2000"/>
          </a:p>
          <a:p>
            <a:endParaRPr lang="en-US" altLang="zh-CN"/>
          </a:p>
          <a:p>
            <a:endParaRPr lang="en-US" altLang="zh-CN"/>
          </a:p>
          <a:p>
            <a:endParaRPr lang="en-US" altLang="zh-CN"/>
          </a:p>
          <a:p>
            <a:endParaRPr lang="en-US" altLang="zh-CN"/>
          </a:p>
          <a:p>
            <a:endParaRPr lang="en-US" altLang="zh-CN"/>
          </a:p>
          <a:p>
            <a:endParaRPr lang="en-US" altLang="zh-CN"/>
          </a:p>
          <a:p>
            <a:r>
              <a:rPr lang="zh-CN" altLang="ru-RU"/>
              <a:t>️</a:t>
            </a:r>
            <a:endParaRPr lang="zh-CN" altLang="ru-RU"/>
          </a:p>
        </p:txBody>
      </p:sp>
      <p:sp>
        <p:nvSpPr>
          <p:cNvPr id="9" name="文本框 8"/>
          <p:cNvSpPr txBox="1"/>
          <p:nvPr/>
        </p:nvSpPr>
        <p:spPr>
          <a:xfrm>
            <a:off x="406590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八、</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运动动词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Tree>
    <p:custDataLst>
      <p:tags r:id="rId1"/>
    </p:custData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九、</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形动词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pic>
        <p:nvPicPr>
          <p:cNvPr id="4" name="E657119C-6982-421D-8BA7-E74DEB70A7D9-2" descr="/Users/xuenan/Library/Containers/com.kingsoft.wpsoffice.mac/Data/tmp/wpsoffice.eJtoolwpsoffice"/>
          <p:cNvPicPr>
            <a:picLocks noChangeAspect="1"/>
          </p:cNvPicPr>
          <p:nvPr/>
        </p:nvPicPr>
        <p:blipFill>
          <a:blip r:embed="rId1"/>
          <a:stretch>
            <a:fillRect/>
          </a:stretch>
        </p:blipFill>
        <p:spPr>
          <a:xfrm>
            <a:off x="704850" y="1233170"/>
            <a:ext cx="10603230" cy="3519805"/>
          </a:xfrm>
          <a:prstGeom prst="rect">
            <a:avLst/>
          </a:prstGeom>
        </p:spPr>
      </p:pic>
    </p:spTree>
    <p:custDataLst>
      <p:tags r:id="rId2"/>
    </p:custData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九、</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形动词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725170" y="1355725"/>
            <a:ext cx="10995660" cy="3876675"/>
          </a:xfrm>
          <a:prstGeom prst="rect">
            <a:avLst/>
          </a:prstGeom>
          <a:noFill/>
        </p:spPr>
        <p:txBody>
          <a:bodyPr wrap="square" rtlCol="0">
            <a:spAutoFit/>
          </a:bodyPr>
          <a:p>
            <a:pPr>
              <a:lnSpc>
                <a:spcPct val="150000"/>
              </a:lnSpc>
            </a:pPr>
            <a:r>
              <a:rPr lang="zh-CN" altLang="en-US" sz="2400" b="1"/>
              <a:t>一、主动形动词</a:t>
            </a:r>
            <a:endParaRPr lang="zh-CN" altLang="en-US" sz="2400" b="1"/>
          </a:p>
          <a:p>
            <a:pPr>
              <a:lnSpc>
                <a:spcPct val="150000"/>
              </a:lnSpc>
            </a:pPr>
            <a:r>
              <a:rPr lang="en-US" altLang="zh-CN" sz="2000" b="1"/>
              <a:t>1. </a:t>
            </a:r>
            <a:r>
              <a:rPr lang="zh-CN" altLang="en-US" sz="2000" b="1"/>
              <a:t>构成</a:t>
            </a:r>
            <a:endParaRPr lang="en-US" altLang="zh-CN" sz="2000" b="1"/>
          </a:p>
          <a:p>
            <a:pPr marL="342900" indent="-342900">
              <a:lnSpc>
                <a:spcPct val="150000"/>
              </a:lnSpc>
              <a:buFont typeface="Arial" panose="020B0604020202090204" pitchFamily="34" charset="0"/>
              <a:buChar char="•"/>
            </a:pPr>
            <a:r>
              <a:rPr lang="zh-CN" altLang="en-US" sz="2000" b="1"/>
              <a:t>现在时主动形动词</a:t>
            </a:r>
            <a:endParaRPr lang="zh-CN" altLang="en-US" sz="2000" b="1"/>
          </a:p>
          <a:p>
            <a:pPr indent="0">
              <a:lnSpc>
                <a:spcPct val="150000"/>
              </a:lnSpc>
              <a:buFont typeface="Arial" panose="020B0604020202090204" pitchFamily="34" charset="0"/>
              <a:buNone/>
            </a:pPr>
            <a:r>
              <a:rPr lang="zh-CN" altLang="en-US" sz="2000"/>
              <a:t>现在时主动形动词由未完成体动词的现在时复数第三人称去掉词尾</a:t>
            </a:r>
            <a:r>
              <a:rPr lang="ru-RU" altLang="zh-CN" sz="2000"/>
              <a:t>-ут(-ют), -ат(-ят)</a:t>
            </a:r>
            <a:r>
              <a:rPr lang="zh-CN" altLang="ru-RU" sz="2000"/>
              <a:t>加上后缀</a:t>
            </a:r>
            <a:r>
              <a:rPr lang="ru-RU" altLang="zh-CN" sz="2000"/>
              <a:t>-ущ-(-ющ)</a:t>
            </a:r>
            <a:r>
              <a:rPr lang="zh-CN" altLang="ru-RU" sz="2000"/>
              <a:t>（第一变位法）或</a:t>
            </a:r>
            <a:r>
              <a:rPr lang="ru-RU" altLang="zh-CN" sz="2000"/>
              <a:t> -ащ</a:t>
            </a:r>
            <a:r>
              <a:rPr lang="en-US" altLang="ru-RU" sz="2000"/>
              <a:t>-</a:t>
            </a:r>
            <a:r>
              <a:rPr lang="ru-RU" altLang="zh-CN" sz="2000"/>
              <a:t>(-ящ</a:t>
            </a:r>
            <a:r>
              <a:rPr lang="en-US" altLang="ru-RU" sz="2000"/>
              <a:t>-</a:t>
            </a:r>
            <a:r>
              <a:rPr lang="ru-RU" altLang="zh-CN" sz="2000"/>
              <a:t>)</a:t>
            </a:r>
            <a:r>
              <a:rPr lang="zh-CN" altLang="ru-RU" sz="2000"/>
              <a:t>（第二变位法）及词尾</a:t>
            </a:r>
            <a:r>
              <a:rPr lang="ru-RU" altLang="zh-CN" sz="2000"/>
              <a:t> -ий(-ая, -ее, -ие)</a:t>
            </a:r>
            <a:r>
              <a:rPr lang="zh-CN" altLang="ru-RU" sz="2000"/>
              <a:t>构成。</a:t>
            </a:r>
            <a:endParaRPr lang="zh-CN" altLang="ru-RU" sz="2000"/>
          </a:p>
          <a:p>
            <a:pPr indent="0">
              <a:lnSpc>
                <a:spcPct val="150000"/>
              </a:lnSpc>
              <a:buFont typeface="+mj-ea"/>
              <a:buNone/>
            </a:pPr>
            <a:endParaRPr lang="zh-CN" altLang="ru-RU" sz="2000"/>
          </a:p>
          <a:p>
            <a:pPr indent="0">
              <a:lnSpc>
                <a:spcPct val="150000"/>
              </a:lnSpc>
              <a:buFont typeface="+mj-ea"/>
              <a:buNone/>
            </a:pPr>
            <a:r>
              <a:rPr lang="zh-CN" altLang="ru-RU" sz="2000"/>
              <a:t>⚠️</a:t>
            </a:r>
            <a:r>
              <a:rPr lang="en-US" altLang="zh-CN" sz="2000"/>
              <a:t> </a:t>
            </a:r>
            <a:r>
              <a:rPr lang="zh-CN" altLang="en-US" sz="2000"/>
              <a:t>带</a:t>
            </a:r>
            <a:r>
              <a:rPr lang="ru-RU" altLang="zh-CN" sz="2000"/>
              <a:t>-ся</a:t>
            </a:r>
            <a:r>
              <a:rPr lang="zh-CN" altLang="ru-RU" sz="2000"/>
              <a:t>动词构成形动词时，</a:t>
            </a:r>
            <a:r>
              <a:rPr lang="ru-RU" altLang="zh-CN" sz="2000">
                <a:sym typeface="+mn-ea"/>
              </a:rPr>
              <a:t>-ся</a:t>
            </a:r>
            <a:r>
              <a:rPr lang="zh-CN" altLang="ru-RU" sz="2000">
                <a:sym typeface="+mn-ea"/>
              </a:rPr>
              <a:t>仍然处于词末，且</a:t>
            </a:r>
            <a:r>
              <a:rPr lang="zh-CN" altLang="ru-RU" sz="2000">
                <a:sym typeface="+mn-ea"/>
              </a:rPr>
              <a:t>永远不变化。</a:t>
            </a:r>
            <a:endParaRPr lang="zh-CN" altLang="ru-RU" sz="2000">
              <a:sym typeface="+mn-ea"/>
            </a:endParaRPr>
          </a:p>
          <a:p>
            <a:pPr indent="0">
              <a:lnSpc>
                <a:spcPct val="150000"/>
              </a:lnSpc>
              <a:buFont typeface="+mj-ea"/>
              <a:buNone/>
            </a:pPr>
            <a:r>
              <a:rPr lang="en-US" altLang="zh-CN" sz="2000">
                <a:sym typeface="+mn-ea"/>
              </a:rPr>
              <a:t>     </a:t>
            </a:r>
            <a:r>
              <a:rPr lang="zh-CN" altLang="en-US" sz="2000">
                <a:sym typeface="+mn-ea"/>
              </a:rPr>
              <a:t>重音</a:t>
            </a:r>
            <a:r>
              <a:rPr lang="zh-CN" altLang="en-US" sz="2000">
                <a:sym typeface="+mn-ea"/>
              </a:rPr>
              <a:t>规则</a:t>
            </a:r>
            <a:endParaRPr lang="zh-CN" altLang="en-US" sz="2000">
              <a:sym typeface="+mn-ea"/>
            </a:endParaRPr>
          </a:p>
        </p:txBody>
      </p:sp>
    </p:spTree>
    <p:custDataLst>
      <p:tags r:id="rId1"/>
    </p:custData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九、</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形动词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546735" y="907415"/>
            <a:ext cx="11058525" cy="5238115"/>
          </a:xfrm>
          <a:prstGeom prst="rect">
            <a:avLst/>
          </a:prstGeom>
          <a:noFill/>
        </p:spPr>
        <p:txBody>
          <a:bodyPr wrap="square" rtlCol="0">
            <a:noAutofit/>
          </a:bodyPr>
          <a:p>
            <a:pPr>
              <a:lnSpc>
                <a:spcPct val="150000"/>
              </a:lnSpc>
            </a:pPr>
            <a:r>
              <a:rPr lang="zh-CN" altLang="en-US" sz="2400" b="1"/>
              <a:t>一、主动形动词</a:t>
            </a:r>
            <a:endParaRPr lang="zh-CN" altLang="en-US" sz="2400" b="1"/>
          </a:p>
          <a:p>
            <a:pPr indent="0">
              <a:lnSpc>
                <a:spcPct val="150000"/>
              </a:lnSpc>
              <a:buFont typeface="Arial" panose="020B0604020202090204" pitchFamily="34" charset="0"/>
              <a:buNone/>
            </a:pPr>
            <a:r>
              <a:rPr lang="en-US" altLang="zh-CN" sz="2000" b="1">
                <a:sym typeface="+mn-ea"/>
              </a:rPr>
              <a:t>1. </a:t>
            </a:r>
            <a:r>
              <a:rPr lang="zh-CN" altLang="en-US" sz="2000" b="1">
                <a:sym typeface="+mn-ea"/>
              </a:rPr>
              <a:t>构成</a:t>
            </a:r>
            <a:endParaRPr lang="en-US" altLang="zh-CN" sz="2000" b="1"/>
          </a:p>
          <a:p>
            <a:pPr marL="342900" indent="-342900">
              <a:lnSpc>
                <a:spcPct val="150000"/>
              </a:lnSpc>
              <a:buFont typeface="Arial" panose="020B0604020202090204" pitchFamily="34" charset="0"/>
              <a:buChar char="•"/>
            </a:pPr>
            <a:r>
              <a:rPr lang="zh-CN" altLang="en-US" sz="2000" b="1"/>
              <a:t>过去时主动形动词</a:t>
            </a:r>
            <a:endParaRPr lang="zh-CN" altLang="en-US" sz="2000" b="1"/>
          </a:p>
          <a:p>
            <a:pPr indent="0">
              <a:lnSpc>
                <a:spcPct val="150000"/>
              </a:lnSpc>
              <a:buFont typeface="Arial" panose="020B0604020202090204" pitchFamily="34" charset="0"/>
              <a:buNone/>
            </a:pPr>
            <a:r>
              <a:rPr lang="zh-CN" altLang="en-US" sz="2000"/>
              <a:t>过去时主动形动词由未完成体或完成体过去时形式表示，过去时以</a:t>
            </a:r>
            <a:r>
              <a:rPr lang="ru-RU" altLang="zh-CN" sz="2000"/>
              <a:t>-л</a:t>
            </a:r>
            <a:r>
              <a:rPr lang="zh-CN" altLang="ru-RU" sz="2000"/>
              <a:t>结尾时，去掉</a:t>
            </a:r>
            <a:r>
              <a:rPr lang="en-US" altLang="zh-CN" sz="2000"/>
              <a:t>-</a:t>
            </a:r>
            <a:r>
              <a:rPr lang="ru-RU" altLang="en-US" sz="2000"/>
              <a:t>л</a:t>
            </a:r>
            <a:r>
              <a:rPr lang="zh-CN" altLang="ru-RU" sz="2000"/>
              <a:t>加后缀</a:t>
            </a:r>
            <a:r>
              <a:rPr lang="ru-RU" altLang="zh-CN" sz="2000"/>
              <a:t>-вш-</a:t>
            </a:r>
            <a:r>
              <a:rPr lang="zh-CN" altLang="ru-RU" sz="2000"/>
              <a:t>及词尾</a:t>
            </a:r>
            <a:r>
              <a:rPr lang="en-US" altLang="zh-CN" sz="2000"/>
              <a:t>-</a:t>
            </a:r>
            <a:r>
              <a:rPr lang="ru-RU" altLang="en-US" sz="2000"/>
              <a:t>ий(</a:t>
            </a:r>
            <a:r>
              <a:rPr lang="ru-RU" altLang="zh-CN" sz="2000">
                <a:sym typeface="+mn-ea"/>
              </a:rPr>
              <a:t>-ая, -ее, -ие</a:t>
            </a:r>
            <a:r>
              <a:rPr lang="ru-RU" altLang="en-US" sz="2000"/>
              <a:t>)</a:t>
            </a:r>
            <a:r>
              <a:rPr lang="zh-CN" altLang="ru-RU" sz="2000"/>
              <a:t>。以其他辅音结尾时，直接加后缀</a:t>
            </a:r>
            <a:r>
              <a:rPr lang="ru-RU" altLang="zh-CN" sz="2000"/>
              <a:t>-ш</a:t>
            </a:r>
            <a:r>
              <a:rPr lang="en-US" altLang="ru-RU" sz="2000"/>
              <a:t>-</a:t>
            </a:r>
            <a:r>
              <a:rPr lang="zh-CN" altLang="en-US" sz="2000"/>
              <a:t>及词尾</a:t>
            </a:r>
            <a:r>
              <a:rPr lang="en-US" altLang="zh-CN" sz="2000">
                <a:sym typeface="+mn-ea"/>
              </a:rPr>
              <a:t>-</a:t>
            </a:r>
            <a:r>
              <a:rPr lang="ru-RU" altLang="en-US" sz="2000">
                <a:sym typeface="+mn-ea"/>
              </a:rPr>
              <a:t>ий(</a:t>
            </a:r>
            <a:r>
              <a:rPr lang="ru-RU" altLang="zh-CN" sz="2000">
                <a:sym typeface="+mn-ea"/>
              </a:rPr>
              <a:t>-ая, -ее, -ие</a:t>
            </a:r>
            <a:r>
              <a:rPr lang="ru-RU" altLang="en-US" sz="2000">
                <a:sym typeface="+mn-ea"/>
              </a:rPr>
              <a:t>)</a:t>
            </a:r>
            <a:r>
              <a:rPr lang="zh-CN" altLang="ru-RU" sz="2000">
                <a:sym typeface="+mn-ea"/>
              </a:rPr>
              <a:t>。</a:t>
            </a:r>
            <a:endParaRPr lang="zh-CN" altLang="ru-RU" sz="2000"/>
          </a:p>
          <a:p>
            <a:pPr indent="0">
              <a:lnSpc>
                <a:spcPct val="150000"/>
              </a:lnSpc>
              <a:buFont typeface="+mj-ea"/>
              <a:buNone/>
            </a:pPr>
            <a:endParaRPr lang="zh-CN" altLang="ru-RU" sz="2000"/>
          </a:p>
          <a:p>
            <a:pPr indent="0">
              <a:lnSpc>
                <a:spcPct val="150000"/>
              </a:lnSpc>
              <a:buFont typeface="+mj-ea"/>
              <a:buNone/>
            </a:pPr>
            <a:r>
              <a:rPr lang="zh-CN" altLang="ru-RU" sz="2000"/>
              <a:t>⚠特殊变化：动词</a:t>
            </a:r>
            <a:r>
              <a:rPr lang="ru-RU" altLang="zh-CN" sz="2000"/>
              <a:t>идти, вести</a:t>
            </a:r>
            <a:r>
              <a:rPr lang="zh-CN" altLang="ru-RU" sz="2000"/>
              <a:t>及带前缀的这类动词，其过去时主动形动词形式</a:t>
            </a:r>
            <a:r>
              <a:rPr lang="zh-CN" altLang="ru-RU" sz="2000"/>
              <a:t>特殊。</a:t>
            </a:r>
            <a:endParaRPr lang="zh-CN" altLang="ru-RU" sz="2000"/>
          </a:p>
          <a:p>
            <a:pPr indent="0">
              <a:lnSpc>
                <a:spcPct val="150000"/>
              </a:lnSpc>
              <a:buFont typeface="+mj-ea"/>
              <a:buNone/>
            </a:pPr>
            <a:r>
              <a:rPr lang="ru-RU" altLang="zh-CN" sz="2000"/>
              <a:t>идти - шедший</a:t>
            </a:r>
            <a:endParaRPr lang="ru-RU" altLang="zh-CN" sz="2000"/>
          </a:p>
          <a:p>
            <a:pPr indent="0">
              <a:lnSpc>
                <a:spcPct val="150000"/>
              </a:lnSpc>
              <a:buFont typeface="+mj-ea"/>
              <a:buNone/>
            </a:pPr>
            <a:r>
              <a:rPr lang="ru-RU" altLang="zh-CN" sz="2000"/>
              <a:t>вести - ведший</a:t>
            </a:r>
            <a:endParaRPr lang="ru-RU" altLang="zh-CN" sz="2000"/>
          </a:p>
          <a:p>
            <a:pPr indent="0">
              <a:lnSpc>
                <a:spcPct val="150000"/>
              </a:lnSpc>
              <a:buFont typeface="+mj-ea"/>
              <a:buNone/>
            </a:pPr>
            <a:r>
              <a:rPr lang="ru-RU" altLang="zh-CN" sz="2000"/>
              <a:t>прийти - пришедший</a:t>
            </a:r>
            <a:endParaRPr lang="ru-RU" altLang="zh-CN" sz="2000"/>
          </a:p>
          <a:p>
            <a:pPr indent="0">
              <a:lnSpc>
                <a:spcPct val="150000"/>
              </a:lnSpc>
              <a:buFont typeface="+mj-ea"/>
              <a:buNone/>
            </a:pPr>
            <a:r>
              <a:rPr lang="ru-RU" altLang="zh-CN" sz="2000"/>
              <a:t>привести - приведший</a:t>
            </a:r>
            <a:r>
              <a:rPr lang="zh-CN" altLang="ru-RU" sz="2000"/>
              <a:t>️</a:t>
            </a:r>
            <a:endParaRPr lang="zh-CN" altLang="ru-RU" sz="2000"/>
          </a:p>
          <a:p>
            <a:pPr indent="0">
              <a:lnSpc>
                <a:spcPct val="150000"/>
              </a:lnSpc>
              <a:buFont typeface="+mj-ea"/>
              <a:buNone/>
            </a:pPr>
            <a:r>
              <a:rPr lang="en-US" altLang="zh-CN" sz="2000"/>
              <a:t> </a:t>
            </a:r>
            <a:endParaRPr lang="zh-CN" altLang="ru-RU" sz="2000">
              <a:sym typeface="+mn-ea"/>
            </a:endParaRPr>
          </a:p>
          <a:p>
            <a:pPr indent="0">
              <a:lnSpc>
                <a:spcPct val="150000"/>
              </a:lnSpc>
              <a:buFont typeface="+mj-ea"/>
              <a:buNone/>
            </a:pPr>
            <a:r>
              <a:rPr lang="en-US" altLang="zh-CN" sz="2000">
                <a:sym typeface="+mn-ea"/>
              </a:rPr>
              <a:t>     </a:t>
            </a:r>
            <a:endParaRPr lang="zh-CN" altLang="en-US" sz="2000">
              <a:sym typeface="+mn-ea"/>
            </a:endParaRPr>
          </a:p>
        </p:txBody>
      </p:sp>
    </p:spTree>
    <p:custDataLst>
      <p:tags r:id="rId1"/>
    </p:custData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九、</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形动词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a:lnSpc>
                <a:spcPct val="150000"/>
              </a:lnSpc>
            </a:pPr>
            <a:r>
              <a:rPr lang="zh-CN" altLang="en-US" sz="2400" b="1"/>
              <a:t>一、主动形动词</a:t>
            </a:r>
            <a:endParaRPr lang="zh-CN" altLang="en-US" sz="2400" b="1"/>
          </a:p>
          <a:p>
            <a:pPr>
              <a:lnSpc>
                <a:spcPct val="150000"/>
              </a:lnSpc>
            </a:pPr>
            <a:r>
              <a:rPr lang="en-US" altLang="zh-CN" sz="2000" b="1"/>
              <a:t>2. </a:t>
            </a:r>
            <a:r>
              <a:rPr lang="zh-CN" altLang="en-US" sz="2000" b="1"/>
              <a:t>用法——作</a:t>
            </a:r>
            <a:r>
              <a:rPr lang="zh-CN" altLang="en-US" sz="2000" b="1"/>
              <a:t>定语</a:t>
            </a:r>
            <a:endParaRPr lang="zh-CN" altLang="en-US" sz="2000" b="1"/>
          </a:p>
          <a:p>
            <a:pPr marL="342900" indent="-342900">
              <a:lnSpc>
                <a:spcPct val="150000"/>
              </a:lnSpc>
              <a:buFont typeface="Arial" panose="020B0604020202090204" pitchFamily="34" charset="0"/>
              <a:buChar char="•"/>
            </a:pPr>
            <a:r>
              <a:rPr lang="zh-CN" altLang="ru-RU" sz="2000"/>
              <a:t>现在时主动形动词用来描述事物在说话时刻进行着的行为或状态。相当于汉语的“正在……</a:t>
            </a:r>
            <a:r>
              <a:rPr lang="zh-CN" altLang="ru-RU" sz="2000"/>
              <a:t>的”</a:t>
            </a:r>
            <a:endParaRPr lang="zh-CN" altLang="ru-RU" sz="2000"/>
          </a:p>
          <a:p>
            <a:pPr marL="342900" indent="-342900">
              <a:lnSpc>
                <a:spcPct val="150000"/>
              </a:lnSpc>
              <a:buFont typeface="Arial" panose="020B0604020202090204" pitchFamily="34" charset="0"/>
              <a:buChar char="•"/>
            </a:pPr>
            <a:r>
              <a:rPr lang="zh-CN" altLang="ru-RU" sz="2000"/>
              <a:t>过去时主动形动词描述的是事物在说话时刻前发生过（或完成了）的行为或动作，相当于汉语的“曾经……过的”或“……完了</a:t>
            </a:r>
            <a:r>
              <a:rPr lang="zh-CN" altLang="ru-RU" sz="2000"/>
              <a:t>的”。</a:t>
            </a:r>
            <a:endParaRPr lang="zh-CN" altLang="ru-RU" sz="2000"/>
          </a:p>
          <a:p>
            <a:pPr indent="0">
              <a:lnSpc>
                <a:spcPct val="150000"/>
              </a:lnSpc>
              <a:buFont typeface="Arial" panose="020B0604020202090204" pitchFamily="34" charset="0"/>
              <a:buNone/>
            </a:pPr>
            <a:endParaRPr lang="zh-CN" altLang="ru-RU" sz="2000"/>
          </a:p>
          <a:p>
            <a:pPr indent="0">
              <a:lnSpc>
                <a:spcPct val="150000"/>
              </a:lnSpc>
              <a:buFont typeface="+mj-ea"/>
              <a:buNone/>
            </a:pPr>
            <a:r>
              <a:rPr lang="zh-CN" altLang="en-US" sz="2000"/>
              <a:t>例：</a:t>
            </a:r>
            <a:r>
              <a:rPr lang="en-US" altLang="en-US" sz="2000"/>
              <a:t>Студент,                      наизусть много стихов А.С. Пушкина, выступил на литературном вечере.</a:t>
            </a:r>
            <a:r>
              <a:rPr lang="zh-CN" altLang="ru-RU" sz="2000"/>
              <a:t>️</a:t>
            </a:r>
            <a:endParaRPr lang="zh-CN" altLang="ru-RU" sz="2000"/>
          </a:p>
          <a:p>
            <a:pPr indent="0">
              <a:lnSpc>
                <a:spcPct val="150000"/>
              </a:lnSpc>
              <a:buFont typeface="+mj-ea"/>
              <a:buNone/>
            </a:pPr>
            <a:r>
              <a:rPr lang="en-US" altLang="zh-CN" sz="2000"/>
              <a:t>       </a:t>
            </a:r>
            <a:r>
              <a:rPr lang="en-US" altLang="en-US" sz="2000">
                <a:sym typeface="+mn-ea"/>
              </a:rPr>
              <a:t>Мальчик,                   в далёкой деревне, приехал учиться в большой город.</a:t>
            </a:r>
            <a:endParaRPr lang="en-US" altLang="en-US" sz="2000">
              <a:sym typeface="+mn-ea"/>
            </a:endParaRPr>
          </a:p>
          <a:p>
            <a:pPr indent="0">
              <a:lnSpc>
                <a:spcPct val="150000"/>
              </a:lnSpc>
              <a:buFont typeface="+mj-ea"/>
              <a:buNone/>
            </a:pPr>
            <a:r>
              <a:rPr lang="en-US" altLang="zh-CN" sz="2000">
                <a:sym typeface="+mn-ea"/>
              </a:rPr>
              <a:t>     </a:t>
            </a:r>
            <a:endParaRPr lang="zh-CN" altLang="en-US" sz="2000">
              <a:sym typeface="+mn-ea"/>
            </a:endParaRPr>
          </a:p>
        </p:txBody>
      </p:sp>
      <p:sp>
        <p:nvSpPr>
          <p:cNvPr id="4" name="文本框 3"/>
          <p:cNvSpPr txBox="1"/>
          <p:nvPr/>
        </p:nvSpPr>
        <p:spPr>
          <a:xfrm>
            <a:off x="1684655" y="3876040"/>
            <a:ext cx="1663065" cy="460375"/>
          </a:xfrm>
          <a:prstGeom prst="rect">
            <a:avLst/>
          </a:prstGeom>
          <a:noFill/>
        </p:spPr>
        <p:txBody>
          <a:bodyPr wrap="square" rtlCol="0">
            <a:noAutofit/>
          </a:bodyPr>
          <a:p>
            <a:r>
              <a:rPr lang="en-US" altLang="zh-CN">
                <a:solidFill>
                  <a:schemeClr val="accent1">
                    <a:lumMod val="75000"/>
                  </a:schemeClr>
                </a:solidFill>
              </a:rPr>
              <a:t>  </a:t>
            </a:r>
            <a:r>
              <a:rPr lang="en-US" altLang="en-US">
                <a:solidFill>
                  <a:schemeClr val="accent1">
                    <a:lumMod val="75000"/>
                  </a:schemeClr>
                </a:solidFill>
                <a:sym typeface="+mn-ea"/>
              </a:rPr>
              <a:t>выучивший</a:t>
            </a:r>
            <a:endParaRPr lang="en-US" altLang="en-US">
              <a:solidFill>
                <a:schemeClr val="accent1">
                  <a:lumMod val="75000"/>
                </a:schemeClr>
              </a:solidFill>
              <a:sym typeface="+mn-ea"/>
            </a:endParaRPr>
          </a:p>
        </p:txBody>
      </p:sp>
      <p:sp>
        <p:nvSpPr>
          <p:cNvPr id="7" name="文本框 6"/>
          <p:cNvSpPr txBox="1"/>
          <p:nvPr/>
        </p:nvSpPr>
        <p:spPr>
          <a:xfrm>
            <a:off x="1863725" y="4336415"/>
            <a:ext cx="1304290" cy="368300"/>
          </a:xfrm>
          <a:prstGeom prst="rect">
            <a:avLst/>
          </a:prstGeom>
          <a:noFill/>
        </p:spPr>
        <p:txBody>
          <a:bodyPr wrap="square" rtlCol="0">
            <a:spAutoFit/>
          </a:bodyPr>
          <a:p>
            <a:r>
              <a:rPr lang="en-US" altLang="en-US">
                <a:solidFill>
                  <a:schemeClr val="accent1">
                    <a:lumMod val="75000"/>
                  </a:schemeClr>
                </a:solidFill>
                <a:sym typeface="+mn-ea"/>
              </a:rPr>
              <a:t>выросший</a:t>
            </a:r>
            <a:endParaRPr lang="en-US" altLang="en-US">
              <a:solidFill>
                <a:schemeClr val="accent1">
                  <a:lumMod val="75000"/>
                </a:schemeClr>
              </a:solidFill>
              <a:sym typeface="+mn-ea"/>
            </a:endParaRPr>
          </a:p>
        </p:txBody>
      </p:sp>
    </p:spTree>
    <p:custDataLst>
      <p:tags r:id="rId1"/>
    </p:custData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7" grpId="0"/>
      <p:bldP spid="7"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九、</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形动词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a:lnSpc>
                <a:spcPct val="150000"/>
              </a:lnSpc>
            </a:pPr>
            <a:r>
              <a:rPr lang="zh-CN" altLang="en-US" sz="2400" b="1"/>
              <a:t>二、</a:t>
            </a:r>
            <a:r>
              <a:rPr lang="zh-CN" altLang="en-US" sz="2400" b="1"/>
              <a:t>被动形动词</a:t>
            </a:r>
            <a:endParaRPr lang="zh-CN" altLang="en-US" sz="2400" b="1"/>
          </a:p>
          <a:p>
            <a:pPr>
              <a:lnSpc>
                <a:spcPct val="150000"/>
              </a:lnSpc>
            </a:pPr>
            <a:r>
              <a:rPr lang="en-US" altLang="zh-CN" sz="2000" b="1"/>
              <a:t>1.  </a:t>
            </a:r>
            <a:r>
              <a:rPr lang="zh-CN" altLang="en-US" sz="2000" b="1"/>
              <a:t>构成</a:t>
            </a:r>
            <a:endParaRPr lang="zh-CN" altLang="en-US" sz="2000" b="1"/>
          </a:p>
          <a:p>
            <a:pPr marL="342900" indent="-342900">
              <a:lnSpc>
                <a:spcPct val="150000"/>
              </a:lnSpc>
              <a:buFont typeface="Arial" panose="020B0604020202090204" pitchFamily="34" charset="0"/>
              <a:buChar char="•"/>
            </a:pPr>
            <a:r>
              <a:rPr lang="zh-CN" altLang="en-US" sz="2000" b="1">
                <a:sym typeface="+mn-ea"/>
              </a:rPr>
              <a:t>现在时被动形动词</a:t>
            </a:r>
            <a:endParaRPr lang="zh-CN" altLang="ru-RU" sz="2000"/>
          </a:p>
          <a:p>
            <a:pPr indent="0">
              <a:lnSpc>
                <a:spcPct val="150000"/>
              </a:lnSpc>
              <a:buFont typeface="+mj-ea"/>
              <a:buNone/>
            </a:pPr>
            <a:r>
              <a:rPr lang="zh-CN" altLang="en-US" sz="2000">
                <a:sym typeface="+mn-ea"/>
              </a:rPr>
              <a:t>由未完成体及物动词的现在时复数第一人称形式，加形容词词尾 -</a:t>
            </a:r>
            <a:r>
              <a:rPr lang="en-US" altLang="en-US" sz="2000">
                <a:sym typeface="+mn-ea"/>
              </a:rPr>
              <a:t>ый (-ая, -ое, -ые) </a:t>
            </a:r>
            <a:r>
              <a:rPr lang="zh-CN" altLang="en-US" sz="2000">
                <a:sym typeface="+mn-ea"/>
              </a:rPr>
              <a:t>构成。</a:t>
            </a:r>
            <a:endParaRPr lang="zh-CN" altLang="en-US" sz="2000"/>
          </a:p>
          <a:p>
            <a:pPr indent="0">
              <a:lnSpc>
                <a:spcPct val="150000"/>
              </a:lnSpc>
              <a:buFont typeface="+mj-ea"/>
              <a:buNone/>
            </a:pPr>
            <a:r>
              <a:rPr lang="en-US" altLang="zh-CN" sz="2000">
                <a:sym typeface="+mn-ea"/>
              </a:rPr>
              <a:t>читать - чита́емый (-ая, -ое, -ые)</a:t>
            </a:r>
            <a:endParaRPr lang="en-US" altLang="zh-CN" sz="2000"/>
          </a:p>
          <a:p>
            <a:pPr indent="0">
              <a:lnSpc>
                <a:spcPct val="150000"/>
              </a:lnSpc>
              <a:buFont typeface="+mj-ea"/>
              <a:buNone/>
            </a:pPr>
            <a:r>
              <a:rPr lang="en-US" altLang="zh-CN" sz="2000">
                <a:sym typeface="+mn-ea"/>
              </a:rPr>
              <a:t>любить - люби́мый (-ая, -ое, -ые)</a:t>
            </a:r>
            <a:endParaRPr lang="en-US" altLang="zh-CN" sz="2000"/>
          </a:p>
          <a:p>
            <a:pPr indent="0">
              <a:lnSpc>
                <a:spcPct val="150000"/>
              </a:lnSpc>
              <a:buFont typeface="+mj-ea"/>
              <a:buNone/>
            </a:pPr>
            <a:endParaRPr lang="zh-CN" altLang="en-US" sz="2000">
              <a:sym typeface="+mn-ea"/>
            </a:endParaRPr>
          </a:p>
          <a:p>
            <a:pPr indent="0">
              <a:lnSpc>
                <a:spcPct val="150000"/>
              </a:lnSpc>
              <a:buFont typeface="+mj-ea"/>
              <a:buNone/>
            </a:pPr>
            <a:r>
              <a:rPr lang="zh-CN" altLang="en-US" sz="2000">
                <a:sym typeface="+mn-ea"/>
              </a:rPr>
              <a:t>⚠</a:t>
            </a:r>
            <a:r>
              <a:rPr lang="en-US" altLang="zh-CN" sz="2000">
                <a:sym typeface="+mn-ea"/>
              </a:rPr>
              <a:t> </a:t>
            </a:r>
            <a:r>
              <a:rPr lang="ru-RU" altLang="en-US" sz="2000">
                <a:sym typeface="+mn-ea"/>
              </a:rPr>
              <a:t> </a:t>
            </a:r>
            <a:r>
              <a:rPr lang="en-US" altLang="en-US" sz="2000">
                <a:sym typeface="+mn-ea"/>
              </a:rPr>
              <a:t>-</a:t>
            </a:r>
            <a:r>
              <a:rPr lang="ru-RU" altLang="en-US" sz="2000">
                <a:sym typeface="+mn-ea"/>
              </a:rPr>
              <a:t>а</a:t>
            </a:r>
            <a:r>
              <a:rPr lang="en-US" altLang="en-US" sz="2000">
                <a:sym typeface="+mn-ea"/>
              </a:rPr>
              <a:t>вать</a:t>
            </a:r>
            <a:r>
              <a:rPr lang="zh-CN" altLang="en-US" sz="2000">
                <a:sym typeface="+mn-ea"/>
              </a:rPr>
              <a:t>结尾动词：由不定式去掉 -</a:t>
            </a:r>
            <a:r>
              <a:rPr lang="en-US" altLang="en-US" sz="2000">
                <a:sym typeface="+mn-ea"/>
              </a:rPr>
              <a:t>ть，</a:t>
            </a:r>
            <a:r>
              <a:rPr lang="zh-CN" altLang="en-US" sz="2000">
                <a:sym typeface="+mn-ea"/>
              </a:rPr>
              <a:t>加后缀 -</a:t>
            </a:r>
            <a:r>
              <a:rPr lang="en-US" altLang="en-US" sz="2000">
                <a:sym typeface="+mn-ea"/>
              </a:rPr>
              <a:t>ем- + -ый </a:t>
            </a:r>
            <a:r>
              <a:rPr lang="zh-CN" altLang="en-US" sz="2000">
                <a:sym typeface="+mn-ea"/>
              </a:rPr>
              <a:t>构成。</a:t>
            </a:r>
            <a:endParaRPr lang="zh-CN" altLang="en-US" sz="2000"/>
          </a:p>
          <a:p>
            <a:pPr indent="0">
              <a:lnSpc>
                <a:spcPct val="150000"/>
              </a:lnSpc>
              <a:buFont typeface="+mj-ea"/>
              <a:buNone/>
            </a:pPr>
            <a:r>
              <a:rPr lang="zh-CN" altLang="en-US" sz="2000">
                <a:sym typeface="+mn-ea"/>
              </a:rPr>
              <a:t>例：</a:t>
            </a:r>
            <a:r>
              <a:rPr lang="en-US" altLang="en-US" sz="2000">
                <a:sym typeface="+mn-ea"/>
              </a:rPr>
              <a:t>дава́ть → дава́емый；</a:t>
            </a:r>
            <a:r>
              <a:rPr lang="zh-CN" altLang="en-US" sz="2000">
                <a:sym typeface="+mn-ea"/>
              </a:rPr>
              <a:t>️</a:t>
            </a: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九、</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形动词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a:lnSpc>
                <a:spcPct val="150000"/>
              </a:lnSpc>
            </a:pPr>
            <a:r>
              <a:rPr lang="zh-CN" altLang="en-US" sz="2400" b="1"/>
              <a:t>二、</a:t>
            </a:r>
            <a:r>
              <a:rPr lang="zh-CN" altLang="en-US" sz="2400" b="1"/>
              <a:t>被动形动词</a:t>
            </a:r>
            <a:endParaRPr lang="zh-CN" altLang="en-US" sz="2400" b="1"/>
          </a:p>
          <a:p>
            <a:pPr>
              <a:lnSpc>
                <a:spcPct val="150000"/>
              </a:lnSpc>
            </a:pPr>
            <a:r>
              <a:rPr lang="en-US" altLang="zh-CN" sz="2000" b="1"/>
              <a:t>1.  </a:t>
            </a:r>
            <a:r>
              <a:rPr lang="zh-CN" altLang="en-US" sz="2000" b="1"/>
              <a:t>构成</a:t>
            </a:r>
            <a:endParaRPr lang="zh-CN" altLang="en-US" sz="2000" b="1"/>
          </a:p>
          <a:p>
            <a:pPr marL="342900" indent="-342900">
              <a:lnSpc>
                <a:spcPct val="150000"/>
              </a:lnSpc>
              <a:buFont typeface="Arial" panose="020B0604020202090204" pitchFamily="34" charset="0"/>
              <a:buChar char="•"/>
            </a:pPr>
            <a:r>
              <a:rPr lang="zh-CN" altLang="en-US" sz="2000" b="1">
                <a:sym typeface="+mn-ea"/>
              </a:rPr>
              <a:t>过去时被动形动词</a:t>
            </a:r>
            <a:endParaRPr lang="zh-CN" altLang="ru-RU" sz="2000"/>
          </a:p>
          <a:p>
            <a:pPr>
              <a:lnSpc>
                <a:spcPct val="150000"/>
              </a:lnSpc>
            </a:pPr>
            <a:r>
              <a:rPr lang="zh-CN" altLang="en-US" sz="2000">
                <a:sym typeface="+mn-ea"/>
              </a:rPr>
              <a:t>过去时被动形动词一般由完成体及物动词构成，按词尾分四类规则：</a:t>
            </a:r>
            <a:endParaRPr lang="zh-CN" altLang="en-US" sz="2000"/>
          </a:p>
          <a:p>
            <a:pPr marL="342900" indent="-342900">
              <a:lnSpc>
                <a:spcPct val="150000"/>
              </a:lnSpc>
              <a:buFont typeface="Wingdings" panose="05000000000000000000" charset="0"/>
              <a:buChar char=""/>
            </a:pPr>
            <a:r>
              <a:rPr lang="zh-CN" altLang="en-US" sz="2000">
                <a:sym typeface="+mn-ea"/>
              </a:rPr>
              <a:t>以 -</a:t>
            </a:r>
            <a:r>
              <a:rPr lang="en-US" altLang="en-US" sz="2000">
                <a:sym typeface="+mn-ea"/>
              </a:rPr>
              <a:t>ать/-ять/-еть </a:t>
            </a:r>
            <a:r>
              <a:rPr lang="zh-CN" altLang="en-US" sz="2000">
                <a:sym typeface="+mn-ea"/>
              </a:rPr>
              <a:t>结尾的动词：由不定式去掉 -</a:t>
            </a:r>
            <a:r>
              <a:rPr lang="en-US" altLang="en-US" sz="2000">
                <a:sym typeface="+mn-ea"/>
              </a:rPr>
              <a:t>ть，</a:t>
            </a:r>
            <a:r>
              <a:rPr lang="zh-CN" altLang="en-US" sz="2000">
                <a:sym typeface="+mn-ea"/>
              </a:rPr>
              <a:t>加后缀 -</a:t>
            </a:r>
            <a:r>
              <a:rPr lang="en-US" altLang="en-US" sz="2000">
                <a:sym typeface="+mn-ea"/>
              </a:rPr>
              <a:t>нн- + -ый </a:t>
            </a:r>
            <a:r>
              <a:rPr lang="zh-CN" altLang="en-US" sz="2000">
                <a:sym typeface="+mn-ea"/>
              </a:rPr>
              <a:t>构成。</a:t>
            </a:r>
            <a:endParaRPr lang="zh-CN" altLang="en-US" sz="2000"/>
          </a:p>
          <a:p>
            <a:pPr indent="0">
              <a:lnSpc>
                <a:spcPct val="150000"/>
              </a:lnSpc>
              <a:buFont typeface="+mj-ea"/>
              <a:buNone/>
            </a:pPr>
            <a:r>
              <a:rPr lang="en-US" altLang="ru-RU" sz="2000">
                <a:sym typeface="+mn-ea"/>
              </a:rPr>
              <a:t>     </a:t>
            </a:r>
            <a:r>
              <a:rPr lang="ru-RU" altLang="zh-CN" sz="2000">
                <a:sym typeface="+mn-ea"/>
              </a:rPr>
              <a:t>написать - написанный</a:t>
            </a:r>
            <a:endParaRPr lang="zh-CN" altLang="en-US" sz="2000">
              <a:sym typeface="+mn-ea"/>
            </a:endParaRPr>
          </a:p>
          <a:p>
            <a:pPr marL="342900" indent="-342900">
              <a:lnSpc>
                <a:spcPct val="150000"/>
              </a:lnSpc>
              <a:buFont typeface="Wingdings" panose="05000000000000000000" charset="0"/>
              <a:buChar char=""/>
            </a:pPr>
            <a:r>
              <a:rPr lang="zh-CN" altLang="en-US" sz="2000">
                <a:sym typeface="+mn-ea"/>
              </a:rPr>
              <a:t>以 -</a:t>
            </a:r>
            <a:r>
              <a:rPr lang="en-US" altLang="en-US" sz="2000">
                <a:sym typeface="+mn-ea"/>
              </a:rPr>
              <a:t>ить/-ти </a:t>
            </a:r>
            <a:r>
              <a:rPr lang="zh-CN" altLang="en-US" sz="2000">
                <a:sym typeface="+mn-ea"/>
              </a:rPr>
              <a:t>结尾的动词：由动词单数第一人称形式去掉词尾 -</a:t>
            </a:r>
            <a:r>
              <a:rPr lang="en-US" altLang="en-US" sz="2000">
                <a:sym typeface="+mn-ea"/>
              </a:rPr>
              <a:t>ю (-у)，</a:t>
            </a:r>
            <a:r>
              <a:rPr lang="zh-CN" altLang="en-US" sz="2000">
                <a:sym typeface="+mn-ea"/>
              </a:rPr>
              <a:t>加后缀 -</a:t>
            </a:r>
            <a:r>
              <a:rPr lang="en-US" altLang="en-US" sz="2000">
                <a:sym typeface="+mn-ea"/>
              </a:rPr>
              <a:t>енн- + -ый </a:t>
            </a:r>
            <a:r>
              <a:rPr lang="zh-CN" altLang="en-US" sz="2000">
                <a:sym typeface="+mn-ea"/>
              </a:rPr>
              <a:t>构成</a:t>
            </a:r>
            <a:endParaRPr lang="zh-CN" altLang="en-US" sz="2000">
              <a:sym typeface="+mn-ea"/>
            </a:endParaRPr>
          </a:p>
          <a:p>
            <a:pPr indent="0">
              <a:lnSpc>
                <a:spcPct val="150000"/>
              </a:lnSpc>
              <a:buFont typeface="Wingdings" panose="05000000000000000000" charset="0"/>
              <a:buNone/>
            </a:pPr>
            <a:r>
              <a:rPr lang="en-US" altLang="zh-CN" sz="2000">
                <a:sym typeface="+mn-ea"/>
              </a:rPr>
              <a:t>     </a:t>
            </a:r>
            <a:r>
              <a:rPr lang="ru-RU" altLang="en-US" sz="2000">
                <a:sym typeface="+mn-ea"/>
              </a:rPr>
              <a:t>построить - построенный</a:t>
            </a:r>
            <a:endParaRPr lang="ru-RU" altLang="en-US" sz="2000">
              <a:sym typeface="+mn-ea"/>
            </a:endParaRPr>
          </a:p>
          <a:p>
            <a:pPr indent="0">
              <a:lnSpc>
                <a:spcPct val="150000"/>
              </a:lnSpc>
              <a:buFont typeface="Wingdings" panose="05000000000000000000" charset="0"/>
              <a:buNone/>
            </a:pPr>
            <a:r>
              <a:rPr lang="ru-RU" altLang="en-US" sz="2000">
                <a:sym typeface="+mn-ea"/>
              </a:rPr>
              <a:t>     купить - купленный</a:t>
            </a:r>
            <a:endParaRPr lang="ru-RU" altLang="en-US" sz="2000">
              <a:sym typeface="+mn-ea"/>
            </a:endParaRPr>
          </a:p>
          <a:p>
            <a:pPr indent="0">
              <a:lnSpc>
                <a:spcPct val="150000"/>
              </a:lnSpc>
              <a:buFont typeface="Wingdings" panose="05000000000000000000" charset="0"/>
              <a:buNone/>
            </a:pPr>
            <a:r>
              <a:rPr lang="ru-RU" altLang="en-US" sz="2000">
                <a:sym typeface="+mn-ea"/>
              </a:rPr>
              <a:t>     провести - проведённый</a:t>
            </a:r>
            <a:endParaRPr lang="ru-RU" altLang="en-US" sz="2000">
              <a:sym typeface="+mn-ea"/>
            </a:endParaRPr>
          </a:p>
          <a:p>
            <a:pPr marL="342900" indent="-342900">
              <a:lnSpc>
                <a:spcPct val="150000"/>
              </a:lnSpc>
              <a:buFont typeface="Wingdings" panose="05000000000000000000" charset="0"/>
              <a:buChar char=""/>
            </a:pPr>
            <a:r>
              <a:rPr lang="zh-CN" altLang="en-US" sz="2000">
                <a:sym typeface="+mn-ea"/>
              </a:rPr>
              <a:t>以 -</a:t>
            </a:r>
            <a:r>
              <a:rPr lang="en-US" altLang="en-US" sz="2000">
                <a:sym typeface="+mn-ea"/>
              </a:rPr>
              <a:t>чь/-сть </a:t>
            </a:r>
            <a:r>
              <a:rPr lang="zh-CN" altLang="en-US" sz="2000">
                <a:sym typeface="+mn-ea"/>
              </a:rPr>
              <a:t>结尾的完成体及物动词：由动词变位形式去掉人称词尾，加后缀 -</a:t>
            </a:r>
            <a:r>
              <a:rPr lang="en-US" altLang="en-US" sz="2000">
                <a:sym typeface="+mn-ea"/>
              </a:rPr>
              <a:t>ённ-/-енн- + -ый </a:t>
            </a:r>
            <a:r>
              <a:rPr lang="zh-CN" altLang="en-US" sz="2000">
                <a:sym typeface="+mn-ea"/>
              </a:rPr>
              <a:t>构成。</a:t>
            </a:r>
            <a:endParaRPr lang="ru-RU"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九、</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形动词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a:lnSpc>
                <a:spcPct val="150000"/>
              </a:lnSpc>
            </a:pPr>
            <a:r>
              <a:rPr lang="zh-CN" altLang="en-US" sz="2400" b="1"/>
              <a:t>二、</a:t>
            </a:r>
            <a:r>
              <a:rPr lang="zh-CN" altLang="en-US" sz="2400" b="1"/>
              <a:t>被动形动词</a:t>
            </a:r>
            <a:endParaRPr lang="zh-CN" altLang="en-US" sz="2400" b="1"/>
          </a:p>
          <a:p>
            <a:pPr>
              <a:lnSpc>
                <a:spcPct val="150000"/>
              </a:lnSpc>
            </a:pPr>
            <a:r>
              <a:rPr lang="en-US" altLang="zh-CN" sz="2000" b="1"/>
              <a:t>1.  </a:t>
            </a:r>
            <a:r>
              <a:rPr lang="zh-CN" altLang="en-US" sz="2000" b="1"/>
              <a:t>构成</a:t>
            </a:r>
            <a:endParaRPr lang="zh-CN" altLang="en-US" sz="2000" b="1"/>
          </a:p>
          <a:p>
            <a:pPr marL="342900" indent="-342900">
              <a:lnSpc>
                <a:spcPct val="150000"/>
              </a:lnSpc>
              <a:buFont typeface="Arial" panose="020B0604020202090204" pitchFamily="34" charset="0"/>
              <a:buChar char="•"/>
            </a:pPr>
            <a:r>
              <a:rPr lang="zh-CN" altLang="en-US" sz="2000" b="1">
                <a:sym typeface="+mn-ea"/>
              </a:rPr>
              <a:t>过去时被动形动词</a:t>
            </a:r>
            <a:endParaRPr lang="zh-CN" altLang="ru-RU" sz="2000"/>
          </a:p>
          <a:p>
            <a:pPr marL="342900" indent="-342900">
              <a:lnSpc>
                <a:spcPct val="150000"/>
              </a:lnSpc>
              <a:buFont typeface="Wingdings" panose="05000000000000000000" charset="0"/>
              <a:buChar char=""/>
            </a:pPr>
            <a:r>
              <a:rPr lang="zh-CN" altLang="en-US" sz="2000">
                <a:sym typeface="+mn-ea"/>
              </a:rPr>
              <a:t>以 -</a:t>
            </a:r>
            <a:r>
              <a:rPr lang="en-US" altLang="en-US" sz="2000">
                <a:sym typeface="+mn-ea"/>
              </a:rPr>
              <a:t>нять/-нуть/-ыть </a:t>
            </a:r>
            <a:r>
              <a:rPr lang="zh-CN" altLang="en-US" sz="2000">
                <a:sym typeface="+mn-ea"/>
              </a:rPr>
              <a:t>结尾的动词：由不定式去掉 -</a:t>
            </a:r>
            <a:r>
              <a:rPr lang="en-US" altLang="en-US" sz="2000">
                <a:sym typeface="+mn-ea"/>
              </a:rPr>
              <a:t>ть，</a:t>
            </a:r>
            <a:r>
              <a:rPr lang="zh-CN" altLang="en-US" sz="2000">
                <a:sym typeface="+mn-ea"/>
              </a:rPr>
              <a:t>加后缀 -</a:t>
            </a:r>
            <a:r>
              <a:rPr lang="en-US" altLang="en-US" sz="2000">
                <a:sym typeface="+mn-ea"/>
              </a:rPr>
              <a:t>т- + -ый </a:t>
            </a:r>
            <a:r>
              <a:rPr lang="zh-CN" altLang="en-US" sz="2000">
                <a:sym typeface="+mn-ea"/>
              </a:rPr>
              <a:t>构成。</a:t>
            </a:r>
            <a:endParaRPr lang="zh-CN" altLang="en-US" sz="2000">
              <a:sym typeface="+mn-ea"/>
            </a:endParaRPr>
          </a:p>
          <a:p>
            <a:pPr indent="0">
              <a:lnSpc>
                <a:spcPct val="150000"/>
              </a:lnSpc>
              <a:buFont typeface="Wingdings" panose="05000000000000000000" charset="0"/>
              <a:buNone/>
            </a:pPr>
            <a:r>
              <a:rPr lang="ru-RU" altLang="en-US" sz="2000">
                <a:sym typeface="+mn-ea"/>
              </a:rPr>
              <a:t>     забыть - забытый</a:t>
            </a:r>
            <a:endParaRPr lang="ru-RU" altLang="en-US" sz="2000">
              <a:sym typeface="+mn-ea"/>
            </a:endParaRPr>
          </a:p>
          <a:p>
            <a:pPr indent="0">
              <a:lnSpc>
                <a:spcPct val="150000"/>
              </a:lnSpc>
              <a:buFont typeface="Wingdings" panose="05000000000000000000" charset="0"/>
              <a:buNone/>
            </a:pPr>
            <a:r>
              <a:rPr lang="ru-RU" altLang="en-US" sz="2000">
                <a:sym typeface="+mn-ea"/>
              </a:rPr>
              <a:t>     взять - взятый</a:t>
            </a:r>
            <a:endParaRPr lang="ru-RU" altLang="en-US" sz="2000">
              <a:sym typeface="+mn-ea"/>
            </a:endParaRPr>
          </a:p>
          <a:p>
            <a:pPr indent="0">
              <a:lnSpc>
                <a:spcPct val="150000"/>
              </a:lnSpc>
              <a:buFont typeface="Wingdings" panose="05000000000000000000" charset="0"/>
              <a:buNone/>
            </a:pPr>
            <a:r>
              <a:rPr lang="ru-RU" altLang="en-US" sz="2000">
                <a:sym typeface="+mn-ea"/>
              </a:rPr>
              <a:t>     открыть - открытый</a:t>
            </a:r>
            <a:endParaRPr lang="ru-RU" altLang="en-US" sz="2000">
              <a:sym typeface="+mn-ea"/>
            </a:endParaRPr>
          </a:p>
          <a:p>
            <a:pPr indent="0">
              <a:lnSpc>
                <a:spcPct val="150000"/>
              </a:lnSpc>
              <a:buFont typeface="Wingdings" panose="05000000000000000000" charset="0"/>
              <a:buNone/>
            </a:pPr>
            <a:r>
              <a:rPr lang="ru-RU" altLang="en-US" sz="2000">
                <a:sym typeface="+mn-ea"/>
              </a:rPr>
              <a:t>     спеть - спетый</a:t>
            </a:r>
            <a:endParaRPr lang="ru-RU" altLang="en-US" sz="2000">
              <a:sym typeface="+mn-ea"/>
            </a:endParaRPr>
          </a:p>
          <a:p>
            <a:pPr indent="0">
              <a:lnSpc>
                <a:spcPct val="150000"/>
              </a:lnSpc>
              <a:buFont typeface="Wingdings" panose="05000000000000000000" charset="0"/>
              <a:buNone/>
            </a:pPr>
            <a:endParaRPr lang="ru-RU"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九、</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形动词</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a:lnSpc>
                <a:spcPct val="150000"/>
              </a:lnSpc>
            </a:pPr>
            <a:r>
              <a:rPr lang="zh-CN" altLang="en-US" sz="2400" b="1"/>
              <a:t>二、</a:t>
            </a:r>
            <a:r>
              <a:rPr lang="zh-CN" altLang="en-US" sz="2400" b="1"/>
              <a:t>被动形动词</a:t>
            </a:r>
            <a:endParaRPr lang="zh-CN" altLang="en-US" sz="2400" b="1"/>
          </a:p>
          <a:p>
            <a:pPr>
              <a:lnSpc>
                <a:spcPct val="150000"/>
              </a:lnSpc>
            </a:pPr>
            <a:r>
              <a:rPr lang="ru-RU" altLang="en-US" sz="2000" b="1"/>
              <a:t>2</a:t>
            </a:r>
            <a:r>
              <a:rPr lang="en-US" altLang="zh-CN" sz="2000" b="1"/>
              <a:t>.  </a:t>
            </a:r>
            <a:r>
              <a:rPr lang="zh-CN" altLang="en-US" sz="2000" b="1"/>
              <a:t>用法——做</a:t>
            </a:r>
            <a:r>
              <a:rPr lang="zh-CN" altLang="en-US" sz="2000" b="1"/>
              <a:t>定语</a:t>
            </a:r>
            <a:endParaRPr lang="zh-CN" altLang="en-US" sz="2000" b="1"/>
          </a:p>
          <a:p>
            <a:pPr marL="342900" indent="-342900">
              <a:lnSpc>
                <a:spcPct val="150000"/>
              </a:lnSpc>
              <a:buFont typeface="Arial" panose="020B0604020202090204" pitchFamily="34" charset="0"/>
              <a:buChar char="•"/>
            </a:pPr>
            <a:r>
              <a:rPr lang="zh-CN" altLang="ru-RU" sz="2000">
                <a:sym typeface="+mn-ea"/>
              </a:rPr>
              <a:t>被动形动词是通过某一事物所承受的行为来说明该事物的特征，意思是“被……的”，被说明事物是行为的直接客体。</a:t>
            </a:r>
            <a:endParaRPr lang="zh-CN" altLang="ru-RU" sz="2000">
              <a:sym typeface="+mn-ea"/>
            </a:endParaRPr>
          </a:p>
          <a:p>
            <a:pPr marL="342900" indent="-342900">
              <a:lnSpc>
                <a:spcPct val="150000"/>
              </a:lnSpc>
              <a:buFont typeface="Arial" panose="020B0604020202090204" pitchFamily="34" charset="0"/>
              <a:buChar char="•"/>
            </a:pPr>
            <a:r>
              <a:rPr lang="zh-CN" altLang="ru-RU" sz="2000">
                <a:sym typeface="+mn-ea"/>
              </a:rPr>
              <a:t>被形动带说明语时，与说明语一起组成形动词短语，被形动是被动态，因此</a:t>
            </a:r>
            <a:r>
              <a:rPr lang="zh-CN" altLang="ru-RU" sz="2000">
                <a:sym typeface="+mn-ea"/>
              </a:rPr>
              <a:t>被形动短语中有行为主体的时候要用第五格</a:t>
            </a:r>
            <a:r>
              <a:rPr lang="zh-CN" altLang="ru-RU" sz="2000">
                <a:sym typeface="+mn-ea"/>
              </a:rPr>
              <a:t>形式。</a:t>
            </a:r>
            <a:endParaRPr lang="zh-CN" altLang="ru-RU" sz="2000">
              <a:sym typeface="+mn-ea"/>
            </a:endParaRPr>
          </a:p>
          <a:p>
            <a:pPr marL="342900" indent="-342900">
              <a:lnSpc>
                <a:spcPct val="150000"/>
              </a:lnSpc>
              <a:buFont typeface="Arial" panose="020B0604020202090204" pitchFamily="34" charset="0"/>
              <a:buChar char="•"/>
            </a:pPr>
            <a:r>
              <a:rPr lang="zh-CN" altLang="ru-RU" sz="2000">
                <a:sym typeface="+mn-ea"/>
              </a:rPr>
              <a:t>被形动短语在意义上相当于不带前置词的第四格</a:t>
            </a:r>
            <a:r>
              <a:rPr lang="ru-RU" altLang="zh-CN" sz="2000">
                <a:sym typeface="+mn-ea"/>
              </a:rPr>
              <a:t>который</a:t>
            </a:r>
            <a:r>
              <a:rPr lang="zh-CN" altLang="ru-RU" sz="2000">
                <a:sym typeface="+mn-ea"/>
              </a:rPr>
              <a:t>连接的定语从句，因此可用</a:t>
            </a:r>
            <a:r>
              <a:rPr lang="ru-RU" altLang="zh-CN" sz="2000">
                <a:sym typeface="+mn-ea"/>
              </a:rPr>
              <a:t>который</a:t>
            </a:r>
            <a:r>
              <a:rPr lang="zh-CN" altLang="ru-RU" sz="2000">
                <a:sym typeface="+mn-ea"/>
              </a:rPr>
              <a:t>第四格</a:t>
            </a:r>
            <a:r>
              <a:rPr lang="en-US" altLang="zh-CN" sz="2000">
                <a:sym typeface="+mn-ea"/>
              </a:rPr>
              <a:t>+</a:t>
            </a:r>
            <a:r>
              <a:rPr lang="zh-CN" altLang="en-US" sz="2000">
                <a:sym typeface="+mn-ea"/>
              </a:rPr>
              <a:t>及物动词谓语结构替换，此时</a:t>
            </a:r>
            <a:r>
              <a:rPr lang="zh-CN" altLang="ru-RU" sz="2000">
                <a:sym typeface="+mn-ea"/>
              </a:rPr>
              <a:t>被形动短语中表示主体的第五格换为第一格，充当从句的主语，如果原句没有表示行为主体的第五格补语，从句替换成</a:t>
            </a:r>
            <a:r>
              <a:rPr lang="zh-CN" altLang="ru-RU" sz="2000">
                <a:sym typeface="+mn-ea"/>
              </a:rPr>
              <a:t>不定人称句。</a:t>
            </a:r>
            <a:endParaRPr lang="zh-CN" altLang="ru-RU" sz="2000">
              <a:sym typeface="+mn-ea"/>
            </a:endParaRPr>
          </a:p>
          <a:p>
            <a:pPr indent="0">
              <a:lnSpc>
                <a:spcPct val="150000"/>
              </a:lnSpc>
              <a:buFont typeface="Arial" panose="020B0604020202090204" pitchFamily="34" charset="0"/>
              <a:buNone/>
            </a:pPr>
            <a:r>
              <a:rPr lang="en-US" altLang="zh-CN" sz="2000">
                <a:sym typeface="+mn-ea"/>
              </a:rPr>
              <a:t>    </a:t>
            </a:r>
            <a:r>
              <a:rPr lang="ru-RU" altLang="en-US" sz="2000">
                <a:sym typeface="+mn-ea"/>
              </a:rPr>
              <a:t>Студентам нравится иностранный язык, изучаемый ими в университете. (который они изучают в университете.)</a:t>
            </a:r>
            <a:endParaRPr lang="ru-RU" altLang="en-US" sz="2000">
              <a:sym typeface="+mn-ea"/>
            </a:endParaRPr>
          </a:p>
          <a:p>
            <a:pPr indent="0">
              <a:lnSpc>
                <a:spcPct val="150000"/>
              </a:lnSpc>
              <a:buFont typeface="Arial" panose="020B0604020202090204" pitchFamily="34" charset="0"/>
              <a:buNone/>
            </a:pPr>
            <a:r>
              <a:rPr lang="ru-RU" altLang="en-US" sz="2000">
                <a:sym typeface="+mn-ea"/>
              </a:rPr>
              <a:t>     </a:t>
            </a:r>
            <a:endParaRPr lang="ru-RU"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十、</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被动结构</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a:sym typeface="+mn-ea"/>
              </a:rPr>
              <a:t>1. </a:t>
            </a:r>
            <a:r>
              <a:rPr lang="zh-CN" altLang="ru-RU" sz="2000">
                <a:sym typeface="+mn-ea"/>
              </a:rPr>
              <a:t>被动结构的构成</a:t>
            </a:r>
            <a:endParaRPr lang="zh-CN" altLang="ru-RU" sz="2000">
              <a:sym typeface="+mn-ea"/>
            </a:endParaRPr>
          </a:p>
          <a:p>
            <a:pPr marL="342900" indent="-342900">
              <a:lnSpc>
                <a:spcPct val="150000"/>
              </a:lnSpc>
              <a:buFont typeface="Arial" panose="020B0604020202090204" pitchFamily="34" charset="0"/>
              <a:buChar char="•"/>
            </a:pPr>
            <a:r>
              <a:rPr lang="zh-CN" altLang="ru-RU" sz="2000">
                <a:sym typeface="+mn-ea"/>
              </a:rPr>
              <a:t>未完成体及物动词</a:t>
            </a:r>
            <a:r>
              <a:rPr lang="en-US" altLang="zh-CN" sz="2000">
                <a:sym typeface="+mn-ea"/>
              </a:rPr>
              <a:t>+</a:t>
            </a:r>
            <a:r>
              <a:rPr lang="zh-CN" altLang="en-US" sz="2000">
                <a:sym typeface="+mn-ea"/>
              </a:rPr>
              <a:t>后缀</a:t>
            </a:r>
            <a:r>
              <a:rPr lang="ru-RU" altLang="zh-CN" sz="2000">
                <a:sym typeface="+mn-ea"/>
              </a:rPr>
              <a:t>-ся-</a:t>
            </a:r>
            <a:endParaRPr lang="ru-RU" altLang="zh-CN" sz="2000">
              <a:sym typeface="+mn-ea"/>
            </a:endParaRPr>
          </a:p>
          <a:p>
            <a:pPr marL="342900" indent="-342900">
              <a:lnSpc>
                <a:spcPct val="150000"/>
              </a:lnSpc>
              <a:buFont typeface="Arial" panose="020B0604020202090204" pitchFamily="34" charset="0"/>
              <a:buChar char="•"/>
            </a:pPr>
            <a:r>
              <a:rPr lang="zh-CN" altLang="ru-RU" sz="2000">
                <a:sym typeface="+mn-ea"/>
              </a:rPr>
              <a:t>完成体及物动词过去时被动形动词短尾</a:t>
            </a:r>
            <a:r>
              <a:rPr lang="zh-CN" altLang="ru-RU" sz="2000">
                <a:sym typeface="+mn-ea"/>
              </a:rPr>
              <a:t>形式</a:t>
            </a:r>
            <a:endParaRPr lang="zh-CN" altLang="ru-RU" sz="2000">
              <a:sym typeface="+mn-ea"/>
            </a:endParaRPr>
          </a:p>
          <a:p>
            <a:pPr indent="0">
              <a:lnSpc>
                <a:spcPct val="150000"/>
              </a:lnSpc>
              <a:buFont typeface="Arial" panose="020B0604020202090204" pitchFamily="34" charset="0"/>
              <a:buNone/>
            </a:pPr>
            <a:r>
              <a:rPr lang="en-US" altLang="zh-CN" sz="2000">
                <a:sym typeface="+mn-ea"/>
              </a:rPr>
              <a:t>2. </a:t>
            </a:r>
            <a:r>
              <a:rPr lang="zh-CN" altLang="en-US" sz="2000">
                <a:sym typeface="+mn-ea"/>
              </a:rPr>
              <a:t>用法</a:t>
            </a:r>
            <a:endParaRPr lang="zh-CN" altLang="en-US" sz="2000">
              <a:sym typeface="+mn-ea"/>
            </a:endParaRPr>
          </a:p>
          <a:p>
            <a:pPr indent="0">
              <a:lnSpc>
                <a:spcPct val="150000"/>
              </a:lnSpc>
              <a:buFont typeface="Arial" panose="020B0604020202090204" pitchFamily="34" charset="0"/>
              <a:buNone/>
            </a:pPr>
            <a:r>
              <a:rPr lang="zh-CN" altLang="ru-RU" sz="2000">
                <a:sym typeface="+mn-ea"/>
              </a:rPr>
              <a:t>行为的直接客体是第一格主语，行为主体</a:t>
            </a:r>
            <a:r>
              <a:rPr lang="zh-CN" altLang="ru-RU" sz="2000">
                <a:sym typeface="+mn-ea"/>
              </a:rPr>
              <a:t>是第五格形式。</a:t>
            </a:r>
            <a:endParaRPr lang="zh-CN" altLang="ru-RU" sz="2000">
              <a:sym typeface="+mn-ea"/>
            </a:endParaRPr>
          </a:p>
          <a:p>
            <a:pPr indent="0">
              <a:lnSpc>
                <a:spcPct val="150000"/>
              </a:lnSpc>
              <a:buFont typeface="Arial" panose="020B0604020202090204" pitchFamily="34" charset="0"/>
              <a:buNone/>
            </a:pPr>
            <a:endParaRPr lang="zh-CN" altLang="ru-RU" sz="2000">
              <a:sym typeface="+mn-ea"/>
            </a:endParaRPr>
          </a:p>
          <a:p>
            <a:pPr indent="0">
              <a:lnSpc>
                <a:spcPct val="150000"/>
              </a:lnSpc>
              <a:buFont typeface="Arial" panose="020B0604020202090204" pitchFamily="34" charset="0"/>
              <a:buNone/>
            </a:pPr>
            <a:r>
              <a:rPr lang="ru-RU" altLang="zh-CN" sz="2000">
                <a:sym typeface="+mn-ea"/>
              </a:rPr>
              <a:t>Иностранный язык изучается студентом.</a:t>
            </a:r>
            <a:endParaRPr lang="ru-RU" altLang="zh-CN" sz="2000">
              <a:sym typeface="+mn-ea"/>
            </a:endParaRPr>
          </a:p>
          <a:p>
            <a:pPr indent="0">
              <a:lnSpc>
                <a:spcPct val="150000"/>
              </a:lnSpc>
              <a:buFont typeface="Arial" panose="020B0604020202090204" pitchFamily="34" charset="0"/>
              <a:buNone/>
            </a:pPr>
            <a:r>
              <a:rPr lang="ru-RU" altLang="zh-CN" sz="2000">
                <a:sym typeface="+mn-ea"/>
              </a:rPr>
              <a:t>Трудная задача быстро решена студентом.</a:t>
            </a:r>
            <a:endParaRPr lang="ru-RU" altLang="zh-CN" sz="2000">
              <a:sym typeface="+mn-ea"/>
            </a:endParaRPr>
          </a:p>
          <a:p>
            <a:pPr indent="0">
              <a:lnSpc>
                <a:spcPct val="150000"/>
              </a:lnSpc>
              <a:buFont typeface="Arial" panose="020B0604020202090204" pitchFamily="34" charset="0"/>
              <a:buNone/>
            </a:pPr>
            <a:endParaRPr lang="zh-CN" altLang="ru-RU" sz="2000">
              <a:sym typeface="+mn-ea"/>
            </a:endParaRPr>
          </a:p>
          <a:p>
            <a:pPr indent="0">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indent="0">
              <a:lnSpc>
                <a:spcPct val="150000"/>
              </a:lnSpc>
              <a:buFont typeface="Arial" panose="020B0604020202090204" pitchFamily="34" charset="0"/>
              <a:buNone/>
            </a:pPr>
            <a:endParaRPr lang="zh-CN" altLang="ru-RU" sz="2000">
              <a:sym typeface="+mn-ea"/>
            </a:endParaRPr>
          </a:p>
          <a:p>
            <a:pPr indent="0">
              <a:lnSpc>
                <a:spcPct val="150000"/>
              </a:lnSpc>
              <a:buFont typeface="Arial" panose="020B0604020202090204" pitchFamily="34" charset="0"/>
              <a:buNone/>
            </a:pPr>
            <a:endParaRPr lang="zh-CN" altLang="en-US" sz="2000">
              <a:sym typeface="+mn-ea"/>
            </a:endParaRPr>
          </a:p>
        </p:txBody>
      </p:sp>
      <p:pic>
        <p:nvPicPr>
          <p:cNvPr id="4" name="E657119C-6982-421D-8BA7-E74DEB70A7D9-3" descr="/Users/xuenan/Library/Containers/com.kingsoft.wpsoffice.mac/Data/tmp/wpsoffice.xVzPXWwpsoffice"/>
          <p:cNvPicPr>
            <a:picLocks noChangeAspect="1"/>
          </p:cNvPicPr>
          <p:nvPr/>
        </p:nvPicPr>
        <p:blipFill>
          <a:blip r:embed="rId1"/>
          <a:stretch>
            <a:fillRect/>
          </a:stretch>
        </p:blipFill>
        <p:spPr>
          <a:xfrm>
            <a:off x="3290570" y="125730"/>
            <a:ext cx="5724525" cy="6607175"/>
          </a:xfrm>
          <a:prstGeom prst="rect">
            <a:avLst/>
          </a:prstGeom>
        </p:spPr>
      </p:pic>
    </p:spTree>
    <p:custDataLst>
      <p:tags r:id="rId2"/>
    </p:custDataLst>
  </p:cSld>
  <p:clrMapOvr>
    <a:masterClrMapping/>
  </p:clrMapOvr>
  <p:transition spd="slow">
    <p:wip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单部句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b="1">
                <a:sym typeface="+mn-ea"/>
              </a:rPr>
              <a:t> 1. </a:t>
            </a:r>
            <a:r>
              <a:rPr lang="zh-CN" altLang="en-US" sz="2000" b="1">
                <a:sym typeface="+mn-ea"/>
              </a:rPr>
              <a:t>单部句和双部句的概念</a:t>
            </a:r>
            <a:endParaRPr lang="zh-CN" altLang="ru-RU" sz="2000" b="1">
              <a:sym typeface="+mn-ea"/>
            </a:endParaRPr>
          </a:p>
          <a:p>
            <a:pPr marL="342900" indent="-342900">
              <a:lnSpc>
                <a:spcPct val="150000"/>
              </a:lnSpc>
              <a:buFont typeface="Arial" panose="020B0604020202090204" pitchFamily="34" charset="0"/>
              <a:buChar char="•"/>
            </a:pPr>
            <a:r>
              <a:rPr lang="zh-CN" altLang="en-US" sz="2000">
                <a:sym typeface="+mn-ea"/>
              </a:rPr>
              <a:t>根据句中主要成分的数量，句子可分为双部句和单部句。</a:t>
            </a:r>
            <a:endParaRPr lang="zh-CN" altLang="en-US" sz="2000">
              <a:sym typeface="+mn-ea"/>
            </a:endParaRPr>
          </a:p>
          <a:p>
            <a:pPr marL="342900" indent="-342900">
              <a:lnSpc>
                <a:spcPct val="150000"/>
              </a:lnSpc>
              <a:buFont typeface="Arial" panose="020B0604020202090204" pitchFamily="34" charset="0"/>
              <a:buChar char="•"/>
            </a:pPr>
            <a:r>
              <a:rPr lang="zh-CN" altLang="en-US" sz="2000">
                <a:sym typeface="+mn-ea"/>
              </a:rPr>
              <a:t>双部句有两个主要成分——主语和谓语。例如：</a:t>
            </a:r>
            <a:r>
              <a:rPr lang="ru-RU" altLang="zh-CN" sz="2000">
                <a:sym typeface="+mn-ea"/>
              </a:rPr>
              <a:t>Анна читает журнал.</a:t>
            </a:r>
            <a:endParaRPr lang="ru-RU" altLang="zh-CN" sz="2000">
              <a:sym typeface="+mn-ea"/>
            </a:endParaRPr>
          </a:p>
          <a:p>
            <a:pPr marL="342900" indent="-342900">
              <a:lnSpc>
                <a:spcPct val="150000"/>
              </a:lnSpc>
              <a:buFont typeface="Arial" panose="020B0604020202090204" pitchFamily="34" charset="0"/>
              <a:buChar char="•"/>
            </a:pPr>
            <a:r>
              <a:rPr lang="zh-CN" altLang="ru-RU" sz="2000">
                <a:sym typeface="+mn-ea"/>
              </a:rPr>
              <a:t>单部句只有一个主要成分：或只有主语，或只有谓语。例如：</a:t>
            </a:r>
            <a:r>
              <a:rPr lang="ru-RU" altLang="zh-CN" sz="2000">
                <a:sym typeface="+mn-ea"/>
              </a:rPr>
              <a:t>Около школы шумно.</a:t>
            </a:r>
            <a:endParaRPr lang="ru-RU" altLang="zh-CN" sz="2000">
              <a:sym typeface="+mn-ea"/>
            </a:endParaRPr>
          </a:p>
          <a:p>
            <a:pPr marL="342900" indent="-342900">
              <a:lnSpc>
                <a:spcPct val="150000"/>
              </a:lnSpc>
              <a:buFont typeface="Arial" panose="020B0604020202090204" pitchFamily="34" charset="0"/>
              <a:buChar char="•"/>
            </a:pPr>
            <a:r>
              <a:rPr lang="zh-CN" altLang="ru-RU" sz="2000">
                <a:sym typeface="+mn-ea"/>
              </a:rPr>
              <a:t>单部句分为确定人称句、不定人称句、泛指人称句、无人称句、称名句。前四种句子中只有谓语，称名句中只有主语。</a:t>
            </a:r>
            <a:endParaRPr lang="zh-CN" altLang="en-US" sz="2000">
              <a:sym typeface="+mn-ea"/>
            </a:endParaRPr>
          </a:p>
          <a:p>
            <a:pPr indent="0">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单部句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537845"/>
            <a:ext cx="11978640" cy="522351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b="1">
                <a:sym typeface="+mn-ea"/>
              </a:rPr>
              <a:t> 2.  </a:t>
            </a:r>
            <a:r>
              <a:rPr lang="zh-CN" altLang="en-US" sz="2000" b="1">
                <a:sym typeface="+mn-ea"/>
              </a:rPr>
              <a:t>确定人称句</a:t>
            </a:r>
            <a:endParaRPr lang="zh-CN" altLang="ru-RU" sz="2000" b="1">
              <a:sym typeface="+mn-ea"/>
            </a:endParaRPr>
          </a:p>
          <a:p>
            <a:pPr marL="342900" indent="-342900">
              <a:lnSpc>
                <a:spcPct val="150000"/>
              </a:lnSpc>
              <a:buFont typeface="Arial" panose="020B0604020202090204" pitchFamily="34" charset="0"/>
              <a:buChar char="•"/>
            </a:pPr>
            <a:r>
              <a:rPr lang="zh-CN" altLang="en-US" sz="2000">
                <a:sym typeface="+mn-ea"/>
              </a:rPr>
              <a:t>确定人称句中不说出人称主语，但根据动词谓语的人称词尾可以确定人称，故称为确定人称句。在这种句子中，谓语用动词陈述式或命令式的第一或第二人称的单、复数形式表示。例如：</a:t>
            </a:r>
            <a:endParaRPr lang="zh-CN" altLang="en-US" sz="2000">
              <a:sym typeface="+mn-ea"/>
            </a:endParaRPr>
          </a:p>
          <a:p>
            <a:pPr indent="0">
              <a:lnSpc>
                <a:spcPct val="150000"/>
              </a:lnSpc>
              <a:buFont typeface="Arial" panose="020B0604020202090204" pitchFamily="34" charset="0"/>
              <a:buNone/>
            </a:pPr>
            <a:r>
              <a:rPr lang="zh-CN" altLang="en-US" sz="2000">
                <a:sym typeface="+mn-ea"/>
              </a:rPr>
              <a:t>例如：</a:t>
            </a:r>
            <a:r>
              <a:rPr lang="en-US" altLang="en-US" sz="2000">
                <a:sym typeface="+mn-ea"/>
              </a:rPr>
              <a:t>Иду на занятия.</a:t>
            </a:r>
            <a:endParaRPr lang="en-US" altLang="en-US" sz="2000">
              <a:sym typeface="+mn-ea"/>
            </a:endParaRPr>
          </a:p>
          <a:p>
            <a:pPr indent="0">
              <a:lnSpc>
                <a:spcPct val="150000"/>
              </a:lnSpc>
              <a:buFont typeface="Arial" panose="020B0604020202090204" pitchFamily="34" charset="0"/>
              <a:buNone/>
            </a:pPr>
            <a:r>
              <a:rPr lang="en-US" altLang="en-US" sz="2000">
                <a:sym typeface="+mn-ea"/>
              </a:rPr>
              <a:t>           Приходите к нам в гости.</a:t>
            </a:r>
            <a:endParaRPr lang="en-US" altLang="en-US" sz="2000">
              <a:sym typeface="+mn-ea"/>
            </a:endParaRPr>
          </a:p>
          <a:p>
            <a:pPr indent="0">
              <a:lnSpc>
                <a:spcPct val="150000"/>
              </a:lnSpc>
              <a:buFont typeface="Arial" panose="020B0604020202090204" pitchFamily="34" charset="0"/>
              <a:buNone/>
            </a:pPr>
            <a:endParaRPr lang="en-US" altLang="en-US" sz="2000">
              <a:sym typeface="+mn-ea"/>
            </a:endParaRPr>
          </a:p>
          <a:p>
            <a:pPr indent="0">
              <a:lnSpc>
                <a:spcPct val="150000"/>
              </a:lnSpc>
              <a:buFont typeface="Arial" panose="020B0604020202090204" pitchFamily="34" charset="0"/>
              <a:buNone/>
            </a:pPr>
            <a:r>
              <a:rPr lang="zh-CN" altLang="en-US" i="1">
                <a:sym typeface="+mn-ea"/>
              </a:rPr>
              <a:t>📝确定人称句中的谓语不能用第三人称表示，例如：</a:t>
            </a:r>
            <a:r>
              <a:rPr lang="en-US" altLang="en-US" i="1">
                <a:sym typeface="+mn-ea"/>
              </a:rPr>
              <a:t>Идёт по широкой улице.</a:t>
            </a:r>
            <a:r>
              <a:rPr lang="zh-CN" altLang="en-US" i="1">
                <a:sym typeface="+mn-ea"/>
              </a:rPr>
              <a:t>（没有指出谁在走，是 </a:t>
            </a:r>
            <a:r>
              <a:rPr lang="en-US" altLang="en-US" i="1">
                <a:sym typeface="+mn-ea"/>
              </a:rPr>
              <a:t>он? она? </a:t>
            </a:r>
            <a:r>
              <a:rPr lang="zh-CN" altLang="en-US" i="1">
                <a:sym typeface="+mn-ea"/>
              </a:rPr>
              <a:t>都不清楚）</a:t>
            </a:r>
            <a:endParaRPr lang="zh-CN" altLang="en-US" i="1">
              <a:sym typeface="+mn-ea"/>
            </a:endParaRPr>
          </a:p>
          <a:p>
            <a:pPr indent="0">
              <a:lnSpc>
                <a:spcPct val="150000"/>
              </a:lnSpc>
              <a:buFont typeface="Arial" panose="020B0604020202090204" pitchFamily="34" charset="0"/>
              <a:buNone/>
            </a:pPr>
            <a:r>
              <a:rPr lang="zh-CN" altLang="en-US" i="1">
                <a:sym typeface="+mn-ea"/>
              </a:rPr>
              <a:t>📝动词过去时形式也不能作确定人称句的谓语。例如：</a:t>
            </a:r>
            <a:r>
              <a:rPr lang="en-US" altLang="en-US" i="1">
                <a:sym typeface="+mn-ea"/>
              </a:rPr>
              <a:t>Утром пошёл в больницу. </a:t>
            </a:r>
            <a:r>
              <a:rPr lang="zh-CN" altLang="en-US" i="1">
                <a:sym typeface="+mn-ea"/>
              </a:rPr>
              <a:t>（</a:t>
            </a:r>
            <a:r>
              <a:rPr lang="en-US" altLang="en-US" i="1">
                <a:sym typeface="+mn-ea"/>
              </a:rPr>
              <a:t>пошёл </a:t>
            </a:r>
            <a:r>
              <a:rPr lang="zh-CN" altLang="en-US" i="1">
                <a:sym typeface="+mn-ea"/>
              </a:rPr>
              <a:t>可以指任何人称，如 </a:t>
            </a:r>
            <a:r>
              <a:rPr lang="en-US" altLang="en-US" i="1">
                <a:sym typeface="+mn-ea"/>
              </a:rPr>
              <a:t>я, ты, он </a:t>
            </a:r>
            <a:r>
              <a:rPr lang="zh-CN" altLang="en-US" i="1">
                <a:sym typeface="+mn-ea"/>
              </a:rPr>
              <a:t>都是可能的。这种句子只有上下文能确定其人称。这类句子也属于不完全的双部句）</a:t>
            </a:r>
            <a:endParaRPr lang="zh-CN" altLang="en-US" i="1">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单部句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907415"/>
            <a:ext cx="11978640" cy="522351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b="1">
                <a:sym typeface="+mn-ea"/>
              </a:rPr>
              <a:t> 2.  </a:t>
            </a:r>
            <a:r>
              <a:rPr lang="zh-CN" altLang="en-US" sz="2000" b="1">
                <a:sym typeface="+mn-ea"/>
              </a:rPr>
              <a:t>确定人称句</a:t>
            </a:r>
            <a:endParaRPr lang="zh-CN" altLang="ru-RU" sz="2000" b="1">
              <a:sym typeface="+mn-ea"/>
            </a:endParaRPr>
          </a:p>
          <a:p>
            <a:pPr indent="0">
              <a:lnSpc>
                <a:spcPct val="150000"/>
              </a:lnSpc>
              <a:buFont typeface="Arial" panose="020B0604020202090204" pitchFamily="34" charset="0"/>
              <a:buNone/>
            </a:pPr>
            <a:r>
              <a:rPr lang="zh-CN" altLang="en-US" sz="2000" i="1">
                <a:sym typeface="+mn-ea"/>
              </a:rPr>
              <a:t>🆚</a:t>
            </a:r>
            <a:r>
              <a:rPr lang="zh-CN" altLang="en-US" sz="2000" i="1">
                <a:sym typeface="+mn-ea"/>
              </a:rPr>
              <a:t>双部句：</a:t>
            </a:r>
            <a:endParaRPr lang="zh-CN" altLang="en-US" sz="2000" i="1">
              <a:sym typeface="+mn-ea"/>
            </a:endParaRPr>
          </a:p>
          <a:p>
            <a:pPr indent="0">
              <a:lnSpc>
                <a:spcPct val="150000"/>
              </a:lnSpc>
              <a:buFont typeface="Arial" panose="020B0604020202090204" pitchFamily="34" charset="0"/>
              <a:buNone/>
            </a:pPr>
            <a:r>
              <a:rPr lang="en-US" altLang="en-US" sz="2000" i="1">
                <a:sym typeface="+mn-ea"/>
              </a:rPr>
              <a:t>Утром </a:t>
            </a:r>
            <a:r>
              <a:rPr lang="en-US" altLang="en-US" sz="2000" b="1" i="1">
                <a:latin typeface="Arial" panose="020B0604020202090204" pitchFamily="34" charset="0"/>
                <a:cs typeface="Arial" panose="020B0604020202090204" pitchFamily="34" charset="0"/>
                <a:sym typeface="+mn-ea"/>
              </a:rPr>
              <a:t>я встаю</a:t>
            </a:r>
            <a:r>
              <a:rPr lang="en-US" altLang="en-US" sz="2000" i="1">
                <a:sym typeface="+mn-ea"/>
              </a:rPr>
              <a:t> в 7 часов. </a:t>
            </a:r>
            <a:r>
              <a:rPr lang="en-US" altLang="en-US" sz="2000" b="1" i="1">
                <a:latin typeface="Arial" panose="020B0604020202090204" pitchFamily="34" charset="0"/>
                <a:cs typeface="Arial" panose="020B0604020202090204" pitchFamily="34" charset="0"/>
                <a:sym typeface="+mn-ea"/>
              </a:rPr>
              <a:t>Я делаю</a:t>
            </a:r>
            <a:r>
              <a:rPr lang="en-US" altLang="en-US" sz="2000" i="1">
                <a:sym typeface="+mn-ea"/>
              </a:rPr>
              <a:t> зарядку. Потом </a:t>
            </a:r>
            <a:r>
              <a:rPr lang="en-US" altLang="en-US" sz="2000" b="1" i="1">
                <a:latin typeface="Arial" panose="020B0604020202090204" pitchFamily="34" charset="0"/>
                <a:cs typeface="Arial" panose="020B0604020202090204" pitchFamily="34" charset="0"/>
                <a:sym typeface="+mn-ea"/>
              </a:rPr>
              <a:t>я умываюсь</a:t>
            </a:r>
            <a:r>
              <a:rPr lang="en-US" altLang="en-US" sz="2000" i="1">
                <a:sym typeface="+mn-ea"/>
              </a:rPr>
              <a:t> и </a:t>
            </a:r>
            <a:r>
              <a:rPr lang="en-US" altLang="en-US" sz="2000" b="1" i="1">
                <a:latin typeface="Arial" panose="020B0604020202090204" pitchFamily="34" charset="0"/>
                <a:cs typeface="Arial" panose="020B0604020202090204" pitchFamily="34" charset="0"/>
                <a:sym typeface="+mn-ea"/>
              </a:rPr>
              <a:t>завтракаю</a:t>
            </a:r>
            <a:r>
              <a:rPr lang="en-US" altLang="en-US" sz="2000" i="1">
                <a:sym typeface="+mn-ea"/>
              </a:rPr>
              <a:t>. В 8 часов </a:t>
            </a:r>
            <a:r>
              <a:rPr lang="en-US" altLang="en-US" sz="2000" b="1" i="1">
                <a:latin typeface="Arial" panose="020B0604020202090204" pitchFamily="34" charset="0"/>
                <a:cs typeface="Arial" panose="020B0604020202090204" pitchFamily="34" charset="0"/>
                <a:sym typeface="+mn-ea"/>
              </a:rPr>
              <a:t>я</a:t>
            </a:r>
            <a:r>
              <a:rPr lang="en-US" altLang="en-US" sz="2000" i="1">
                <a:sym typeface="+mn-ea"/>
              </a:rPr>
              <a:t> </a:t>
            </a:r>
            <a:r>
              <a:rPr lang="en-US" altLang="en-US" sz="2000" b="1" i="1">
                <a:latin typeface="Arial" panose="020B0604020202090204" pitchFamily="34" charset="0"/>
                <a:cs typeface="Arial" panose="020B0604020202090204" pitchFamily="34" charset="0"/>
                <a:sym typeface="+mn-ea"/>
              </a:rPr>
              <a:t>выхожу</a:t>
            </a:r>
            <a:r>
              <a:rPr lang="en-US" altLang="en-US" sz="2000" i="1">
                <a:sym typeface="+mn-ea"/>
              </a:rPr>
              <a:t> из дома.</a:t>
            </a:r>
            <a:endParaRPr lang="en-US" altLang="en-US" sz="2000" i="1">
              <a:sym typeface="+mn-ea"/>
            </a:endParaRPr>
          </a:p>
          <a:p>
            <a:pPr indent="0">
              <a:lnSpc>
                <a:spcPct val="150000"/>
              </a:lnSpc>
              <a:buFont typeface="Arial" panose="020B0604020202090204" pitchFamily="34" charset="0"/>
              <a:buNone/>
            </a:pPr>
            <a:r>
              <a:rPr lang="zh-CN" altLang="en-US" sz="2000" i="1">
                <a:sym typeface="+mn-ea"/>
              </a:rPr>
              <a:t>确定人称句：</a:t>
            </a:r>
            <a:endParaRPr lang="zh-CN" altLang="en-US" sz="2000" i="1">
              <a:sym typeface="+mn-ea"/>
            </a:endParaRPr>
          </a:p>
          <a:p>
            <a:pPr indent="0">
              <a:lnSpc>
                <a:spcPct val="150000"/>
              </a:lnSpc>
              <a:buFont typeface="Arial" panose="020B0604020202090204" pitchFamily="34" charset="0"/>
              <a:buNone/>
            </a:pPr>
            <a:r>
              <a:rPr lang="en-US" altLang="en-US" sz="2000" i="1">
                <a:sym typeface="+mn-ea"/>
              </a:rPr>
              <a:t>Утром </a:t>
            </a:r>
            <a:r>
              <a:rPr lang="en-US" altLang="en-US" sz="2000" b="1" i="1">
                <a:latin typeface="Arial" panose="020B0604020202090204" pitchFamily="34" charset="0"/>
                <a:cs typeface="Arial" panose="020B0604020202090204" pitchFamily="34" charset="0"/>
                <a:sym typeface="+mn-ea"/>
              </a:rPr>
              <a:t>встаю</a:t>
            </a:r>
            <a:r>
              <a:rPr lang="en-US" altLang="en-US" sz="2000" i="1">
                <a:sym typeface="+mn-ea"/>
              </a:rPr>
              <a:t> в 7 часов. </a:t>
            </a:r>
            <a:r>
              <a:rPr lang="en-US" altLang="en-US" sz="2000" b="1" i="1">
                <a:latin typeface="Arial" panose="020B0604020202090204" pitchFamily="34" charset="0"/>
                <a:cs typeface="Arial" panose="020B0604020202090204" pitchFamily="34" charset="0"/>
                <a:sym typeface="+mn-ea"/>
              </a:rPr>
              <a:t>Делаю</a:t>
            </a:r>
            <a:r>
              <a:rPr lang="en-US" altLang="en-US" sz="2000" i="1">
                <a:sym typeface="+mn-ea"/>
              </a:rPr>
              <a:t> зарядку. Потом </a:t>
            </a:r>
            <a:r>
              <a:rPr lang="en-US" altLang="en-US" sz="2000" b="1" i="1">
                <a:latin typeface="Arial" panose="020B0604020202090204" pitchFamily="34" charset="0"/>
                <a:cs typeface="Arial" panose="020B0604020202090204" pitchFamily="34" charset="0"/>
                <a:sym typeface="+mn-ea"/>
              </a:rPr>
              <a:t>умываюсь</a:t>
            </a:r>
            <a:r>
              <a:rPr lang="en-US" altLang="en-US" sz="2000" i="1">
                <a:sym typeface="+mn-ea"/>
              </a:rPr>
              <a:t> и </a:t>
            </a:r>
            <a:r>
              <a:rPr lang="en-US" altLang="en-US" sz="2000" b="1" i="1">
                <a:latin typeface="Arial" panose="020B0604020202090204" pitchFamily="34" charset="0"/>
                <a:cs typeface="Arial" panose="020B0604020202090204" pitchFamily="34" charset="0"/>
                <a:sym typeface="+mn-ea"/>
              </a:rPr>
              <a:t>завтракаю</a:t>
            </a:r>
            <a:r>
              <a:rPr lang="en-US" altLang="en-US" sz="2000" i="1">
                <a:sym typeface="+mn-ea"/>
              </a:rPr>
              <a:t>. В 8 часов </a:t>
            </a:r>
            <a:r>
              <a:rPr lang="en-US" altLang="en-US" sz="2000" b="1" i="1">
                <a:latin typeface="Arial" panose="020B0604020202090204" pitchFamily="34" charset="0"/>
                <a:cs typeface="Arial" panose="020B0604020202090204" pitchFamily="34" charset="0"/>
                <a:sym typeface="+mn-ea"/>
              </a:rPr>
              <a:t>выхожу</a:t>
            </a:r>
            <a:r>
              <a:rPr lang="en-US" altLang="en-US" sz="2000" i="1">
                <a:sym typeface="+mn-ea"/>
              </a:rPr>
              <a:t> из дома.</a:t>
            </a:r>
            <a:endParaRPr lang="en-US" altLang="en-US" sz="2000" i="1">
              <a:sym typeface="+mn-ea"/>
            </a:endParaRPr>
          </a:p>
          <a:p>
            <a:pPr indent="0">
              <a:lnSpc>
                <a:spcPct val="150000"/>
              </a:lnSpc>
              <a:buFont typeface="Arial" panose="020B0604020202090204" pitchFamily="34" charset="0"/>
              <a:buNone/>
            </a:pPr>
            <a:endParaRPr lang="zh-CN" altLang="en-US" sz="2000" i="1">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单部句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1458595"/>
            <a:ext cx="11978640" cy="522351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b="1">
                <a:sym typeface="+mn-ea"/>
              </a:rPr>
              <a:t> 3.  </a:t>
            </a:r>
            <a:r>
              <a:rPr lang="zh-CN" altLang="en-US" sz="2000" b="1">
                <a:sym typeface="+mn-ea"/>
              </a:rPr>
              <a:t>不定人称句</a:t>
            </a:r>
            <a:endParaRPr lang="zh-CN" altLang="ru-RU" sz="2000" b="1">
              <a:sym typeface="+mn-ea"/>
            </a:endParaRPr>
          </a:p>
          <a:p>
            <a:pPr indent="0">
              <a:lnSpc>
                <a:spcPct val="150000"/>
              </a:lnSpc>
              <a:buFont typeface="Arial" panose="020B0604020202090204" pitchFamily="34" charset="0"/>
              <a:buNone/>
            </a:pPr>
            <a:r>
              <a:rPr lang="zh-CN" altLang="en-US" sz="2000">
                <a:sym typeface="+mn-ea"/>
              </a:rPr>
              <a:t>不定人称句也是没有主语的单部句。不同于确定人称句的是，不定人称句中行为是由不确定的人发出的。在这种句子中，谓语用动词现在时或将来时复数第三人称形式表示，过去时用复数表示。</a:t>
            </a:r>
            <a:endParaRPr lang="zh-CN" altLang="en-US" sz="2000">
              <a:sym typeface="+mn-ea"/>
            </a:endParaRPr>
          </a:p>
          <a:p>
            <a:pPr indent="0">
              <a:lnSpc>
                <a:spcPct val="150000"/>
              </a:lnSpc>
              <a:buFont typeface="Arial" panose="020B0604020202090204" pitchFamily="34" charset="0"/>
              <a:buNone/>
            </a:pPr>
            <a:r>
              <a:rPr lang="zh-CN" altLang="en-US" sz="2000">
                <a:sym typeface="+mn-ea"/>
              </a:rPr>
              <a:t>这种句子着重表示行为本身，不指明行为发出者是何人。</a:t>
            </a:r>
            <a:endParaRPr lang="zh-CN" altLang="en-US" sz="2000">
              <a:sym typeface="+mn-ea"/>
            </a:endParaRPr>
          </a:p>
          <a:p>
            <a:pPr indent="0">
              <a:lnSpc>
                <a:spcPct val="150000"/>
              </a:lnSpc>
              <a:buFont typeface="Arial" panose="020B0604020202090204" pitchFamily="34" charset="0"/>
              <a:buNone/>
            </a:pPr>
            <a:r>
              <a:rPr lang="zh-CN" altLang="en-US" sz="2000">
                <a:sym typeface="+mn-ea"/>
              </a:rPr>
              <a:t>例如：</a:t>
            </a:r>
            <a:r>
              <a:rPr lang="en-US" altLang="en-US" sz="2000">
                <a:sym typeface="+mn-ea"/>
              </a:rPr>
              <a:t>В университете строят (построили, будут строить) новую библиотеку.</a:t>
            </a:r>
            <a:endParaRPr lang="en-US" altLang="en-US" sz="2000">
              <a:sym typeface="+mn-ea"/>
            </a:endParaRPr>
          </a:p>
          <a:p>
            <a:pPr indent="0">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单部句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1458595"/>
            <a:ext cx="11978640" cy="522351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b="1">
                <a:sym typeface="+mn-ea"/>
              </a:rPr>
              <a:t> 4.  </a:t>
            </a:r>
            <a:r>
              <a:rPr lang="zh-CN" altLang="en-US" sz="2000" b="1">
                <a:sym typeface="+mn-ea"/>
              </a:rPr>
              <a:t>不定人称句</a:t>
            </a:r>
            <a:endParaRPr lang="zh-CN" altLang="ru-RU" sz="2000" b="1">
              <a:sym typeface="+mn-ea"/>
            </a:endParaRPr>
          </a:p>
          <a:p>
            <a:pPr indent="0">
              <a:lnSpc>
                <a:spcPct val="150000"/>
              </a:lnSpc>
              <a:buFont typeface="Arial" panose="020B0604020202090204" pitchFamily="34" charset="0"/>
              <a:buNone/>
            </a:pPr>
            <a:r>
              <a:rPr lang="zh-CN" altLang="en-US" sz="2000">
                <a:sym typeface="+mn-ea"/>
              </a:rPr>
              <a:t>不定人称句也是没有主语的单部句。不同于确定人称句的是，不定人称句中行为是由不确定的人发出的。在这种句子中，谓语用动词现在时或将来时复数第三人称形式表示，过去时用复数表示。</a:t>
            </a:r>
            <a:endParaRPr lang="zh-CN" altLang="en-US" sz="2000">
              <a:sym typeface="+mn-ea"/>
            </a:endParaRPr>
          </a:p>
          <a:p>
            <a:pPr indent="0">
              <a:lnSpc>
                <a:spcPct val="150000"/>
              </a:lnSpc>
              <a:buFont typeface="Arial" panose="020B0604020202090204" pitchFamily="34" charset="0"/>
              <a:buNone/>
            </a:pPr>
            <a:r>
              <a:rPr lang="zh-CN" altLang="en-US" sz="2000">
                <a:sym typeface="+mn-ea"/>
              </a:rPr>
              <a:t>这种句子着重表示行为本身，不指明行为发出者是何人。</a:t>
            </a:r>
            <a:endParaRPr lang="zh-CN" altLang="en-US" sz="2000">
              <a:sym typeface="+mn-ea"/>
            </a:endParaRPr>
          </a:p>
          <a:p>
            <a:pPr indent="0">
              <a:lnSpc>
                <a:spcPct val="150000"/>
              </a:lnSpc>
              <a:buFont typeface="Arial" panose="020B0604020202090204" pitchFamily="34" charset="0"/>
              <a:buNone/>
            </a:pPr>
            <a:r>
              <a:rPr lang="zh-CN" altLang="en-US" sz="2000">
                <a:sym typeface="+mn-ea"/>
              </a:rPr>
              <a:t>例如：</a:t>
            </a:r>
            <a:r>
              <a:rPr lang="en-US" altLang="en-US" sz="2000">
                <a:sym typeface="+mn-ea"/>
              </a:rPr>
              <a:t>В университете строят (построили, будут строить) новую библиотеку.</a:t>
            </a:r>
            <a:endParaRPr lang="en-US" altLang="en-US" sz="2000">
              <a:sym typeface="+mn-ea"/>
            </a:endParaRPr>
          </a:p>
          <a:p>
            <a:pPr indent="0">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单部句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1760" y="1458595"/>
            <a:ext cx="11978640" cy="522351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b="1">
                <a:sym typeface="+mn-ea"/>
              </a:rPr>
              <a:t> 5.  </a:t>
            </a:r>
            <a:r>
              <a:rPr lang="zh-CN" altLang="en-US" sz="2000" b="1">
                <a:sym typeface="+mn-ea"/>
              </a:rPr>
              <a:t>泛指人称句</a:t>
            </a:r>
            <a:endParaRPr lang="zh-CN" altLang="ru-RU" sz="2000" b="1">
              <a:sym typeface="+mn-ea"/>
            </a:endParaRPr>
          </a:p>
          <a:p>
            <a:pPr indent="0">
              <a:lnSpc>
                <a:spcPct val="150000"/>
              </a:lnSpc>
              <a:buFont typeface="Arial" panose="020B0604020202090204" pitchFamily="34" charset="0"/>
              <a:buNone/>
            </a:pPr>
            <a:r>
              <a:rPr lang="zh-CN" altLang="en-US" sz="2000">
                <a:sym typeface="+mn-ea"/>
              </a:rPr>
              <a:t>泛指人称句中动词谓语的行为可以属于任何人。这种句子的谓语通常用动词单数第二人称形式或命令式单数形式表示。</a:t>
            </a:r>
            <a:r>
              <a:rPr lang="zh-CN" altLang="en-US" sz="2000">
                <a:sym typeface="+mn-ea"/>
              </a:rPr>
              <a:t>泛指人称句常用于格言、谚语里。例如：</a:t>
            </a:r>
            <a:endParaRPr lang="zh-CN" altLang="en-US" sz="2000">
              <a:sym typeface="+mn-ea"/>
            </a:endParaRPr>
          </a:p>
          <a:p>
            <a:pPr indent="0">
              <a:lnSpc>
                <a:spcPct val="150000"/>
              </a:lnSpc>
              <a:buFont typeface="Arial" panose="020B0604020202090204" pitchFamily="34" charset="0"/>
              <a:buNone/>
            </a:pPr>
            <a:endParaRPr lang="en-US" altLang="en-US" sz="2000">
              <a:sym typeface="+mn-ea"/>
            </a:endParaRPr>
          </a:p>
          <a:p>
            <a:pPr indent="0">
              <a:lnSpc>
                <a:spcPct val="150000"/>
              </a:lnSpc>
              <a:buFont typeface="Arial" panose="020B0604020202090204" pitchFamily="34" charset="0"/>
              <a:buNone/>
            </a:pPr>
            <a:r>
              <a:rPr lang="en-US" altLang="en-US" sz="2000">
                <a:sym typeface="+mn-ea"/>
              </a:rPr>
              <a:t>Век живи, век учись.</a:t>
            </a:r>
            <a:endParaRPr lang="en-US" altLang="en-US" sz="2000">
              <a:sym typeface="+mn-ea"/>
            </a:endParaRPr>
          </a:p>
          <a:p>
            <a:pPr indent="0">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单部句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1978640" cy="545338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b="1">
                <a:sym typeface="+mn-ea"/>
              </a:rPr>
              <a:t> 6. </a:t>
            </a:r>
            <a:r>
              <a:rPr lang="zh-CN" altLang="en-US" sz="2000" b="1">
                <a:sym typeface="+mn-ea"/>
              </a:rPr>
              <a:t>无人称句</a:t>
            </a:r>
            <a:endParaRPr lang="zh-CN" altLang="en-US" sz="2000" b="1">
              <a:sym typeface="+mn-ea"/>
            </a:endParaRPr>
          </a:p>
          <a:p>
            <a:pPr indent="0">
              <a:lnSpc>
                <a:spcPct val="150000"/>
              </a:lnSpc>
              <a:buFont typeface="Arial" panose="020B0604020202090204" pitchFamily="34" charset="0"/>
              <a:buNone/>
            </a:pPr>
            <a:r>
              <a:rPr lang="zh-CN" altLang="en-US" sz="2000">
                <a:sym typeface="+mn-ea"/>
              </a:rPr>
              <a:t>没有主语，而且不可能有主语的句子，叫做无人称句。这种句子中意义上的主体常用第三格表示。谓语的表示方法如下：</a:t>
            </a:r>
            <a:endParaRPr lang="zh-CN" altLang="en-US" sz="2000">
              <a:sym typeface="+mn-ea"/>
            </a:endParaRPr>
          </a:p>
          <a:p>
            <a:pPr indent="0">
              <a:lnSpc>
                <a:spcPct val="150000"/>
              </a:lnSpc>
              <a:buFont typeface="Arial" panose="020B0604020202090204" pitchFamily="34" charset="0"/>
              <a:buNone/>
            </a:pPr>
            <a:r>
              <a:rPr lang="zh-CN" altLang="en-US" sz="2000">
                <a:sym typeface="+mn-ea"/>
              </a:rPr>
              <a:t>1) 用谓语副词表示。（</a:t>
            </a:r>
            <a:r>
              <a:rPr lang="zh-CN" altLang="en-US" sz="2000">
                <a:sym typeface="+mn-ea"/>
              </a:rPr>
              <a:t>谓语副词用作谓语时，过去时、将来时要分别加用 </a:t>
            </a:r>
            <a:r>
              <a:rPr lang="en-US" altLang="en-US" sz="2000">
                <a:sym typeface="+mn-ea"/>
              </a:rPr>
              <a:t>было, будет </a:t>
            </a:r>
            <a:r>
              <a:rPr lang="zh-CN" altLang="en-US" sz="2000">
                <a:sym typeface="+mn-ea"/>
              </a:rPr>
              <a:t>来表示</a:t>
            </a:r>
            <a:r>
              <a:rPr lang="zh-CN" altLang="en-US" sz="2000">
                <a:sym typeface="+mn-ea"/>
              </a:rPr>
              <a:t>）</a:t>
            </a:r>
            <a:endParaRPr lang="zh-CN" altLang="en-US" sz="2000">
              <a:sym typeface="+mn-ea"/>
            </a:endParaRPr>
          </a:p>
          <a:p>
            <a:pPr indent="0">
              <a:lnSpc>
                <a:spcPct val="150000"/>
              </a:lnSpc>
              <a:buFont typeface="Arial" panose="020B0604020202090204" pitchFamily="34" charset="0"/>
              <a:buNone/>
            </a:pPr>
            <a:r>
              <a:rPr lang="zh-CN" altLang="en-US" sz="2000">
                <a:sym typeface="+mn-ea"/>
              </a:rPr>
              <a:t>例如：</a:t>
            </a:r>
            <a:r>
              <a:rPr lang="en-US" altLang="en-US" sz="2000">
                <a:sym typeface="+mn-ea"/>
              </a:rPr>
              <a:t>В лесу тихо.</a:t>
            </a:r>
            <a:endParaRPr lang="en-US" altLang="en-US" sz="2000">
              <a:sym typeface="+mn-ea"/>
            </a:endParaRPr>
          </a:p>
          <a:p>
            <a:pPr indent="0">
              <a:lnSpc>
                <a:spcPct val="150000"/>
              </a:lnSpc>
              <a:buFont typeface="Arial" panose="020B0604020202090204" pitchFamily="34" charset="0"/>
              <a:buNone/>
            </a:pPr>
            <a:r>
              <a:rPr lang="en-US" altLang="en-US" sz="2000">
                <a:sym typeface="+mn-ea"/>
              </a:rPr>
              <a:t>Мне грустно.</a:t>
            </a:r>
            <a:endParaRPr lang="en-US" altLang="en-US" sz="2000">
              <a:sym typeface="+mn-ea"/>
            </a:endParaRPr>
          </a:p>
          <a:p>
            <a:pPr indent="0">
              <a:lnSpc>
                <a:spcPct val="150000"/>
              </a:lnSpc>
              <a:buFont typeface="Arial" panose="020B0604020202090204" pitchFamily="34" charset="0"/>
              <a:buNone/>
            </a:pPr>
            <a:r>
              <a:rPr lang="en-US" altLang="en-US" sz="2000">
                <a:sym typeface="+mn-ea"/>
              </a:rPr>
              <a:t>Здесь нельзя курить.</a:t>
            </a:r>
            <a:endParaRPr lang="en-US" altLang="en-US" sz="2000">
              <a:sym typeface="+mn-ea"/>
            </a:endParaRPr>
          </a:p>
          <a:p>
            <a:pPr indent="0">
              <a:lnSpc>
                <a:spcPct val="150000"/>
              </a:lnSpc>
              <a:buFont typeface="Arial" panose="020B0604020202090204" pitchFamily="34" charset="0"/>
              <a:buNone/>
            </a:pPr>
            <a:r>
              <a:rPr lang="zh-CN" altLang="en-US" sz="2000">
                <a:sym typeface="+mn-ea"/>
              </a:rPr>
              <a:t>2) 用 </a:t>
            </a:r>
            <a:r>
              <a:rPr lang="en-US" altLang="en-US" sz="2000">
                <a:sym typeface="+mn-ea"/>
              </a:rPr>
              <a:t>быть </a:t>
            </a:r>
            <a:r>
              <a:rPr lang="zh-CN" altLang="en-US" sz="2000">
                <a:sym typeface="+mn-ea"/>
              </a:rPr>
              <a:t>的否定形式表示，句中被否定的事物用第二格。</a:t>
            </a:r>
            <a:endParaRPr lang="zh-CN" altLang="en-US" sz="2000">
              <a:sym typeface="+mn-ea"/>
            </a:endParaRPr>
          </a:p>
          <a:p>
            <a:pPr indent="0">
              <a:lnSpc>
                <a:spcPct val="150000"/>
              </a:lnSpc>
              <a:buFont typeface="Arial" panose="020B0604020202090204" pitchFamily="34" charset="0"/>
              <a:buNone/>
            </a:pPr>
            <a:r>
              <a:rPr lang="zh-CN" altLang="en-US" sz="2000">
                <a:sym typeface="+mn-ea"/>
              </a:rPr>
              <a:t>例如：</a:t>
            </a:r>
            <a:r>
              <a:rPr lang="en-US" altLang="en-US" sz="2000">
                <a:sym typeface="+mn-ea"/>
              </a:rPr>
              <a:t>У меня нет вопросов.</a:t>
            </a:r>
            <a:endParaRPr lang="en-US" altLang="en-US" sz="2000">
              <a:sym typeface="+mn-ea"/>
            </a:endParaRPr>
          </a:p>
          <a:p>
            <a:pPr indent="0">
              <a:lnSpc>
                <a:spcPct val="150000"/>
              </a:lnSpc>
              <a:buFont typeface="Arial" panose="020B0604020202090204" pitchFamily="34" charset="0"/>
              <a:buNone/>
            </a:pPr>
            <a:endParaRPr lang="zh-CN" altLang="en-US" sz="2000">
              <a:sym typeface="+mn-ea"/>
            </a:endParaRPr>
          </a:p>
          <a:p>
            <a:pPr indent="0">
              <a:lnSpc>
                <a:spcPct val="150000"/>
              </a:lnSpc>
              <a:buFont typeface="Arial" panose="020B0604020202090204" pitchFamily="34" charset="0"/>
              <a:buNone/>
            </a:pPr>
            <a:r>
              <a:rPr lang="zh-CN" altLang="en-US" sz="2000">
                <a:sym typeface="+mn-ea"/>
              </a:rPr>
              <a:t>⚠️</a:t>
            </a:r>
            <a:r>
              <a:rPr lang="en-US" altLang="en-US" sz="2000">
                <a:sym typeface="+mn-ea"/>
              </a:rPr>
              <a:t>не </a:t>
            </a:r>
            <a:r>
              <a:rPr lang="zh-CN" altLang="en-US" sz="2000">
                <a:sym typeface="+mn-ea"/>
              </a:rPr>
              <a:t>和表示存在的动词 </a:t>
            </a:r>
            <a:r>
              <a:rPr lang="en-US" altLang="en-US" sz="2000">
                <a:sym typeface="+mn-ea"/>
              </a:rPr>
              <a:t>стать, бывать, существовать </a:t>
            </a:r>
            <a:r>
              <a:rPr lang="zh-CN" altLang="en-US" sz="2000">
                <a:sym typeface="+mn-ea"/>
              </a:rPr>
              <a:t>等，也用作无人称句。</a:t>
            </a:r>
            <a:endParaRPr lang="zh-CN" altLang="en-US" sz="2000">
              <a:sym typeface="+mn-ea"/>
            </a:endParaRPr>
          </a:p>
          <a:p>
            <a:pPr indent="0">
              <a:lnSpc>
                <a:spcPct val="150000"/>
              </a:lnSpc>
              <a:buFont typeface="Arial" panose="020B0604020202090204" pitchFamily="34" charset="0"/>
              <a:buNone/>
            </a:pPr>
            <a:r>
              <a:rPr lang="zh-CN" altLang="en-US" sz="2000">
                <a:sym typeface="+mn-ea"/>
              </a:rPr>
              <a:t>例如：</a:t>
            </a:r>
            <a:r>
              <a:rPr lang="en-US" altLang="en-US" sz="2000">
                <a:sym typeface="+mn-ea"/>
              </a:rPr>
              <a:t>Третьего пути не существует.</a:t>
            </a:r>
            <a:endParaRPr lang="en-US"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一、</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单部句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1978640" cy="5453380"/>
          </a:xfrm>
          <a:prstGeom prst="rect">
            <a:avLst/>
          </a:prstGeom>
          <a:noFill/>
        </p:spPr>
        <p:txBody>
          <a:bodyPr wrap="square" rtlCol="0">
            <a:noAutofit/>
          </a:bodyPr>
          <a:p>
            <a:pPr indent="0">
              <a:lnSpc>
                <a:spcPct val="150000"/>
              </a:lnSpc>
              <a:buFont typeface="Arial" panose="020B0604020202090204" pitchFamily="34" charset="0"/>
              <a:buNone/>
            </a:pPr>
            <a:r>
              <a:rPr lang="en-US" altLang="zh-CN" sz="2000" b="1">
                <a:sym typeface="+mn-ea"/>
              </a:rPr>
              <a:t> 7.  </a:t>
            </a:r>
            <a:r>
              <a:rPr lang="zh-CN" altLang="en-US" sz="2000" b="1">
                <a:sym typeface="+mn-ea"/>
              </a:rPr>
              <a:t>称名</a:t>
            </a:r>
            <a:r>
              <a:rPr lang="zh-CN" altLang="en-US" sz="2000" b="1">
                <a:sym typeface="+mn-ea"/>
              </a:rPr>
              <a:t>句</a:t>
            </a:r>
            <a:endParaRPr lang="zh-CN" altLang="en-US" sz="2000" b="1">
              <a:sym typeface="+mn-ea"/>
            </a:endParaRPr>
          </a:p>
          <a:p>
            <a:pPr indent="0">
              <a:lnSpc>
                <a:spcPct val="150000"/>
              </a:lnSpc>
              <a:buFont typeface="Arial" panose="020B0604020202090204" pitchFamily="34" charset="0"/>
              <a:buNone/>
            </a:pPr>
            <a:r>
              <a:rPr lang="zh-CN" altLang="en-US" sz="2000">
                <a:sym typeface="+mn-ea"/>
              </a:rPr>
              <a:t>称名句是指肯定事物、现象、状态存在的单部句。这种句子中主要成分用名词第一格或数词和名词词组表示。主语可以带有一致定语或非一致定语，但不能有状语。有些称名句带有指示语气词 </a:t>
            </a:r>
            <a:r>
              <a:rPr lang="en-US" altLang="en-US" sz="2000">
                <a:sym typeface="+mn-ea"/>
              </a:rPr>
              <a:t>вот </a:t>
            </a:r>
            <a:r>
              <a:rPr lang="zh-CN" altLang="en-US" sz="2000">
                <a:sym typeface="+mn-ea"/>
              </a:rPr>
              <a:t>或 </a:t>
            </a:r>
            <a:r>
              <a:rPr lang="en-US" altLang="en-US" sz="2000">
                <a:sym typeface="+mn-ea"/>
              </a:rPr>
              <a:t>вон。</a:t>
            </a:r>
            <a:r>
              <a:rPr lang="zh-CN" altLang="en-US" sz="2000">
                <a:sym typeface="+mn-ea"/>
              </a:rPr>
              <a:t>称名句末尾可以用句号、问号、感叹号</a:t>
            </a:r>
            <a:r>
              <a:rPr lang="zh-CN" altLang="en-US" sz="2000">
                <a:sym typeface="+mn-ea"/>
              </a:rPr>
              <a:t>等。</a:t>
            </a:r>
            <a:endParaRPr lang="zh-CN" altLang="en-US" sz="2000">
              <a:sym typeface="+mn-ea"/>
            </a:endParaRPr>
          </a:p>
          <a:p>
            <a:pPr indent="0">
              <a:lnSpc>
                <a:spcPct val="150000"/>
              </a:lnSpc>
              <a:buFont typeface="Arial" panose="020B0604020202090204" pitchFamily="34" charset="0"/>
              <a:buNone/>
            </a:pPr>
            <a:r>
              <a:rPr lang="zh-CN" altLang="en-US" sz="2000">
                <a:sym typeface="+mn-ea"/>
              </a:rPr>
              <a:t>例如：</a:t>
            </a:r>
            <a:r>
              <a:rPr lang="en-US" altLang="en-US" sz="2000">
                <a:sym typeface="+mn-ea"/>
              </a:rPr>
              <a:t>Зима. Вот и снег. Какой сильный мороз!</a:t>
            </a:r>
            <a:endParaRPr lang="en-US" altLang="en-US" sz="2000">
              <a:sym typeface="+mn-ea"/>
            </a:endParaRPr>
          </a:p>
          <a:p>
            <a:pPr indent="0">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31775"/>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二、</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双部句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1978640" cy="5453380"/>
          </a:xfrm>
          <a:prstGeom prst="rect">
            <a:avLst/>
          </a:prstGeom>
          <a:noFill/>
        </p:spPr>
        <p:txBody>
          <a:bodyPr wrap="square" rtlCol="0">
            <a:noAutofit/>
          </a:bodyPr>
          <a:p>
            <a:pPr marL="342900" indent="-342900">
              <a:lnSpc>
                <a:spcPct val="150000"/>
              </a:lnSpc>
              <a:buFont typeface="Arial" panose="020B0604020202090204" pitchFamily="34" charset="0"/>
              <a:buChar char="•"/>
            </a:pPr>
            <a:r>
              <a:rPr lang="en-US" altLang="zh-CN" sz="2000">
                <a:sym typeface="+mn-ea"/>
              </a:rPr>
              <a:t> </a:t>
            </a:r>
            <a:r>
              <a:rPr lang="zh-CN" altLang="en-US" sz="2000">
                <a:sym typeface="+mn-ea"/>
              </a:rPr>
              <a:t>组成句子的词或词组在句中可以起到不同的语法作用，从而被分为吴中句子成分：主语、谓语、补语、定语和状语。主语和谓语是句子的主要成分，补语、定语和状语是句子的次要成分。</a:t>
            </a:r>
            <a:endParaRPr lang="zh-CN" altLang="en-US" sz="2000">
              <a:sym typeface="+mn-ea"/>
            </a:endParaRPr>
          </a:p>
          <a:p>
            <a:pPr marL="342900" indent="-342900">
              <a:lnSpc>
                <a:spcPct val="150000"/>
              </a:lnSpc>
              <a:buFont typeface="Arial" panose="020B0604020202090204" pitchFamily="34" charset="0"/>
              <a:buChar char="•"/>
            </a:pPr>
            <a:r>
              <a:rPr lang="zh-CN" altLang="en-US" sz="2000" b="1">
                <a:sym typeface="+mn-ea"/>
              </a:rPr>
              <a:t>主要成分</a:t>
            </a:r>
            <a:endParaRPr lang="zh-CN" altLang="en-US" sz="2000" b="1">
              <a:sym typeface="+mn-ea"/>
            </a:endParaRPr>
          </a:p>
          <a:p>
            <a:pPr marL="800100" lvl="1" indent="-342900">
              <a:lnSpc>
                <a:spcPct val="150000"/>
              </a:lnSpc>
              <a:buFont typeface="Arial" panose="020B0604020202090204" pitchFamily="34" charset="0"/>
              <a:buChar char="•"/>
            </a:pPr>
            <a:r>
              <a:rPr lang="zh-CN" altLang="en-US" sz="2000">
                <a:sym typeface="+mn-ea"/>
              </a:rPr>
              <a:t>主语</a:t>
            </a:r>
            <a:endParaRPr lang="zh-CN" altLang="en-US" sz="2000">
              <a:sym typeface="+mn-ea"/>
            </a:endParaRPr>
          </a:p>
          <a:p>
            <a:pPr marL="800100" lvl="1" indent="-342900">
              <a:lnSpc>
                <a:spcPct val="150000"/>
              </a:lnSpc>
              <a:buFont typeface="Arial" panose="020B0604020202090204" pitchFamily="34" charset="0"/>
              <a:buChar char="•"/>
            </a:pPr>
            <a:r>
              <a:rPr lang="zh-CN" altLang="en-US" sz="2000">
                <a:sym typeface="+mn-ea"/>
              </a:rPr>
              <a:t>谓语</a:t>
            </a:r>
            <a:endParaRPr lang="zh-CN" altLang="en-US" sz="2000">
              <a:sym typeface="+mn-ea"/>
            </a:endParaRPr>
          </a:p>
          <a:p>
            <a:pPr marL="342900" lvl="0" indent="-342900">
              <a:lnSpc>
                <a:spcPct val="150000"/>
              </a:lnSpc>
              <a:buFont typeface="Arial" panose="020B0604020202090204" pitchFamily="34" charset="0"/>
              <a:buChar char="•"/>
            </a:pPr>
            <a:r>
              <a:rPr lang="zh-CN" altLang="en-US" sz="2000" b="1">
                <a:sym typeface="+mn-ea"/>
              </a:rPr>
              <a:t>次要成分</a:t>
            </a:r>
            <a:endParaRPr lang="zh-CN" altLang="en-US" sz="2000" b="1">
              <a:sym typeface="+mn-ea"/>
            </a:endParaRPr>
          </a:p>
          <a:p>
            <a:pPr marL="800100" lvl="1" indent="-342900">
              <a:lnSpc>
                <a:spcPct val="150000"/>
              </a:lnSpc>
              <a:buFont typeface="Arial" panose="020B0604020202090204" pitchFamily="34" charset="0"/>
              <a:buChar char="•"/>
            </a:pPr>
            <a:r>
              <a:rPr lang="zh-CN" altLang="en-US" sz="2000">
                <a:sym typeface="+mn-ea"/>
              </a:rPr>
              <a:t>定语</a:t>
            </a:r>
            <a:r>
              <a:rPr lang="en-US" altLang="zh-CN" sz="2000">
                <a:sym typeface="+mn-ea"/>
              </a:rPr>
              <a:t>P108</a:t>
            </a:r>
            <a:endParaRPr lang="en-US" altLang="zh-CN" sz="2000">
              <a:sym typeface="+mn-ea"/>
            </a:endParaRPr>
          </a:p>
          <a:p>
            <a:pPr marL="800100" lvl="1" indent="-342900">
              <a:lnSpc>
                <a:spcPct val="150000"/>
              </a:lnSpc>
              <a:buFont typeface="Arial" panose="020B0604020202090204" pitchFamily="34" charset="0"/>
              <a:buChar char="•"/>
            </a:pPr>
            <a:r>
              <a:rPr lang="zh-CN" altLang="en-US" sz="2000">
                <a:sym typeface="+mn-ea"/>
              </a:rPr>
              <a:t>补语</a:t>
            </a:r>
            <a:r>
              <a:rPr lang="en-US" altLang="zh-CN" sz="2000">
                <a:sym typeface="+mn-ea"/>
              </a:rPr>
              <a:t> P177</a:t>
            </a:r>
            <a:endParaRPr lang="zh-CN" altLang="en-US" sz="2000">
              <a:sym typeface="+mn-ea"/>
            </a:endParaRPr>
          </a:p>
          <a:p>
            <a:pPr marL="800100" lvl="1" indent="-342900">
              <a:lnSpc>
                <a:spcPct val="150000"/>
              </a:lnSpc>
              <a:buFont typeface="Arial" panose="020B0604020202090204" pitchFamily="34" charset="0"/>
              <a:buChar char="•"/>
            </a:pPr>
            <a:r>
              <a:rPr lang="zh-CN" altLang="en-US" sz="2000">
                <a:sym typeface="+mn-ea"/>
              </a:rPr>
              <a:t>状语</a:t>
            </a:r>
            <a:endParaRPr lang="en-US" altLang="zh-CN" sz="2000">
              <a:sym typeface="+mn-ea"/>
            </a:endParaRPr>
          </a:p>
          <a:p>
            <a:pPr indent="0">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348805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三、句子的主要成分和次要</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成分</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1978640" cy="5453380"/>
          </a:xfrm>
          <a:prstGeom prst="rect">
            <a:avLst/>
          </a:prstGeom>
          <a:noFill/>
        </p:spPr>
        <p:txBody>
          <a:bodyPr wrap="square" rtlCol="0">
            <a:noAutofit/>
          </a:bodyPr>
          <a:p>
            <a:pPr marL="342900" indent="-342900">
              <a:lnSpc>
                <a:spcPct val="150000"/>
              </a:lnSpc>
              <a:buFont typeface="Arial" panose="020B0604020202090204" pitchFamily="34" charset="0"/>
              <a:buChar char="•"/>
            </a:pPr>
            <a:r>
              <a:rPr lang="en-US" altLang="zh-CN" sz="2000">
                <a:sym typeface="+mn-ea"/>
              </a:rPr>
              <a:t> </a:t>
            </a:r>
            <a:r>
              <a:rPr lang="zh-CN" altLang="en-US" sz="2000">
                <a:sym typeface="+mn-ea"/>
              </a:rPr>
              <a:t>组成句子的词或词组在句中可以起到不同的语法作用，从而被分为吴中句子成分：主语、谓语、补语、定语和状语。主语和谓语是句子的主要成分，补语、定语和状语是句子的次要成分。</a:t>
            </a:r>
            <a:endParaRPr lang="zh-CN" altLang="en-US" sz="2000">
              <a:sym typeface="+mn-ea"/>
            </a:endParaRPr>
          </a:p>
          <a:p>
            <a:pPr marL="342900" indent="-342900">
              <a:lnSpc>
                <a:spcPct val="150000"/>
              </a:lnSpc>
              <a:buFont typeface="Arial" panose="020B0604020202090204" pitchFamily="34" charset="0"/>
              <a:buChar char="•"/>
            </a:pPr>
            <a:r>
              <a:rPr lang="zh-CN" altLang="en-US" sz="2000" b="1">
                <a:sym typeface="+mn-ea"/>
              </a:rPr>
              <a:t>主要成分</a:t>
            </a:r>
            <a:endParaRPr lang="zh-CN" altLang="en-US" sz="2000" b="1">
              <a:sym typeface="+mn-ea"/>
            </a:endParaRPr>
          </a:p>
          <a:p>
            <a:pPr marL="800100" lvl="1" indent="-342900">
              <a:lnSpc>
                <a:spcPct val="150000"/>
              </a:lnSpc>
              <a:buFont typeface="Arial" panose="020B0604020202090204" pitchFamily="34" charset="0"/>
              <a:buChar char="•"/>
            </a:pPr>
            <a:r>
              <a:rPr lang="zh-CN" altLang="en-US" sz="2000">
                <a:sym typeface="+mn-ea"/>
              </a:rPr>
              <a:t>主语</a:t>
            </a:r>
            <a:endParaRPr lang="zh-CN" altLang="en-US" sz="2000">
              <a:sym typeface="+mn-ea"/>
            </a:endParaRPr>
          </a:p>
          <a:p>
            <a:pPr marL="800100" lvl="1" indent="-342900">
              <a:lnSpc>
                <a:spcPct val="150000"/>
              </a:lnSpc>
              <a:buFont typeface="Arial" panose="020B0604020202090204" pitchFamily="34" charset="0"/>
              <a:buChar char="•"/>
            </a:pPr>
            <a:r>
              <a:rPr lang="zh-CN" altLang="en-US" sz="2000">
                <a:sym typeface="+mn-ea"/>
              </a:rPr>
              <a:t>谓语</a:t>
            </a:r>
            <a:endParaRPr lang="zh-CN" altLang="en-US" sz="2000">
              <a:sym typeface="+mn-ea"/>
            </a:endParaRPr>
          </a:p>
          <a:p>
            <a:pPr marL="342900" lvl="0" indent="-342900">
              <a:lnSpc>
                <a:spcPct val="150000"/>
              </a:lnSpc>
              <a:buFont typeface="Arial" panose="020B0604020202090204" pitchFamily="34" charset="0"/>
              <a:buChar char="•"/>
            </a:pPr>
            <a:r>
              <a:rPr lang="zh-CN" altLang="en-US" sz="2000" b="1">
                <a:sym typeface="+mn-ea"/>
              </a:rPr>
              <a:t>次要成分</a:t>
            </a:r>
            <a:endParaRPr lang="zh-CN" altLang="en-US" sz="2000" b="1">
              <a:sym typeface="+mn-ea"/>
            </a:endParaRPr>
          </a:p>
          <a:p>
            <a:pPr marL="800100" lvl="1" indent="-342900">
              <a:lnSpc>
                <a:spcPct val="150000"/>
              </a:lnSpc>
              <a:buFont typeface="Arial" panose="020B0604020202090204" pitchFamily="34" charset="0"/>
              <a:buChar char="•"/>
            </a:pPr>
            <a:r>
              <a:rPr lang="zh-CN" altLang="en-US" sz="2000">
                <a:sym typeface="+mn-ea"/>
              </a:rPr>
              <a:t>定语</a:t>
            </a:r>
            <a:r>
              <a:rPr lang="en-US" altLang="zh-CN" sz="2000">
                <a:sym typeface="+mn-ea"/>
              </a:rPr>
              <a:t>P108</a:t>
            </a:r>
            <a:endParaRPr lang="en-US" altLang="zh-CN" sz="2000">
              <a:sym typeface="+mn-ea"/>
            </a:endParaRPr>
          </a:p>
          <a:p>
            <a:pPr marL="800100" lvl="1" indent="-342900">
              <a:lnSpc>
                <a:spcPct val="150000"/>
              </a:lnSpc>
              <a:buFont typeface="Arial" panose="020B0604020202090204" pitchFamily="34" charset="0"/>
              <a:buChar char="•"/>
            </a:pPr>
            <a:r>
              <a:rPr lang="zh-CN" altLang="en-US" sz="2000">
                <a:sym typeface="+mn-ea"/>
              </a:rPr>
              <a:t>补语</a:t>
            </a:r>
            <a:r>
              <a:rPr lang="en-US" altLang="zh-CN" sz="2000">
                <a:sym typeface="+mn-ea"/>
              </a:rPr>
              <a:t> P177</a:t>
            </a:r>
            <a:endParaRPr lang="zh-CN" altLang="en-US" sz="2000">
              <a:sym typeface="+mn-ea"/>
            </a:endParaRPr>
          </a:p>
          <a:p>
            <a:pPr marL="800100" lvl="1" indent="-342900">
              <a:lnSpc>
                <a:spcPct val="150000"/>
              </a:lnSpc>
              <a:buFont typeface="Arial" panose="020B0604020202090204" pitchFamily="34" charset="0"/>
              <a:buChar char="•"/>
            </a:pPr>
            <a:r>
              <a:rPr lang="zh-CN" altLang="en-US" sz="2000">
                <a:sym typeface="+mn-ea"/>
              </a:rPr>
              <a:t>状语</a:t>
            </a:r>
            <a:endParaRPr lang="en-US" altLang="zh-CN" sz="2000">
              <a:sym typeface="+mn-ea"/>
            </a:endParaRPr>
          </a:p>
          <a:p>
            <a:pPr indent="0">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并列复合句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1978640" cy="5453380"/>
          </a:xfrm>
          <a:prstGeom prst="rect">
            <a:avLst/>
          </a:prstGeom>
          <a:noFill/>
        </p:spPr>
        <p:txBody>
          <a:bodyPr wrap="square" rtlCol="0">
            <a:noAutofit/>
          </a:bodyPr>
          <a:p>
            <a:pPr marL="342900" indent="-342900">
              <a:lnSpc>
                <a:spcPct val="150000"/>
              </a:lnSpc>
              <a:buFont typeface="Arial" panose="020B0604020202090204" pitchFamily="34" charset="0"/>
              <a:buChar char="•"/>
            </a:pPr>
            <a:r>
              <a:rPr lang="en-US" altLang="zh-CN" sz="2000">
                <a:sym typeface="+mn-ea"/>
              </a:rPr>
              <a:t> </a:t>
            </a:r>
            <a:r>
              <a:rPr lang="zh-CN" altLang="en-US" sz="2000">
                <a:sym typeface="+mn-ea"/>
              </a:rPr>
              <a:t>只有一个主语（或并列主语）和一个谓语（或并列谓语）的句子称为</a:t>
            </a:r>
            <a:r>
              <a:rPr lang="zh-CN" altLang="en-US" sz="2000">
                <a:sym typeface="+mn-ea"/>
              </a:rPr>
              <a:t>简单句。</a:t>
            </a:r>
            <a:endParaRPr lang="zh-CN" altLang="en-US" sz="2000">
              <a:sym typeface="+mn-ea"/>
            </a:endParaRPr>
          </a:p>
          <a:p>
            <a:pPr indent="0">
              <a:lnSpc>
                <a:spcPct val="150000"/>
              </a:lnSpc>
              <a:buFont typeface="Arial" panose="020B0604020202090204" pitchFamily="34" charset="0"/>
              <a:buNone/>
            </a:pPr>
            <a:r>
              <a:rPr lang="zh-CN" altLang="en-US" sz="2000" i="1">
                <a:sym typeface="+mn-ea"/>
              </a:rPr>
              <a:t>例如：</a:t>
            </a:r>
            <a:r>
              <a:rPr lang="en-US" altLang="en-US" sz="2000" i="1">
                <a:sym typeface="+mn-ea"/>
              </a:rPr>
              <a:t>Наш университет расположен в центре города.</a:t>
            </a:r>
            <a:endParaRPr lang="en-US" altLang="en-US" sz="2000" i="1">
              <a:sym typeface="+mn-ea"/>
            </a:endParaRPr>
          </a:p>
          <a:p>
            <a:pPr indent="0">
              <a:lnSpc>
                <a:spcPct val="150000"/>
              </a:lnSpc>
              <a:buFont typeface="Arial" panose="020B0604020202090204" pitchFamily="34" charset="0"/>
              <a:buNone/>
            </a:pPr>
            <a:r>
              <a:rPr lang="en-US" altLang="en-US" sz="2000" i="1">
                <a:sym typeface="+mn-ea"/>
              </a:rPr>
              <a:t>           Студенты и преподаватели активно используют социальные сети.</a:t>
            </a:r>
            <a:endParaRPr lang="en-US" altLang="zh-CN" sz="2000" i="1">
              <a:sym typeface="+mn-ea"/>
            </a:endParaRPr>
          </a:p>
          <a:p>
            <a:pPr indent="0">
              <a:lnSpc>
                <a:spcPct val="150000"/>
              </a:lnSpc>
              <a:buFont typeface="Arial" panose="020B0604020202090204" pitchFamily="34" charset="0"/>
              <a:buNone/>
            </a:pPr>
            <a:r>
              <a:rPr lang="en-US" altLang="en-US" sz="2000" i="1">
                <a:sym typeface="+mn-ea"/>
              </a:rPr>
              <a:t>           Экспозиция музея рассказывает и показывает историю науки.</a:t>
            </a:r>
            <a:endParaRPr lang="en-US" altLang="zh-CN" sz="2000" i="1">
              <a:sym typeface="+mn-ea"/>
            </a:endParaRPr>
          </a:p>
          <a:p>
            <a:pPr marL="342900" indent="-342900">
              <a:lnSpc>
                <a:spcPct val="150000"/>
              </a:lnSpc>
              <a:buFont typeface="Arial" panose="020B0604020202090204" pitchFamily="34" charset="0"/>
              <a:buChar char="•"/>
            </a:pPr>
            <a:endParaRPr lang="en-US" altLang="zh-CN" sz="2000">
              <a:sym typeface="+mn-ea"/>
            </a:endParaRPr>
          </a:p>
          <a:p>
            <a:pPr marL="342900" indent="-342900">
              <a:lnSpc>
                <a:spcPct val="150000"/>
              </a:lnSpc>
              <a:buFont typeface="Arial" panose="020B0604020202090204" pitchFamily="34" charset="0"/>
              <a:buChar char="•"/>
            </a:pPr>
            <a:r>
              <a:rPr lang="zh-CN" altLang="en-US" sz="2000">
                <a:sym typeface="+mn-ea"/>
              </a:rPr>
              <a:t>由两个或两个以上的简单句构成的句子叫复合句</a:t>
            </a:r>
            <a:r>
              <a:rPr lang="en-US" altLang="en-US" sz="2000">
                <a:sym typeface="+mn-ea"/>
              </a:rPr>
              <a:t>。</a:t>
            </a:r>
            <a:r>
              <a:rPr lang="zh-CN" altLang="en-US" sz="2000">
                <a:sym typeface="+mn-ea"/>
              </a:rPr>
              <a:t>组成复合句的简单句又叫分句</a:t>
            </a:r>
            <a:r>
              <a:rPr lang="en-US" altLang="en-US" sz="2000">
                <a:sym typeface="+mn-ea"/>
              </a:rPr>
              <a:t>，</a:t>
            </a:r>
            <a:r>
              <a:rPr lang="zh-CN" altLang="en-US" sz="2000">
                <a:sym typeface="+mn-ea"/>
              </a:rPr>
              <a:t>分句之间的关系可以是</a:t>
            </a:r>
            <a:r>
              <a:rPr lang="zh-CN" altLang="en-US" sz="2000" b="1" u="sng">
                <a:sym typeface="+mn-ea"/>
              </a:rPr>
              <a:t>并列</a:t>
            </a:r>
            <a:r>
              <a:rPr lang="zh-CN" altLang="en-US" sz="2000">
                <a:sym typeface="+mn-ea"/>
              </a:rPr>
              <a:t>的或</a:t>
            </a:r>
            <a:r>
              <a:rPr lang="zh-CN" altLang="en-US" sz="2000" b="1" u="sng">
                <a:sym typeface="+mn-ea"/>
              </a:rPr>
              <a:t>主从</a:t>
            </a:r>
            <a:r>
              <a:rPr lang="zh-CN" altLang="en-US" sz="2000">
                <a:sym typeface="+mn-ea"/>
              </a:rPr>
              <a:t>的。</a:t>
            </a:r>
            <a:endParaRPr lang="zh-CN" altLang="en-US" sz="2000">
              <a:sym typeface="+mn-ea"/>
            </a:endParaRPr>
          </a:p>
          <a:p>
            <a:pPr marL="342900" indent="-342900">
              <a:lnSpc>
                <a:spcPct val="150000"/>
              </a:lnSpc>
              <a:buFont typeface="Arial" panose="020B0604020202090204" pitchFamily="34" charset="0"/>
              <a:buChar char="•"/>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四、</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并列复合句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1978640" cy="5453380"/>
          </a:xfrm>
          <a:prstGeom prst="rect">
            <a:avLst/>
          </a:prstGeom>
          <a:noFill/>
        </p:spPr>
        <p:txBody>
          <a:bodyPr wrap="square" rtlCol="0">
            <a:noAutofit/>
          </a:bodyPr>
          <a:p>
            <a:pPr marL="342900" indent="-342900">
              <a:lnSpc>
                <a:spcPct val="150000"/>
              </a:lnSpc>
              <a:buFont typeface="Arial" panose="020B0604020202090204" pitchFamily="34" charset="0"/>
              <a:buChar char="•"/>
            </a:pPr>
            <a:r>
              <a:rPr lang="zh-CN" altLang="en-US" sz="2000">
                <a:sym typeface="+mn-ea"/>
              </a:rPr>
              <a:t>两个或两个以上的简单句用并列连接词连在一起的句子叫</a:t>
            </a:r>
            <a:r>
              <a:rPr lang="zh-CN" altLang="en-US" sz="2000" u="sng">
                <a:sym typeface="+mn-ea"/>
              </a:rPr>
              <a:t>并列复合句</a:t>
            </a:r>
            <a:r>
              <a:rPr lang="zh-CN" altLang="en-US" sz="2000">
                <a:sym typeface="+mn-ea"/>
              </a:rPr>
              <a:t>，常用的并列连接词有</a:t>
            </a:r>
            <a:r>
              <a:rPr lang="ru-RU" altLang="zh-CN" sz="2000">
                <a:sym typeface="+mn-ea"/>
              </a:rPr>
              <a:t>и, а, но, однако, или</a:t>
            </a:r>
            <a:r>
              <a:rPr lang="zh-CN" altLang="ru-RU" sz="2000">
                <a:sym typeface="+mn-ea"/>
              </a:rPr>
              <a:t>等，书写时连接词前要有</a:t>
            </a:r>
            <a:r>
              <a:rPr lang="zh-CN" altLang="ru-RU" sz="2000">
                <a:sym typeface="+mn-ea"/>
              </a:rPr>
              <a:t>逗号。</a:t>
            </a:r>
            <a:endParaRPr lang="zh-CN" altLang="ru-RU" sz="2000">
              <a:sym typeface="+mn-ea"/>
            </a:endParaRPr>
          </a:p>
          <a:p>
            <a:pPr indent="0">
              <a:lnSpc>
                <a:spcPct val="150000"/>
              </a:lnSpc>
              <a:buFont typeface="Arial" panose="020B0604020202090204" pitchFamily="34" charset="0"/>
              <a:buNone/>
            </a:pPr>
            <a:endParaRPr lang="zh-CN" altLang="en-US" sz="2000">
              <a:sym typeface="+mn-ea"/>
            </a:endParaRPr>
          </a:p>
          <a:p>
            <a:pPr indent="0">
              <a:lnSpc>
                <a:spcPct val="150000"/>
              </a:lnSpc>
              <a:buFont typeface="Arial" panose="020B0604020202090204" pitchFamily="34" charset="0"/>
              <a:buNone/>
            </a:pPr>
            <a:r>
              <a:rPr lang="zh-CN" altLang="en-US" sz="2000">
                <a:sym typeface="+mn-ea"/>
              </a:rPr>
              <a:t>例如：</a:t>
            </a:r>
            <a:r>
              <a:rPr lang="en-US" altLang="en-US" sz="2000">
                <a:sym typeface="+mn-ea"/>
              </a:rPr>
              <a:t>Антон читает, а Анна смотрит телевизор.</a:t>
            </a:r>
            <a:endParaRPr lang="en-US" altLang="en-US" sz="2000">
              <a:sym typeface="+mn-ea"/>
            </a:endParaRPr>
          </a:p>
          <a:p>
            <a:pPr indent="0">
              <a:lnSpc>
                <a:spcPct val="150000"/>
              </a:lnSpc>
              <a:buFont typeface="Arial" panose="020B0604020202090204" pitchFamily="34" charset="0"/>
              <a:buNone/>
            </a:pPr>
            <a:r>
              <a:rPr lang="en-US" altLang="en-US" sz="2000">
                <a:sym typeface="+mn-ea"/>
              </a:rPr>
              <a:t>           Ли Мин хорошо понимает по-русски, но ещё плохо говорит.</a:t>
            </a:r>
            <a:endParaRPr lang="en-US" altLang="en-US" sz="2000">
              <a:sym typeface="+mn-ea"/>
            </a:endParaRPr>
          </a:p>
          <a:p>
            <a:pPr indent="0">
              <a:lnSpc>
                <a:spcPct val="150000"/>
              </a:lnSpc>
              <a:buFont typeface="Arial" panose="020B0604020202090204" pitchFamily="34" charset="0"/>
              <a:buNone/>
            </a:pPr>
            <a:endParaRPr lang="en-US" altLang="en-US" sz="2000">
              <a:sym typeface="+mn-ea"/>
            </a:endParaRPr>
          </a:p>
          <a:p>
            <a:pPr indent="0">
              <a:lnSpc>
                <a:spcPct val="150000"/>
              </a:lnSpc>
              <a:buFont typeface="Arial" panose="020B0604020202090204" pitchFamily="34" charset="0"/>
              <a:buNone/>
            </a:pPr>
            <a:endParaRPr lang="zh-CN" altLang="ru-RU"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主从复合句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1978640" cy="5453380"/>
          </a:xfrm>
          <a:prstGeom prst="rect">
            <a:avLst/>
          </a:prstGeom>
          <a:noFill/>
        </p:spPr>
        <p:txBody>
          <a:bodyPr wrap="square" rtlCol="0">
            <a:noAutofit/>
          </a:bodyPr>
          <a:p>
            <a:pPr marL="342900" indent="-342900">
              <a:lnSpc>
                <a:spcPct val="150000"/>
              </a:lnSpc>
              <a:buFont typeface="Arial" panose="020B0604020202090204" pitchFamily="34" charset="0"/>
              <a:buChar char="•"/>
            </a:pPr>
            <a:r>
              <a:rPr lang="zh-CN" altLang="en-US" sz="2000">
                <a:sym typeface="+mn-ea"/>
              </a:rPr>
              <a:t>由一个主句和一个或一个以上的从句所构成的句子叫</a:t>
            </a:r>
            <a:r>
              <a:rPr lang="zh-CN" altLang="en-US" sz="2000" u="sng">
                <a:sym typeface="+mn-ea"/>
              </a:rPr>
              <a:t>主从复合句</a:t>
            </a:r>
            <a:r>
              <a:rPr lang="en-US" altLang="en-US" sz="2000">
                <a:sym typeface="+mn-ea"/>
              </a:rPr>
              <a:t>。</a:t>
            </a:r>
            <a:r>
              <a:rPr lang="zh-CN" altLang="en-US" sz="2000">
                <a:sym typeface="+mn-ea"/>
              </a:rPr>
              <a:t>主从复合句中的各个分句之间有主从关系。处于主导地位的分句叫做主句</a:t>
            </a:r>
            <a:r>
              <a:rPr lang="en-US" altLang="en-US" sz="2000">
                <a:sym typeface="+mn-ea"/>
              </a:rPr>
              <a:t>，</a:t>
            </a:r>
            <a:r>
              <a:rPr lang="zh-CN" altLang="en-US" sz="2000">
                <a:sym typeface="+mn-ea"/>
              </a:rPr>
              <a:t>处于从属地位的分句叫做从句</a:t>
            </a:r>
            <a:r>
              <a:rPr lang="en-US" altLang="en-US" sz="2000">
                <a:sym typeface="+mn-ea"/>
              </a:rPr>
              <a:t>。</a:t>
            </a:r>
            <a:r>
              <a:rPr lang="zh-CN" altLang="en-US" sz="2000">
                <a:sym typeface="+mn-ea"/>
              </a:rPr>
              <a:t>例如：</a:t>
            </a:r>
            <a:endParaRPr lang="zh-CN" altLang="en-US" sz="2000">
              <a:sym typeface="+mn-ea"/>
            </a:endParaRPr>
          </a:p>
          <a:p>
            <a:pPr indent="0">
              <a:lnSpc>
                <a:spcPct val="150000"/>
              </a:lnSpc>
              <a:buFont typeface="Arial" panose="020B0604020202090204" pitchFamily="34" charset="0"/>
              <a:buNone/>
            </a:pPr>
            <a:endParaRPr lang="en-US" altLang="en-US" sz="2000" i="1">
              <a:latin typeface="Arial" panose="020B0604020202090204" pitchFamily="34" charset="0"/>
              <a:cs typeface="Arial" panose="020B0604020202090204" pitchFamily="34" charset="0"/>
              <a:sym typeface="+mn-ea"/>
            </a:endParaRPr>
          </a:p>
          <a:p>
            <a:pPr indent="0">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sym typeface="+mn-ea"/>
              </a:rPr>
              <a:t>Я знаю, что завтра будет концерт. </a:t>
            </a:r>
            <a:r>
              <a:rPr lang="zh-CN" altLang="en-US" sz="2000">
                <a:sym typeface="+mn-ea"/>
              </a:rPr>
              <a:t>（带说明从句的主从复合句）</a:t>
            </a:r>
            <a:endParaRPr lang="en-US" altLang="en-US" sz="2000" i="1">
              <a:latin typeface="Arial" panose="020B0604020202090204" pitchFamily="34" charset="0"/>
              <a:cs typeface="Arial" panose="020B0604020202090204" pitchFamily="34" charset="0"/>
              <a:sym typeface="+mn-ea"/>
            </a:endParaRPr>
          </a:p>
          <a:p>
            <a:pPr indent="0">
              <a:lnSpc>
                <a:spcPct val="150000"/>
              </a:lnSpc>
              <a:buFont typeface="Arial" panose="020B0604020202090204" pitchFamily="34" charset="0"/>
              <a:buNone/>
            </a:pPr>
            <a:r>
              <a:rPr lang="en-US" altLang="en-US" sz="2000" i="1">
                <a:latin typeface="Arial" panose="020B0604020202090204" pitchFamily="34" charset="0"/>
                <a:cs typeface="Arial" panose="020B0604020202090204" pitchFamily="34" charset="0"/>
                <a:sym typeface="+mn-ea"/>
              </a:rPr>
              <a:t>Когда преподаватель объясняет, мы внимательно слушаем.</a:t>
            </a:r>
            <a:r>
              <a:rPr lang="zh-CN" altLang="en-US" sz="2000">
                <a:sym typeface="+mn-ea"/>
              </a:rPr>
              <a:t>（带时间从句的主从复合句）</a:t>
            </a:r>
            <a:endParaRPr lang="en-US" altLang="en-US" sz="2000" i="1">
              <a:latin typeface="Arial" panose="020B0604020202090204" pitchFamily="34" charset="0"/>
              <a:cs typeface="Arial" panose="020B0604020202090204" pitchFamily="34" charset="0"/>
              <a:sym typeface="+mn-ea"/>
            </a:endParaRPr>
          </a:p>
          <a:p>
            <a:pPr indent="0">
              <a:lnSpc>
                <a:spcPct val="150000"/>
              </a:lnSpc>
              <a:buFont typeface="Arial" panose="020B0604020202090204" pitchFamily="34" charset="0"/>
              <a:buNone/>
            </a:pPr>
            <a:endParaRPr lang="zh-CN" altLang="ru-RU"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主从复合句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1978640" cy="5453380"/>
          </a:xfrm>
          <a:prstGeom prst="rect">
            <a:avLst/>
          </a:prstGeom>
          <a:noFill/>
        </p:spPr>
        <p:txBody>
          <a:bodyPr wrap="square" rtlCol="0">
            <a:noAutofit/>
          </a:bodyPr>
          <a:p>
            <a:pPr indent="0" algn="l">
              <a:lnSpc>
                <a:spcPct val="150000"/>
              </a:lnSpc>
              <a:buFont typeface="Arial" panose="020B0604020202090204" pitchFamily="34" charset="0"/>
              <a:buNone/>
            </a:pPr>
            <a:r>
              <a:rPr lang="en-US" altLang="zh-CN" sz="2000" b="1">
                <a:sym typeface="+mn-ea"/>
              </a:rPr>
              <a:t>1. </a:t>
            </a:r>
            <a:r>
              <a:rPr lang="zh-CN" altLang="en-US" sz="2000" b="1">
                <a:sym typeface="+mn-ea"/>
              </a:rPr>
              <a:t>带说明从句的主从复合句</a:t>
            </a:r>
            <a:endParaRPr lang="zh-CN" altLang="en-US" sz="2000" b="1">
              <a:sym typeface="+mn-ea"/>
            </a:endParaRPr>
          </a:p>
          <a:p>
            <a:pPr marL="342900" indent="-342900" algn="l">
              <a:lnSpc>
                <a:spcPct val="150000"/>
              </a:lnSpc>
              <a:buFont typeface="Arial" panose="020B0604020202090204" pitchFamily="34" charset="0"/>
              <a:buChar char="•"/>
            </a:pPr>
            <a:r>
              <a:rPr lang="zh-CN" altLang="en-US" sz="2000">
                <a:sym typeface="+mn-ea"/>
              </a:rPr>
              <a:t>说明从句是对主句中的某个词或某个词组起补充说明作用的句子，主句中被说明的此经常是动词，说明从句常借助连接词或关联词与主句相连。</a:t>
            </a:r>
            <a:endParaRPr lang="zh-CN" altLang="en-US" sz="2000">
              <a:sym typeface="+mn-ea"/>
            </a:endParaRPr>
          </a:p>
          <a:p>
            <a:pPr indent="0" algn="l">
              <a:lnSpc>
                <a:spcPct val="150000"/>
              </a:lnSpc>
              <a:buFont typeface="Arial" panose="020B0604020202090204" pitchFamily="34" charset="0"/>
              <a:buNone/>
            </a:pPr>
            <a:endParaRPr lang="zh-CN" altLang="en-US" sz="2000" b="1">
              <a:sym typeface="+mn-ea"/>
            </a:endParaRPr>
          </a:p>
          <a:p>
            <a:pPr indent="0" algn="l">
              <a:lnSpc>
                <a:spcPct val="150000"/>
              </a:lnSpc>
              <a:buFont typeface="Arial" panose="020B0604020202090204" pitchFamily="34" charset="0"/>
              <a:buNone/>
            </a:pPr>
            <a:r>
              <a:rPr lang="zh-CN" altLang="en-US" sz="2000" b="1">
                <a:sym typeface="+mn-ea"/>
              </a:rPr>
              <a:t>① 连接词 </a:t>
            </a:r>
            <a:r>
              <a:rPr lang="en-US" altLang="en-US" sz="2000" b="1">
                <a:sym typeface="+mn-ea"/>
              </a:rPr>
              <a:t>что </a:t>
            </a:r>
            <a:r>
              <a:rPr lang="zh-CN" altLang="en-US" sz="2000" b="1">
                <a:sym typeface="+mn-ea"/>
              </a:rPr>
              <a:t>引出的说明从句</a:t>
            </a:r>
            <a:endParaRPr lang="zh-CN" altLang="en-US" sz="2000" b="1">
              <a:sym typeface="+mn-ea"/>
            </a:endParaRPr>
          </a:p>
          <a:p>
            <a:pPr indent="0" algn="l">
              <a:lnSpc>
                <a:spcPct val="150000"/>
              </a:lnSpc>
              <a:buFont typeface="Arial" panose="020B0604020202090204" pitchFamily="34" charset="0"/>
              <a:buNone/>
            </a:pPr>
            <a:r>
              <a:rPr lang="zh-CN" altLang="en-US" sz="2000">
                <a:sym typeface="+mn-ea"/>
              </a:rPr>
              <a:t>这种从句一般是说明主句中用具有告知、思想、感觉、知觉等意义的词表示的谓语，从句的内容是实际存在的事实，谓语可用于各种时间。</a:t>
            </a:r>
            <a:endParaRPr lang="zh-CN" altLang="en-US" sz="2000">
              <a:sym typeface="+mn-ea"/>
            </a:endParaRPr>
          </a:p>
          <a:p>
            <a:pPr indent="0" algn="l">
              <a:lnSpc>
                <a:spcPct val="150000"/>
              </a:lnSpc>
              <a:buFont typeface="Arial" panose="020B0604020202090204" pitchFamily="34" charset="0"/>
              <a:buNone/>
            </a:pPr>
            <a:r>
              <a:rPr lang="zh-CN" altLang="en-US" sz="2000">
                <a:sym typeface="+mn-ea"/>
              </a:rPr>
              <a:t>例如：</a:t>
            </a:r>
            <a:r>
              <a:rPr lang="en-US" altLang="en-US" sz="2000">
                <a:sym typeface="+mn-ea"/>
              </a:rPr>
              <a:t>Преподаватель </a:t>
            </a:r>
            <a:r>
              <a:rPr lang="ru-RU" altLang="en-US" sz="2000">
                <a:sym typeface="+mn-ea"/>
              </a:rPr>
              <a:t>думает</a:t>
            </a:r>
            <a:r>
              <a:rPr lang="en-US" altLang="en-US" sz="2000">
                <a:sym typeface="+mn-ea"/>
              </a:rPr>
              <a:t>, что все студенты нашей группы хорошо сдадут экзамены.</a:t>
            </a:r>
            <a:endParaRPr lang="en-US" altLang="en-US" sz="2000">
              <a:sym typeface="+mn-ea"/>
            </a:endParaRPr>
          </a:p>
          <a:p>
            <a:pPr indent="0" algn="just">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主从复合句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2080240" cy="5453380"/>
          </a:xfrm>
          <a:prstGeom prst="rect">
            <a:avLst/>
          </a:prstGeom>
          <a:noFill/>
        </p:spPr>
        <p:txBody>
          <a:bodyPr wrap="square" rtlCol="0">
            <a:noAutofit/>
          </a:bodyPr>
          <a:p>
            <a:pPr indent="0" algn="l">
              <a:lnSpc>
                <a:spcPct val="150000"/>
              </a:lnSpc>
              <a:buFont typeface="Arial" panose="020B0604020202090204" pitchFamily="34" charset="0"/>
              <a:buNone/>
            </a:pPr>
            <a:r>
              <a:rPr lang="en-US" altLang="zh-CN" sz="2000" b="1">
                <a:sym typeface="+mn-ea"/>
              </a:rPr>
              <a:t>1. </a:t>
            </a:r>
            <a:r>
              <a:rPr lang="zh-CN" altLang="en-US" sz="2000" b="1">
                <a:sym typeface="+mn-ea"/>
              </a:rPr>
              <a:t>带说明从句的主从复合句</a:t>
            </a:r>
            <a:endParaRPr lang="zh-CN" altLang="en-US" sz="2000" b="1">
              <a:sym typeface="+mn-ea"/>
            </a:endParaRPr>
          </a:p>
          <a:p>
            <a:pPr indent="0" algn="just">
              <a:lnSpc>
                <a:spcPct val="150000"/>
              </a:lnSpc>
              <a:buFont typeface="Arial" panose="020B0604020202090204" pitchFamily="34" charset="0"/>
              <a:buNone/>
            </a:pPr>
            <a:r>
              <a:rPr lang="zh-CN" altLang="en-US" sz="2000">
                <a:sym typeface="+mn-ea"/>
              </a:rPr>
              <a:t>② 连接词 </a:t>
            </a:r>
            <a:r>
              <a:rPr lang="en-US" altLang="en-US" sz="2000">
                <a:sym typeface="+mn-ea"/>
              </a:rPr>
              <a:t>чтобы</a:t>
            </a:r>
            <a:r>
              <a:rPr lang="zh-CN" altLang="en-US" sz="2000">
                <a:sym typeface="+mn-ea"/>
              </a:rPr>
              <a:t>引出的说明从句</a:t>
            </a:r>
            <a:endParaRPr lang="zh-CN" altLang="en-US" sz="2000">
              <a:sym typeface="+mn-ea"/>
            </a:endParaRPr>
          </a:p>
          <a:p>
            <a:pPr indent="0" algn="l">
              <a:lnSpc>
                <a:spcPct val="150000"/>
              </a:lnSpc>
              <a:buFont typeface="Arial" panose="020B0604020202090204" pitchFamily="34" charset="0"/>
              <a:buNone/>
            </a:pPr>
            <a:r>
              <a:rPr lang="zh-CN" altLang="en-US" sz="2000">
                <a:sym typeface="+mn-ea"/>
              </a:rPr>
              <a:t>这种从句一般用来说明主句中含有希望、请求、建议等意义的词，如 </a:t>
            </a:r>
            <a:r>
              <a:rPr lang="en-US" altLang="en-US" sz="2000">
                <a:sym typeface="+mn-ea"/>
              </a:rPr>
              <a:t>хотеть, желать, просить, приказать, советовать </a:t>
            </a:r>
            <a:r>
              <a:rPr lang="zh-CN" altLang="en-US" sz="2000">
                <a:sym typeface="+mn-ea"/>
              </a:rPr>
              <a:t>等。从句的内容是希望实现的事情，谓语的时态要看主从句主体是否</a:t>
            </a:r>
            <a:r>
              <a:rPr lang="zh-CN" altLang="en-US" sz="2000">
                <a:sym typeface="+mn-ea"/>
              </a:rPr>
              <a:t>一致。</a:t>
            </a:r>
            <a:endParaRPr lang="zh-CN" altLang="en-US" sz="2000">
              <a:sym typeface="+mn-ea"/>
            </a:endParaRPr>
          </a:p>
          <a:p>
            <a:pPr indent="0" algn="l">
              <a:lnSpc>
                <a:spcPct val="150000"/>
              </a:lnSpc>
              <a:buFont typeface="Arial" panose="020B0604020202090204" pitchFamily="34" charset="0"/>
              <a:buNone/>
            </a:pPr>
            <a:r>
              <a:rPr lang="zh-CN" altLang="en-US" sz="2000">
                <a:sym typeface="+mn-ea"/>
              </a:rPr>
              <a:t>例如：</a:t>
            </a:r>
            <a:r>
              <a:rPr lang="ru-RU" sz="2000">
                <a:sym typeface="+mn-ea"/>
              </a:rPr>
              <a:t>Он хочет, чтобы поступить в институт.</a:t>
            </a:r>
            <a:endParaRPr lang="en-US" altLang="en-US" sz="2000">
              <a:sym typeface="+mn-ea"/>
            </a:endParaRPr>
          </a:p>
          <a:p>
            <a:pPr indent="0" algn="l">
              <a:lnSpc>
                <a:spcPct val="150000"/>
              </a:lnSpc>
              <a:buFont typeface="Arial" panose="020B0604020202090204" pitchFamily="34" charset="0"/>
              <a:buNone/>
            </a:pPr>
            <a:r>
              <a:rPr lang="en-US" altLang="en-US" sz="2000">
                <a:sym typeface="+mn-ea"/>
              </a:rPr>
              <a:t> </a:t>
            </a:r>
            <a:r>
              <a:rPr lang="ru-RU" altLang="en-US" sz="2000">
                <a:sym typeface="+mn-ea"/>
              </a:rPr>
              <a:t>          </a:t>
            </a:r>
            <a:r>
              <a:rPr lang="en-US" altLang="en-US" sz="2000">
                <a:sym typeface="+mn-ea"/>
              </a:rPr>
              <a:t>Я хочу, чтоб</a:t>
            </a:r>
            <a:r>
              <a:rPr lang="ru-RU" altLang="en-US" sz="2000">
                <a:sym typeface="+mn-ea"/>
              </a:rPr>
              <a:t>ы</a:t>
            </a:r>
            <a:r>
              <a:rPr lang="en-US" altLang="en-US" sz="2000">
                <a:sym typeface="+mn-ea"/>
              </a:rPr>
              <a:t> вы меня правильно поняли.</a:t>
            </a:r>
            <a:endParaRPr lang="en-US" altLang="en-US" sz="2000">
              <a:sym typeface="+mn-ea"/>
            </a:endParaRPr>
          </a:p>
          <a:p>
            <a:pPr indent="0" algn="l">
              <a:lnSpc>
                <a:spcPct val="150000"/>
              </a:lnSpc>
              <a:buFont typeface="Arial" panose="020B0604020202090204" pitchFamily="34" charset="0"/>
              <a:buNone/>
            </a:pPr>
            <a:endParaRPr lang="en-US" altLang="en-US" sz="2000">
              <a:sym typeface="+mn-ea"/>
            </a:endParaRPr>
          </a:p>
          <a:p>
            <a:pPr indent="0" algn="just">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主从复合句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2080240" cy="5453380"/>
          </a:xfrm>
          <a:prstGeom prst="rect">
            <a:avLst/>
          </a:prstGeom>
          <a:noFill/>
        </p:spPr>
        <p:txBody>
          <a:bodyPr wrap="square" rtlCol="0">
            <a:noAutofit/>
          </a:bodyPr>
          <a:p>
            <a:pPr indent="0" algn="l">
              <a:lnSpc>
                <a:spcPct val="150000"/>
              </a:lnSpc>
              <a:buFont typeface="Arial" panose="020B0604020202090204" pitchFamily="34" charset="0"/>
              <a:buNone/>
            </a:pPr>
            <a:r>
              <a:rPr lang="en-US" altLang="zh-CN" sz="2000" b="1">
                <a:sym typeface="+mn-ea"/>
              </a:rPr>
              <a:t>1. </a:t>
            </a:r>
            <a:r>
              <a:rPr lang="zh-CN" altLang="en-US" sz="2000" b="1">
                <a:sym typeface="+mn-ea"/>
              </a:rPr>
              <a:t>带说明从句的主从复合句</a:t>
            </a:r>
            <a:endParaRPr lang="zh-CN" altLang="en-US" sz="2000" b="1">
              <a:sym typeface="+mn-ea"/>
            </a:endParaRPr>
          </a:p>
          <a:p>
            <a:pPr indent="0" algn="l">
              <a:lnSpc>
                <a:spcPct val="150000"/>
              </a:lnSpc>
              <a:buFont typeface="Arial" panose="020B0604020202090204" pitchFamily="34" charset="0"/>
              <a:buNone/>
            </a:pPr>
            <a:r>
              <a:rPr lang="en-US" altLang="zh-CN" sz="2000">
                <a:sym typeface="+mn-ea"/>
              </a:rPr>
              <a:t>③ </a:t>
            </a:r>
            <a:r>
              <a:rPr lang="zh-CN" altLang="en-US" sz="2000">
                <a:sym typeface="+mn-ea"/>
              </a:rPr>
              <a:t>连接词 </a:t>
            </a:r>
            <a:r>
              <a:rPr lang="en-US" altLang="en-US" sz="2000">
                <a:sym typeface="+mn-ea"/>
              </a:rPr>
              <a:t>как </a:t>
            </a:r>
            <a:r>
              <a:rPr lang="zh-CN" altLang="en-US" sz="2000">
                <a:sym typeface="+mn-ea"/>
              </a:rPr>
              <a:t>连接的说明从句表示现实存在的事实。主句中有表示直观感受的动词 </a:t>
            </a:r>
            <a:r>
              <a:rPr lang="en-US" altLang="en-US" sz="2000">
                <a:sym typeface="+mn-ea"/>
              </a:rPr>
              <a:t>смотреть, слушать,  </a:t>
            </a:r>
            <a:r>
              <a:rPr lang="zh-CN" altLang="en-US" sz="2000">
                <a:sym typeface="+mn-ea"/>
              </a:rPr>
              <a:t>等时，只用连接词 </a:t>
            </a:r>
            <a:r>
              <a:rPr lang="en-US" altLang="en-US" sz="2000">
                <a:sym typeface="+mn-ea"/>
              </a:rPr>
              <a:t>как，</a:t>
            </a:r>
            <a:r>
              <a:rPr lang="zh-CN" altLang="en-US" sz="2000">
                <a:sym typeface="+mn-ea"/>
              </a:rPr>
              <a:t>此时并无 “如何” 的意义，而近似于 </a:t>
            </a:r>
            <a:r>
              <a:rPr lang="en-US" altLang="en-US" sz="2000">
                <a:sym typeface="+mn-ea"/>
              </a:rPr>
              <a:t>что，</a:t>
            </a:r>
            <a:r>
              <a:rPr lang="zh-CN" altLang="en-US" sz="2000">
                <a:sym typeface="+mn-ea"/>
              </a:rPr>
              <a:t>但不能用连接词 </a:t>
            </a:r>
            <a:r>
              <a:rPr lang="en-US" altLang="en-US" sz="2000">
                <a:sym typeface="+mn-ea"/>
              </a:rPr>
              <a:t>что</a:t>
            </a:r>
            <a:r>
              <a:rPr lang="zh-CN" altLang="en-US" sz="2000">
                <a:sym typeface="+mn-ea"/>
              </a:rPr>
              <a:t>。</a:t>
            </a:r>
            <a:endParaRPr lang="zh-CN" altLang="en-US" sz="2000">
              <a:sym typeface="+mn-ea"/>
            </a:endParaRPr>
          </a:p>
          <a:p>
            <a:pPr indent="0" algn="l">
              <a:lnSpc>
                <a:spcPct val="150000"/>
              </a:lnSpc>
              <a:buFont typeface="Arial" panose="020B0604020202090204" pitchFamily="34" charset="0"/>
              <a:buNone/>
            </a:pPr>
            <a:r>
              <a:rPr lang="zh-CN" altLang="en-US" sz="2000" i="1">
                <a:sym typeface="+mn-ea"/>
              </a:rPr>
              <a:t>例如：</a:t>
            </a:r>
            <a:r>
              <a:rPr lang="en-US" altLang="en-US" sz="2000" i="1">
                <a:sym typeface="+mn-ea"/>
              </a:rPr>
              <a:t>Я смотрю, как дети играют в футбол.</a:t>
            </a:r>
            <a:endParaRPr lang="en-US" altLang="en-US" sz="2000" i="1">
              <a:sym typeface="+mn-ea"/>
            </a:endParaRPr>
          </a:p>
          <a:p>
            <a:pPr indent="0" algn="l">
              <a:lnSpc>
                <a:spcPct val="150000"/>
              </a:lnSpc>
              <a:buFont typeface="Arial" panose="020B0604020202090204" pitchFamily="34" charset="0"/>
              <a:buNone/>
            </a:pPr>
            <a:endParaRPr lang="zh-CN" altLang="en-US" sz="2000">
              <a:sym typeface="+mn-ea"/>
            </a:endParaRPr>
          </a:p>
          <a:p>
            <a:pPr indent="0" algn="l">
              <a:lnSpc>
                <a:spcPct val="150000"/>
              </a:lnSpc>
              <a:buFont typeface="Arial" panose="020B0604020202090204" pitchFamily="34" charset="0"/>
              <a:buNone/>
            </a:pPr>
            <a:r>
              <a:rPr lang="zh-CN" altLang="en-US" sz="2000">
                <a:sym typeface="+mn-ea"/>
              </a:rPr>
              <a:t>主句中有表示直观感受的动词 </a:t>
            </a:r>
            <a:r>
              <a:rPr lang="en-US" altLang="en-US" sz="2000">
                <a:sym typeface="+mn-ea"/>
              </a:rPr>
              <a:t>видеть, слышать, заметить</a:t>
            </a:r>
            <a:r>
              <a:rPr lang="zh-CN" altLang="en-US" sz="2000">
                <a:sym typeface="+mn-ea"/>
              </a:rPr>
              <a:t>等时，可用连接词 </a:t>
            </a:r>
            <a:r>
              <a:rPr lang="en-US" altLang="en-US" sz="2000">
                <a:sym typeface="+mn-ea"/>
              </a:rPr>
              <a:t>как </a:t>
            </a:r>
            <a:r>
              <a:rPr lang="zh-CN" altLang="en-US" sz="2000">
                <a:sym typeface="+mn-ea"/>
              </a:rPr>
              <a:t>或 </a:t>
            </a:r>
            <a:r>
              <a:rPr lang="en-US" altLang="en-US" sz="2000">
                <a:sym typeface="+mn-ea"/>
              </a:rPr>
              <a:t>что。</a:t>
            </a:r>
            <a:endParaRPr lang="en-US" altLang="en-US" sz="2000">
              <a:sym typeface="+mn-ea"/>
            </a:endParaRPr>
          </a:p>
          <a:p>
            <a:pPr indent="0" algn="l">
              <a:lnSpc>
                <a:spcPct val="150000"/>
              </a:lnSpc>
              <a:buFont typeface="Arial" panose="020B0604020202090204" pitchFamily="34" charset="0"/>
              <a:buNone/>
            </a:pPr>
            <a:r>
              <a:rPr lang="zh-CN" altLang="en-US" sz="2000">
                <a:sym typeface="+mn-ea"/>
              </a:rPr>
              <a:t>例如：</a:t>
            </a:r>
            <a:r>
              <a:rPr lang="en-US" altLang="en-US" sz="2000">
                <a:sym typeface="+mn-ea"/>
              </a:rPr>
              <a:t>Он заметил, что (как) брат вышел.</a:t>
            </a:r>
            <a:endParaRPr lang="zh-CN" altLang="en-US" sz="2000">
              <a:sym typeface="+mn-ea"/>
            </a:endParaRPr>
          </a:p>
          <a:p>
            <a:pPr indent="0" algn="l">
              <a:lnSpc>
                <a:spcPct val="150000"/>
              </a:lnSpc>
              <a:buFont typeface="Arial" panose="020B0604020202090204" pitchFamily="34" charset="0"/>
              <a:buNone/>
            </a:pPr>
            <a:endParaRPr lang="zh-CN" altLang="en-US" sz="2000">
              <a:sym typeface="+mn-ea"/>
            </a:endParaRPr>
          </a:p>
          <a:p>
            <a:pPr indent="0" algn="just">
              <a:lnSpc>
                <a:spcPct val="150000"/>
              </a:lnSpc>
              <a:buFont typeface="Arial" panose="020B0604020202090204" pitchFamily="34" charset="0"/>
              <a:buNone/>
            </a:pPr>
            <a:endParaRPr lang="zh-CN"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主从复合句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2080240" cy="5453380"/>
          </a:xfrm>
          <a:prstGeom prst="rect">
            <a:avLst/>
          </a:prstGeom>
          <a:noFill/>
        </p:spPr>
        <p:txBody>
          <a:bodyPr wrap="square" rtlCol="0">
            <a:noAutofit/>
          </a:bodyPr>
          <a:p>
            <a:pPr indent="0" algn="l">
              <a:lnSpc>
                <a:spcPct val="150000"/>
              </a:lnSpc>
              <a:buFont typeface="Arial" panose="020B0604020202090204" pitchFamily="34" charset="0"/>
              <a:buNone/>
            </a:pPr>
            <a:r>
              <a:rPr lang="en-US" altLang="zh-CN" sz="2000" b="1">
                <a:sym typeface="+mn-ea"/>
              </a:rPr>
              <a:t>1. </a:t>
            </a:r>
            <a:r>
              <a:rPr lang="zh-CN" altLang="en-US" sz="2000" b="1">
                <a:sym typeface="+mn-ea"/>
              </a:rPr>
              <a:t>带说明从句的主从复合句</a:t>
            </a:r>
            <a:endParaRPr lang="zh-CN" altLang="en-US" sz="2000" b="1">
              <a:sym typeface="+mn-ea"/>
            </a:endParaRPr>
          </a:p>
          <a:p>
            <a:pPr indent="0" algn="l">
              <a:lnSpc>
                <a:spcPct val="150000"/>
              </a:lnSpc>
              <a:buFont typeface="Arial" panose="020B0604020202090204" pitchFamily="34" charset="0"/>
              <a:buNone/>
            </a:pPr>
            <a:r>
              <a:rPr lang="en-US" altLang="zh-CN" sz="2000">
                <a:latin typeface="PingFang SC" panose="020B0400000000000000" charset="-122"/>
                <a:ea typeface="PingFang SC" panose="020B0400000000000000" charset="-122"/>
                <a:sym typeface="+mn-ea"/>
              </a:rPr>
              <a:t>④ </a:t>
            </a:r>
            <a:r>
              <a:rPr lang="zh-CN" altLang="en-US" sz="2000">
                <a:sym typeface="+mn-ea"/>
              </a:rPr>
              <a:t>各种关联词引出的说明从句</a:t>
            </a:r>
            <a:endParaRPr lang="zh-CN" altLang="en-US" sz="2000">
              <a:sym typeface="+mn-ea"/>
            </a:endParaRPr>
          </a:p>
          <a:p>
            <a:pPr indent="0" algn="l">
              <a:lnSpc>
                <a:spcPct val="150000"/>
              </a:lnSpc>
              <a:buFont typeface="Arial" panose="020B0604020202090204" pitchFamily="34" charset="0"/>
              <a:buNone/>
            </a:pPr>
            <a:r>
              <a:rPr lang="zh-CN" altLang="en-US" sz="2000">
                <a:sym typeface="+mn-ea"/>
              </a:rPr>
              <a:t>充当关联词的既可以是疑问代词，如 </a:t>
            </a:r>
            <a:r>
              <a:rPr lang="en-US" altLang="en-US" sz="2000">
                <a:sym typeface="+mn-ea"/>
              </a:rPr>
              <a:t>кто, что, какой, чей, сколько </a:t>
            </a:r>
            <a:r>
              <a:rPr lang="zh-CN" altLang="en-US" sz="2000">
                <a:sym typeface="+mn-ea"/>
              </a:rPr>
              <a:t>等；又可以是疑问副词，如 </a:t>
            </a:r>
            <a:r>
              <a:rPr lang="en-US" altLang="en-US" sz="2000">
                <a:sym typeface="+mn-ea"/>
              </a:rPr>
              <a:t>где, куда́, откуда, когда, почему, зачем </a:t>
            </a:r>
            <a:r>
              <a:rPr lang="zh-CN" altLang="en-US" sz="2000">
                <a:sym typeface="+mn-ea"/>
              </a:rPr>
              <a:t>等。</a:t>
            </a:r>
            <a:endParaRPr lang="zh-CN" altLang="en-US" sz="2000">
              <a:sym typeface="+mn-ea"/>
            </a:endParaRPr>
          </a:p>
          <a:p>
            <a:pPr indent="0" algn="l">
              <a:lnSpc>
                <a:spcPct val="150000"/>
              </a:lnSpc>
              <a:buFont typeface="Arial" panose="020B0604020202090204" pitchFamily="34" charset="0"/>
              <a:buNone/>
            </a:pPr>
            <a:r>
              <a:rPr lang="zh-CN" altLang="en-US" sz="2000">
                <a:sym typeface="+mn-ea"/>
              </a:rPr>
              <a:t>例如：</a:t>
            </a:r>
            <a:r>
              <a:rPr lang="ru-RU" altLang="zh-CN" sz="2000">
                <a:sym typeface="+mn-ea"/>
              </a:rPr>
              <a:t>Я не знаю, кто сейчас работает.</a:t>
            </a:r>
            <a:endParaRPr lang="ru-RU" altLang="zh-CN" sz="2000">
              <a:sym typeface="+mn-ea"/>
            </a:endParaRPr>
          </a:p>
          <a:p>
            <a:pPr indent="0" algn="l">
              <a:lnSpc>
                <a:spcPct val="150000"/>
              </a:lnSpc>
              <a:buFont typeface="Arial" panose="020B0604020202090204" pitchFamily="34" charset="0"/>
              <a:buNone/>
            </a:pPr>
            <a:r>
              <a:rPr lang="ru-RU" altLang="zh-CN" sz="2000">
                <a:sym typeface="+mn-ea"/>
              </a:rPr>
              <a:t>           </a:t>
            </a:r>
            <a:r>
              <a:rPr lang="ru-RU" altLang="zh-CN" sz="2000">
                <a:sym typeface="+mn-ea"/>
              </a:rPr>
              <a:t>Я не знаю, где он работает.</a:t>
            </a:r>
            <a:endParaRPr lang="ru-RU" altLang="zh-CN" sz="2000">
              <a:sym typeface="+mn-ea"/>
            </a:endParaRPr>
          </a:p>
          <a:p>
            <a:pPr indent="0" algn="l">
              <a:lnSpc>
                <a:spcPct val="150000"/>
              </a:lnSpc>
              <a:buFont typeface="Arial" panose="020B0604020202090204" pitchFamily="34" charset="0"/>
              <a:buNone/>
            </a:pPr>
            <a:r>
              <a:rPr lang="ru-RU" altLang="zh-CN" sz="2000">
                <a:sym typeface="+mn-ea"/>
              </a:rPr>
              <a:t>           Я не знаю, откуда он пришёл.</a:t>
            </a:r>
            <a:endParaRPr lang="ru-RU" altLang="zh-CN" sz="2000">
              <a:sym typeface="+mn-ea"/>
            </a:endParaRPr>
          </a:p>
          <a:p>
            <a:pPr indent="0" algn="l">
              <a:lnSpc>
                <a:spcPct val="150000"/>
              </a:lnSpc>
              <a:buFont typeface="Arial" panose="020B0604020202090204" pitchFamily="34" charset="0"/>
              <a:buNone/>
            </a:pPr>
            <a:endParaRPr lang="zh-CN" altLang="en-US" sz="2000">
              <a:sym typeface="+mn-ea"/>
            </a:endParaRPr>
          </a:p>
          <a:p>
            <a:pPr indent="0" algn="just">
              <a:lnSpc>
                <a:spcPct val="150000"/>
              </a:lnSpc>
              <a:buFont typeface="Arial" panose="020B0604020202090204" pitchFamily="34" charset="0"/>
              <a:buNone/>
            </a:pPr>
            <a:endParaRPr lang="ru-RU" altLang="en-US" sz="2000">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主从复合句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112395" y="932180"/>
            <a:ext cx="12080240" cy="5453380"/>
          </a:xfrm>
          <a:prstGeom prst="rect">
            <a:avLst/>
          </a:prstGeom>
          <a:noFill/>
        </p:spPr>
        <p:txBody>
          <a:bodyPr wrap="square" rtlCol="0">
            <a:noAutofit/>
          </a:bodyPr>
          <a:p>
            <a:pPr indent="0" algn="l">
              <a:lnSpc>
                <a:spcPct val="150000"/>
              </a:lnSpc>
              <a:buFont typeface="Arial" panose="020B0604020202090204" pitchFamily="34" charset="0"/>
              <a:buNone/>
            </a:pPr>
            <a:r>
              <a:rPr lang="ru-RU" altLang="en-US" sz="2000" b="1">
                <a:sym typeface="+mn-ea"/>
              </a:rPr>
              <a:t>2</a:t>
            </a:r>
            <a:r>
              <a:rPr lang="en-US" altLang="zh-CN" sz="2000" b="1">
                <a:sym typeface="+mn-ea"/>
              </a:rPr>
              <a:t>. </a:t>
            </a:r>
            <a:r>
              <a:rPr lang="zh-CN" altLang="en-US" sz="2000" b="1">
                <a:sym typeface="+mn-ea"/>
              </a:rPr>
              <a:t>带限定</a:t>
            </a:r>
            <a:r>
              <a:rPr lang="zh-CN" altLang="en-US" sz="2000" b="1">
                <a:sym typeface="+mn-ea"/>
              </a:rPr>
              <a:t>从句的主从复合句</a:t>
            </a:r>
            <a:endParaRPr lang="zh-CN" altLang="en-US" sz="2000" b="1">
              <a:sym typeface="+mn-ea"/>
            </a:endParaRPr>
          </a:p>
          <a:p>
            <a:pPr indent="0" algn="l">
              <a:lnSpc>
                <a:spcPct val="150000"/>
              </a:lnSpc>
              <a:buFont typeface="Arial" panose="020B0604020202090204" pitchFamily="34" charset="0"/>
              <a:buNone/>
            </a:pPr>
            <a:r>
              <a:rPr lang="zh-CN" altLang="en-US" sz="2000">
                <a:sym typeface="+mn-ea"/>
              </a:rPr>
              <a:t>在复合句中修饰名词或代词的从句是定语从句</a:t>
            </a:r>
            <a:r>
              <a:rPr lang="en-US" altLang="en-US" sz="2000">
                <a:sym typeface="+mn-ea"/>
              </a:rPr>
              <a:t>。</a:t>
            </a:r>
            <a:r>
              <a:rPr lang="zh-CN" altLang="en-US" sz="2000">
                <a:sym typeface="+mn-ea"/>
              </a:rPr>
              <a:t>这类从句回答 </a:t>
            </a:r>
            <a:r>
              <a:rPr lang="en-US" altLang="en-US" sz="2000">
                <a:sym typeface="+mn-ea"/>
              </a:rPr>
              <a:t>какой </a:t>
            </a:r>
            <a:r>
              <a:rPr lang="zh-CN" altLang="en-US" sz="2000">
                <a:sym typeface="+mn-ea"/>
              </a:rPr>
              <a:t>的问题。定语从句一般用关联词引出。</a:t>
            </a:r>
            <a:endParaRPr lang="zh-CN" altLang="en-US" sz="2000">
              <a:sym typeface="+mn-ea"/>
            </a:endParaRPr>
          </a:p>
          <a:p>
            <a:pPr indent="0" algn="just">
              <a:lnSpc>
                <a:spcPct val="150000"/>
              </a:lnSpc>
              <a:buFont typeface="Arial" panose="020B0604020202090204" pitchFamily="34" charset="0"/>
              <a:buNone/>
            </a:pPr>
            <a:r>
              <a:rPr lang="zh-CN" altLang="en-US" sz="2000">
                <a:sym typeface="+mn-ea"/>
              </a:rPr>
              <a:t>① 关联词 </a:t>
            </a:r>
            <a:r>
              <a:rPr lang="en-US" altLang="en-US" sz="2000">
                <a:sym typeface="+mn-ea"/>
              </a:rPr>
              <a:t>который </a:t>
            </a:r>
            <a:r>
              <a:rPr lang="zh-CN" altLang="en-US" sz="2000">
                <a:sym typeface="+mn-ea"/>
              </a:rPr>
              <a:t>引出的定语从句</a:t>
            </a:r>
            <a:endParaRPr lang="zh-CN" altLang="en-US" sz="2000">
              <a:sym typeface="+mn-ea"/>
            </a:endParaRPr>
          </a:p>
          <a:p>
            <a:pPr indent="0" algn="just">
              <a:lnSpc>
                <a:spcPct val="150000"/>
              </a:lnSpc>
              <a:buFont typeface="Arial" panose="020B0604020202090204" pitchFamily="34" charset="0"/>
              <a:buNone/>
            </a:pPr>
            <a:r>
              <a:rPr lang="en-US" altLang="en-US" sz="2000">
                <a:sym typeface="+mn-ea"/>
              </a:rPr>
              <a:t>который </a:t>
            </a:r>
            <a:r>
              <a:rPr lang="zh-CN" altLang="en-US" sz="2000">
                <a:sym typeface="+mn-ea"/>
              </a:rPr>
              <a:t>是定语从句中最常用的关联词，它有性、数、格的变化。它的性、数应与主句中被说明的名词一致，而格则取决于它在从句中所起的句法作用。</a:t>
            </a:r>
            <a:endParaRPr lang="zh-CN" altLang="en-US" sz="2000">
              <a:sym typeface="+mn-ea"/>
            </a:endParaRPr>
          </a:p>
          <a:p>
            <a:pPr indent="0" algn="just">
              <a:lnSpc>
                <a:spcPct val="150000"/>
              </a:lnSpc>
              <a:buFont typeface="Arial" panose="020B0604020202090204" pitchFamily="34" charset="0"/>
              <a:buNone/>
            </a:pPr>
            <a:endParaRPr lang="zh-CN" altLang="en-US" sz="2000">
              <a:sym typeface="+mn-ea"/>
            </a:endParaRPr>
          </a:p>
          <a:p>
            <a:pPr indent="0" algn="just">
              <a:lnSpc>
                <a:spcPct val="150000"/>
              </a:lnSpc>
              <a:buFont typeface="Arial" panose="020B0604020202090204" pitchFamily="34" charset="0"/>
              <a:buNone/>
            </a:pPr>
            <a:r>
              <a:rPr lang="zh-CN" altLang="en-US" sz="2000" i="1">
                <a:sym typeface="+mn-ea"/>
              </a:rPr>
              <a:t>例如：</a:t>
            </a:r>
            <a:r>
              <a:rPr lang="en-US" altLang="en-US" sz="2000" i="1">
                <a:sym typeface="+mn-ea"/>
              </a:rPr>
              <a:t>Ко мне придёт друг, который недавно поступил в наш институт.</a:t>
            </a:r>
            <a:endParaRPr lang="en-US" altLang="en-US" sz="2000" i="1">
              <a:sym typeface="+mn-ea"/>
            </a:endParaRPr>
          </a:p>
          <a:p>
            <a:pPr indent="0" algn="just">
              <a:lnSpc>
                <a:spcPct val="150000"/>
              </a:lnSpc>
              <a:buFont typeface="Arial" panose="020B0604020202090204" pitchFamily="34" charset="0"/>
              <a:buNone/>
            </a:pPr>
            <a:r>
              <a:rPr lang="en-US" altLang="en-US" sz="2000" i="1">
                <a:sym typeface="+mn-ea"/>
              </a:rPr>
              <a:t>                                             которого я давно не видел.</a:t>
            </a:r>
            <a:endParaRPr lang="en-US" altLang="en-US" sz="2000" i="1">
              <a:sym typeface="+mn-ea"/>
            </a:endParaRPr>
          </a:p>
          <a:p>
            <a:pPr marL="342900" indent="-342900" algn="just">
              <a:lnSpc>
                <a:spcPct val="150000"/>
              </a:lnSpc>
              <a:buFont typeface="Arial" panose="020B0604020202090204" pitchFamily="34" charset="0"/>
              <a:buChar char="•"/>
            </a:pPr>
            <a:endParaRPr lang="zh-CN" altLang="en-US" sz="2000" i="1">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主从复合句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0" y="932180"/>
            <a:ext cx="12079605" cy="5466080"/>
          </a:xfrm>
          <a:prstGeom prst="rect">
            <a:avLst/>
          </a:prstGeom>
          <a:noFill/>
        </p:spPr>
        <p:txBody>
          <a:bodyPr wrap="square" rtlCol="0">
            <a:noAutofit/>
          </a:bodyPr>
          <a:p>
            <a:pPr indent="0" algn="l">
              <a:lnSpc>
                <a:spcPct val="150000"/>
              </a:lnSpc>
              <a:buFont typeface="Arial" panose="020B0604020202090204" pitchFamily="34" charset="0"/>
              <a:buNone/>
            </a:pPr>
            <a:r>
              <a:rPr lang="ru-RU" altLang="en-US" sz="2000" b="1">
                <a:sym typeface="+mn-ea"/>
              </a:rPr>
              <a:t>2</a:t>
            </a:r>
            <a:r>
              <a:rPr lang="en-US" altLang="zh-CN" sz="2000" b="1">
                <a:sym typeface="+mn-ea"/>
              </a:rPr>
              <a:t>. </a:t>
            </a:r>
            <a:r>
              <a:rPr lang="zh-CN" altLang="en-US" sz="2000" b="1">
                <a:sym typeface="+mn-ea"/>
              </a:rPr>
              <a:t>带限定</a:t>
            </a:r>
            <a:r>
              <a:rPr lang="zh-CN" altLang="en-US" sz="2000" b="1">
                <a:sym typeface="+mn-ea"/>
              </a:rPr>
              <a:t>从句的主从复合句</a:t>
            </a:r>
            <a:endParaRPr lang="zh-CN" altLang="en-US" sz="2000" b="1">
              <a:sym typeface="+mn-ea"/>
            </a:endParaRPr>
          </a:p>
          <a:p>
            <a:pPr indent="0" algn="just">
              <a:lnSpc>
                <a:spcPct val="150000"/>
              </a:lnSpc>
              <a:buFont typeface="Arial" panose="020B0604020202090204" pitchFamily="34" charset="0"/>
              <a:buNone/>
            </a:pPr>
            <a:r>
              <a:rPr lang="zh-CN" altLang="en-US" sz="2000">
                <a:sym typeface="+mn-ea"/>
              </a:rPr>
              <a:t>② 关联词 </a:t>
            </a:r>
            <a:r>
              <a:rPr lang="en-US" altLang="en-US" sz="2000">
                <a:sym typeface="+mn-ea"/>
              </a:rPr>
              <a:t>где, куда, откуда </a:t>
            </a:r>
            <a:r>
              <a:rPr lang="zh-CN" altLang="en-US" sz="2000">
                <a:sym typeface="+mn-ea"/>
              </a:rPr>
              <a:t>引出的定语从句</a:t>
            </a:r>
            <a:endParaRPr lang="zh-CN" altLang="en-US" sz="2000">
              <a:sym typeface="+mn-ea"/>
            </a:endParaRPr>
          </a:p>
          <a:p>
            <a:pPr indent="0" algn="just">
              <a:lnSpc>
                <a:spcPct val="150000"/>
              </a:lnSpc>
              <a:buFont typeface="Arial" panose="020B0604020202090204" pitchFamily="34" charset="0"/>
              <a:buNone/>
            </a:pPr>
            <a:r>
              <a:rPr lang="zh-CN" altLang="en-US" sz="2000">
                <a:sym typeface="+mn-ea"/>
              </a:rPr>
              <a:t>带关联词 </a:t>
            </a:r>
            <a:r>
              <a:rPr lang="en-US" altLang="en-US" sz="2000">
                <a:sym typeface="+mn-ea"/>
              </a:rPr>
              <a:t>где, куда, откуда </a:t>
            </a:r>
            <a:r>
              <a:rPr lang="zh-CN" altLang="en-US" sz="2000">
                <a:sym typeface="+mn-ea"/>
              </a:rPr>
              <a:t>的定语从句大都用来限定主句中具有空间意义的名词，关联词在从句中起地点状语作用，并且通常能用带前置词的 </a:t>
            </a:r>
            <a:r>
              <a:rPr lang="en-US" altLang="en-US" sz="2000">
                <a:sym typeface="+mn-ea"/>
              </a:rPr>
              <a:t>который </a:t>
            </a:r>
            <a:r>
              <a:rPr lang="zh-CN" altLang="en-US" sz="2000">
                <a:sym typeface="+mn-ea"/>
              </a:rPr>
              <a:t>的间接格来替换。</a:t>
            </a:r>
            <a:endParaRPr lang="zh-CN" altLang="en-US" sz="2000">
              <a:sym typeface="+mn-ea"/>
            </a:endParaRPr>
          </a:p>
          <a:p>
            <a:pPr indent="0" algn="just">
              <a:lnSpc>
                <a:spcPct val="150000"/>
              </a:lnSpc>
              <a:buFont typeface="Arial" panose="020B0604020202090204" pitchFamily="34" charset="0"/>
              <a:buNone/>
            </a:pPr>
            <a:r>
              <a:rPr lang="zh-CN" altLang="en-US" sz="2000" i="1">
                <a:sym typeface="+mn-ea"/>
              </a:rPr>
              <a:t>例如：</a:t>
            </a:r>
            <a:r>
              <a:rPr lang="en-US" altLang="en-US" sz="2000" i="1">
                <a:sym typeface="+mn-ea"/>
              </a:rPr>
              <a:t>Маленькая деревня, откуда (= из которой) Михаил Ломоносов ушёл учиться в Москву, находилась на Севере, на берегу Белого моря.</a:t>
            </a:r>
            <a:endParaRPr lang="en-US" altLang="en-US" sz="2000" i="1">
              <a:sym typeface="+mn-ea"/>
            </a:endParaRPr>
          </a:p>
          <a:p>
            <a:pPr indent="0" algn="just">
              <a:lnSpc>
                <a:spcPct val="150000"/>
              </a:lnSpc>
              <a:buFont typeface="Arial" panose="020B0604020202090204" pitchFamily="34" charset="0"/>
              <a:buNone/>
            </a:pPr>
            <a:r>
              <a:rPr lang="en-US" altLang="en-US" sz="2000" i="1">
                <a:sym typeface="+mn-ea"/>
              </a:rPr>
              <a:t>          Университет, куда (= в который) поехал Ломоносов, чтобы продолжить своё образование, находился в немецком городе Марбурге.</a:t>
            </a:r>
            <a:endParaRPr lang="en-US" altLang="en-US" sz="2000" i="1">
              <a:sym typeface="+mn-ea"/>
            </a:endParaRPr>
          </a:p>
          <a:p>
            <a:pPr indent="0" algn="just">
              <a:lnSpc>
                <a:spcPct val="150000"/>
              </a:lnSpc>
              <a:buFont typeface="Arial" panose="020B0604020202090204" pitchFamily="34" charset="0"/>
              <a:buNone/>
            </a:pPr>
            <a:r>
              <a:rPr lang="en-US" altLang="en-US" sz="2000" i="1">
                <a:sym typeface="+mn-ea"/>
              </a:rPr>
              <a:t>           Город Ораниенбаум, где (= в котором) в 1753 году М.В. Ломоносов основал фабрику по производству цветного стекла, переименовали в город Ломоносов в 1948 году.</a:t>
            </a:r>
            <a:endParaRPr lang="en-US" altLang="en-US" sz="2000" i="1">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矩形 51"/>
          <p:cNvSpPr/>
          <p:nvPr/>
        </p:nvSpPr>
        <p:spPr>
          <a:xfrm>
            <a:off x="0" y="385445"/>
            <a:ext cx="546735" cy="152400"/>
          </a:xfrm>
          <a:prstGeom prst="rect">
            <a:avLst/>
          </a:pr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0" y="598805"/>
            <a:ext cx="546100" cy="0"/>
          </a:xfrm>
          <a:prstGeom prst="line">
            <a:avLst/>
          </a:prstGeom>
          <a:ln w="15875">
            <a:solidFill>
              <a:srgbClr val="26476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462145" y="255270"/>
            <a:ext cx="6101715" cy="460375"/>
          </a:xfrm>
          <a:prstGeom prst="rect">
            <a:avLst/>
          </a:prstGeom>
          <a:noFill/>
        </p:spPr>
        <p:txBody>
          <a:bodyPr wrap="square" rtlCol="0">
            <a:spAutoFit/>
            <a:scene3d>
              <a:camera prst="orthographicFront"/>
              <a:lightRig rig="threePt" dir="t"/>
            </a:scene3d>
          </a:bodyPr>
          <a:p>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五、</a:t>
            </a:r>
            <a:r>
              <a:rPr lang="zh-CN" altLang="en-US" sz="2400">
                <a:solidFill>
                  <a:schemeClr val="tx2">
                    <a:lumMod val="50000"/>
                    <a:lumOff val="50000"/>
                  </a:schemeClr>
                </a:solidFill>
                <a:effectLst>
                  <a:outerShdw blurRad="38100" dist="25400" dir="5400000" algn="ctr" rotWithShape="0">
                    <a:srgbClr val="6E747A">
                      <a:alpha val="43000"/>
                      <a:alpha val="43000"/>
                    </a:srgbClr>
                  </a:outerShdw>
                </a:effectLst>
              </a:rPr>
              <a:t>主从复合句</a:t>
            </a:r>
            <a:endParaRPr lang="zh-CN" altLang="en-US" sz="2400">
              <a:solidFill>
                <a:schemeClr val="tx2">
                  <a:lumMod val="50000"/>
                  <a:lumOff val="50000"/>
                </a:schemeClr>
              </a:solidFill>
              <a:effectLst>
                <a:outerShdw blurRad="38100" dist="25400" dir="5400000" algn="ctr" rotWithShape="0">
                  <a:srgbClr val="6E747A">
                    <a:alpha val="43000"/>
                    <a:alpha val="43000"/>
                  </a:srgbClr>
                </a:outerShdw>
              </a:effectLst>
            </a:endParaRPr>
          </a:p>
        </p:txBody>
      </p:sp>
      <p:sp>
        <p:nvSpPr>
          <p:cNvPr id="5" name="文本框 4"/>
          <p:cNvSpPr txBox="1"/>
          <p:nvPr/>
        </p:nvSpPr>
        <p:spPr>
          <a:xfrm>
            <a:off x="112395" y="715645"/>
            <a:ext cx="12080240" cy="4899660"/>
          </a:xfrm>
          <a:prstGeom prst="rect">
            <a:avLst/>
          </a:prstGeom>
          <a:noFill/>
        </p:spPr>
        <p:txBody>
          <a:bodyPr wrap="square" rtlCol="0">
            <a:noAutofit/>
          </a:bodyPr>
          <a:p>
            <a:pPr indent="0" fontAlgn="auto">
              <a:lnSpc>
                <a:spcPct val="150000"/>
              </a:lnSpc>
              <a:buFont typeface="Arial" panose="020B0604020202090204" pitchFamily="34" charset="0"/>
              <a:buNone/>
            </a:pPr>
            <a:r>
              <a:rPr lang="en-US" altLang="en-US" sz="2000" noProof="0" dirty="0">
                <a:latin typeface="Times New Roman" panose="02020603050405020304" charset="0"/>
                <a:cs typeface="Times New Roman" panose="02020603050405020304" charset="0"/>
                <a:sym typeface="+mn-ea"/>
              </a:rPr>
              <a:t>         </a:t>
            </a:r>
            <a:r>
              <a:rPr lang="ru-RU" altLang="en-US" sz="2000" noProof="0" dirty="0">
                <a:latin typeface="Times New Roman" panose="02020603050405020304" charset="0"/>
                <a:cs typeface="Times New Roman" panose="02020603050405020304" charset="0"/>
                <a:sym typeface="+mn-ea"/>
              </a:rPr>
              <a:t>              </a:t>
            </a:r>
            <a:endParaRPr lang="ru-RU" altLang="zh-CN" sz="2000" noProof="0" dirty="0">
              <a:latin typeface="Times New Roman" panose="02020603050405020304" charset="0"/>
              <a:cs typeface="Times New Roman" panose="02020603050405020304" charset="0"/>
              <a:sym typeface="+mn-ea"/>
            </a:endParaRPr>
          </a:p>
        </p:txBody>
      </p:sp>
      <p:sp>
        <p:nvSpPr>
          <p:cNvPr id="6" name="文本框 5"/>
          <p:cNvSpPr txBox="1"/>
          <p:nvPr/>
        </p:nvSpPr>
        <p:spPr>
          <a:xfrm>
            <a:off x="0" y="932180"/>
            <a:ext cx="12191365" cy="5466080"/>
          </a:xfrm>
          <a:prstGeom prst="rect">
            <a:avLst/>
          </a:prstGeom>
          <a:noFill/>
        </p:spPr>
        <p:txBody>
          <a:bodyPr wrap="square" rtlCol="0">
            <a:noAutofit/>
          </a:bodyPr>
          <a:p>
            <a:pPr indent="0" algn="l">
              <a:lnSpc>
                <a:spcPct val="150000"/>
              </a:lnSpc>
              <a:buFont typeface="Arial" panose="020B0604020202090204" pitchFamily="34" charset="0"/>
              <a:buNone/>
            </a:pPr>
            <a:r>
              <a:rPr lang="ru-RU" altLang="en-US" sz="2000" b="1">
                <a:sym typeface="+mn-ea"/>
              </a:rPr>
              <a:t>2</a:t>
            </a:r>
            <a:r>
              <a:rPr lang="en-US" altLang="zh-CN" sz="2000" b="1">
                <a:sym typeface="+mn-ea"/>
              </a:rPr>
              <a:t>. </a:t>
            </a:r>
            <a:r>
              <a:rPr lang="zh-CN" altLang="en-US" sz="2000" b="1">
                <a:sym typeface="+mn-ea"/>
              </a:rPr>
              <a:t>带限定</a:t>
            </a:r>
            <a:r>
              <a:rPr lang="zh-CN" altLang="en-US" sz="2000" b="1">
                <a:sym typeface="+mn-ea"/>
              </a:rPr>
              <a:t>从句的主从复合句</a:t>
            </a:r>
            <a:endParaRPr lang="zh-CN" altLang="en-US" sz="2000" b="1">
              <a:sym typeface="+mn-ea"/>
            </a:endParaRPr>
          </a:p>
          <a:p>
            <a:pPr indent="0" algn="just">
              <a:lnSpc>
                <a:spcPct val="150000"/>
              </a:lnSpc>
              <a:buFont typeface="Arial" panose="020B0604020202090204" pitchFamily="34" charset="0"/>
              <a:buNone/>
            </a:pPr>
            <a:r>
              <a:rPr lang="zh-CN" altLang="en-US" sz="2000">
                <a:sym typeface="+mn-ea"/>
              </a:rPr>
              <a:t>③ 关联词 </a:t>
            </a:r>
            <a:r>
              <a:rPr lang="en-US" altLang="en-US" sz="2000">
                <a:sym typeface="+mn-ea"/>
              </a:rPr>
              <a:t>когда </a:t>
            </a:r>
            <a:r>
              <a:rPr lang="zh-CN" altLang="en-US" sz="2000">
                <a:sym typeface="+mn-ea"/>
              </a:rPr>
              <a:t>引出的定语从句</a:t>
            </a:r>
            <a:endParaRPr lang="zh-CN" altLang="en-US" sz="2000">
              <a:sym typeface="+mn-ea"/>
            </a:endParaRPr>
          </a:p>
          <a:p>
            <a:pPr indent="0" algn="just">
              <a:lnSpc>
                <a:spcPct val="150000"/>
              </a:lnSpc>
              <a:buFont typeface="Arial" panose="020B0604020202090204" pitchFamily="34" charset="0"/>
              <a:buNone/>
            </a:pPr>
            <a:r>
              <a:rPr lang="zh-CN" altLang="en-US" sz="2000">
                <a:sym typeface="+mn-ea"/>
              </a:rPr>
              <a:t>带关联词 </a:t>
            </a:r>
            <a:r>
              <a:rPr lang="en-US" altLang="en-US" sz="2000">
                <a:sym typeface="+mn-ea"/>
              </a:rPr>
              <a:t>когда </a:t>
            </a:r>
            <a:r>
              <a:rPr lang="zh-CN" altLang="en-US" sz="2000">
                <a:sym typeface="+mn-ea"/>
              </a:rPr>
              <a:t>的定语从句大都用来限定主句中具有时间意义的名词，如 </a:t>
            </a:r>
            <a:r>
              <a:rPr lang="en-US" altLang="en-US" sz="2000">
                <a:sym typeface="+mn-ea"/>
              </a:rPr>
              <a:t>время, год, день, час, минута </a:t>
            </a:r>
            <a:r>
              <a:rPr lang="zh-CN" altLang="en-US" sz="2000">
                <a:sym typeface="+mn-ea"/>
              </a:rPr>
              <a:t>等。在这类名词前常用指示代词 </a:t>
            </a:r>
            <a:r>
              <a:rPr lang="en-US" altLang="en-US" sz="2000">
                <a:sym typeface="+mn-ea"/>
              </a:rPr>
              <a:t>тот (та, то, те)。</a:t>
            </a:r>
            <a:r>
              <a:rPr lang="zh-CN" altLang="en-US" sz="2000">
                <a:sym typeface="+mn-ea"/>
              </a:rPr>
              <a:t>关联词 </a:t>
            </a:r>
            <a:r>
              <a:rPr lang="en-US" altLang="en-US" sz="2000">
                <a:sym typeface="+mn-ea"/>
              </a:rPr>
              <a:t>когда </a:t>
            </a:r>
            <a:r>
              <a:rPr lang="zh-CN" altLang="en-US" sz="2000">
                <a:sym typeface="+mn-ea"/>
              </a:rPr>
              <a:t>在从句中起时间状语作用。</a:t>
            </a:r>
            <a:endParaRPr lang="zh-CN" altLang="en-US" sz="2000">
              <a:sym typeface="+mn-ea"/>
            </a:endParaRPr>
          </a:p>
          <a:p>
            <a:pPr indent="0" algn="just">
              <a:lnSpc>
                <a:spcPct val="150000"/>
              </a:lnSpc>
              <a:buFont typeface="Arial" panose="020B0604020202090204" pitchFamily="34" charset="0"/>
              <a:buNone/>
            </a:pPr>
            <a:r>
              <a:rPr lang="zh-CN" altLang="en-US" sz="2000">
                <a:sym typeface="+mn-ea"/>
              </a:rPr>
              <a:t>例如：</a:t>
            </a:r>
            <a:r>
              <a:rPr lang="en-US" altLang="en-US" sz="2000" i="1">
                <a:sym typeface="+mn-ea"/>
              </a:rPr>
              <a:t>(Те) годы, когда я учился в школе, были самыми счастливыми.</a:t>
            </a:r>
            <a:endParaRPr lang="en-US" altLang="en-US" sz="2000" i="1">
              <a:sym typeface="+mn-ea"/>
            </a:endParaRPr>
          </a:p>
          <a:p>
            <a:pPr indent="0" algn="just">
              <a:lnSpc>
                <a:spcPct val="150000"/>
              </a:lnSpc>
              <a:buFont typeface="Arial" panose="020B0604020202090204" pitchFamily="34" charset="0"/>
              <a:buNone/>
            </a:pPr>
            <a:r>
              <a:rPr lang="en-US" altLang="zh-CN" sz="2000" i="1">
                <a:sym typeface="+mn-ea"/>
              </a:rPr>
              <a:t>           </a:t>
            </a:r>
            <a:r>
              <a:rPr lang="en-US" altLang="en-US" sz="2000" i="1">
                <a:sym typeface="+mn-ea"/>
              </a:rPr>
              <a:t>В то время, когда (= в которое) Михаил Ломоносов жил и учился в Германии, он познакомился со своей будущей женой.</a:t>
            </a:r>
            <a:endParaRPr lang="en-US" altLang="en-US" sz="2000" i="1">
              <a:sym typeface="+mn-ea"/>
            </a:endParaRPr>
          </a:p>
        </p:txBody>
      </p:sp>
    </p:spTree>
    <p:custDataLst>
      <p:tags r:id="rId1"/>
    </p:custDataLst>
  </p:cSld>
  <p:clrMapOvr>
    <a:masterClrMapping/>
  </p:clrMapOvr>
  <p:transition spd="slow">
    <p:wipe/>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椭圆 14"/>
          <p:cNvSpPr/>
          <p:nvPr/>
        </p:nvSpPr>
        <p:spPr>
          <a:xfrm>
            <a:off x="4268788" y="1478915"/>
            <a:ext cx="3653155" cy="3653155"/>
          </a:xfrm>
          <a:prstGeom prst="ellipse">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269105" y="2565400"/>
            <a:ext cx="3992880" cy="1014730"/>
          </a:xfrm>
          <a:prstGeom prst="rect">
            <a:avLst/>
          </a:prstGeom>
          <a:noFill/>
        </p:spPr>
        <p:txBody>
          <a:bodyPr wrap="none" rtlCol="0">
            <a:spAutoFit/>
          </a:bodyPr>
          <a:lstStyle/>
          <a:p>
            <a:pPr algn="l"/>
            <a:r>
              <a:rPr lang="zh-CN" sz="6000" dirty="0">
                <a:solidFill>
                  <a:srgbClr val="26476A"/>
                </a:solidFill>
                <a:latin typeface="+mn-ea"/>
                <a:cs typeface="汉仪中宋S" panose="00020600040101010101" charset="-122"/>
                <a:sym typeface="+mn-ea"/>
              </a:rPr>
              <a:t>谢谢大家！</a:t>
            </a:r>
            <a:endParaRPr lang="zh-CN" altLang="en-US" sz="6000" dirty="0">
              <a:solidFill>
                <a:srgbClr val="26476A"/>
              </a:solidFill>
              <a:latin typeface="+mn-ea"/>
              <a:cs typeface="汉仪中宋S" panose="00020600040101010101" charset="-122"/>
            </a:endParaRPr>
          </a:p>
        </p:txBody>
      </p:sp>
      <p:sp>
        <p:nvSpPr>
          <p:cNvPr id="13" name="任意多边形 12"/>
          <p:cNvSpPr/>
          <p:nvPr/>
        </p:nvSpPr>
        <p:spPr>
          <a:xfrm>
            <a:off x="2576830" y="419100"/>
            <a:ext cx="9615170" cy="285750"/>
          </a:xfrm>
          <a:custGeom>
            <a:avLst/>
            <a:gdLst>
              <a:gd name="connsiteX0" fmla="*/ 0 w 15142"/>
              <a:gd name="connsiteY0" fmla="*/ 450 h 450"/>
              <a:gd name="connsiteX1" fmla="*/ 3 w 15142"/>
              <a:gd name="connsiteY1" fmla="*/ 2 h 450"/>
              <a:gd name="connsiteX2" fmla="*/ 15142 w 15142"/>
              <a:gd name="connsiteY2" fmla="*/ 0 h 450"/>
              <a:gd name="connsiteX3" fmla="*/ 15142 w 15142"/>
              <a:gd name="connsiteY3" fmla="*/ 450 h 450"/>
              <a:gd name="connsiteX4" fmla="*/ 0 w 15142"/>
              <a:gd name="connsiteY4" fmla="*/ 450 h 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2" h="450">
                <a:moveTo>
                  <a:pt x="0" y="450"/>
                </a:moveTo>
                <a:lnTo>
                  <a:pt x="3" y="2"/>
                </a:lnTo>
                <a:lnTo>
                  <a:pt x="15142" y="0"/>
                </a:lnTo>
                <a:lnTo>
                  <a:pt x="15142" y="450"/>
                </a:lnTo>
                <a:lnTo>
                  <a:pt x="0" y="450"/>
                </a:lnTo>
                <a:close/>
              </a:path>
            </a:pathLst>
          </a:cu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文本框 17"/>
          <p:cNvSpPr txBox="1"/>
          <p:nvPr/>
        </p:nvSpPr>
        <p:spPr>
          <a:xfrm>
            <a:off x="2144713" y="3667125"/>
            <a:ext cx="7902575" cy="522451"/>
          </a:xfrm>
          <a:prstGeom prst="rect">
            <a:avLst/>
          </a:prstGeom>
          <a:noFill/>
        </p:spPr>
        <p:txBody>
          <a:bodyPr wrap="square" rtlCol="0" anchor="t">
            <a:spAutoFit/>
          </a:bodyPr>
          <a:lstStyle/>
          <a:p>
            <a:pPr algn="ctr">
              <a:lnSpc>
                <a:spcPct val="130000"/>
              </a:lnSpc>
              <a:spcBef>
                <a:spcPts val="0"/>
              </a:spcBef>
              <a:spcAft>
                <a:spcPts val="0"/>
              </a:spcAft>
            </a:pPr>
            <a:r>
              <a:rPr lang="ru-RU" altLang="zh-CN" sz="2400" dirty="0">
                <a:solidFill>
                  <a:schemeClr val="tx1">
                    <a:lumMod val="65000"/>
                    <a:lumOff val="35000"/>
                  </a:schemeClr>
                </a:solidFill>
                <a:ea typeface="汉仪君黑-45简" panose="020B0604020202020204" charset="-122"/>
                <a:cs typeface="+mn-lt"/>
              </a:rPr>
              <a:t>Спасибо за внимание!</a:t>
            </a:r>
            <a:endParaRPr lang="ru-RU" altLang="zh-CN" sz="2400" dirty="0">
              <a:solidFill>
                <a:schemeClr val="tx1">
                  <a:lumMod val="65000"/>
                  <a:lumOff val="35000"/>
                </a:schemeClr>
              </a:solidFill>
              <a:ea typeface="汉仪君黑-45简" panose="020B0604020202020204" charset="-122"/>
              <a:cs typeface="+mn-lt"/>
            </a:endParaRPr>
          </a:p>
        </p:txBody>
      </p:sp>
      <p:sp>
        <p:nvSpPr>
          <p:cNvPr id="52" name="矩形 51"/>
          <p:cNvSpPr/>
          <p:nvPr/>
        </p:nvSpPr>
        <p:spPr>
          <a:xfrm>
            <a:off x="0" y="436880"/>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0" y="619760"/>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9709785" y="6101715"/>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p:cNvSpPr/>
          <p:nvPr/>
        </p:nvSpPr>
        <p:spPr>
          <a:xfrm>
            <a:off x="9709785" y="6284595"/>
            <a:ext cx="2482215" cy="76200"/>
          </a:xfrm>
          <a:prstGeom prst="rect">
            <a:avLst/>
          </a:prstGeom>
          <a:solidFill>
            <a:srgbClr val="F8F6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任意多边形 55"/>
          <p:cNvSpPr/>
          <p:nvPr/>
        </p:nvSpPr>
        <p:spPr>
          <a:xfrm>
            <a:off x="0" y="6101715"/>
            <a:ext cx="9615170" cy="285750"/>
          </a:xfrm>
          <a:custGeom>
            <a:avLst/>
            <a:gdLst>
              <a:gd name="connsiteX0" fmla="*/ 0 w 15142"/>
              <a:gd name="connsiteY0" fmla="*/ 450 h 450"/>
              <a:gd name="connsiteX1" fmla="*/ 3 w 15142"/>
              <a:gd name="connsiteY1" fmla="*/ 2 h 450"/>
              <a:gd name="connsiteX2" fmla="*/ 15142 w 15142"/>
              <a:gd name="connsiteY2" fmla="*/ 0 h 450"/>
              <a:gd name="connsiteX3" fmla="*/ 15142 w 15142"/>
              <a:gd name="connsiteY3" fmla="*/ 450 h 450"/>
              <a:gd name="connsiteX4" fmla="*/ 0 w 15142"/>
              <a:gd name="connsiteY4" fmla="*/ 450 h 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42" h="450">
                <a:moveTo>
                  <a:pt x="0" y="450"/>
                </a:moveTo>
                <a:lnTo>
                  <a:pt x="3" y="2"/>
                </a:lnTo>
                <a:lnTo>
                  <a:pt x="15142" y="0"/>
                </a:lnTo>
                <a:lnTo>
                  <a:pt x="15142" y="450"/>
                </a:lnTo>
                <a:lnTo>
                  <a:pt x="0" y="450"/>
                </a:lnTo>
                <a:close/>
              </a:path>
            </a:pathLst>
          </a:custGeom>
          <a:solidFill>
            <a:srgbClr val="26476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ustDataLst>
      <p:tags r:id="rId1"/>
    </p:custDataLst>
  </p:cSld>
  <p:clrMapOvr>
    <a:masterClrMapping/>
  </p:clrMapOvr>
  <p:transition spd="slow">
    <p:wipe/>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PA" val="v5.1.2"/>
</p:tagLst>
</file>

<file path=ppt/tags/tag64.xml><?xml version="1.0" encoding="utf-8"?>
<p:tagLst xmlns:p="http://schemas.openxmlformats.org/presentationml/2006/main">
  <p:tag name="PA" val="v5.1.2"/>
</p:tagLst>
</file>

<file path=ppt/tags/tag65.xml><?xml version="1.0" encoding="utf-8"?>
<p:tagLst xmlns:p="http://schemas.openxmlformats.org/presentationml/2006/main">
  <p:tag name="PA" val="v5.1.2"/>
</p:tagLst>
</file>

<file path=ppt/tags/tag66.xml><?xml version="1.0" encoding="utf-8"?>
<p:tagLst xmlns:p="http://schemas.openxmlformats.org/presentationml/2006/main">
  <p:tag name="PA" val="v5.1.2"/>
</p:tagLst>
</file>

<file path=ppt/tags/tag67.xml><?xml version="1.0" encoding="utf-8"?>
<p:tagLst xmlns:p="http://schemas.openxmlformats.org/presentationml/2006/main">
  <p:tag name="PA" val="v5.1.2"/>
</p:tagLst>
</file>

<file path=ppt/tags/tag68.xml><?xml version="1.0" encoding="utf-8"?>
<p:tagLst xmlns:p="http://schemas.openxmlformats.org/presentationml/2006/main">
  <p:tag name="PA" val="v5.1.2"/>
</p:tagLst>
</file>

<file path=ppt/tags/tag69.xml><?xml version="1.0" encoding="utf-8"?>
<p:tagLst xmlns:p="http://schemas.openxmlformats.org/presentationml/2006/main">
  <p:tag name="PA" val="v5.1.2"/>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0.xml><?xml version="1.0" encoding="utf-8"?>
<p:tagLst xmlns:p="http://schemas.openxmlformats.org/presentationml/2006/main">
  <p:tag name="TABLE_ENDDRAG_ORIGIN_RECT" val="838*217"/>
  <p:tag name="TABLE_ENDDRAG_RECT" val="63*165*838*217"/>
</p:tagLst>
</file>

<file path=ppt/tags/tag10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2.xml><?xml version="1.0" encoding="utf-8"?>
<p:tagLst xmlns:p="http://schemas.openxmlformats.org/presentationml/2006/main">
  <p:tag name="TABLE_ENDDRAG_ORIGIN_RECT" val="838*240"/>
  <p:tag name="TABLE_ENDDRAG_RECT" val="60*156*838*240"/>
</p:tagLst>
</file>

<file path=ppt/tags/tag10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4.xml><?xml version="1.0" encoding="utf-8"?>
<p:tagLst xmlns:p="http://schemas.openxmlformats.org/presentationml/2006/main">
  <p:tag name="TABLE_ENDDRAG_ORIGIN_RECT" val="838*240"/>
  <p:tag name="TABLE_ENDDRAG_RECT" val="60*156*838*240"/>
</p:tagLst>
</file>

<file path=ppt/tags/tag10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7.xml><?xml version="1.0" encoding="utf-8"?>
<p:tagLst xmlns:p="http://schemas.openxmlformats.org/presentationml/2006/main">
  <p:tag name="TABLE_ENDDRAG_ORIGIN_RECT" val="807*354"/>
  <p:tag name="TABLE_ENDDRAG_RECT" val="77*135*807*354"/>
</p:tagLst>
</file>

<file path=ppt/tags/tag10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9.xml><?xml version="1.0" encoding="utf-8"?>
<p:tagLst xmlns:p="http://schemas.openxmlformats.org/presentationml/2006/main">
  <p:tag name="TABLE_ENDDRAG_ORIGIN_RECT" val="838*240"/>
  <p:tag name="TABLE_ENDDRAG_RECT" val="60*156*838*240"/>
</p:tagLst>
</file>

<file path=ppt/tags/tag11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8.xml><?xml version="1.0" encoding="utf-8"?>
<p:tagLst xmlns:p="http://schemas.openxmlformats.org/presentationml/2006/main">
  <p:tag name="commondata" val="eyJjb3VudCI6MSwiaGRpZCI6IjU0ZDYyY2E2MTA5Yjc1YzJiMTIzN2MwOTA1YWM5YTA1IiwidXNlckNvdW50IjoxfQ=="/>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封2​​">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目4​​">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657119C-6982-421D-8BA7-E74DEB70A7D9-1">
      <extobjdata type="E657119C-6982-421D-8BA7-E74DEB70A7D9" data="ewoJIkNhdGVnb3J5IiA6ICJtaW5kX2ZyZWUiLAoJIkRlZmluaXRpb24iIDogIkpUZENKVEl5WTJocGJHUnlaVzRsTWpJbE0wRWxOVUlsTjBJbE1qSmphR2xzWkhKbGJpVXlNaVV6UVNVMVFpVTFSQ1V5UXlVeU1tbGtKVEl5SlROQkpUSXlZVFprWWpWa05HTXROemcxWkMwME16TXlMVGxqTmpndE1URTBNMk13WVRWa01XVXhKVEl5SlRKREpUSXlkR2wwYkdVbE1qSWxNMEVsTWpJbFJUVWxPRUVsUVRnbFJUZ2xRVVlsT0VRbFJUUWxRamdsT0VRbFJUVWxRVVVsT1VFbFJUVWxRa01sT0VZbE1qSWxNa01sTWpKd1lYSmxiblFsTWpJbE0wRWxNakp5YjI5MEpUSXlKVEpESlRJeWJHbHVaVk4wZVd4bEpUSXlKVE5CSlRkQ0pUSXljbUZ1Wkc5dFRHbHVaVU52Ykc5eUpUSXlKVE5CSlRJeUpUSXpOekk1UWpoRUpUSXlKVGRFSlRkRUpUSkRKVGRDSlRJeVkyaHBiR1J5Wlc0bE1qSWxNMEVsTlVJbE5VUWxNa01sTWpKcFpDVXlNaVV6UVNVeU1qZG1NemsyT0dKbExXRTBNV0V0TkRCak55MDRZbUZrTFRFeVptUTFOek5tTXpVM05pVXlNaVV5UXlVeU1uUnBkR3hsSlRJeUpUTkJKVEl5SlVVMUpUaEJKVUU0SlVVNEpVRkdKVGhFSlVVM0pUbEJKVGcwSlVVMUpUaEdKVGs0SlVVMEpVSkVKVGhFSlRJeUpUSkRKVEl5Y0dGeVpXNTBKVEl5SlROQkpUSXljbTl2ZENVeU1pVXlReVV5TW14cGJtVlRkSGxzWlNVeU1pVXpRU1UzUWlVeU1uSmhibVJ2YlV4cGJtVkRiMnh2Y2lVeU1pVXpRU1V5TWlVeU0wVkZSRFE0TkNVeU1pVTNSQ1UzUkNVeVF5VTNRaVV5TW1Ob2FXeGtjbVZ1SlRJeUpUTkJKVFZDSlRkQ0pUSXlZMmhwYkdSeVpXNGxNaklsTTBFbE5VSWxOVVFsTWtNbE1qSnBaQ1V5TWlVelFTVXlNbUpqWXpZd1pUVXlMVE00TkdNdE5EbGpPUzA1TXpBMkxUTXdaRGhtT1dRNU1HWmpNaVV5TWlVeVF5VXlNblJwZEd4bEpUSXlKVE5CSlRJeUpVVTJKVGxESlVGQkpVVTFKVUZGSlRoREpVVTJKVGc0SlRrd0pVVTBKVUpFSlRrekpUSXlKVEpESlRJeWNHRnlaVzUwSlRJeUpUTkJKVEl5TTJFMFpqbGtNVGt0WkdNM1pTMDBNMlEyTFRnellXTXROR00xT1RVNU1qWmhOamhtSlRJeUpUZEVKVEpESlRkQ0pUSXlZMmhwYkdSeVpXNGxNaklsTTBFbE5VSWxOVVFsTWtNbE1qSnBaQ1V5TWlVelFTVXlNbVUxWmpsbFpqaG1MV0V3WkdNdE5EaG1PUzA0WmpNd0xXTmpabUZqWVdObE1EVTNOQ1V5TWlVeVF5VXlNblJwZEd4bEpUSXlKVE5CSlRJeUpVVTFKVUZGSlRoREpVVTJKVGc0SlRrd0pVVTBKVUpFSlRrekpUSXlKVEpESlRJeWNHRnlaVzUwSlRJeUpUTkJKVEl5TTJFMFpqbGtNVGt0WkdNM1pTMDBNMlEyTFRnellXTXROR00xT1RVNU1qWmhOamhtSlRJeUpUZEVKVEpESlRkQ0pUSXlZMmhwYkdSeVpXNGxNaklsTTBFbE5VSWxOVVFsTWtNbE1qSnBaQ1V5TWlVelFTVXlNbUZpTURVMFl6Rm1MV0k1WW1JdE5HRmxPQzA1WTJZeUxUaG1OekkyWmpKaU1HSXpaQ1V5TWlVeVF5VXlNblJwZEd4bEpUSXlKVE5CSlRJeUpVVTFKVGcxSlVKREpVVTBKVUpFSlRrekpVVTFKVGhCSlVFNEpVVTRKVUZHSlRoRUpVVTFKVGt5SlRoREpVVTFKVGhFSlRrMUpVVTBKVUpFSlRrekpVVTFKVGhCSlVFNEpVVTRKVUZHSlRoRUpUSXlKVEpESlRJeWNHRnlaVzUwSlRJeUpUTkJKVEl5TTJFMFpqbGtNVGt0WkdNM1pTMDBNMlEyTFRnellXTXROR00xT1RVNU1qWmhOamhtSlRJeUpUZEVKVFZFSlRKREpUSXlhV1FsTWpJbE0wRWxNakl6WVRSbU9XUXhPUzFrWXpkbExUUXpaRFl0T0ROaFl5MDBZelU1TlRreU5tRTJPR1lsTWpJbE1rTWxNakowYVhSc1pTVXlNaVV6UVNVeU1pVkZOU1U0UVNWQk9DVkZPQ1ZCUmlVNFJDVkZOeVU1UVNVNE5DVkZOQ1ZDUkNVNU15VXlNaVV5UXlVeU1uQmhjbVZ1ZENVeU1pVXpRU1V5TW5KdmIzUWxNaklsTWtNbE1qSnNhVzVsVTNSNWJHVWxNaklsTTBFbE4wSWxNakp5WVc1a2IyMU1hVzVsUTI5c2IzSWxNaklsTTBFbE1qSWxNak5GTVRrNE56TWxNaklsTjBRbE4wUWxNa01sTjBJbE1qSmphR2xzWkhKbGJpVXlNaVV6UVNVMVFpVTNRaVV5TW1Ob2FXeGtjbVZ1SlRJeUpUTkJKVFZDSlRWRUpUSkRKVEl5YVdRbE1qSWxNMEVsTWpKa1lUZGpNV1ppTVMwek16UXdMVFJsWkRVdE9UVm1OQzFqTldNd1pqSTBOVEU1WVRVbE1qSWxNa01sTWpKMGFYUnNaU1V5TWlVelFTVXlNaVZGT0NWQ1JpVTROeVZGTlNVNFJTVkNRaVZGTmlVNU55VkNOaVV5TWlVeVF5VXlNbkJoY21WdWRDVXlNaVV6UVNVeU1qazBaalprT1dFMUxXVTRPR1V0TkRSaE1TMDVOamxoTFdKa1pHWmpNR1UyTWpnell5VXlNaVUzUkNVeVF5VTNRaVV5TW1Ob2FXeGtjbVZ1SlRJeUpUTkJKVFZDSlRWRUpUSkRKVEl5YVdRbE1qSWxNMEVsTWpJNE5HWXlObUU0WWkwd00yVXhMVFJoTVRjdE9EaGhOQzFoTkdRMll6QTJOV0ZtWm1NbE1qSWxNa01sTWpKMGFYUnNaU1V5TWlVelFTVXlNaVZGTnlVNFJTVkNNQ1ZGTlNVNVF5VkJPQ1ZGTmlVNU55VkNOaVV5TWlVeVF5VXlNbkJoY21WdWRDVXlNaVV6UVNVeU1qazBaalprT1dFMUxXVTRPR1V0TkRSaE1TMDVOamxoTFdKa1pHWmpNR1UyTWpnell5VXlNaVUzUkNVeVF5VTNRaVV5TW1Ob2FXeGtjbVZ1SlRJeUpUTkJKVFZDSlRWRUpUSkRKVEl5YVdRbE1qSWxNMEVsTWpKaE5qQmlNRGswWlMxa1lqZGlMVFE1TnpVdE9EVTNOeTAzWW1GaVpqRTJPV1ppTURRbE1qSWxNa01sTWpKMGFYUnNaU1V5TWlVelFTVXlNaVZGTlNWQ01DVTROaVZGTmlVNVJDVkJOU1ZGTmlVNU55VkNOaVV5TWlVeVF5VXlNbkJoY21WdWRDVXlNaVV6UVNVeU1qazBaalprT1dFMUxXVTRPR1V0TkRSaE1TMDVOamxoTFdKa1pHWmpNR1UyTWpnell5VXlNaVUzUkNVMVJDVXlReVV5TW1sa0pUSXlKVE5CSlRJeU9UUm1ObVE1WVRVdFpUZzRaUzAwTkdFeExUazJPV0V0WW1Sa1ptTXdaVFl5T0ROakpUSXlKVEpESlRJeWRHbDBiR1VsTWpJbE0wRWxNaklsUlRVbE9FRWxRVGdsUlRnbFFVWWxPRVFsUlRjbE9VRWxPRFFsUlRZbE9UY2xRallsTWpJbE1rTWxNakp3WVhKbGJuUWxNaklsTTBFbE1qSnliMjkwSlRJeUpUSkRKVEl5YkdsdVpWTjBlV3hsSlRJeUpUTkJKVGRDSlRJeWNtRnVaRzl0VEdsdVpVTnZiRzl5SlRJeUpUTkJKVEl5SlRJelJFWkZPRVEzSlRJeUpUZEVKVGRFSlRKREpUZENKVEl5WTJocGJHUnlaVzRsTWpJbE0wRWxOVUlsTjBJbE1qSmphR2xzWkhKbGJpVXlNaVV6UVNVMVFpVTFSQ1V5UXlVeU1tbGtKVEl5SlROQkpUSXlNVGs0WmpaaU5qTXRNR0UzWkMwME56VTNMV0psTW1ZdE9UWmlaRE0zTldaa05Ua3lKVEl5SlRKREpUSXlkR2wwYkdVbE1qSWxNMEVsTWpJbFJUVWxPVEVsUWtRbFJUUWxRa0lsUVRRbFJUVWxRa01sT0VZbE1qSWxNa01sTWpKd1lYSmxiblFsTWpJbE0wRWxNakkwWldVNE1qTmpZUzAzTURZd0xUUXdOVEl0T0RObVpTMWxZVEk0WXpjellqQTFaVFFsTWpJbE4wUWxNa01sTjBJbE1qSmphR2xzWkhKbGJpVXlNaVV6UVNVMVFpVTFSQ1V5UXlVeU1tbGtKVEl5SlROQkpUSXlNRFpsTURBMU5XSXRORGMxWmkwMFkyVTRMV0l3TUdJdFkyRXpORFJqTURFMU9XSTBKVEl5SlRKREpUSXlkR2wwYkdVbE1qSWxNMEVsTWpJbFJUVWxPREVsT0RjbFJUVWxRVVVsT1VFbFJUVWxRa01sT0VZbE1qSWxNa01sTWpKd1lYSmxiblFsTWpJbE0wRWxNakkwWldVNE1qTmpZUzAzTURZd0xUUXdOVEl0T0RObVpTMWxZVEk0WXpjellqQTFaVFFsTWpJbE4wUWxOVVFsTWtNbE1qSnBaQ1V5TWlVelFTVXlNalJsWlRneU0yTmhMVGN3TmpBdE5EQTFNaTA0TTJabExXVmhNamhqTnpOaU1EVmxOQ1V5TWlVeVF5VXlNblJwZEd4bEpUSXlKVE5CSlRJeUpVVTFKVGhCSlVFNEpVVTRKVUZHSlRoRUpVVTNKVGxCSlRnMEpVVTFKVUpESlRoR0pUSXlKVEpESlRJeWNHRnlaVzUwSlRJeUpUTkJKVEl5Y205dmRDVXlNaVV5UXlVeU1teHBibVZUZEhsc1pTVXlNaVV6UVNVM1FpVXlNbkpoYm1SdmJVeHBibVZEYjJ4dmNpVXlNaVV6UVNVeU1pVXlNemN5T1VJNFJDVXlNaVUzUkNVM1JDVXlReVUzUWlVeU1tTm9hV3hrY21WdUpUSXlKVE5CSlRWQ0pUVkVKVEpESlRJeWFXUWxNaklsTTBFbE1qSTBZemt3TldVeE55MDVNRFJsTFRSallXSXRZak5oTkMxbVlXUTVNRFkxT0dVNVlXVWxNaklsTWtNbE1qSjBhWFJzWlNVeU1pVXpRU1V5TWlWRk5pVTVOeVZCTUNWRk5DVkNRU1ZDUVNWRk55VkJOeVZDTUNWRk5TVTRRU1ZCT0NWRk9DVkJSaVU0UkNVeU1pVXlReVV5TW5CaGNtVnVkQ1V5TWlVelFTVXlNbkp2YjNRbE1qSWxNa01sTWpKc2FXNWxVM1I1YkdVbE1qSWxNMEVsTjBJbE1qSnlZVzVrYjIxTWFXNWxRMjlzYjNJbE1qSWxNMEVsTWpJbE1qTkZSVVEwT0RRbE1qSWxOMFFsTjBRbE1rTWxOMElsTWpKamFHbHNaSEpsYmlVeU1pVXpRU1UxUWlVMVJDVXlReVV5TW1sa0pUSXlKVE5CSlRJeU5EVTVPV0ZpTTJZdFlqa3pZaTAwTWpJMExXRTBOREl0WW1RMU16RTROakF6TlRBMUpUSXlKVEpESlRJeWRHbDBiR1VsTWpJbE0wRWxNaklsUlRVbFFqZ2xRVFl0SlVReEpUZ3hKVVF4SlRoR0pVVTFKVGhCSlVFNEpVVTRKVUZHSlRoRUpUSXlKVEpESlRJeWNHRnlaVzUwSlRJeUpUTkJKVEl5Y205dmRDVXlNaVV5UXlVeU1teHBibVZUZEhsc1pTVXlNaVV6UVNVM1FpVXlNbkpoYm1SdmJVeHBibVZEYjJ4dmNpVXlNaVV6UVNVeU1pVXlNMFV4T1RnM015VXlNaVUzUkNVM1JDVXlReVUzUWlVeU1tTm9hV3hrY21WdUpUSXlKVE5CSlRWQ0pUZENKVEl5WTJocGJHUnlaVzRsTWpJbE0wRWxOVUlsTlVRbE1rTWxNakpwWkNVeU1pVXpRU1V5TW1SbVpHRTVZVEpsTFdWbE4yVXROR05oTUMwNFlXWmtMVGMzWVdSaVkyUTROVE00WVNVeU1pVXlReVV5TW5ScGRHeGxKVEl5SlROQkpUSXlKVVUySlRrM0pVRXdKVVUxSlRnNUpUaEVKVVUzSlVKREpUZ3dKVVUzSlRsQkpUZzBKVVU0SlVKR0pUa3dKVVUxSlRoQkpVRTRKVVUxSlRoQkpVRTRKVVU0SlVGR0pUaEVKVEl5SlRKREpUSXljR0Z5Wlc1MEpUSXlKVE5CSlRJeU5UQmlaRFUyTkRrdE1tRTBaUzAwWkdZMUxXRTBZV1V0WXpjMU5tSXlOelJqWXpFeEpUSXlKVGRFSlRKREpUZENKVEl5WTJocGJHUnlaVzRsTWpJbE0wRWxOVUlsTlVRbE1rTWxNakpwWkNVeU1pVXpRU1V5TWpVeU1EUmtaVEZqTFRVNVpqZ3ROR00xWkMwNE56SmhMV0kyWXpBMFptVXhZVGM1TlNVeU1pVXlReVV5TW5ScGRHeGxKVEl5SlROQkpUSXlKVVUxSlVJNEpVRTJKVVUxSlRnNUpUaEVKVVUzSlVKREpUZ3dKVVUzSlRsQkpUZzBKVVU0SlVKR0pUa3dKVVUxSlRoQkpVRTRKVVUxSlRoQkpVRTRKVVU0SlVGR0pUaEVKVEl5SlRKREpUSXljR0Z5Wlc1MEpUSXlKVE5CSlRJeU5UQmlaRFUyTkRrdE1tRTBaUzAwWkdZMUxXRTBZV1V0WXpjMU5tSXlOelJqWXpFeEpUSXlKVGRFSlRWRUpUSkRKVEl5YVdRbE1qSWxNMEVsTWpJMU1HSmtOVFkwT1MweVlUUmxMVFJrWmpVdFlUUmhaUzFqTnpVMllqSTNOR05qTVRFbE1qSWxNa01sTWpKMGFYUnNaU1V5TWlVelFTVXlNaVZGT0NWQ1JpVTVNQ1ZGTlNVNFFTVkJPQ1ZGTlNVNFFTVkJPQ1ZGT0NWQlJpVTRSQ1V5TWlVeVF5VXlNbkJoY21WdWRDVXlNaVV6UVNVeU1uSnZiM1FsTWpJbE1rTWxNakpzYVc1bFUzUjViR1VsTWpJbE0wRWxOMElsTWpKeVlXNWtiMjFNYVc1bFEyOXNiM0lsTWpJbE0wRWxNaklsTWpORVJrVTRSRGNsTWpJbE4wUWxOMFFsTWtNbE4wSWxNakpqYUdsc1pISmxiaVV5TWlVelFTVTFRaVUxUkNVeVF5VXlNbWxrSlRJeUpUTkJKVEl5WTJRek5HVTBaVEF0TVdRME1TMDBOV1JtTFdKak1qUXRORFZtTkdJek1XVmtNMkl4SlRJeUpUSkRKVEl5ZEdsMGJHVWxNaklsTTBFbE1qSWxSVFVsUWtRbFFUSWxSVFVsT0VFbFFUZ2xSVGdsUVVZbE9FUWxNaklsTWtNbE1qSndZWEpsYm5RbE1qSWxNMEVsTWpKeWIyOTBKVEl5SlRKREpUSXliR2x1WlZOMGVXeGxKVEl5SlROQkpUZENKVEl5Y21GdVpHOXRUR2x1WlVOdmJHOXlKVEl5SlROQkpUSXlKVEl6TnpJNVFqaEVKVEl5SlRkRUpUZEVKVEpESlRkQ0pUSXlZMmhwYkdSeVpXNGxNaklsTTBFbE5VSWxOVVFsTWtNbE1qSnBaQ1V5TWlVelFTVXlNakkzWWpZd09HTTFMVFF4WkdVdE5EYzFaQzFpT1dNeExXVmpPR05pWmpGa05USXlNQ1V5TWlVeVF5VXlNblJwZEd4bEpUSXlKVE5CSlRJeUpVVTFKVGhCSlVFNEpVVTRKVUZHSlRoRUpVVTNKVGxCSlRnMEpVVTBKVUk0SlVKQ0pVVTFKVGhCSlVFNEpVVTBKVUk0SlRoRkpVVTRKVUV5SlVGQ0pVVTFKVGhCSlVFNEpUSXlKVEpESlRJeWNHRnlaVzUwSlRJeUpUTkJKVEl5Y205dmRDVXlNaVV5UXlVeU1teHBibVZUZEhsc1pTVXlNaVV6UVNVM1FpVXlNbkpoYm1SdmJVeHBibVZEYjJ4dmNpVXlNaVV6UVNVeU1pVXlNMFZGUkRRNE5DVXlNaVUzUkNVM1JDVTFSQ1V5UXlVeU1uSnZiM1FsTWpJbE0wRjBjblZsSlRKREpUSXlkR2hsYldVbE1qSWxNMEVsTWpJbE4wSWxOVU1sTWpKaVlXTnJaM0p2ZFc1a0pUVkRKVEl5SlROQkpUVkRKVEl5SlRJelptWm1abVptSlRWREpUSXlKVEpESlRWREpUSXlkbVZ5YzJsdmJpVTFReVV5TWlVelFTVTFReVV5TW5ZMkxqRXVNU1UxUXlVeU1pVXlReVUxUXlVeU1tTnZiVzF2YmlVMVF5VXlNaVV6UVNVM1FpVTFReVV5TW1KdmJHUWxOVU1sTWpJbE0wRm1ZV3h6WlNVeVF5VTFReVV5TW1sMFlXeHBZeVUxUXlVeU1pVXpRV1poYkhObEpUSkRKVFZESlRJeWRHVjRkRUZzYVdkdUpUVkRKVEl5SlROQkpUVkRKVEl5YkdWbWRDVTFReVV5TWlVM1JDVXlReVUxUXlVeU1tTnZibTVsWTNScGIyNVRkSGxzWlNVMVF5VXlNaVV6UVNVM1FpVTFReVV5TW14cGJtVlhhV1IwYUNVMVF5VXlNaVV6UVRJbE1rTWxOVU1sTWpKc2FXNWxRMjlzYjNJbE5VTWxNaklsTTBFbE5VTWxNaklsTWpORE56WTFORVVsTlVNbE1qSWxNa01sTlVNbE1qSnNhVzVsVkhsd1pTVTFReVV5TWlVelFTVTFReVV5TW1SaGMyaGxaQ1UxUXlVeU1pVTNSQ1V5UXlVMVF5VXlNbk4xYlcxaGNubFViM0JwWXlVMVF5VXlNaVV6UVNVM1FpVTFReVV5TW1admJuUXRjMmw2WlNVMVF5VXlNaVV6UVNVMVF5VXlNakUwY0hnbE5VTWxNaklsTWtNbE5VTWxNakp6ZFcxdFlYSjVUR2x1WlVOdmJHOXlKVFZESlRJeUpUTkJKVFZESlRJeUpUSXpRemMyTlRSRkpUVkRKVEl5SlRKREpUVkRKVEl5YzNWdGJXRnllVXhwYm1WWGFXUjBhQ1UxUXlVeU1pVXpRVElsTWtNbE5VTWxNakp6ZFcxdFlYSjVUR2x1WlZSNWNHVWxOVU1sTWpJbE0wRWxOVU1sTWpKamRYSjJaVjlqYjIxd2JHVjRKVFZESlRJeUpUZEVKVEpESlRWREpUSXlZbTkxYm1SaGNubFRkSGxzWlNVMVF5VXlNaVV6UVNVM1FpVTFReVV5TW14cGJtVkRiMnh2Y2lVMVF5VXlNaVV6UVNVMVF5VXlNaVV5TTBNM05qVTBSU1UxUXlVeU1pVXlReVUxUXlVeU1teHBibVZYYVdSMGFDVTFReVV5TWlVelFUSWxNa01sTlVNbE1qSnNhVzVsVkhsd1pTVTFReVV5TWlVelFUSWxNa01sTlVNbE1qSmtZWE5vWVhKeVlYa2xOVU1sTWpJbE0wRWxOVU1sTWpJMkpUSkRNeVUxUXlVeU1pVXlReVUxUXlVeU1tWnBiR3dsTlVNbE1qSWxNMEVsTlVNbE1qSWxNak5ETnpZMU5FVWxOVU1sTWpJbE1rTWxOVU1sTWpKdmNHRmphWFI1SlRWREpUSXlKVE5CSlRWREpUSXlNQzR4SlRWREpUSXlKVGRFSlRKREpUVkRKVEl5WTJWdWRHVnlWRzl3YVdNbE5VTWxNaklsTTBFbE4wSWxOVU1sTWpKbWIyNTBMWE5wZW1VbE5VTWxNaklsTTBFek1DVXlReVUxUXlVeU1teHBibVZUZEhsc1pTVTFReVV5TWlVelFTVTNRaVUxUXlVeU1teHBibVZVZVhCbEpUVkRKVEl5SlROQkpUVkRKVEl5WTNWeWRtVWxOVU1sTWpJbE1rTWxOVU1sTWpKc2FXNWxWMmxrZEdnbE5VTWxNaklsTTBFekpUZEVKVEpESlRWREpUSXljMmhoY0dVbE5VTWxNaklsTTBFbE5VTWxNakp5WVdScFlXNXpVbVZqZEdGdVoyeGxKVFZESlRJeUpUSkRKVFZESlRJeVltRmphMmR5YjNWdVpDVTFReVV5TWlVelFTVTFReVV5TWlVeU0wTTNOalUwUlNVMVF5VXlNaVV5UXlVMVF5VXlNbUp2Y21SbGNpMWpiMnh2Y2lVMVF5VXlNaVV6UVNVMVF5VXlNaVV5TTBNM05qVTBSU1UxUXlVeU1pVXlReVUxUXlVeU1tWnZiblF0ZDJWcFoyaDBKVFZESlRJeUpUTkJKVFZESlRJeVltOXNaQ1UxUXlVeU1pVTNSQ1V5UXlVMVF5VXlNbk5sWTFSdmNHbGpKVFZESlRJeUpUTkJKVGRDSlRWREpUSXlabTl1ZEMxemFYcGxKVFZESlRJeUpUTkJNVGdsTWtNbE5VTWxNakpzYVc1bFUzUjViR1VsTlVNbE1qSWxNMEVsTjBJbE5VTWxNakpzYVc1bFZIbHdaU1UxUXlVeU1pVXpRU1UxUXlVeU1uSnZkVzVrUW5KdmEyVnVKVFZESlRJeUpUSkRKVFZESlRJeWJHbHVaVmRwWkhSb0pUVkRKVEl5SlROQk1pVTNSQ1V5UXlVMVF5VXlNbk5vWVhCbEpUVkRKVEl5SlROQkpUVkRKVEl5Y21Ga2FXRnVjMUpsWTNSaGJtZHNaU1UxUXlVeU1pVXlReVUxUXlVeU1tSmhZMnRuY205MWJtUWxOVU1sTWpJbE0wRWxOVU1sTWpKaGRYUnZRMjlzYjNJbE5VTWxNaklsTWtNbE5VTWxNakppYjNKa1pYSXRZMjlzYjNJbE5VTWxNaklsTTBFbE5VTWxNakpoZFhSdlEyOXNiM0lsTlVNbE1qSWxOMFFsTWtNbE5VTWxNakpqYUdsc1pGUnZjR2xqSlRWREpUSXlKVE5CSlRkQ0pUVkRKVEl5Wm05dWRDMXphWHBsSlRWREpUSXlKVE5CTVRRbE1rTWxOVU1sTWpKc2FXNWxVM1I1YkdVbE5VTWxNaklsTTBFbE4wSWxOVU1sTWpKc2FXNWxWSGx3WlNVMVF5VXlNaVV6UVNVMVF5VXlNbkp2ZFc1a1FuSnZhMlZ1SlRWREpUSXlKVEpESlRWREpUSXliR2x1WlZkcFpIUm9KVFZESlRJeUpUTkJNaVUzUkNVeVF5VTFReVV5TW5Ob1lYQmxKVFZESlRJeUpUTkJKVFZESlRJeWRXNWtaWEpzYVc1bEpUVkRKVEl5SlRKREpUVkRKVEl5WW05eVpHVnlMWGRwWkhSb0pUVkRKVEl5SlROQk1pVXlReVUxUXlVeU1tSnZjbVJsY2kxamIyeHZjaVUxUXlVeU1pVXpRU1UxUXlVeU1tRjFkRzlEYjJ4dmNpVTFReVV5TWlVeVF5VTFReVV5TW1Ob2FXeGtRbWRQY0dGamFYUjVKVFZESlRJeUpUTkJKVFZESlRJeU1DNHhOaVUxUXlVeU1pVXlReVUxUXlVeU1tRnVkR2xqYVhCaGRHVkNZV05yWjNKdmRXNWtKVFZESlRJeUpUTkJKVFZESlRJeVlYVjBiME52Ykc5eUpUVkRKVEl5SlRkRUpUSkRKVFZESlRJeWR6RWxOVU1sTWpJbE0wRXhKVEpESlRWREpUSXlkeklsTlVNbE1qSWxNMEV4TWlVeVF5VTFReVV5TW1GMWRHOURiMnh2Y2lVMVF5VXlNaVV6UVhSeWRXVWxNa01sTlVNbE1qSmpiMnh2Y2t4cGMzUWxOVU1sTWpJbE0wRWxOVUlsTlVNbE1qSWxNak0zTWpsQ09FUWxOVU1sTWpJbE1rTWxOVU1sTWpJbE1qTkZSVVEwT0RRbE5VTWxNaklsTWtNbE5VTWxNaklsTWpORk1UazROek1sTlVNbE1qSWxNa01sTlVNbE1qSWxNak5FUmtVNFJEY2xOVU1sTWpJbE5VUWxNa01sTlVNbE1qSnphMlZzWlhSdmJrbGtKVFZESlRJeUpUTkJKVFZESlRJeWJXbHVaRzFoY0Y5amRYSjJaVjluY21WbGJpMWtaV1poZFd4MEpUVkRKVEl5SlRKREpUVkRKVEl5WTI5c2IzSkRZWEprU1dRbE5VTWxNaklsTTBFbE5VTWxNakp6ZVhOMFpXMGxOVU1sTWpJbE1rTWxOVU1sTWpKamIyeHZjazFwYm05eVNXUWxOVU1sTWpJbE0wRWxOVU1sTWpKdGFXNWtMWE4wZVd4bE1TVTFReVV5TWlVM1JDVXlNaVV5UXlVeU1tbGtKVEl5SlROQkpUSXljbTl2ZENVeU1pVXlReVV5TW5ScGRHeGxKVEl5SlROQkpUSXlKVVUxSlRoQkpVRTRKVVU0SlVGR0pUaEVKVEl5SlRKREpUSXljM1J5ZFdOMGRYSmxKVEl5SlROQkpUSXliV2x1WkY5bWNtVmxKVEl5SlRKREpUSXlabkpsWlVOb2FXeGtjbVZ1SlRJeUpUTkJKVFZDSlRWRUpUSkRKVEl5ZEdWNGRFRjFkRzlYY21Gd1YybGtkR2dsTWpJbE0wRTVNREFsTWtNbE1qSmtZWFJoSlRJeUpUTkJKVGRDSlRJeWNtbG5hSFF0WTI5dWRHVnVkQzFwYm1SbGVDVXlNaVV6UVRFd0pUZEVKVEpESlRJeVpXUnBkRzl5Vm1WeWMybHZiaVV5TWlVelFTVXlNbFl5SlRJeUpUSkRKVEl5WTI5dGJXVnVkSE1sTWpJbE0wRWxOVUlsTlVRbE1rTWxNakozWVhSbGNtMWhjbXNsTWpJbE0wRWxNaklsTWpJbE1rTWxNakp6YUc5M1YyRjBaWEp0WVhKckpUSXlKVE5CWm1Gc2MyVWxNa01sTWpKemRIbHNaU1V5TWlVelFTVTNRaVV5TW1KaFkydG5jbTkxYm1RbE1qSWxNMEVsTWpJbE1qTkRRVVZFUWpRbE1qSWxNa01sTWpKaWIzSmtaWEl0WTI5c2IzSWxNaklsTTBFbE1qSWxNak0xTmpreU16QWxNaklsTWtNbE1qSmliM0prWlhJdGQybGtkR2dsTWpJbE0wRWxNakl4Y0hnbE1qSWxNa01sTWpKaWIzSmtaWEl0YzNSNWJHVWxNaklsTTBFbE1qSnpiMnhwWkNVeU1pVXlReVV5TW1admJuUXRjMmw2WlNVeU1pVXpRU1V5TWpJeWNIZ2xNaklsTjBRbE1rTWxNakpzYVc1bFUzUjViR1VsTWpJbE0wRWxOMElsTjBRbE1rTWxNakowYjJSdlRHbHpkQ1V5TWlVelFTVTNRaVUzUkNVeVF5VXlNbU4xYzNSdmJWZHBaSFJvSlRJeUpUTkJNVEF5TGpJbE4wUT0iLAoJIkZpbGVJZCIgOiAiNWFmMjk1OTMtNDU0Ni00ZTA2LWE0ZjktZTY3YWY1MGJiZmQ1Igp9Cg=="/>
    </extobj>
    <extobj name="E657119C-6982-421D-8BA7-E74DEB70A7D9-2">
      <extobjdata type="E657119C-6982-421D-8BA7-E74DEB70A7D9" data="ewoJIkNhdGVnb3J5IiA6ICJtaW5kX2ZyZWUiLAoJIkRlZmluaXRpb24iIDogIkpUZENKVEl5WTJocGJHUnlaVzRsTWpJbE0wRWxOVUlsTjBJbE1qSmphR2xzWkhKbGJpVXlNaVV6UVNVMVFpVTNRaVV5TW1Ob2FXeGtjbVZ1SlRJeUpUTkJKVFZDSlRkQ0pUSXlZMmhwYkdSeVpXNGxNaklsTTBFbE5VSWxOVVFsTWtNbE1qSnBaQ1V5TWlVelFTVXlNak14TTJJNFpUa3pMV1UwTVdNdE5ERmxZeTFpTnpFM0xUUmhNRGs1TWpGa09EY3hZeVV5TWlVeVF5VXlNblJwZEd4bEpUSXlKVE5CSlRJeUpVUXdKVGxFSlVRd0pVRXhKVVF3SlRreUpUSXlKVEpESlRJeWNHRnlaVzUwSlRJeUpUTkJKVEl5TVRZMFl6VTRNRGd0T1RSa1ppMDBNRE5rTFdGaE5XTXRZVFV3WTJZMlpEZ3hNekF3SlRJeUpUZEVKVFZFSlRKREpUSXlhV1FsTWpJbE0wRWxNakl4TmpSak5UZ3dPQzA1TkdSbUxUUXdNMlF0WVdFMVl5MWhOVEJqWmpaa09ERXpNREFsTWpJbE1rTWxNakowYVhSc1pTVXlNaVV6UVNVeU1pVkZOeVU0UlNWQ01DVXlNaVV5UXlVeU1uQmhjbVZ1ZENVeU1pVXpRU1V5TWpWbU9EQTFNVGczTFRkalpEUXROR05rT1MwNE5qWmxMV0l3WXpkbVpEa3dZakpoWVNVeU1pVTNSQ1V5UXlVM1FpVXlNbU5vYVd4a2NtVnVKVEl5SlROQkpUVkNKVGRDSlRJeVkyaHBiR1J5Wlc0bE1qSWxNMEVsTlVJbE5VUWxNa01sTWpKcFpDVXlNaVV6UVNVeU1qRmtaRFF3WTJSbUxXVXhabU10TkRJMFlTMDROVGMzTFdFMU56aGlaR015WkdZME15VXlNaVV5UXlVeU1uUnBkR3hsSlRJeUpUTkJKVEl5SlVRd0pUbEVKVVF3SlVFeEpVUXdKVGt5SlRKR0pVUXdKVUV4SlVRd0pUa3lKVEl5SlRKREpUSXljR0Z5Wlc1MEpUSXlKVE5CSlRJeVlUY3labUppWlRndFpqUTVOaTAwT1RVNUxUZ3lOVGN0Tm1aa01UazVOVEZpTm1VeEpUSXlKVGRFSlRWRUpUSkRKVEl5YVdRbE1qSWxNMEVsTWpKaE56Sm1ZbUpsT0MxbU5EazJMVFE1TlRrdE9ESTFOeTAyWm1ReE9UazFNV0kyWlRFbE1qSWxNa01sTWpKMGFYUnNaU1V5TWlVelFTVXlNaVZGT0NWQ1JpVTROeVV5TWlVeVF5VXlNbkJoY21WdWRDVXlNaVV6UVNVeU1qVm1PREExTVRnM0xUZGpaRFF0TkdOa09TMDROalpsTFdJd1l6ZG1aRGt3WWpKaFlTVXlNaVUzUkNVMVJDVXlReVV5TW1sa0pUSXlKVE5CSlRJeU5XWTRNRFV4T0RjdE4yTmtOQzAwWTJRNUxUZzJObVV0WWpCak4yWmtPVEJpTW1GaEpUSXlKVEpESlRJeWRHbDBiR1VsTWpJbE0wRWxNaklsUlRRbFFqZ2xRa0lsUlRVbFFrUWxRVElsUlRVbE9FRWxRVGdsTWpJbE1rTWxNakp3WVhKbGJuUWxNaklsTTBFbE1qSnliMjkwSlRJeUpUSkRKVEl5YkdsdVpWTjBlV3hsSlRJeUpUTkJKVGRDSlRJeWNtRnVaRzl0VEdsdVpVTnZiRzl5SlRJeUpUTkJKVEl5SlRJek56STVRamhFSlRJeUpUZEVKVGRFSlRKREpUZENKVEl5WTJocGJHUnlaVzRsTWpJbE0wRWxOVUlsTjBJbE1qSmphR2xzWkhKbGJpVXlNaVV6UVNVMVFpVTNRaVV5TW1Ob2FXeGtjbVZ1SlRJeUpUTkJKVFZDSlRWRUpUSkRKVEl5YVdRbE1qSWxNMEVsTWpKaFlURTNZall5WkMxbU1qYzRMVFEyWmpjdFlUTmlOeTB3TW1Fek5HVTNOVGRpWkRNbE1qSWxNa01sTWpKMGFYUnNaU1V5TWlVelFTVXlNaVZFTUNVNVJDVkVNQ1ZCTVNWRU1DVTVNaVV5TWlVeVF5VXlNbkJoY21WdWRDVXlNaVV6UVNVeU1tUTFaak0xT0Rsa0xUQmhPR010TkdKbE1DMDVaV0psTFRkaU1UWTRNRE5oWWpCbU5DVXlNaVUzUkNVMVJDVXlReVV5TW1sa0pUSXlKVE5CSlRJeVpEVm1NelU0T1dRdE1HRTRZeTAwWW1Vd0xUbGxZbVV0TjJJeE5qZ3dNMkZpTUdZMEpUSXlKVEpESlRJeWRHbDBiR1VsTWpJbE0wRWxNaklsUlRjbE9FVWxRakFsTWpJbE1rTWxNakp3WVhKbGJuUWxNaklsTTBFbE1qSmlZMkU1TWpabE1DMWpOamhtTFRReFpqVXRZV1prWkMxbU56QTJPVFUxTmprMU5qY2xNaklsTjBRbE1rTWxOMElsTWpKamFHbHNaSEpsYmlVeU1pVXpRU1UxUWlVM1FpVXlNbU5vYVd4a2NtVnVKVEl5SlROQkpUVkNKVFZFSlRKREpUSXlhV1FsTWpJbE0wRWxNakl5TjJaa1pETXpOaTAwWW1SbUxUUXlaVGt0T0dOaE5TMWlOVFF4TWpKa1lqSmpaRFlsTWpJbE1rTWxNakowYVhSc1pTVXlNaVV6UVNVeU1pVkVNQ1ZCTVNWRU1DVTVNaVV5TWlVeVF5VXlNbkJoY21WdWRDVXlNaVV6UVNVeU1qTXpabUZtWkRJeUxUVmtNMlF0TkdRMFlTMDVPR0ZpTFRGaE1tUTRNV00xWW1NMk15VXlNaVUzUkNVMVJDVXlReVV5TW1sa0pUSXlKVE5CSlRJeU16Tm1ZV1prTWpJdE5XUXpaQzAwWkRSaExUazRZV0l0TVdFeVpEZ3hZelZpWXpZekpUSXlKVEpESlRJeWRHbDBiR1VsTWpJbE0wRWxNaklsUlRnbFFrWWxPRGNsTWpJbE1rTWxNakp3WVhKbGJuUWxNaklsTTBFbE1qSmlZMkU1TWpabE1DMWpOamhtTFRReFpqVXRZV1prWkMxbU56QTJPVFUxTmprMU5qY2xNaklsTjBRbE5VUWxNa01sTWpKcFpDVXlNaVV6UVNVeU1tSmpZVGt5Tm1Vd0xXTTJPR1l0TkRGbU5TMWhabVJrTFdZM01EWTVOVFUyT1RVMk55VXlNaVV5UXlVeU1uUnBkR3hsSlRJeUpUTkJKVEl5SlVVNEpVRXlKVUZDSlVVMUpVSkVKVUV5SlVVMUpUaEJKVUU0SlRJeUpUSkRKVEl5Y0dGeVpXNTBKVEl5SlROQkpUSXljbTl2ZENVeU1pVXlReVV5TW14cGJtVlRkSGxzWlNVeU1pVXpRU1UzUWlVeU1uSmhibVJ2YlV4cGJtVkRiMnh2Y2lVeU1pVXpRU1V5TWlVeU0wVkZSRFE0TkNVeU1pVTNSQ1UzUkNVeVF5VTNRaVV5TW1Ob2FXeGtjbVZ1SlRJeUpUTkJKVFZDSlRWRUpUSkRKVEl5YVdRbE1qSWxNMEVsTWpJNFlURXlOek5tTkMxa1pEVXlMVFE0WW1JdFlqQXpNaTAzT1RRNU5ERXlZelZqTXpVbE1qSWxNa01sTWpKMGFYUnNaU1V5TWlVelFTVXlNaVZGTlNVNE1TVTVRU1ZGTlNWQlJTVTVRU1ZGT0NWQlJpVkJSQ1V5TWlVeVF5VXlNbkJoY21WdWRDVXlNaVV6UVNVeU1uSnZiM1FsTWpJbE1rTWxNakpzYVc1bFUzUjViR1VsTWpJbE0wRWxOMElsTWpKeVlXNWtiMjFNYVc1bFEyOXNiM0lsTWpJbE0wRWxNaklsTWpORk1UazROek1sTWpJbE4wUWxNa01sTWpKemRIbHNaU1V5TWlVelFTVTNRaVV5TW1KaFkydG5jbTkxYm1RbE1qSWxNMEVsTWpJbE1qTkJOa0ZGUmpNbE1qSWxNa01sTWpKbWIyNTBMWE5wZW1VbE1qSWxNMEVsTWpJeU1uQjRKVEl5SlRkRUpUZEVKVFZFSlRKREpUSXljbTl2ZENVeU1pVXpRWFJ5ZFdVbE1rTWxNakowYUdWdFpTVXlNaVV6UVNVeU1pVTNRaVUxUXlVeU1tSmhZMnRuY205MWJtUWxOVU1sTWpJbE0wRWxOVU1sTWpJbE1qTm1abVptWm1ZbE5VTWxNaklsTWtNbE5VTWxNakoyWlhKemFXOXVKVFZESlRJeUpUTkJKVFZESlRJeWRqWXVNUzR4SlRWREpUSXlKVEpESlRWREpUSXlZMjl0Ylc5dUpUVkRKVEl5SlROQkpUZENKVFZESlRJeVltOXNaQ1UxUXlVeU1pVXpRV1poYkhObEpUSkRKVFZESlRJeWFYUmhiR2xqSlRWREpUSXlKVE5CWm1Gc2MyVWxNa01sTlVNbE1qSjBaWGgwUVd4cFoyNGxOVU1sTWpJbE0wRWxOVU1sTWpKc1pXWjBKVFZESlRJeUpUZEVKVEpESlRWREpUSXlZMjl1Ym1WamRHbHZibE4wZVd4bEpUVkRKVEl5SlROQkpUZENKVFZESlRJeWJHbHVaVmRwWkhSb0pUVkRKVEl5SlROQk1pVXlReVUxUXlVeU1teHBibVZEYjJ4dmNpVTFReVV5TWlVelFTVTFReVV5TWlVeU0wTTNOalUwUlNVMVF5VXlNaVV5UXlVMVF5VXlNbXhwYm1WVWVYQmxKVFZESlRJeUpUTkJKVFZESlRJeVpHRnphR1ZrSlRWREpUSXlKVGRFSlRKREpUVkRKVEl5YzNWdGJXRnllVlJ2Y0dsakpUVkRKVEl5SlROQkpUZENKVFZESlRJeVptOXVkQzF6YVhwbEpUVkRKVEl5SlROQkpUVkRKVEl5TVRSd2VDVTFReVV5TWlVeVF5VTFReVV5TW5OMWJXMWhjbmxNYVc1bFEyOXNiM0lsTlVNbE1qSWxNMEVsTlVNbE1qSWxNak5ETnpZMU5FVWxOVU1sTWpJbE1rTWxOVU1sTWpKemRXMXRZWEo1VEdsdVpWZHBaSFJvSlRWREpUSXlKVE5CTWlVeVF5VTFReVV5TW5OMWJXMWhjbmxNYVc1bFZIbHdaU1UxUXlVeU1pVXpRU1UxUXlVeU1tTjFjblpsWDJOdmJYQnNaWGdsTlVNbE1qSWxOMFFsTWtNbE5VTWxNakppYjNWdVpHRnllVk4wZVd4bEpUVkRKVEl5SlROQkpUZENKVFZESlRJeWJHbHVaVU52Ykc5eUpUVkRKVEl5SlROQkpUVkRKVEl5SlRJelF6YzJOVFJGSlRWREpUSXlKVEpESlRWREpUSXliR2x1WlZkcFpIUm9KVFZESlRJeUpUTkJNaVV5UXlVMVF5VXlNbXhwYm1WVWVYQmxKVFZESlRJeUpUTkJNaVV5UXlVMVF5VXlNbVJoYzJoaGNuSmhlU1UxUXlVeU1pVXpRU1UxUXlVeU1qWWxNa016SlRWREpUSXlKVEpESlRWREpUSXlabWxzYkNVMVF5VXlNaVV6UVNVMVF5VXlNaVV5TTBNM05qVTBSU1UxUXlVeU1pVXlReVUxUXlVeU1tOXdZV05wZEhrbE5VTWxNaklsTTBFbE5VTWxNakl3TGpFbE5VTWxNaklsTjBRbE1rTWxOVU1sTWpKalpXNTBaWEpVYjNCcFl5VTFReVV5TWlVelFTVTNRaVUxUXlVeU1tWnZiblF0YzJsNlpTVTFReVV5TWlVelFUTXdKVEpESlRWREpUSXliR2x1WlZOMGVXeGxKVFZESlRJeUpUTkJKVGRDSlRWREpUSXliR2x1WlZSNWNHVWxOVU1sTWpJbE0wRWxOVU1sTWpKamRYSjJaU1UxUXlVeU1pVXlReVUxUXlVeU1teHBibVZYYVdSMGFDVTFReVV5TWlVelFUTWxOMFFsTWtNbE5VTWxNakp6YUdGd1pTVTFReVV5TWlVelFTVTFReVV5TW5KaFpHbGhibk5TWldOMFlXNW5iR1VsTlVNbE1qSWxNa01sTlVNbE1qSmlZV05yWjNKdmRXNWtKVFZESlRJeUpUTkJKVFZESlRJeUpUSXpRemMyTlRSRkpUVkRKVEl5SlRKREpUVkRKVEl5WW05eVpHVnlMV052Ykc5eUpUVkRKVEl5SlROQkpUVkRKVEl5SlRJelF6YzJOVFJGSlRWREpUSXlKVEpESlRWREpUSXlabTl1ZEMxM1pXbG5hSFFsTlVNbE1qSWxNMEVsTlVNbE1qSmliMnhrSlRWREpUSXlKVGRFSlRKREpUVkRKVEl5YzJWalZHOXdhV01sTlVNbE1qSWxNMEVsTjBJbE5VTWxNakptYjI1MExYTnBlbVVsTlVNbE1qSWxNMEV4T0NVeVF5VTFReVV5TW14cGJtVlRkSGxzWlNVMVF5VXlNaVV6UVNVM1FpVTFReVV5TW14cGJtVlVlWEJsSlRWREpUSXlKVE5CSlRWREpUSXljbTkxYm1SQ2NtOXJaVzRsTlVNbE1qSWxNa01sTlVNbE1qSnNhVzVsVjJsa2RHZ2xOVU1sTWpJbE0wRXlKVGRFSlRKREpUVkRKVEl5YzJoaGNHVWxOVU1sTWpJbE0wRWxOVU1sTWpKeVlXUnBZVzV6VW1WamRHRnVaMnhsSlRWREpUSXlKVEpESlRWREpUSXlZbUZqYTJkeWIzVnVaQ1UxUXlVeU1pVXpRU1UxUXlVeU1tRjFkRzlEYjJ4dmNpVTFReVV5TWlVeVF5VTFReVV5TW1KdmNtUmxjaTFqYjJ4dmNpVTFReVV5TWlVelFTVTFReVV5TW1GMWRHOURiMnh2Y2lVMVF5VXlNaVUzUkNVeVF5VTFReVV5TW1Ob2FXeGtWRzl3YVdNbE5VTWxNaklsTTBFbE4wSWxOVU1sTWpKbWIyNTBMWE5wZW1VbE5VTWxNaklsTTBFeE5DVXlReVUxUXlVeU1teHBibVZUZEhsc1pTVTFReVV5TWlVelFTVTNRaVUxUXlVeU1teHBibVZVZVhCbEpUVkRKVEl5SlROQkpUVkRKVEl5Y205MWJtUkNjbTlyWlc0bE5VTWxNaklsTWtNbE5VTWxNakpzYVc1bFYybGtkR2dsTlVNbE1qSWxNMEV5SlRkRUpUSkRKVFZESlRJeWMyaGhjR1VsTlVNbE1qSWxNMEVsTlVNbE1qSjFibVJsY214cGJtVWxOVU1sTWpJbE1rTWxOVU1sTWpKaWIzSmtaWEl0ZDJsa2RHZ2xOVU1sTWpJbE0wRXlKVEpESlRWREpUSXlZbTl5WkdWeUxXTnZiRzl5SlRWREpUSXlKVE5CSlRWREpUSXlZWFYwYjBOdmJHOXlKVFZESlRJeUpUSkRKVFZESlRJeVkyaHBiR1JDWjA5d1lXTnBkSGtsTlVNbE1qSWxNMEVsTlVNbE1qSXdMakUySlRWREpUSXlKVEpESlRWREpUSXlZVzUwYVdOcGNHRjBaVUpoWTJ0bmNtOTFibVFsTlVNbE1qSWxNMEVsTlVNbE1qSmhkWFJ2UTI5c2IzSWxOVU1sTWpJbE4wUWxNa01sTlVNbE1qSjNNU1UxUXlVeU1pVXpRVEVsTWtNbE5VTWxNakozTWlVMVF5VXlNaVV6UVRFeUpUSkRKVFZESlRJeVlYVjBiME52Ykc5eUpUVkRKVEl5SlROQmRISjFaU1V5UXlVMVF5VXlNbU52Ykc5eVRHbHpkQ1UxUXlVeU1pVXpRU1UxUWlVMVF5VXlNaVV5TXpjeU9VSTRSQ1UxUXlVeU1pVXlReVUxUXlVeU1pVXlNMFZGUkRRNE5DVTFReVV5TWlVeVF5VTFReVV5TWlVeU0wVXhPVGczTXlVMVF5VXlNaVV5UXlVMVF5VXlNaVV5TTBSR1JUaEVOeVUxUXlVeU1pVTFSQ1V5UXlVMVF5VXlNbk5yWld4bGRHOXVTV1FsTlVNbE1qSWxNMEVsTlVNbE1qSnRhVzVrYldGd1gyTjFjblpsWDJkeVpXVnVMV1JsWm1GMWJIUWxOVU1sTWpJbE1rTWxOVU1sTWpKamIyeHZja05oY21SSlpDVTFReVV5TWlVelFTVTFReVV5TW5ONWMzUmxiU1UxUXlVeU1pVXlReVUxUXlVeU1tTnZiRzl5VFdsdWIzSkpaQ1UxUXlVeU1pVXpRU1UxUXlVeU1tMXBibVF0YzNSNWJHVXhKVFZESlRJeUpUZEVKVEl5SlRKREpUSXlhV1FsTWpJbE0wRWxNakp5YjI5MEpUSXlKVEpESlRJeWRHbDBiR1VsTWpJbE0wRWxNaklsUlRVbFFrUWxRVElsUlRVbE9FRWxRVGdsUlRnbFFVWWxPRVFsTWpJbE1rTWxNakp6ZEhKMVkzUjFjbVVsTWpJbE0wRWxNakp0YVc1a1gyWnlaV1VsTWpJbE1rTWxNakptY21WbFEyaHBiR1J5Wlc0bE1qSWxNMEVsTlVJbE5VUWxNa01sTWpKMFpYaDBRWFYwYjFkeVlYQlhhV1IwYUNVeU1pVXpRVGt3TUNVeVF5VXlNbVJoZEdFbE1qSWxNMEVsTjBJbE1qSnlhV2RvZEMxamIyNTBaVzUwTFdsdVpHVjRKVEl5SlROQk1pVTNSQ1V5UXlVeU1tVmthWFJ2Y2xabGNuTnBiMjRsTWpJbE0wRWxNakpXTWlVeU1pVXlReVV5TW1OdmJXMWxiblJ6SlRJeUpUTkJKVFZDSlRWRUpUSkRKVEl5ZDJGMFpYSnRZWEpySlRJeUpUTkJKVEl5SlRJeUpUSkRKVEl5YzJodmQxZGhkR1Z5YldGeWF5VXlNaVV6UVdaaGJITmxKVEpESlRJeWRHOWtiMHhwYzNRbE1qSWxNMEVsTjBJbE4wUWxNa01sTWpKemRIbHNaU1V5TWlVelFTVTNRaVV5TW1KaFkydG5jbTkxYm1RbE1qSWxNMEVsTWpJbE1qTkZSRGMzUWpZbE1qSWxNa01sTWpKbWIyNTBMWE5wZW1VbE1qSWxNMEVsTWpJeE9YQjRKVEl5SlRkRUpUSkRKVEl5YkdsdVpWTjBlV3hsSlRJeUpUTkJKVGRDSlRkRUpUSkRKVEl5WTNWemRHOXRWMmxrZEdnbE1qSWxNMEV4TVRrbE4wUT0iLAoJIkZpbGVJZCIgOiAiOWRhZWZhZmEtNTc4Ny00MGU2LTk3ZTMtZWRmMjc4NTIxM2IwIgp9Cg=="/>
    </extobj>
    <extobj name="E657119C-6982-421D-8BA7-E74DEB70A7D9-3">
      <extobjdata type="E657119C-6982-421D-8BA7-E74DEB70A7D9" data="ewoJIkNhdGVnb3J5IiA6ICJtaW5kX2ZyZWUiLAoJIkRlZmluaXRpb24iIDogIkpUZENKVEl5WTJocGJHUnlaVzRsTWpJbE0wRWxOVUlsTjBJbE1qSmphR2xzWkhKbGJpVXlNaVV6UVNVMVFpVTNRaVV5TW1Ob2FXeGtjbVZ1SlRJeUpUTkJKVFZDSlRWRUpUSkRKVEl5YVdRbE1qSWxNMEVsTWpJelpUTXdNakZpWmkxak1qQXdMVFF4TXpNdE9XSm1PUzAzTVRoaE5UaGlaVEV5TkRFbE1qSWxNa01sTWpKMGFYUnNaU1V5TWlVelFTVXlNaVZGTnlWQk1TVkJSU1ZGTlNWQlJTVTVRU1ZGTkNWQ1FTVkNRU1ZGTnlWQk55VkNNQ1ZGTlNVNFJpVkJOU1V5TWlVeVF5VXlNbkJoY21WdWRDVXlNaVV6UVNVeU1tUm1ZbUpoWlRkaUxUY3haR010TkRJMll5MDVZV0kyTFdOalkySTNNek01TURFMVlpVXlNaVUzUkNVeVF5VTNRaVV5TW1Ob2FXeGtjbVZ1SlRJeUpUTkJKVFZDSlRWRUpUSkRKVEl5YVdRbE1qSWxNMEVsTWpKbE1qRmhZMk5qTmkweE9UWmtMVFExTUdVdE9HWTJNeTAzWVRBM1lUSmlZalV3TldZbE1qSWxNa01sTWpKMGFYUnNaU1V5TWlVelFTVXlNaVZGTkNWQ09DVTRSQ1ZGTlNWQlJTVTVRU1ZGTkNWQ1FTVkNRU1ZGTnlWQk55VkNNQ1ZGTlNVNFJpVkJOU1V5TWlVeVF5VXlNbkJoY21WdWRDVXlNaVV6UVNVeU1tUm1ZbUpoWlRkaUxUY3haR010TkRJMll5MDVZV0kyTFdOalkySTNNek01TURFMVlpVXlNaVUzUkNVeVF5VTNRaVV5TW1Ob2FXeGtjbVZ1SlRJeUpUTkJKVFZDSlRWRUpUSkRKVEl5YVdRbE1qSWxNMEVsTWpKbE1EZ3pPV0V4T0Mxa056ZzBMVFJtWXpJdE9EazNPQzB5TlRZM1pXWXhOelZoWTJFbE1qSWxNa01sTWpKMGFYUnNaU1V5TWlVelFTVXlNaVZGTmlWQ015VTVRaVZGTmlVNFF5VTROeVZGTkNWQ1FTVkNRU1ZGTnlWQk55VkNNQ1ZGTlNVNFJpVkJOU1V5TWlVeVF5VXlNbkJoY21WdWRDVXlNaVV6UVNVeU1tUm1ZbUpoWlRkaUxUY3haR010TkRJMll5MDVZV0kyTFdOalkySTNNek01TURFMVlpVXlNaVUzUkNVeVF5VTNRaVV5TW1Ob2FXeGtjbVZ1SlRJeUpUTkJKVFZDSlRWRUpUSkRKVEl5YVdRbE1qSWxNMEVsTWpKbFltVXpZelZtT0MweE56RXlMVFExTmprdFlqRTFaUzFsTm1Oall6TmlPV1ZrWmprbE1qSWxNa01sTWpKMGFYUnNaU1V5TWlVelFTVXlNaVZGTmlVNU55VkJNQ1ZGTkNWQ1FTVkNRU1ZGTnlWQk55VkNNQ1ZGTlNVNFJpVkJOU1V5TWlVeVF5VXlNbkJoY21WdWRDVXlNaVV6UVNVeU1tUm1ZbUpoWlRkaUxUY3haR010TkRJMll5MDVZV0kyTFdOalkySTNNek01TURFMVlpVXlNaVUzUkNVeVF5VTNRaVV5TW1Ob2FXeGtjbVZ1SlRJeUpUTkJKVFZDSlRWRUpUSkRKVEl5YVdRbE1qSWxNMEVsTWpJeVlqZzVZekEwTVMxak5UUmlMVFJtTW1FdE9UbGhaUzB4WWpVeU16bGtZakUzT0dFbE1qSWxNa01sTWpKMGFYUnNaU1V5TWlVelFTVXlNaVZGTnlWQk55VkNNQ1ZGTlNVNU1DVTRSQ1ZGTlNVNFJpVkJOU1V5TWlVeVF5VXlNbkJoY21WdWRDVXlNaVV6UVNVeU1tUm1ZbUpoWlRkaUxUY3haR010TkRJMll5MDVZV0kyTFdOalkySTNNek01TURFMVlpVXlNaVUzUkNVMVJDVXlReVV5TW1sa0pUSXlKVE5CSlRJeVpHWmlZbUZsTjJJdE56RmtZeTAwTWpaakxUbGhZall0WTJOallqY3pNemt3TVRWaUpUSXlKVEpESlRJeWRHbDBiR1VsTWpJbE0wRWxNaklsUlRVbE9FUWxPVFVsUlRrbE9ETWxRVGdsUlRVbE9FWWxRVFVsTWpJbE1rTWxNakp3WVhKbGJuUWxNaklsTTBFbE1qSnliMjkwSlRJeUpUSkRKVEl5YkdsdVpWTjBlV3hsSlRJeUpUTkJKVGRDSlRJeWNtRnVaRzl0VEdsdVpVTnZiRzl5SlRJeUpUTkJKVEl5SlRJek56STVRamhFSlRJeUpUZEVKVEpESlRJeVkzVnpkRzl0VjJsa2RHZ2xNaklsTTBFNU1DVTNSQ1V5UXlVM1FpVXlNbU5vYVd4a2NtVnVKVEl5SlROQkpUVkNKVGRDSlRJeVkyaHBiR1J5Wlc0bE1qSWxNMEVsTlVJbE5VUWxNa01sTWpKcFpDVXlNaVV6UVNVeU1qRTRabVZsTURobUxUYzVaVGt0TkdNMU9TMDVaVGxsTFRFd1pESmlNVFE1TkdZM05DVXlNaVV5UXlVeU1uUnBkR3hsSlRJeUpUTkJKVEl5SlVVMEpVSTRKVUpDSlVVNEpVRkdKVUZFSlVVM0pUbEJKVGcwSlVVNEpVRXhKVUU0SlVVM0pVRTBKVUpCSlVVMkpVSXpKVGsxSlRJeUpUSkRKVEl5Y0dGeVpXNTBKVEl5SlROQkpUSXlaREpsT1RrelltRXRZalZoTmkwME1ETTBMV0U1T1RrdFlUSTVObVJqTVRZMlpESXhKVEl5SlRkRUpUSkRKVGRDSlRJeVkyaHBiR1J5Wlc0bE1qSWxNMEVsTlVJbE5VUWxNa01sTWpKcFpDVXlNaVV6UVNVeU1tVXdaVEZtTlRjNUxUWXlOemN0TkRSbE5DMDRORFZqTFdaak16a3paamhrWmpabVlpVXlNaVV5UXlVeU1uUnBkR3hsSlRJeUpUTkJKVEl5SlVVNEpVSXdKVGt6SlVVNEpVRkdKVUZFSlVVM0pUbEJKVGcwSlVVNEpVRXhKVUU0SlVVM0pVRTBKVUpCSlVVMkpVSXpKVGsxSlRJeUpUSkRKVEl5Y0dGeVpXNTBKVEl5SlROQkpUSXlaREpsT1RrelltRXRZalZoTmkwME1ETTBMV0U1T1RrdFlUSTVObVJqTVRZMlpESXhKVEl5SlRkRUpUVkVKVEpESlRJeWFXUWxNaklsTTBFbE1qSmtNbVU1T1ROaVlTMWlOV0UyTFRRd016UXRZVGs1T1MxaE1qazJaR014Tmpaa01qRWxNaklsTWtNbE1qSjBhWFJzWlNVeU1pVXpRU1V5TWlWRk5TVTRSaVU0UXlWRk9TVTRNeVZCT0NWRk5TVTRSaVZCTlNVeU1pVXlReVV5TW5CaGNtVnVkQ1V5TWlVelFTVXlNbkp2YjNRbE1qSWxNa01sTWpKc2FXNWxVM1I1YkdVbE1qSWxNMEVsTjBJbE1qSnlZVzVrYjIxTWFXNWxRMjlzYjNJbE1qSWxNMEVsTWpJbE1qTkZSVVEwT0RRbE1qSWxOMFFsTWtNbE1qSmpkWE4wYjIxWGFXUjBhQ1V5TWlVelFUZzVKVGRFSlRKREpUZENKVEl5WTJocGJHUnlaVzRsTWpJbE0wRWxOVUlsTjBJbE1qSmphR2xzWkhKbGJpVXlNaVV6UVNVMVFpVTNRaVV5TW1Ob2FXeGtjbVZ1SlRJeUpUTkJKVFZDSlRWRUpUSkRKVEl5YVdRbE1qSWxNMEVsTWpJNE1URmhObVJrT0MwM09HUmpMVFExWVRZdE9XTXdNUzAzWlRWa01tTmtORGhtTkdNbE1qSWxNa01sTWpKMGFYUnNaU1V5TWlVelFTVXlNaVZGTkNWQ09DVkNRaVZGT0NWQlJpVkJSQ1V5TWlVeVF5VXlNbkJoY21WdWRDVXlNaVV6UVNVeU1qQmlOelUxWmpRNUxUUXpaRGN0TkRaak9DMDRORGd6TFRjMU1tTXdNRGxrWkdSaE1TVXlNaVUzUkNVeVF5VTNRaVV5TW1Ob2FXeGtjbVZ1SlRJeUpUTkJKVFZDSlRWRUpUSkRKVEl5YVdRbE1qSWxNMEVsTWpKbE5XRTRZVEl3WkMwNE1URTRMVFE0TURNdE9UWXhNUzFoWm1JNU9EZGpZakJtTldZbE1qSWxNa01sTWpKMGFYUnNaU1V5TWlVelFTVXlNaVZGT0NWQ01DVTVNeVZGT0NWQlJpVkJSQ1V5TWlVeVF5VXlNbkJoY21WdWRDVXlNaVV6UVNVeU1qQmlOelUxWmpRNUxUUXpaRGN0TkRaak9DMDRORGd6TFRjMU1tTXdNRGxrWkdSaE1TVXlNaVUzUkNVMVJDVXlReVV5TW1sa0pUSXlKVE5CSlRJeU1HSTNOVFZtTkRrdE5ETmtOeTAwTm1NNExUZzBPRE10TnpVeVl6QXdPV1JrWkdFeEpUSXlKVEpESlRJeWRHbDBiR1VsTWpJbE0wRWxNaklsUlRRbFFqZ2xRa0lsUlRnbFFUWWxPREVsUlRZbE9EZ2xPVEFsUlRVbE9EZ2xPRFlsTWpJbE1rTWxNakp3WVhKbGJuUWxNaklsTTBFbE1qSmhZelUxTmpNeU5DMW1ZMkZpTFRSbU4yUXRZV1F4WXkwelpUYzFZVEEwTTJWaE1tWWxNaklsTjBRbE1rTWxOMElsTWpKamFHbHNaSEpsYmlVeU1pVXpRU1UxUWlVM1FpVXlNbU5vYVd4a2NtVnVKVEl5SlROQkpUVkNKVFZFSlRKREpUSXlhV1FsTWpJbE0wRWxNakpqWXpBMk1XWmhNUzFqT1RGakxUUTJOVGt0T0RreU1pMDFZamRtWXpNeVlURTFZekVsTWpJbE1rTWxNakowYVhSc1pTVXlNaVV6UVNVeU1pVkZOU1ZCUlNVNVFTVkZPQ1ZCUmlWQlJDVXlNaVV5UXlVeU1uQmhjbVZ1ZENVeU1pVXpRU1V5TWprME9UWmlNR1UwTFRreFpURXROREJpT0MxaE1UVXlMVGRrWlRrNU5URXdaRFE1TVNVeU1pVTNSQ1V5UXlVM1FpVXlNbU5vYVd4a2NtVnVKVEl5SlROQkpUVkNKVFZFSlRKREpUSXlhV1FsTWpJbE0wRWxNakl6WW1GbE5ERTROeTFtWldSa0xUUTFPRE10WWpneFl5MDVZelEwWTJaalpEYzFNbU1sTWpJbE1rTWxNakowYVhSc1pTVXlNaVV6UVNVeU1pVkZPQ1ZCTVNWQk5TVkZPQ1ZCUmlWQlJDVXlNaVV5UXlVeU1uQmhjbVZ1ZENVeU1pVXpRU1V5TWprME9UWmlNR1UwTFRreFpURXROREJpT0MxaE1UVXlMVGRrWlRrNU5URXdaRFE1TVNVeU1pVTNSQ1V5UXlVM1FpVXlNbU5vYVd4a2NtVnVKVEl5SlROQkpUVkNKVFZFSlRKREpUSXlhV1FsTWpJbE0wRWxNakppTURWbE5XUmhPQzFsWVdVM0xUUmpNMlV0WVdKaU9DMWxNVGMwWTJKaE16STJNVElsTWpJbE1rTWxNakowYVhSc1pTVXlNaVV6UVNVeU1pVkZOeVU0UVNWQ05pVkZPQ1ZCUmlWQlJDVXlNaVV5UXlVeU1uQmhjbVZ1ZENVeU1pVXpRU1V5TWprME9UWmlNR1UwTFRreFpURXROREJpT0MxaE1UVXlMVGRrWlRrNU5URXdaRFE1TVNVeU1pVTNSQ1UxUkNVeVF5VXlNbWxrSlRJeUpUTkJKVEl5T1RRNU5tSXdaVFF0T1RGbE1TMDBNR0k0TFdFeE5USXROMlJsT1RrMU1UQmtORGt4SlRJeUpUSkRKVEl5ZEdsMGJHVWxNaklsTTBFbE1qSWxSVFlsUVVNbFFURWxSVGdsUVRZbE9ERWxSVFlsT0RnbE9UQWxSVFVsT0RnbE9EWWxNaklsTWtNbE1qSndZWEpsYm5RbE1qSWxNMEVsTWpKaFl6VTFOak15TkMxbVkyRmlMVFJtTjJRdFlXUXhZeTB6WlRjMVlUQTBNMlZoTW1ZbE1qSWxOMFFsTlVRbE1rTWxNakpwWkNVeU1pVXpRU1V5TW1Gak5UVTJNekkwTFdaallXSXROR1kzWkMxaFpERmpMVE5sTnpWaE1EUXpaV0V5WmlVeU1pVXlReVV5TW5ScGRHeGxKVEl5SlROQkpUSXlKVVUxSlRoR0pVRTFKVVUxSlVGRUpUa3dKVVUzSlRsQkpUZzBKVVUwSlVJNEpVSkNKVVU0SlVFMkpUZ3hKVVUySlRnNEpUa3dKVVUxSlRnNEpUZzJKVVUxSlRreUpUaERKVVUySlVGREpVRXhKVVU0SlVFMkpUZ3hKVVUySlRnNEpUa3dKVVUxSlRnNEpUZzJKVEl5SlRKREpUSXljR0Z5Wlc1MEpUSXlKVE5CSlRJeWNtOXZkQ1V5TWlVeVF5VXlNbXhwYm1WVGRIbHNaU1V5TWlVelFTVTNRaVV5TW5KaGJtUnZiVXhwYm1WRGIyeHZjaVV5TWlVelFTVXlNaVV5TTBVeE9UZzNNeVV5TWlVM1JDVTNSQ1V5UXlVM1FpVXlNbU5vYVd4a2NtVnVKVEl5SlROQkpUVkNKVFZFSlRKREpUSXlhV1FsTWpJbE0wRWxNakkyTXpFd1pUaGlNeTB4TmpKbExUUXpNR0V0T0RZNU5pMDBNVFF4WWpNMFpXUmpZMklsTWpJbE1rTWxNakowYVhSc1pTVXlNaVV6UVNVeU1pVkZOU1ZDT1NWQ05pVkZOU1U0T0NVNU55VkZOU1ZCTkNVNFJDVkZOU1U1TUNVNE9DVkZOU1U0UmlWQk5TVXlNaVV5UXlVeU1uQmhjbVZ1ZENVeU1pVXpRU1V5TW5KdmIzUWxNaklsTWtNbE1qSnNhVzVsVTNSNWJHVWxNaklsTTBFbE4wSWxNakp5WVc1a2IyMU1hVzVsUTI5c2IzSWxNaklsTTBFbE1qSWxNak5GUlVRME9EUWxNaklsTjBRbE4wUWxNa01sTjBJbE1qSmphR2xzWkhKbGJpVXlNaVV6UVNVMVFpVTFSQ1V5UXlVeU1tbGtKVEl5SlROQkpUSXlOalptWVdWbFltVXROV016TWkwME9UTmxMVGhsT0dJdFl6QTFNemMxWkdGaE5EZGpKVEl5SlRKREpUSXlkR2wwYkdVbE1qSWxNMEVsTWpJbFJUUWxRamdsUWtJbFJUUWxRa0lsT0VVbFJUVWxRVFFsT0VRbFJUVWxPVEFsT0RnbFJUVWxPRVlsUVRVbE1qSWxNa01sTWpKd1lYSmxiblFsTWpJbE0wRWxNakp5YjI5MEpUSXlKVEpESlRJeWJHbHVaVk4wZVd4bEpUSXlKVE5CSlRkQ0pUSXljbUZ1Wkc5dFRHbHVaVU52Ykc5eUpUSXlKVE5CSlRJeUpUSXpSVEU1T0RjekpUSXlKVGRFSlRkRUpUVkVKVEpESlRJeWNtOXZkQ1V5TWlVelFYUnlkV1VsTWtNbE1qSjBhR1Z0WlNVeU1pVXpRU1V5TWlVM1FpVTFReVV5TW1KaFkydG5jbTkxYm1RbE5VTWxNaklsTTBFbE5VTWxNaklsTWpObVptWm1abVlsTlVNbE1qSWxNa01sTlVNbE1qSjJaWEp6YVc5dUpUVkRKVEl5SlROQkpUVkRKVEl5ZGpZdU1TNHhKVFZESlRJeUpUSkRKVFZESlRJeVkyOXRiVzl1SlRWREpUSXlKVE5CSlRkQ0pUVkRKVEl5WW05c1pDVTFReVV5TWlVelFXWmhiSE5sSlRKREpUVkRKVEl5YVhSaGJHbGpKVFZESlRJeUpUTkJabUZzYzJVbE1rTWxOVU1sTWpKMFpYaDBRV3hwWjI0bE5VTWxNaklsTTBFbE5VTWxNakpzWldaMEpUVkRKVEl5SlRkRUpUSkRKVFZESlRJeVkyOXVibVZqZEdsdmJsTjBlV3hsSlRWREpUSXlKVE5CSlRkQ0pUVkRKVEl5YkdsdVpWZHBaSFJvSlRWREpUSXlKVE5CTWlVeVF5VTFReVV5TW14cGJtVkRiMnh2Y2lVMVF5VXlNaVV6UVNVMVF5VXlNaVV5TTBNM05qVTBSU1UxUXlVeU1pVXlReVUxUXlVeU1teHBibVZVZVhCbEpUVkRKVEl5SlROQkpUVkRKVEl5WkdGemFHVmtKVFZESlRJeUpUZEVKVEpESlRWREpUSXljM1Z0YldGeWVWUnZjR2xqSlRWREpUSXlKVE5CSlRkQ0pUVkRKVEl5Wm05dWRDMXphWHBsSlRWREpUSXlKVE5CSlRWREpUSXlNVFJ3ZUNVMVF5VXlNaVV5UXlVMVF5VXlNbk4xYlcxaGNubE1hVzVsUTI5c2IzSWxOVU1sTWpJbE0wRWxOVU1sTWpJbE1qTkROelkxTkVVbE5VTWxNaklsTWtNbE5VTWxNakp6ZFcxdFlYSjVUR2x1WlZkcFpIUm9KVFZESlRJeUpUTkJNaVV5UXlVMVF5VXlNbk4xYlcxaGNubE1hVzVsVkhsd1pTVTFReVV5TWlVelFTVTFReVV5TW1OMWNuWmxYMk52YlhCc1pYZ2xOVU1sTWpJbE4wUWxNa01sTlVNbE1qSmliM1Z1WkdGeWVWTjBlV3hsSlRWREpUSXlKVE5CSlRkQ0pUVkRKVEl5YkdsdVpVTnZiRzl5SlRWREpUSXlKVE5CSlRWREpUSXlKVEl6UXpjMk5UUkZKVFZESlRJeUpUSkRKVFZESlRJeWJHbHVaVmRwWkhSb0pUVkRKVEl5SlROQk1pVXlReVUxUXlVeU1teHBibVZVZVhCbEpUVkRKVEl5SlROQk1pVXlReVUxUXlVeU1tUmhjMmhoY25KaGVTVTFReVV5TWlVelFTVTFReVV5TWpZbE1rTXpKVFZESlRJeUpUSkRKVFZESlRJeVptbHNiQ1UxUXlVeU1pVXpRU1UxUXlVeU1pVXlNME0zTmpVMFJTVTFReVV5TWlVeVF5VTFReVV5TW05d1lXTnBkSGtsTlVNbE1qSWxNMEVsTlVNbE1qSXdMakVsTlVNbE1qSWxOMFFsTWtNbE5VTWxNakpqWlc1MFpYSlViM0JwWXlVMVF5VXlNaVV6UVNVM1FpVTFReVV5TW1admJuUXRjMmw2WlNVMVF5VXlNaVV6UVRNd0pUSkRKVFZESlRJeWJHbHVaVk4wZVd4bEpUVkRKVEl5SlROQkpUZENKVFZESlRJeWJHbHVaVlI1Y0dVbE5VTWxNaklsTTBFbE5VTWxNakpqZFhKMlpTVTFReVV5TWlVeVF5VTFReVV5TW14cGJtVlhhV1IwYUNVMVF5VXlNaVV6UVRNbE4wUWxNa01sTlVNbE1qSnphR0Z3WlNVMVF5VXlNaVV6UVNVMVF5VXlNbkpoWkdsaGJuTlNaV04wWVc1bmJHVWxOVU1sTWpJbE1rTWxOVU1sTWpKaVlXTnJaM0p2ZFc1a0pUVkRKVEl5SlROQkpUVkRKVEl5SlRJelF6YzJOVFJGSlRWREpUSXlKVEpESlRWREpUSXlZbTl5WkdWeUxXTnZiRzl5SlRWREpUSXlKVE5CSlRWREpUSXlKVEl6UXpjMk5UUkZKVFZESlRJeUpUSkRKVFZESlRJeVptOXVkQzEzWldsbmFIUWxOVU1sTWpJbE0wRWxOVU1sTWpKaWIyeGtKVFZESlRJeUpUZEVKVEpESlRWREpUSXljMlZqVkc5d2FXTWxOVU1sTWpJbE0wRWxOMElsTlVNbE1qSm1iMjUwTFhOcGVtVWxOVU1sTWpJbE0wRXhPQ1V5UXlVMVF5VXlNbXhwYm1WVGRIbHNaU1UxUXlVeU1pVXpRU1UzUWlVMVF5VXlNbXhwYm1WVWVYQmxKVFZESlRJeUpUTkJKVFZESlRJeWNtOTFibVJDY205clpXNGxOVU1sTWpJbE1rTWxOVU1sTWpKc2FXNWxWMmxrZEdnbE5VTWxNaklsTTBFeUpUZEVKVEpESlRWREpUSXljMmhoY0dVbE5VTWxNaklsTTBFbE5VTWxNakp5WVdScFlXNXpVbVZqZEdGdVoyeGxKVFZESlRJeUpUSkRKVFZESlRJeVltRmphMmR5YjNWdVpDVTFReVV5TWlVelFTVTFReVV5TW1GMWRHOURiMnh2Y2lVMVF5VXlNaVV5UXlVMVF5VXlNbUp2Y21SbGNpMWpiMnh2Y2lVMVF5VXlNaVV6UVNVMVF5VXlNbUYxZEc5RGIyeHZjaVUxUXlVeU1pVTNSQ1V5UXlVMVF5VXlNbU5vYVd4a1ZHOXdhV01sTlVNbE1qSWxNMEVsTjBJbE5VTWxNakptYjI1MExYTnBlbVVsTlVNbE1qSWxNMEV4TkNVeVF5VTFReVV5TW14cGJtVlRkSGxzWlNVMVF5VXlNaVV6UVNVM1FpVTFReVV5TW14cGJtVlVlWEJsSlRWREpUSXlKVE5CSlRWREpUSXljbTkxYm1SQ2NtOXJaVzRsTlVNbE1qSWxNa01sTlVNbE1qSnNhVzVsVjJsa2RHZ2xOVU1sTWpJbE0wRXlKVGRFSlRKREpUVkRKVEl5YzJoaGNHVWxOVU1sTWpJbE0wRWxOVU1sTWpKMWJtUmxjbXhwYm1VbE5VTWxNaklsTWtNbE5VTWxNakppYjNKa1pYSXRkMmxrZEdnbE5VTWxNaklsTTBFeUpUSkRKVFZESlRJeVltOXlaR1Z5TFdOdmJHOXlKVFZESlRJeUpUTkJKVFZESlRJeVlYVjBiME52Ykc5eUpUVkRKVEl5SlRKREpUVkRKVEl5WTJocGJHUkNaMDl3WVdOcGRIa2xOVU1sTWpJbE0wRWxOVU1sTWpJd0xqRTJKVFZESlRJeUpUSkRKVFZESlRJeVlXNTBhV05wY0dGMFpVSmhZMnRuY205MWJtUWxOVU1sTWpJbE0wRWxOVU1sTWpKaGRYUnZRMjlzYjNJbE5VTWxNaklsTjBRbE1rTWxOVU1sTWpKM01TVTFReVV5TWlVelFURWxNa01sTlVNbE1qSjNNaVUxUXlVeU1pVXpRVEV5SlRKREpUVkRKVEl5WVhWMGIwTnZiRzl5SlRWREpUSXlKVE5CZEhKMVpTVXlReVUxUXlVeU1tTnZiRzl5VEdsemRDVTFReVV5TWlVelFTVTFRaVUxUXlVeU1pVXlNemN5T1VJNFJDVTFReVV5TWlVeVF5VTFReVV5TWlVeU0wVkZSRFE0TkNVMVF5VXlNaVV5UXlVMVF5VXlNaVV5TTBVeE9UZzNNeVUxUXlVeU1pVXlReVUxUXlVeU1pVXlNMFJHUlRoRU55VTFReVV5TWlVMVJDVXlReVUxUXlVeU1uTnJaV3hsZEc5dVNXUWxOVU1sTWpJbE0wRWxOVU1sTWpKdGFXNWtiV0Z3WDJOMWNuWmxYMmR5WldWdUxXUmxabUYxYkhRbE5VTWxNaklsTWtNbE5VTWxNakpqYjJ4dmNrTmhjbVJKWkNVMVF5VXlNaVV6UVNVMVF5VXlNbk41YzNSbGJTVTFReVV5TWlVeVF5VTFReVV5TW1OdmJHOXlUV2x1YjNKSlpDVTFReVV5TWlVelFTVTFReVV5TW0xcGJtUXRjM1I1YkdVeEpUVkRKVEl5SlRkRUpUSXlKVEpESlRJeWFXUWxNaklsTTBFbE1qSnliMjkwSlRJeUpUSkRKVEl5ZEdsMGJHVWxNaklsTTBFbE1qSWxSVFVsT0VZbFFUVWxSVFlsUWpNbE9UVWxNaklsTWtNbE1qSnpkSEoxWTNSMWNtVWxNaklsTTBFbE1qSnRhVzVrWDJaeVpXVWxNaklsTWtNbE1qSm1jbVZsUTJocGJHUnlaVzRsTWpJbE0wRWxOVUlsTlVRbE1rTWxNakowWlhoMFFYVjBiMWR5WVhCWGFXUjBhQ1V5TWlVelFUa3dNQ1V5UXlVeU1tUmhkR0VsTWpJbE0wRWxOMElsTWpKeWFXZG9kQzFqYjI1MFpXNTBMV2x1WkdWNEpUSXlKVE5CTlNVM1JDVXlReVV5TW1Wa2FYUnZjbFpsY25OcGIyNGxNaklsTTBFbE1qSldNaVV5TWlVeVF5VXlNbU52YlcxbGJuUnpKVEl5SlROQkpUVkNKVFZFSlRKREpUSXlkMkYwWlhKdFlYSnJKVEl5SlROQkpUSXlKVEl5SlRKREpUSXljMmh2ZDFkaGRHVnliV0Z5YXlVeU1pVXpRV1poYkhObEpUSkRKVEl5ZEc5a2IweHBjM1FsTWpJbE0wRWxOMElsTjBRbE1rTWxNakpqZFhOMGIyMVhhV1IwYUNVeU1pVXpRVEV5TXlVM1JBPT0iLAoJIkZpbGVJZCIgOiAiMTVkYWM0MDItNTlkOC00YTg0LTk1ZWEtNjFhYzlmMzMxZjZmIgp9Cg=="/>
    </extobj>
  </extobjs>
</s:customData>
</file>

<file path=customXml/itemProps157.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19326</Words>
  <Application>WPS 文字</Application>
  <PresentationFormat>宽屏</PresentationFormat>
  <Paragraphs>1199</Paragraphs>
  <Slides>81</Slides>
  <Notes>53</Notes>
  <HiddenSlides>0</HiddenSlides>
  <MMClips>7</MMClips>
  <ScaleCrop>false</ScaleCrop>
  <HeadingPairs>
    <vt:vector size="6" baseType="variant">
      <vt:variant>
        <vt:lpstr>已用的字体</vt:lpstr>
      </vt:variant>
      <vt:variant>
        <vt:i4>25</vt:i4>
      </vt:variant>
      <vt:variant>
        <vt:lpstr>主题</vt:lpstr>
      </vt:variant>
      <vt:variant>
        <vt:i4>3</vt:i4>
      </vt:variant>
      <vt:variant>
        <vt:lpstr>幻灯片标题</vt:lpstr>
      </vt:variant>
      <vt:variant>
        <vt:i4>81</vt:i4>
      </vt:variant>
    </vt:vector>
  </HeadingPairs>
  <TitlesOfParts>
    <vt:vector size="109" baseType="lpstr">
      <vt:lpstr>Arial</vt:lpstr>
      <vt:lpstr>宋体</vt:lpstr>
      <vt:lpstr>Wingdings</vt:lpstr>
      <vt:lpstr>Wingdings</vt:lpstr>
      <vt:lpstr>微软雅黑</vt:lpstr>
      <vt:lpstr>Century Gothic</vt:lpstr>
      <vt:lpstr>苹方-简</vt:lpstr>
      <vt:lpstr>汉仪旗黑</vt:lpstr>
      <vt:lpstr>微软雅黑 Light</vt:lpstr>
      <vt:lpstr>汉仪中黑KW</vt:lpstr>
      <vt:lpstr>Wingdings 3</vt:lpstr>
      <vt:lpstr>汉仪中宋S</vt:lpstr>
      <vt:lpstr>汉仪君黑-45简</vt:lpstr>
      <vt:lpstr>Times New Roman</vt:lpstr>
      <vt:lpstr>Arial Black</vt:lpstr>
      <vt:lpstr>Calibri</vt:lpstr>
      <vt:lpstr>汉仪书宋二KW</vt:lpstr>
      <vt:lpstr>宋体</vt:lpstr>
      <vt:lpstr>Arial Unicode MS</vt:lpstr>
      <vt:lpstr>黑体</vt:lpstr>
      <vt:lpstr>PingFang SC</vt:lpstr>
      <vt:lpstr>微软雅黑</vt:lpstr>
      <vt:lpstr>宋体-简</vt:lpstr>
      <vt:lpstr>Apple Color Emoji</vt:lpstr>
      <vt:lpstr>MS PGothic</vt:lpstr>
      <vt:lpstr>Office 主题​​</vt:lpstr>
      <vt:lpstr>封2​​</vt:lpstr>
      <vt:lpstr>目4​​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杨雪楠</cp:lastModifiedBy>
  <cp:revision>240</cp:revision>
  <dcterms:created xsi:type="dcterms:W3CDTF">2026-06-12T04:59:53Z</dcterms:created>
  <dcterms:modified xsi:type="dcterms:W3CDTF">2026-06-12T04:59:53Z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2052-12.1.25869.25869</vt:lpwstr>
  </property>
  <property fmtid="{D5CDD505-2E9C-101B-9397-08002B2CF9AE}" pid="3" name="ICV">
    <vt:lpwstr>4D113536E62C1DF15BC21C6ACD3622BC_43</vt:lpwstr>
  </property>
  <property fmtid="{D5CDD505-2E9C-101B-9397-08002B2CF9AE}" pid="4" name="KSOTemplateUUID">
    <vt:lpwstr>v1.0_mb_m5P23gPCY8x6hA7h5R//nA==</vt:lpwstr>
  </property>
</Properties>
</file>