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C89F5-0C31-6360-EA8A-31CA1ED39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B0F2C-0936-532C-F088-1E26F13B6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FEB4C-640F-2C19-4FBD-04270A76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59A6C-367E-04ED-4C19-98B72CB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445F2-AD59-6767-2CB1-6B216A58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39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6796A-A7FA-2F18-701D-4DC26747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255DAB-EA32-89BF-0666-BE41E853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D4664-87BD-A35F-139D-0486C03E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F12DE-3611-4D1C-91F7-AC5C92DB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C9588-97E1-2682-D1C8-D5F5A526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02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1018F-D363-B2D8-E182-F288E52E9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D6AED6-5D26-863B-B841-9E6F38C8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1BF0A-8ACE-5375-C9D4-AFC938A0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3CA22-BCE4-03FF-892F-17B47E39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0B7BF-4998-4084-75D6-030A89F3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6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FBB22-E678-7C38-0720-4EFA717D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A900F3-82B9-AB03-D523-8323E5AD1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18FAC-508B-5F74-8F8F-3930A438C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4D120-F694-E1BF-08B4-77678A50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A44B9-E6F3-51A4-F3B3-FEC4BFA5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33F60E-506B-9666-DA12-B8AA6AB7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21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B7BC9-7825-45E6-161A-73A0EC01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3B28A6-B9DE-A30D-2535-A0DDE3A65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D9383B-B8FA-27BA-D0DC-5617DCC2A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3314C6-18DF-A60B-3F2D-7131A3368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3B0B6D-9DD7-3E8E-7388-73D4625F3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471354-F412-05BD-52C4-A727E29D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987C42-51ED-1991-9BC1-B548F1FB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210F44-4C3A-E744-6AB5-DA86AEDD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15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F9FAE-8358-E617-819B-2EEBE052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483413-353B-2462-9194-6541803D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943282-2B13-DBE6-6725-2C3BF8BB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6A2750-4AC1-14AC-AF81-2476FE39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81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51CA2D-FAA0-E7F4-2D1F-48C85779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003D56-1B7B-6B79-1750-43D9BCF7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14BD0C-D1E8-83EB-FA2F-12DF13D6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8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EA24E-76BD-94C9-17DE-252B57F0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81FDD-53BB-62BB-D431-CB0A4CDCD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74B03D-1DC6-57CA-BEF2-B20FC9F05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1B7134-F1E5-6165-9189-A78C359A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77362F-2D84-6EB9-68B9-92D4B13F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28EF03-0EA6-3FEC-AB7A-C1D90C5F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64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6ABC1-A3ED-DFE0-5661-B7F1409B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5C4C79-541D-6880-0CE0-A5A560A8F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697256-0DCB-1D6A-D672-2D7A46D2F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B9DE43-2282-8799-6AAA-2C0F022E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B4C0B-0809-A3BB-00AF-CA028476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8EFA12-AA46-BF95-9E67-BC4A3F0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5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A207F-6EFD-E56B-1142-FB1B03F9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A105D0-7C04-1004-0496-A91861B3A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3D1C7-73E5-A0C6-0D71-A52A849C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001CD-972A-6217-BD5F-8CAB6F15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36E29-ADA4-C3A5-9C0F-A208C4EF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13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F94946-B3D4-4284-C09B-E39B73F1F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9CB378-712D-9552-ED06-741FCC8D9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B39D1C-F6ED-DDEE-4F05-D6C4FEEE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4371C-EDC8-81A9-7590-27AB01F6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991CF-C966-B9A7-3325-1F805B00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4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F2BCF2-69E4-D9C5-EEF0-893DFEC0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349C7-8526-760B-96FD-882DB53BD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71612B-734A-2863-56C7-D2896C83C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D2759-1E0A-48C8-9D96-FA4418004800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305E4-59BB-8816-92B1-29E821912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86A66-E9F4-32A8-A24B-335CB0DE7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2689B-7ADA-4C36-B6A0-FBDDA0894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4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68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9319727@qq.com</dc:creator>
  <cp:lastModifiedBy>9319727@qq.com</cp:lastModifiedBy>
  <cp:revision>1</cp:revision>
  <dcterms:created xsi:type="dcterms:W3CDTF">2026-06-08T11:08:15Z</dcterms:created>
  <dcterms:modified xsi:type="dcterms:W3CDTF">2026-06-08T12:02:50Z</dcterms:modified>
</cp:coreProperties>
</file>