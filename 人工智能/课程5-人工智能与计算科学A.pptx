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3.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4.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theme/theme5.xml" ContentType="application/vnd.openxmlformats-officedocument.theme+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theme/theme6.xml" ContentType="application/vnd.openxmlformats-officedocument.theme+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theme/theme7.xml" ContentType="application/vnd.openxmlformats-officedocument.theme+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notesSlides/notesSlide1.xml" ContentType="application/vnd.openxmlformats-officedocument.presentationml.notesSlide+xml"/>
  <Override PartName="/ppt/tags/tag76.xml" ContentType="application/vnd.openxmlformats-officedocument.presentationml.tags+xml"/>
  <Override PartName="/ppt/tags/tag77.xml" ContentType="application/vnd.openxmlformats-officedocument.presentationml.tags+xml"/>
  <Override PartName="/ppt/notesSlides/notesSlide2.xml" ContentType="application/vnd.openxmlformats-officedocument.presentationml.notesSlide+xml"/>
  <Override PartName="/ppt/tags/tag78.xml" ContentType="application/vnd.openxmlformats-officedocument.presentationml.tags+xml"/>
  <Override PartName="/ppt/tags/tag79.xml" ContentType="application/vnd.openxmlformats-officedocument.presentationml.tags+xml"/>
  <Override PartName="/ppt/notesSlides/notesSlide3.xml" ContentType="application/vnd.openxmlformats-officedocument.presentationml.notesSlide+xml"/>
  <Override PartName="/ppt/tags/tag80.xml" ContentType="application/vnd.openxmlformats-officedocument.presentationml.tags+xml"/>
  <Override PartName="/ppt/tags/tag81.xml" ContentType="application/vnd.openxmlformats-officedocument.presentationml.tags+xml"/>
  <Override PartName="/ppt/notesSlides/notesSlide4.xml" ContentType="application/vnd.openxmlformats-officedocument.presentationml.notesSlide+xml"/>
  <Override PartName="/ppt/tags/tag82.xml" ContentType="application/vnd.openxmlformats-officedocument.presentationml.tags+xml"/>
  <Override PartName="/ppt/tags/tag83.xml" ContentType="application/vnd.openxmlformats-officedocument.presentationml.tags+xml"/>
  <Override PartName="/ppt/notesSlides/notesSlide5.xml" ContentType="application/vnd.openxmlformats-officedocument.presentationml.notesSlide+xml"/>
  <Override PartName="/ppt/tags/tag84.xml" ContentType="application/vnd.openxmlformats-officedocument.presentationml.tags+xml"/>
  <Override PartName="/ppt/tags/tag85.xml" ContentType="application/vnd.openxmlformats-officedocument.presentationml.tags+xml"/>
  <Override PartName="/ppt/notesSlides/notesSlide6.xml" ContentType="application/vnd.openxmlformats-officedocument.presentationml.notesSlide+xml"/>
  <Override PartName="/ppt/tags/tag86.xml" ContentType="application/vnd.openxmlformats-officedocument.presentationml.tags+xml"/>
  <Override PartName="/ppt/tags/tag87.xml" ContentType="application/vnd.openxmlformats-officedocument.presentationml.tags+xml"/>
  <Override PartName="/ppt/notesSlides/notesSlide7.xml" ContentType="application/vnd.openxmlformats-officedocument.presentationml.notesSlide+xml"/>
  <Override PartName="/ppt/tags/tag88.xml" ContentType="application/vnd.openxmlformats-officedocument.presentationml.tags+xml"/>
  <Override PartName="/ppt/tags/tag89.xml" ContentType="application/vnd.openxmlformats-officedocument.presentationml.tags+xml"/>
  <Override PartName="/ppt/notesSlides/notesSlide8.xml" ContentType="application/vnd.openxmlformats-officedocument.presentationml.notesSlide+xml"/>
  <Override PartName="/ppt/tags/tag90.xml" ContentType="application/vnd.openxmlformats-officedocument.presentationml.tags+xml"/>
  <Override PartName="/ppt/tags/tag91.xml" ContentType="application/vnd.openxmlformats-officedocument.presentationml.tags+xml"/>
  <Override PartName="/ppt/notesSlides/notesSlide9.xml" ContentType="application/vnd.openxmlformats-officedocument.presentationml.notesSlide+xml"/>
  <Override PartName="/ppt/tags/tag92.xml" ContentType="application/vnd.openxmlformats-officedocument.presentationml.tags+xml"/>
  <Override PartName="/ppt/tags/tag93.xml" ContentType="application/vnd.openxmlformats-officedocument.presentationml.tags+xml"/>
  <Override PartName="/ppt/notesSlides/notesSlide10.xml" ContentType="application/vnd.openxmlformats-officedocument.presentationml.notesSlide+xml"/>
  <Override PartName="/ppt/tags/tag94.xml" ContentType="application/vnd.openxmlformats-officedocument.presentationml.tags+xml"/>
  <Override PartName="/ppt/tags/tag95.xml" ContentType="application/vnd.openxmlformats-officedocument.presentationml.tags+xml"/>
  <Override PartName="/ppt/notesSlides/notesSlide11.xml" ContentType="application/vnd.openxmlformats-officedocument.presentationml.notesSlide+xml"/>
  <Override PartName="/ppt/tags/tag96.xml" ContentType="application/vnd.openxmlformats-officedocument.presentationml.tags+xml"/>
  <Override PartName="/ppt/tags/tag97.xml" ContentType="application/vnd.openxmlformats-officedocument.presentationml.tags+xml"/>
  <Override PartName="/ppt/notesSlides/notesSlide12.xml" ContentType="application/vnd.openxmlformats-officedocument.presentationml.notesSlide+xml"/>
  <Override PartName="/ppt/tags/tag98.xml" ContentType="application/vnd.openxmlformats-officedocument.presentationml.tags+xml"/>
  <Override PartName="/ppt/tags/tag99.xml" ContentType="application/vnd.openxmlformats-officedocument.presentationml.tags+xml"/>
  <Override PartName="/ppt/notesSlides/notesSlide13.xml" ContentType="application/vnd.openxmlformats-officedocument.presentationml.notesSlide+xml"/>
  <Override PartName="/ppt/tags/tag100.xml" ContentType="application/vnd.openxmlformats-officedocument.presentationml.tags+xml"/>
  <Override PartName="/ppt/tags/tag101.xml" ContentType="application/vnd.openxmlformats-officedocument.presentationml.tags+xml"/>
  <Override PartName="/ppt/notesSlides/notesSlide14.xml" ContentType="application/vnd.openxmlformats-officedocument.presentationml.notesSlide+xml"/>
  <Override PartName="/ppt/tags/tag102.xml" ContentType="application/vnd.openxmlformats-officedocument.presentationml.tags+xml"/>
  <Override PartName="/ppt/tags/tag103.xml" ContentType="application/vnd.openxmlformats-officedocument.presentationml.tags+xml"/>
  <Override PartName="/ppt/notesSlides/notesSlide15.xml" ContentType="application/vnd.openxmlformats-officedocument.presentationml.notesSlide+xml"/>
  <Override PartName="/ppt/tags/tag104.xml" ContentType="application/vnd.openxmlformats-officedocument.presentationml.tags+xml"/>
  <Override PartName="/ppt/tags/tag105.xml" ContentType="application/vnd.openxmlformats-officedocument.presentationml.tags+xml"/>
  <Override PartName="/ppt/notesSlides/notesSlide16.xml" ContentType="application/vnd.openxmlformats-officedocument.presentationml.notesSlide+xml"/>
  <Override PartName="/ppt/tags/tag106.xml" ContentType="application/vnd.openxmlformats-officedocument.presentationml.tags+xml"/>
  <Override PartName="/ppt/tags/tag107.xml" ContentType="application/vnd.openxmlformats-officedocument.presentationml.tags+xml"/>
  <Override PartName="/ppt/notesSlides/notesSlide17.xml" ContentType="application/vnd.openxmlformats-officedocument.presentationml.notesSlide+xml"/>
  <Override PartName="/ppt/tags/tag108.xml" ContentType="application/vnd.openxmlformats-officedocument.presentationml.tags+xml"/>
  <Override PartName="/ppt/tags/tag109.xml" ContentType="application/vnd.openxmlformats-officedocument.presentationml.tags+xml"/>
  <Override PartName="/ppt/notesSlides/notesSlide18.xml" ContentType="application/vnd.openxmlformats-officedocument.presentationml.notesSlide+xml"/>
  <Override PartName="/ppt/tags/tag110.xml" ContentType="application/vnd.openxmlformats-officedocument.presentationml.tags+xml"/>
  <Override PartName="/ppt/tags/tag111.xml" ContentType="application/vnd.openxmlformats-officedocument.presentationml.tags+xml"/>
  <Override PartName="/ppt/notesSlides/notesSlide19.xml" ContentType="application/vnd.openxmlformats-officedocument.presentationml.notesSlide+xml"/>
  <Override PartName="/ppt/tags/tag112.xml" ContentType="application/vnd.openxmlformats-officedocument.presentationml.tags+xml"/>
  <Override PartName="/ppt/tags/tag113.xml" ContentType="application/vnd.openxmlformats-officedocument.presentationml.tags+xml"/>
  <Override PartName="/ppt/notesSlides/notesSlide20.xml" ContentType="application/vnd.openxmlformats-officedocument.presentationml.notesSlide+xml"/>
  <Override PartName="/ppt/tags/tag114.xml" ContentType="application/vnd.openxmlformats-officedocument.presentationml.tags+xml"/>
  <Override PartName="/ppt/tags/tag115.xml" ContentType="application/vnd.openxmlformats-officedocument.presentationml.tags+xml"/>
  <Override PartName="/ppt/notesSlides/notesSlide21.xml" ContentType="application/vnd.openxmlformats-officedocument.presentationml.notesSlide+xml"/>
  <Override PartName="/ppt/theme/themeOverride1.xml" ContentType="application/vnd.openxmlformats-officedocument.themeOverride+xml"/>
  <Override PartName="/ppt/tags/tag116.xml" ContentType="application/vnd.openxmlformats-officedocument.presentationml.tags+xml"/>
  <Override PartName="/ppt/tags/tag117.xml" ContentType="application/vnd.openxmlformats-officedocument.presentationml.tags+xml"/>
  <Override PartName="/ppt/notesSlides/notesSlide22.xml" ContentType="application/vnd.openxmlformats-officedocument.presentationml.notesSlide+xml"/>
  <Override PartName="/ppt/theme/themeOverride2.xml" ContentType="application/vnd.openxmlformats-officedocument.themeOverride+xml"/>
  <Override PartName="/ppt/tags/tag118.xml" ContentType="application/vnd.openxmlformats-officedocument.presentationml.tags+xml"/>
  <Override PartName="/ppt/tags/tag119.xml" ContentType="application/vnd.openxmlformats-officedocument.presentationml.tags+xml"/>
  <Override PartName="/ppt/notesSlides/notesSlide23.xml" ContentType="application/vnd.openxmlformats-officedocument.presentationml.notesSlide+xml"/>
  <Override PartName="/ppt/tags/tag120.xml" ContentType="application/vnd.openxmlformats-officedocument.presentationml.tags+xml"/>
  <Override PartName="/ppt/tags/tag121.xml" ContentType="application/vnd.openxmlformats-officedocument.presentationml.tags+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 id="2147483674" r:id="rId3"/>
    <p:sldMasterId id="2147483694" r:id="rId4"/>
    <p:sldMasterId id="2147483734" r:id="rId5"/>
    <p:sldMasterId id="2147483699" r:id="rId6"/>
    <p:sldMasterId id="2147483711" r:id="rId7"/>
    <p:sldMasterId id="2147483728" r:id="rId8"/>
  </p:sldMasterIdLst>
  <p:notesMasterIdLst>
    <p:notesMasterId r:id="rId33"/>
  </p:notesMasterIdLst>
  <p:handoutMasterIdLst>
    <p:handoutMasterId r:id="rId34"/>
  </p:handoutMasterIdLst>
  <p:sldIdLst>
    <p:sldId id="298" r:id="rId9"/>
    <p:sldId id="11091567" r:id="rId10"/>
    <p:sldId id="11091562" r:id="rId11"/>
    <p:sldId id="11091549" r:id="rId12"/>
    <p:sldId id="11091563" r:id="rId13"/>
    <p:sldId id="11091565" r:id="rId14"/>
    <p:sldId id="11091573" r:id="rId15"/>
    <p:sldId id="11091574" r:id="rId16"/>
    <p:sldId id="11091575" r:id="rId17"/>
    <p:sldId id="11091576" r:id="rId18"/>
    <p:sldId id="11091564" r:id="rId19"/>
    <p:sldId id="11091566" r:id="rId20"/>
    <p:sldId id="11091568" r:id="rId21"/>
    <p:sldId id="11091569" r:id="rId22"/>
    <p:sldId id="11091570" r:id="rId23"/>
    <p:sldId id="11091571" r:id="rId24"/>
    <p:sldId id="11091572" r:id="rId25"/>
    <p:sldId id="11091577" r:id="rId26"/>
    <p:sldId id="11091578" r:id="rId27"/>
    <p:sldId id="11091579" r:id="rId28"/>
    <p:sldId id="11091582" r:id="rId29"/>
    <p:sldId id="11091581" r:id="rId30"/>
    <p:sldId id="11091580" r:id="rId31"/>
    <p:sldId id="11091226" r:id="rId32"/>
  </p:sldIdLst>
  <p:sldSz cx="12192000" cy="6858000"/>
  <p:notesSz cx="9874250" cy="6797675"/>
  <p:custDataLst>
    <p:tags r:id="rId35"/>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85" userDrawn="1">
          <p15:clr>
            <a:srgbClr val="A4A3A4"/>
          </p15:clr>
        </p15:guide>
        <p15:guide id="2" pos="3941" userDrawn="1">
          <p15:clr>
            <a:srgbClr val="A4A3A4"/>
          </p15:clr>
        </p15:guide>
        <p15:guide id="3" orient="horz" pos="2268"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Mia Vida Villanueva" initials="MVV" lastIdx="1" clrIdx="0"/>
  <p:cmAuthor id="2001" name="骆倩怡_Znauj26B" initials="authorId_382814100" lastIdx="0" clrIdx="0"/>
  <p:cmAuthor id="1" name="李智" initials="a" lastIdx="2" clrIdx="0"/>
  <p:cmAuthor id="2" name="李 智" initials="李" lastIdx="1" clrIdx="1"/>
  <p:cmAuthor id="3" name="Fate Su" initials="FS" lastIdx="1" clrIdx="2"/>
  <p:cmAuthor id="4" name="xujian@bit.edu.cn" initials="x" lastIdx="8" clrIdx="3"/>
  <p:cmAuthor id="5" name="方玥珵" initials="方玥珵" lastIdx="1" clrIdx="4"/>
  <p:cmAuthor id="6" name="cici" initials="c" lastIdx="2" clrIdx="5"/>
  <p:cmAuthor id="7" name="admin" initials="a" lastIdx="2" clrIdx="6"/>
  <p:cmAuthor id="8" name="姜伟光" initials="姜" lastIdx="1" clrIdx="0"/>
  <p:cmAuthor id="9" name="Tin Andrew" initials="TA" lastIdx="1" clrIdx="8"/>
  <p:cmAuthor id="10" name="hongdayong" initials="h" lastIdx="14" clrIdx="9"/>
  <p:cmAuthor id="11" name="xionglei" initials="x" lastIdx="2" clrIdx="10"/>
  <p:cmAuthor id="13" name="Microsoft Office User" initials="MOU" lastIdx="2" clrIdx="12"/>
  <p:cmAuthor id="14" name="zhang" initials="z" lastIdx="4" clrIdx="13"/>
  <p:cmAuthor id="75" name="作者" initials="A" lastIdx="0" clrIdx="24"/>
  <p:cmAuthor id="76" name="静 王" initials="静王" lastIdx="1" clrIdx="25"/>
  <p:cmAuthor id="484441165" name="Bossmei" initials="B"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2A2D"/>
    <a:srgbClr val="C41C30"/>
    <a:srgbClr val="0BA457"/>
    <a:srgbClr val="A5C9FB"/>
    <a:srgbClr val="B7EBFD"/>
    <a:srgbClr val="A4C6FB"/>
    <a:srgbClr val="ABC6FB"/>
    <a:srgbClr val="C00000"/>
    <a:srgbClr val="002060"/>
    <a:srgbClr val="FECBC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84E427A-3D55-4303-BF80-6455036E1DE7}" styleName="主题样式 1 - 强调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137" autoAdjust="0"/>
    <p:restoredTop sz="77254" autoAdjust="0"/>
  </p:normalViewPr>
  <p:slideViewPr>
    <p:cSldViewPr snapToGrid="0" showGuides="1">
      <p:cViewPr>
        <p:scale>
          <a:sx n="227" d="100"/>
          <a:sy n="227" d="100"/>
        </p:scale>
        <p:origin x="2168" y="424"/>
      </p:cViewPr>
      <p:guideLst>
        <p:guide orient="horz" pos="1985"/>
        <p:guide pos="3941"/>
        <p:guide orient="horz" pos="2268"/>
      </p:guideLst>
    </p:cSldViewPr>
  </p:slideViewPr>
  <p:notesTextViewPr>
    <p:cViewPr>
      <p:scale>
        <a:sx n="305" d="100"/>
        <a:sy n="305" d="100"/>
      </p:scale>
      <p:origin x="0" y="0"/>
    </p:cViewPr>
  </p:notesTextViewPr>
  <p:sorterViewPr>
    <p:cViewPr>
      <p:scale>
        <a:sx n="110" d="100"/>
        <a:sy n="110" d="100"/>
      </p:scale>
      <p:origin x="0" y="-18072"/>
    </p:cViewPr>
  </p:sorterViewPr>
  <p:notesViewPr>
    <p:cSldViewPr snapToGrid="0">
      <p:cViewPr varScale="1">
        <p:scale>
          <a:sx n="65" d="100"/>
          <a:sy n="65" d="100"/>
        </p:scale>
        <p:origin x="3154" y="3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slide" Target="slides/slide18.xml"/><Relationship Id="rId39" Type="http://schemas.openxmlformats.org/officeDocument/2006/relationships/theme" Target="theme/theme1.xml"/><Relationship Id="rId21" Type="http://schemas.openxmlformats.org/officeDocument/2006/relationships/slide" Target="slides/slide13.xml"/><Relationship Id="rId34" Type="http://schemas.openxmlformats.org/officeDocument/2006/relationships/handoutMaster" Target="handoutMasters/handoutMaster1.xml"/><Relationship Id="rId7" Type="http://schemas.openxmlformats.org/officeDocument/2006/relationships/slideMaster" Target="slideMasters/slideMaster7.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notesMaster" Target="notesMasters/notesMaster1.xml"/><Relationship Id="rId38"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8.xml"/><Relationship Id="rId20" Type="http://schemas.openxmlformats.org/officeDocument/2006/relationships/slide" Target="slides/slide12.xml"/><Relationship Id="rId29" Type="http://schemas.openxmlformats.org/officeDocument/2006/relationships/slide" Target="slides/slide21.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3.xml"/><Relationship Id="rId24" Type="http://schemas.openxmlformats.org/officeDocument/2006/relationships/slide" Target="slides/slide16.xml"/><Relationship Id="rId32" Type="http://schemas.openxmlformats.org/officeDocument/2006/relationships/slide" Target="slides/slide24.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Master" Target="slideMasters/slideMaster5.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slide" Target="slides/slide20.xml"/><Relationship Id="rId36" Type="http://schemas.openxmlformats.org/officeDocument/2006/relationships/commentAuthors" Target="commentAuthors.xml"/><Relationship Id="rId10" Type="http://schemas.openxmlformats.org/officeDocument/2006/relationships/slide" Target="slides/slide2.xml"/><Relationship Id="rId19" Type="http://schemas.openxmlformats.org/officeDocument/2006/relationships/slide" Target="slides/slide11.xml"/><Relationship Id="rId31" Type="http://schemas.openxmlformats.org/officeDocument/2006/relationships/slide" Target="slides/slide23.xml"/><Relationship Id="rId4" Type="http://schemas.openxmlformats.org/officeDocument/2006/relationships/slideMaster" Target="slideMasters/slideMaster4.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slide" Target="slides/slide19.xml"/><Relationship Id="rId30" Type="http://schemas.openxmlformats.org/officeDocument/2006/relationships/slide" Target="slides/slide22.xml"/><Relationship Id="rId35" Type="http://schemas.openxmlformats.org/officeDocument/2006/relationships/tags" Target="tags/tag1.xml"/><Relationship Id="rId8" Type="http://schemas.openxmlformats.org/officeDocument/2006/relationships/slideMaster" Target="slideMasters/slideMaster8.xml"/><Relationship Id="rId3" Type="http://schemas.openxmlformats.org/officeDocument/2006/relationships/slideMaster" Target="slideMasters/slideMaster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10.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4278841" cy="341064"/>
          </a:xfrm>
          <a:prstGeom prst="rect">
            <a:avLst/>
          </a:prstGeom>
        </p:spPr>
        <p:txBody>
          <a:bodyPr vert="horz" lIns="91440" tIns="45720" rIns="91440" bIns="45720" rtlCol="0"/>
          <a:lstStyle>
            <a:lvl1pPr algn="l">
              <a:defRPr sz="1600"/>
            </a:lvl1pPr>
          </a:lstStyle>
          <a:p>
            <a:endParaRPr lang="zh-CN" altLang="en-US"/>
          </a:p>
        </p:txBody>
      </p:sp>
      <p:sp>
        <p:nvSpPr>
          <p:cNvPr id="3" name="日期占位符 2"/>
          <p:cNvSpPr>
            <a:spLocks noGrp="1"/>
          </p:cNvSpPr>
          <p:nvPr>
            <p:ph type="dt" sz="quarter" idx="1"/>
          </p:nvPr>
        </p:nvSpPr>
        <p:spPr>
          <a:xfrm>
            <a:off x="5593124" y="0"/>
            <a:ext cx="4278841" cy="341064"/>
          </a:xfrm>
          <a:prstGeom prst="rect">
            <a:avLst/>
          </a:prstGeom>
        </p:spPr>
        <p:txBody>
          <a:bodyPr vert="horz" lIns="91440" tIns="45720" rIns="91440" bIns="45720" rtlCol="0"/>
          <a:lstStyle>
            <a:lvl1pPr algn="r">
              <a:defRPr sz="1600"/>
            </a:lvl1pPr>
          </a:lstStyle>
          <a:p>
            <a:fld id="{894C6B2E-9541-46FD-BFF5-2080B555715C}" type="datetimeFigureOut">
              <a:rPr lang="zh-CN" altLang="en-US" smtClean="0"/>
              <a:t>2025/10/28</a:t>
            </a:fld>
            <a:endParaRPr lang="zh-CN" altLang="en-US"/>
          </a:p>
        </p:txBody>
      </p:sp>
      <p:sp>
        <p:nvSpPr>
          <p:cNvPr id="4" name="页脚占位符 3"/>
          <p:cNvSpPr>
            <a:spLocks noGrp="1"/>
          </p:cNvSpPr>
          <p:nvPr>
            <p:ph type="ftr" sz="quarter" idx="2"/>
          </p:nvPr>
        </p:nvSpPr>
        <p:spPr>
          <a:xfrm>
            <a:off x="0" y="6456612"/>
            <a:ext cx="4278841" cy="341063"/>
          </a:xfrm>
          <a:prstGeom prst="rect">
            <a:avLst/>
          </a:prstGeom>
        </p:spPr>
        <p:txBody>
          <a:bodyPr vert="horz" lIns="91440" tIns="45720" rIns="91440" bIns="45720" rtlCol="0" anchor="b"/>
          <a:lstStyle>
            <a:lvl1pPr algn="l">
              <a:defRPr sz="1600"/>
            </a:lvl1pPr>
          </a:lstStyle>
          <a:p>
            <a:endParaRPr lang="zh-CN" altLang="en-US"/>
          </a:p>
        </p:txBody>
      </p:sp>
      <p:sp>
        <p:nvSpPr>
          <p:cNvPr id="5" name="灯片编号占位符 4"/>
          <p:cNvSpPr>
            <a:spLocks noGrp="1"/>
          </p:cNvSpPr>
          <p:nvPr>
            <p:ph type="sldNum" sz="quarter" idx="3"/>
          </p:nvPr>
        </p:nvSpPr>
        <p:spPr>
          <a:xfrm>
            <a:off x="5593124" y="6456612"/>
            <a:ext cx="4278841" cy="341063"/>
          </a:xfrm>
          <a:prstGeom prst="rect">
            <a:avLst/>
          </a:prstGeom>
        </p:spPr>
        <p:txBody>
          <a:bodyPr vert="horz" lIns="91440" tIns="45720" rIns="91440" bIns="45720" rtlCol="0" anchor="b"/>
          <a:lstStyle>
            <a:lvl1pPr algn="r">
              <a:defRPr sz="1600"/>
            </a:lvl1pPr>
          </a:lstStyle>
          <a:p>
            <a:fld id="{35FB9F54-D31E-4E52-8D26-1C61906974D0}"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4278841" cy="341064"/>
          </a:xfrm>
          <a:prstGeom prst="rect">
            <a:avLst/>
          </a:prstGeom>
        </p:spPr>
        <p:txBody>
          <a:bodyPr vert="horz" lIns="91440" tIns="45720" rIns="91440" bIns="45720" rtlCol="0"/>
          <a:lstStyle>
            <a:lvl1pPr algn="l">
              <a:defRPr sz="1200">
                <a:latin typeface="黑体" panose="02010609060101010101" pitchFamily="2" charset="-122"/>
                <a:ea typeface="黑体" panose="02010609060101010101" pitchFamily="2" charset="-122"/>
              </a:defRPr>
            </a:lvl1pPr>
          </a:lstStyle>
          <a:p>
            <a:endParaRPr lang="zh-CN" altLang="en-US" dirty="0"/>
          </a:p>
        </p:txBody>
      </p:sp>
      <p:sp>
        <p:nvSpPr>
          <p:cNvPr id="3" name="日期占位符 2"/>
          <p:cNvSpPr>
            <a:spLocks noGrp="1"/>
          </p:cNvSpPr>
          <p:nvPr>
            <p:ph type="dt" idx="1"/>
          </p:nvPr>
        </p:nvSpPr>
        <p:spPr>
          <a:xfrm>
            <a:off x="5593124" y="0"/>
            <a:ext cx="4278841" cy="341064"/>
          </a:xfrm>
          <a:prstGeom prst="rect">
            <a:avLst/>
          </a:prstGeom>
        </p:spPr>
        <p:txBody>
          <a:bodyPr vert="horz" lIns="91440" tIns="45720" rIns="91440" bIns="45720" rtlCol="0"/>
          <a:lstStyle>
            <a:lvl1pPr algn="r">
              <a:defRPr sz="1200">
                <a:latin typeface="黑体" panose="02010609060101010101" pitchFamily="2" charset="-122"/>
                <a:ea typeface="黑体" panose="02010609060101010101" pitchFamily="2" charset="-122"/>
              </a:defRPr>
            </a:lvl1pPr>
          </a:lstStyle>
          <a:p>
            <a:fld id="{997730D4-DDC9-44BD-B029-010821573D7C}" type="datetimeFigureOut">
              <a:rPr lang="zh-CN" altLang="en-US" smtClean="0"/>
              <a:t>2025/10/28</a:t>
            </a:fld>
            <a:endParaRPr lang="zh-CN" altLang="en-US" dirty="0"/>
          </a:p>
        </p:txBody>
      </p:sp>
      <p:sp>
        <p:nvSpPr>
          <p:cNvPr id="4" name="幻灯片图像占位符 3"/>
          <p:cNvSpPr>
            <a:spLocks noGrp="1" noRot="1" noChangeAspect="1"/>
          </p:cNvSpPr>
          <p:nvPr>
            <p:ph type="sldImg" idx="2"/>
          </p:nvPr>
        </p:nvSpPr>
        <p:spPr>
          <a:xfrm>
            <a:off x="2897823" y="849163"/>
            <a:ext cx="4078605" cy="2295035"/>
          </a:xfrm>
          <a:prstGeom prst="rect">
            <a:avLst/>
          </a:prstGeom>
          <a:noFill/>
          <a:ln w="12700">
            <a:solidFill>
              <a:prstClr val="black"/>
            </a:solidFill>
          </a:ln>
        </p:spPr>
        <p:txBody>
          <a:bodyPr vert="horz" lIns="91440" tIns="45720" rIns="91440" bIns="45720" rtlCol="0" anchor="ctr"/>
          <a:lstStyle/>
          <a:p>
            <a:endParaRPr lang="zh-CN" altLang="en-US" dirty="0"/>
          </a:p>
        </p:txBody>
      </p:sp>
      <p:sp>
        <p:nvSpPr>
          <p:cNvPr id="5" name="备注占位符 4"/>
          <p:cNvSpPr>
            <a:spLocks noGrp="1"/>
          </p:cNvSpPr>
          <p:nvPr>
            <p:ph type="body" sz="quarter" idx="3"/>
          </p:nvPr>
        </p:nvSpPr>
        <p:spPr>
          <a:xfrm>
            <a:off x="987426" y="3271381"/>
            <a:ext cx="7899400" cy="2676585"/>
          </a:xfrm>
          <a:prstGeom prst="rect">
            <a:avLst/>
          </a:prstGeom>
        </p:spPr>
        <p:txBody>
          <a:bodyPr vert="horz" lIns="91440" tIns="45720" rIns="91440" bIns="45720" rtlCol="0"/>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6" name="页脚占位符 5"/>
          <p:cNvSpPr>
            <a:spLocks noGrp="1"/>
          </p:cNvSpPr>
          <p:nvPr>
            <p:ph type="ftr" sz="quarter" idx="4"/>
          </p:nvPr>
        </p:nvSpPr>
        <p:spPr>
          <a:xfrm>
            <a:off x="0" y="6456612"/>
            <a:ext cx="4278841" cy="341063"/>
          </a:xfrm>
          <a:prstGeom prst="rect">
            <a:avLst/>
          </a:prstGeom>
        </p:spPr>
        <p:txBody>
          <a:bodyPr vert="horz" lIns="91440" tIns="45720" rIns="91440" bIns="45720" rtlCol="0" anchor="b"/>
          <a:lstStyle>
            <a:lvl1pPr algn="l">
              <a:defRPr sz="1200">
                <a:latin typeface="黑体" panose="02010609060101010101" pitchFamily="2" charset="-122"/>
                <a:ea typeface="黑体" panose="02010609060101010101" pitchFamily="2" charset="-122"/>
              </a:defRPr>
            </a:lvl1pPr>
          </a:lstStyle>
          <a:p>
            <a:endParaRPr lang="zh-CN" altLang="en-US" dirty="0"/>
          </a:p>
        </p:txBody>
      </p:sp>
      <p:sp>
        <p:nvSpPr>
          <p:cNvPr id="7" name="灯片编号占位符 6"/>
          <p:cNvSpPr>
            <a:spLocks noGrp="1"/>
          </p:cNvSpPr>
          <p:nvPr>
            <p:ph type="sldNum" sz="quarter" idx="5"/>
          </p:nvPr>
        </p:nvSpPr>
        <p:spPr>
          <a:xfrm>
            <a:off x="5593124" y="6456612"/>
            <a:ext cx="4278841" cy="341063"/>
          </a:xfrm>
          <a:prstGeom prst="rect">
            <a:avLst/>
          </a:prstGeom>
        </p:spPr>
        <p:txBody>
          <a:bodyPr vert="horz" lIns="91440" tIns="45720" rIns="91440" bIns="45720" rtlCol="0" anchor="b"/>
          <a:lstStyle>
            <a:lvl1pPr algn="r">
              <a:defRPr sz="1200">
                <a:latin typeface="黑体" panose="02010609060101010101" pitchFamily="2" charset="-122"/>
                <a:ea typeface="黑体" panose="02010609060101010101" pitchFamily="2" charset="-122"/>
              </a:defRPr>
            </a:lvl1pPr>
          </a:lstStyle>
          <a:p>
            <a:fld id="{5BFA2CD4-4BCB-4798-9670-613CF5BA3F22}" type="slidenum">
              <a:rPr lang="zh-CN" altLang="en-US" smtClean="0"/>
              <a:t>‹#›</a:t>
            </a:fld>
            <a:endParaRPr lang="zh-CN" altLang="en-U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黑体" panose="02010609060101010101" pitchFamily="2" charset="-122"/>
        <a:ea typeface="黑体" panose="02010609060101010101" pitchFamily="2" charset="-122"/>
        <a:cs typeface="+mn-cs"/>
      </a:defRPr>
    </a:lvl1pPr>
    <a:lvl2pPr marL="457200" algn="l" defTabSz="914400" rtl="0" eaLnBrk="1" latinLnBrk="0" hangingPunct="1">
      <a:defRPr sz="1200" kern="1200">
        <a:solidFill>
          <a:schemeClr val="tx1"/>
        </a:solidFill>
        <a:latin typeface="黑体" panose="02010609060101010101" pitchFamily="2" charset="-122"/>
        <a:ea typeface="黑体" panose="02010609060101010101" pitchFamily="2" charset="-122"/>
        <a:cs typeface="+mn-cs"/>
      </a:defRPr>
    </a:lvl2pPr>
    <a:lvl3pPr marL="914400" algn="l" defTabSz="914400" rtl="0" eaLnBrk="1" latinLnBrk="0" hangingPunct="1">
      <a:defRPr sz="1200" kern="1200">
        <a:solidFill>
          <a:schemeClr val="tx1"/>
        </a:solidFill>
        <a:latin typeface="黑体" panose="02010609060101010101" pitchFamily="2" charset="-122"/>
        <a:ea typeface="黑体" panose="02010609060101010101" pitchFamily="2" charset="-122"/>
        <a:cs typeface="+mn-cs"/>
      </a:defRPr>
    </a:lvl3pPr>
    <a:lvl4pPr marL="1371600" algn="l" defTabSz="914400" rtl="0" eaLnBrk="1" latinLnBrk="0" hangingPunct="1">
      <a:defRPr sz="1200" kern="1200">
        <a:solidFill>
          <a:schemeClr val="tx1"/>
        </a:solidFill>
        <a:latin typeface="黑体" panose="02010609060101010101" pitchFamily="2" charset="-122"/>
        <a:ea typeface="黑体" panose="02010609060101010101" pitchFamily="2" charset="-122"/>
        <a:cs typeface="+mn-cs"/>
      </a:defRPr>
    </a:lvl4pPr>
    <a:lvl5pPr marL="1828800" algn="l" defTabSz="914400" rtl="0" eaLnBrk="1" latinLnBrk="0" hangingPunct="1">
      <a:defRPr sz="1200" kern="1200">
        <a:solidFill>
          <a:schemeClr val="tx1"/>
        </a:solidFill>
        <a:latin typeface="黑体" panose="02010609060101010101" pitchFamily="2" charset="-122"/>
        <a:ea typeface="黑体" panose="0201060906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22275" y="1243013"/>
            <a:ext cx="5962650" cy="3354387"/>
          </a:xfrm>
        </p:spPr>
      </p:sp>
      <p:sp>
        <p:nvSpPr>
          <p:cNvPr id="3" name="Notes Placeholder 2"/>
          <p:cNvSpPr>
            <a:spLocks noGrp="1"/>
          </p:cNvSpPr>
          <p:nvPr>
            <p:ph type="body" idx="1"/>
          </p:nvPr>
        </p:nvSpPr>
        <p:spPr/>
        <p:txBody>
          <a:bodyPr/>
          <a:lstStyle/>
          <a:p>
            <a:endParaRPr lang="en-MY" dirty="0"/>
          </a:p>
        </p:txBody>
      </p:sp>
      <p:sp>
        <p:nvSpPr>
          <p:cNvPr id="4" name="Slide Number Placeholder 3"/>
          <p:cNvSpPr>
            <a:spLocks noGrp="1"/>
          </p:cNvSpPr>
          <p:nvPr>
            <p:ph type="sldNum" sz="quarter" idx="5"/>
          </p:nvPr>
        </p:nvSpPr>
        <p:spPr/>
        <p:txBody>
          <a:bodyPr/>
          <a:lstStyle/>
          <a:p>
            <a:fld id="{B079D891-9604-4945-B734-849E67A857E2}" type="slidenum">
              <a:rPr lang="en-MY" smtClean="0"/>
              <a:t>1</a:t>
            </a:fld>
            <a:endParaRPr lang="en-MY"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BA95CB-D9E7-7A6E-99AC-58ACDC15813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27193D5-3D8A-297D-D19A-34541AFC9ED5}"/>
              </a:ext>
            </a:extLst>
          </p:cNvPr>
          <p:cNvSpPr>
            <a:spLocks noGrp="1" noRot="1" noChangeAspect="1"/>
          </p:cNvSpPr>
          <p:nvPr>
            <p:ph type="sldImg" idx="2"/>
          </p:nvPr>
        </p:nvSpPr>
        <p:spPr>
          <a:xfrm>
            <a:off x="2897188" y="849313"/>
            <a:ext cx="4079875" cy="2295525"/>
          </a:xfrm>
        </p:spPr>
      </p:sp>
      <p:sp>
        <p:nvSpPr>
          <p:cNvPr id="3" name="文本占位符 2">
            <a:extLst>
              <a:ext uri="{FF2B5EF4-FFF2-40B4-BE49-F238E27FC236}">
                <a16:creationId xmlns:a16="http://schemas.microsoft.com/office/drawing/2014/main" id="{AABC8DC3-DBF3-E995-F108-135B52EE62B5}"/>
              </a:ext>
            </a:extLst>
          </p:cNvPr>
          <p:cNvSpPr>
            <a:spLocks noGrp="1"/>
          </p:cNvSpPr>
          <p:nvPr>
            <p:ph type="body" idx="3"/>
          </p:nvPr>
        </p:nvSpPr>
        <p:spPr/>
        <p:txBody>
          <a:bodyPr/>
          <a:lstStyle/>
          <a:p>
            <a:r>
              <a:rPr lang="zh-CN" altLang="zh-CN" sz="1200" dirty="0">
                <a:latin typeface="宋体" panose="02010600030101010101" pitchFamily="2" charset="-122"/>
                <a:ea typeface="宋体" panose="02010600030101010101" pitchFamily="2" charset="-122"/>
              </a:rPr>
              <a:t>重点讲解关于卷积神经网络基础知识，包括卷积层、池化层、激活层、全连接层等组件的功能与作用，并探讨卷积</a:t>
            </a:r>
            <a:r>
              <a:rPr lang="zh-CN" altLang="en-US" sz="1200" dirty="0">
                <a:latin typeface="宋体" panose="02010600030101010101" pitchFamily="2" charset="-122"/>
                <a:ea typeface="宋体" panose="02010600030101010101" pitchFamily="2" charset="-122"/>
              </a:rPr>
              <a:t>神经</a:t>
            </a:r>
            <a:r>
              <a:rPr lang="zh-CN" altLang="zh-CN" sz="1200" dirty="0">
                <a:latin typeface="宋体" panose="02010600030101010101" pitchFamily="2" charset="-122"/>
                <a:ea typeface="宋体" panose="02010600030101010101" pitchFamily="2" charset="-122"/>
              </a:rPr>
              <a:t>网络分层表达的思想与作用</a:t>
            </a:r>
            <a:endParaRPr lang="zh-CN" altLang="en-US" dirty="0"/>
          </a:p>
        </p:txBody>
      </p:sp>
    </p:spTree>
    <p:extLst>
      <p:ext uri="{BB962C8B-B14F-4D97-AF65-F5344CB8AC3E}">
        <p14:creationId xmlns:p14="http://schemas.microsoft.com/office/powerpoint/2010/main" val="8632241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2AB7C4-715B-BEF3-FBCE-90E334A6BC3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523CA49-2FAA-5FC3-01E3-328532841D52}"/>
              </a:ext>
            </a:extLst>
          </p:cNvPr>
          <p:cNvSpPr>
            <a:spLocks noGrp="1" noRot="1" noChangeAspect="1"/>
          </p:cNvSpPr>
          <p:nvPr>
            <p:ph type="sldImg"/>
          </p:nvPr>
        </p:nvSpPr>
        <p:spPr>
          <a:xfrm>
            <a:off x="2897188" y="849313"/>
            <a:ext cx="4079875" cy="2295525"/>
          </a:xfrm>
        </p:spPr>
      </p:sp>
      <p:sp>
        <p:nvSpPr>
          <p:cNvPr id="3" name="备注占位符 2">
            <a:extLst>
              <a:ext uri="{FF2B5EF4-FFF2-40B4-BE49-F238E27FC236}">
                <a16:creationId xmlns:a16="http://schemas.microsoft.com/office/drawing/2014/main" id="{A090EEF5-BDF9-9F23-DBC7-2EA0432B875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LeNet-5</a:t>
            </a:r>
            <a:r>
              <a:rPr lang="zh-CN" altLang="en-US" dirty="0"/>
              <a:t>采用了</a:t>
            </a:r>
            <a:r>
              <a:rPr lang="en-US" altLang="zh-CN" dirty="0"/>
              <a:t>Sigmoid</a:t>
            </a:r>
            <a:r>
              <a:rPr lang="zh-CN" altLang="en-US" dirty="0"/>
              <a:t>激活函数</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br>
              <a:rPr lang="en-US" altLang="zh-CN" dirty="0"/>
            </a:br>
            <a:r>
              <a:rPr lang="zh-CN" altLang="en-US" dirty="0"/>
              <a:t>与</a:t>
            </a:r>
            <a:r>
              <a:rPr lang="en-US" altLang="zh-CN" dirty="0"/>
              <a:t>LeNet-5</a:t>
            </a:r>
            <a:r>
              <a:rPr lang="zh-CN" altLang="en-US" dirty="0"/>
              <a:t>不同，</a:t>
            </a:r>
            <a:r>
              <a:rPr lang="en-US" altLang="zh-CN" dirty="0" err="1"/>
              <a:t>AlexNet</a:t>
            </a:r>
            <a:r>
              <a:rPr lang="zh-CN" altLang="en-US" dirty="0"/>
              <a:t>使用了</a:t>
            </a:r>
            <a:r>
              <a:rPr lang="en-US" altLang="zh-CN" dirty="0" err="1"/>
              <a:t>ReLU</a:t>
            </a:r>
            <a:r>
              <a:rPr lang="zh-CN" altLang="en-US" dirty="0"/>
              <a:t>激活函数，显著加速了训练过程，并有效避免了梯度消失问题</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err="1"/>
              <a:t>VGGNet</a:t>
            </a:r>
            <a:r>
              <a:rPr lang="zh-CN" altLang="en-US" dirty="0"/>
              <a:t>的一个显著特点是它统一了卷积核的大小（</a:t>
            </a:r>
            <a:r>
              <a:rPr lang="en-US" altLang="zh-CN" dirty="0"/>
              <a:t>3x3</a:t>
            </a:r>
            <a:r>
              <a:rPr lang="zh-CN" altLang="en-US" dirty="0"/>
              <a:t>卷积核），与</a:t>
            </a:r>
            <a:r>
              <a:rPr lang="en-US" altLang="zh-CN" dirty="0" err="1"/>
              <a:t>AlexNet</a:t>
            </a:r>
            <a:r>
              <a:rPr lang="zh-CN" altLang="en-US" dirty="0"/>
              <a:t>中大小不一的卷积核不同</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br>
              <a:rPr lang="en-US" altLang="zh-CN" dirty="0"/>
            </a:br>
            <a:r>
              <a:rPr lang="en-US" altLang="zh-CN" dirty="0"/>
              <a:t>NIN</a:t>
            </a:r>
            <a:r>
              <a:rPr lang="zh-CN" altLang="en-US" dirty="0"/>
              <a:t>将全连接层替换成了全局平均池化（</a:t>
            </a:r>
            <a:r>
              <a:rPr lang="en-US" altLang="zh-CN" dirty="0"/>
              <a:t>Global Average Pooling, GAP</a:t>
            </a:r>
            <a:r>
              <a:rPr lang="zh-CN" altLang="en-US" dirty="0"/>
              <a:t>）和</a:t>
            </a:r>
            <a:r>
              <a:rPr lang="en-US" altLang="zh-CN" dirty="0"/>
              <a:t>1x1</a:t>
            </a:r>
            <a:r>
              <a:rPr lang="zh-CN" altLang="en-US" dirty="0"/>
              <a:t>卷积层的组合</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br>
              <a:rPr lang="en-US" altLang="zh-CN" dirty="0"/>
            </a:br>
            <a:r>
              <a:rPr lang="en-US" altLang="zh-CN" dirty="0" err="1"/>
              <a:t>GoogleNet</a:t>
            </a:r>
            <a:r>
              <a:rPr lang="zh-CN" altLang="en-US" dirty="0"/>
              <a:t>的网络层次很深（最多</a:t>
            </a:r>
            <a:r>
              <a:rPr lang="en-US" altLang="zh-CN" dirty="0"/>
              <a:t>22</a:t>
            </a:r>
            <a:r>
              <a:rPr lang="zh-CN" altLang="en-US" dirty="0"/>
              <a:t>层），并且在设计上没有使用全连接层，而是通过</a:t>
            </a:r>
            <a:r>
              <a:rPr lang="zh-CN" altLang="en-US" b="1" dirty="0"/>
              <a:t>全局平均池化</a:t>
            </a:r>
            <a:r>
              <a:rPr lang="zh-CN" altLang="en-US" dirty="0"/>
              <a:t>来替代最后的全连接层，从而减少了参数数量</a:t>
            </a:r>
          </a:p>
          <a:p>
            <a:pPr marL="0" marR="0" lvl="0" indent="0" algn="l" defTabSz="914400" rtl="0" eaLnBrk="1" fontAlgn="auto" latinLnBrk="0" hangingPunct="1">
              <a:lnSpc>
                <a:spcPct val="100000"/>
              </a:lnSpc>
              <a:spcBef>
                <a:spcPts val="0"/>
              </a:spcBef>
              <a:spcAft>
                <a:spcPts val="0"/>
              </a:spcAft>
              <a:buClrTx/>
              <a:buSzTx/>
              <a:buFontTx/>
              <a:buNone/>
              <a:tabLst/>
              <a:defRPr/>
            </a:pPr>
            <a:br>
              <a:rPr lang="en-US" altLang="zh-CN" dirty="0"/>
            </a:br>
            <a:r>
              <a:rPr lang="zh-CN" altLang="en-US" b="0" i="0" dirty="0">
                <a:effectLst/>
                <a:latin typeface="PingFang SC" panose="020B0400000000000000" pitchFamily="34" charset="-122"/>
                <a:ea typeface="PingFang SC" panose="020B0400000000000000" pitchFamily="34" charset="-122"/>
              </a:rPr>
              <a:t>早期卷积神经网络通过</a:t>
            </a:r>
            <a:r>
              <a:rPr lang="zh-CN" altLang="en-US" b="1" i="0" dirty="0">
                <a:effectLst/>
                <a:latin typeface="PingFang SC" panose="020B0400000000000000" pitchFamily="34" charset="-122"/>
                <a:ea typeface="PingFang SC" panose="020B0400000000000000" pitchFamily="34" charset="-122"/>
              </a:rPr>
              <a:t>局部感知</a:t>
            </a:r>
            <a:r>
              <a:rPr lang="zh-CN" altLang="en-US" b="0" i="0" dirty="0">
                <a:effectLst/>
                <a:latin typeface="PingFang SC" panose="020B0400000000000000" pitchFamily="34" charset="-122"/>
                <a:ea typeface="PingFang SC" panose="020B0400000000000000" pitchFamily="34" charset="-122"/>
              </a:rPr>
              <a:t>、</a:t>
            </a:r>
            <a:r>
              <a:rPr lang="zh-CN" altLang="en-US" b="1" i="0" dirty="0">
                <a:effectLst/>
                <a:latin typeface="PingFang SC" panose="020B0400000000000000" pitchFamily="34" charset="-122"/>
                <a:ea typeface="PingFang SC" panose="020B0400000000000000" pitchFamily="34" charset="-122"/>
              </a:rPr>
              <a:t>权值共享</a:t>
            </a:r>
            <a:r>
              <a:rPr lang="zh-CN" altLang="en-US" b="0" i="0" dirty="0">
                <a:effectLst/>
                <a:latin typeface="PingFang SC" panose="020B0400000000000000" pitchFamily="34" charset="-122"/>
                <a:ea typeface="PingFang SC" panose="020B0400000000000000" pitchFamily="34" charset="-122"/>
              </a:rPr>
              <a:t>和</a:t>
            </a:r>
            <a:r>
              <a:rPr lang="zh-CN" altLang="en-US" b="1" i="0" dirty="0">
                <a:effectLst/>
                <a:latin typeface="PingFang SC" panose="020B0400000000000000" pitchFamily="34" charset="-122"/>
                <a:ea typeface="PingFang SC" panose="020B0400000000000000" pitchFamily="34" charset="-122"/>
              </a:rPr>
              <a:t>层次化特征提取</a:t>
            </a:r>
            <a:r>
              <a:rPr lang="zh-CN" altLang="en-US" b="0" i="0" dirty="0">
                <a:effectLst/>
                <a:latin typeface="PingFang SC" panose="020B0400000000000000" pitchFamily="34" charset="-122"/>
                <a:ea typeface="PingFang SC" panose="020B0400000000000000" pitchFamily="34" charset="-122"/>
              </a:rPr>
              <a:t>奠定了视觉任务的基础框架，其技术特点体现了“</a:t>
            </a:r>
            <a:r>
              <a:rPr lang="zh-CN" altLang="en-US" b="1" i="0" dirty="0">
                <a:effectLst/>
                <a:latin typeface="PingFang SC" panose="020B0400000000000000" pitchFamily="34" charset="-122"/>
                <a:ea typeface="PingFang SC" panose="020B0400000000000000" pitchFamily="34" charset="-122"/>
              </a:rPr>
              <a:t>轻量设计</a:t>
            </a:r>
            <a:r>
              <a:rPr lang="zh-CN" altLang="en-US" b="0" i="0" dirty="0">
                <a:effectLst/>
                <a:latin typeface="PingFang SC" panose="020B0400000000000000" pitchFamily="34" charset="-122"/>
                <a:ea typeface="PingFang SC" panose="020B0400000000000000" pitchFamily="34" charset="-122"/>
              </a:rPr>
              <a:t>”与“</a:t>
            </a:r>
            <a:r>
              <a:rPr lang="zh-CN" altLang="en-US" b="1" i="0" dirty="0">
                <a:effectLst/>
                <a:latin typeface="PingFang SC" panose="020B0400000000000000" pitchFamily="34" charset="-122"/>
                <a:ea typeface="PingFang SC" panose="020B0400000000000000" pitchFamily="34" charset="-122"/>
              </a:rPr>
              <a:t>工程突破</a:t>
            </a:r>
            <a:r>
              <a:rPr lang="zh-CN" altLang="en-US" b="0" i="0" dirty="0">
                <a:effectLst/>
                <a:latin typeface="PingFang SC" panose="020B0400000000000000" pitchFamily="34" charset="-122"/>
                <a:ea typeface="PingFang SC" panose="020B0400000000000000" pitchFamily="34" charset="-122"/>
              </a:rPr>
              <a:t>”的平衡。尽管受限于时代条件，但其核心思想（如卷积、池化、</a:t>
            </a:r>
            <a:r>
              <a:rPr lang="en-US" altLang="zh-CN" b="0" i="0" dirty="0" err="1">
                <a:effectLst/>
                <a:latin typeface="PingFang SC" panose="020B0400000000000000" pitchFamily="34" charset="-122"/>
                <a:ea typeface="PingFang SC" panose="020B0400000000000000" pitchFamily="34" charset="-122"/>
              </a:rPr>
              <a:t>ReLU</a:t>
            </a:r>
            <a:r>
              <a:rPr lang="zh-CN" altLang="en-US" b="0" i="0" dirty="0">
                <a:effectLst/>
                <a:latin typeface="PingFang SC" panose="020B0400000000000000" pitchFamily="34" charset="-122"/>
                <a:ea typeface="PingFang SC" panose="020B0400000000000000" pitchFamily="34" charset="-122"/>
              </a:rPr>
              <a:t>）仍是现代深度学习的基石，并为后续模型优化（如残差学习、注意力机制）提供了方向性启</a:t>
            </a:r>
            <a:endParaRPr lang="zh-CN" alt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a:p>
            <a:endParaRPr lang="zh-CN" altLang="en-US" dirty="0"/>
          </a:p>
        </p:txBody>
      </p:sp>
      <p:sp>
        <p:nvSpPr>
          <p:cNvPr id="4" name="灯片编号占位符 3">
            <a:extLst>
              <a:ext uri="{FF2B5EF4-FFF2-40B4-BE49-F238E27FC236}">
                <a16:creationId xmlns:a16="http://schemas.microsoft.com/office/drawing/2014/main" id="{168B101A-1700-0C3B-662C-EC9FBD936110}"/>
              </a:ext>
            </a:extLst>
          </p:cNvPr>
          <p:cNvSpPr>
            <a:spLocks noGrp="1"/>
          </p:cNvSpPr>
          <p:nvPr>
            <p:ph type="sldNum" sz="quarter" idx="5"/>
          </p:nvPr>
        </p:nvSpPr>
        <p:spPr/>
        <p:txBody>
          <a:bodyPr/>
          <a:lstStyle/>
          <a:p>
            <a:fld id="{5BFA2CD4-4BCB-4798-9670-613CF5BA3F22}" type="slidenum">
              <a:rPr lang="zh-CN" altLang="en-US" smtClean="0"/>
              <a:t>3</a:t>
            </a:fld>
            <a:endParaRPr lang="zh-CN" altLang="en-US" dirty="0"/>
          </a:p>
        </p:txBody>
      </p:sp>
    </p:spTree>
    <p:extLst>
      <p:ext uri="{BB962C8B-B14F-4D97-AF65-F5344CB8AC3E}">
        <p14:creationId xmlns:p14="http://schemas.microsoft.com/office/powerpoint/2010/main" val="16801880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325C70-271D-48E0-1670-C3EABDCF215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F4748AA-DB64-588E-A513-B78DCA82DD1A}"/>
              </a:ext>
            </a:extLst>
          </p:cNvPr>
          <p:cNvSpPr>
            <a:spLocks noGrp="1" noRot="1" noChangeAspect="1"/>
          </p:cNvSpPr>
          <p:nvPr>
            <p:ph type="sldImg"/>
          </p:nvPr>
        </p:nvSpPr>
        <p:spPr>
          <a:xfrm>
            <a:off x="2897188" y="849313"/>
            <a:ext cx="4079875" cy="2295525"/>
          </a:xfrm>
        </p:spPr>
      </p:sp>
      <p:sp>
        <p:nvSpPr>
          <p:cNvPr id="3" name="备注占位符 2">
            <a:extLst>
              <a:ext uri="{FF2B5EF4-FFF2-40B4-BE49-F238E27FC236}">
                <a16:creationId xmlns:a16="http://schemas.microsoft.com/office/drawing/2014/main" id="{B0FE497E-877C-B5B5-DA84-10115EE19300}"/>
              </a:ext>
            </a:extLst>
          </p:cNvPr>
          <p:cNvSpPr>
            <a:spLocks noGrp="1"/>
          </p:cNvSpPr>
          <p:nvPr>
            <p:ph type="body" idx="1"/>
          </p:nvPr>
        </p:nvSpPr>
        <p:spPr/>
        <p:txBody>
          <a:bodyPr/>
          <a:lstStyle/>
          <a:p>
            <a:r>
              <a:rPr lang="en-US" altLang="zh-CN" i="1" dirty="0">
                <a:solidFill>
                  <a:srgbClr val="A0A1A7"/>
                </a:solidFill>
                <a:effectLst/>
                <a:latin typeface="inherit"/>
              </a:rPr>
              <a:t># </a:t>
            </a:r>
            <a:r>
              <a:rPr lang="zh-CN" altLang="en-US" i="1" dirty="0">
                <a:solidFill>
                  <a:srgbClr val="A0A1A7"/>
                </a:solidFill>
                <a:effectLst/>
                <a:latin typeface="inherit"/>
              </a:rPr>
              <a:t>定义卷积层：输入</a:t>
            </a:r>
            <a:r>
              <a:rPr lang="en-US" altLang="zh-CN" i="1" dirty="0">
                <a:solidFill>
                  <a:srgbClr val="A0A1A7"/>
                </a:solidFill>
                <a:effectLst/>
                <a:latin typeface="inherit"/>
              </a:rPr>
              <a:t>3</a:t>
            </a:r>
            <a:r>
              <a:rPr lang="zh-CN" altLang="en-US" i="1" dirty="0">
                <a:solidFill>
                  <a:srgbClr val="A0A1A7"/>
                </a:solidFill>
                <a:effectLst/>
                <a:latin typeface="inherit"/>
              </a:rPr>
              <a:t>通道，输出</a:t>
            </a:r>
            <a:r>
              <a:rPr lang="en-US" altLang="zh-CN" i="1" dirty="0">
                <a:solidFill>
                  <a:srgbClr val="A0A1A7"/>
                </a:solidFill>
                <a:effectLst/>
                <a:latin typeface="inherit"/>
              </a:rPr>
              <a:t>64</a:t>
            </a:r>
            <a:r>
              <a:rPr lang="zh-CN" altLang="en-US" i="1" dirty="0">
                <a:solidFill>
                  <a:srgbClr val="A0A1A7"/>
                </a:solidFill>
                <a:effectLst/>
                <a:latin typeface="inherit"/>
              </a:rPr>
              <a:t>通道，</a:t>
            </a:r>
            <a:r>
              <a:rPr lang="en-US" altLang="zh-CN" i="1" dirty="0">
                <a:solidFill>
                  <a:srgbClr val="A0A1A7"/>
                </a:solidFill>
                <a:effectLst/>
                <a:latin typeface="inherit"/>
              </a:rPr>
              <a:t>3x3</a:t>
            </a:r>
            <a:r>
              <a:rPr lang="zh-CN" altLang="en-US" i="1" dirty="0">
                <a:solidFill>
                  <a:srgbClr val="A0A1A7"/>
                </a:solidFill>
                <a:effectLst/>
                <a:latin typeface="inherit"/>
              </a:rPr>
              <a:t>核，步长</a:t>
            </a:r>
            <a:r>
              <a:rPr lang="en-US" altLang="zh-CN" i="1" dirty="0">
                <a:solidFill>
                  <a:srgbClr val="A0A1A7"/>
                </a:solidFill>
                <a:effectLst/>
                <a:latin typeface="inherit"/>
              </a:rPr>
              <a:t>1</a:t>
            </a:r>
            <a:r>
              <a:rPr lang="zh-CN" altLang="en-US" i="1" dirty="0">
                <a:solidFill>
                  <a:srgbClr val="A0A1A7"/>
                </a:solidFill>
                <a:effectLst/>
                <a:latin typeface="inherit"/>
              </a:rPr>
              <a:t>，填充</a:t>
            </a:r>
            <a:r>
              <a:rPr lang="en-US" altLang="zh-CN" i="1" dirty="0">
                <a:solidFill>
                  <a:srgbClr val="A0A1A7"/>
                </a:solidFill>
                <a:effectLst/>
                <a:latin typeface="inherit"/>
              </a:rPr>
              <a:t>1</a:t>
            </a:r>
            <a:r>
              <a:rPr lang="zh-CN" altLang="en-US" dirty="0">
                <a:effectLst/>
              </a:rPr>
              <a:t> </a:t>
            </a:r>
            <a:r>
              <a:rPr lang="en-US" altLang="zh-CN" dirty="0">
                <a:effectLst/>
              </a:rPr>
              <a:t>conv </a:t>
            </a:r>
            <a:r>
              <a:rPr lang="en-US" altLang="zh-CN" dirty="0">
                <a:solidFill>
                  <a:srgbClr val="4078F2"/>
                </a:solidFill>
                <a:effectLst/>
              </a:rPr>
              <a:t>=</a:t>
            </a:r>
            <a:r>
              <a:rPr lang="en-US" altLang="zh-CN" dirty="0">
                <a:effectLst/>
              </a:rPr>
              <a:t> nn</a:t>
            </a:r>
            <a:r>
              <a:rPr lang="en-US" altLang="zh-CN" dirty="0">
                <a:solidFill>
                  <a:srgbClr val="383A42"/>
                </a:solidFill>
                <a:effectLst/>
              </a:rPr>
              <a:t>.</a:t>
            </a:r>
            <a:r>
              <a:rPr lang="en-US" altLang="zh-CN" dirty="0">
                <a:effectLst/>
              </a:rPr>
              <a:t>Conv2d</a:t>
            </a:r>
            <a:r>
              <a:rPr lang="en-US" altLang="zh-CN" dirty="0">
                <a:solidFill>
                  <a:srgbClr val="383A42"/>
                </a:solidFill>
                <a:effectLst/>
              </a:rPr>
              <a:t>(</a:t>
            </a:r>
            <a:r>
              <a:rPr lang="en-US" altLang="zh-CN" dirty="0" err="1">
                <a:effectLst/>
              </a:rPr>
              <a:t>in_channels</a:t>
            </a:r>
            <a:r>
              <a:rPr lang="en-US" altLang="zh-CN" dirty="0">
                <a:solidFill>
                  <a:srgbClr val="4078F2"/>
                </a:solidFill>
                <a:effectLst/>
              </a:rPr>
              <a:t>=</a:t>
            </a:r>
            <a:r>
              <a:rPr lang="en-US" altLang="zh-CN" dirty="0">
                <a:solidFill>
                  <a:srgbClr val="B76B01"/>
                </a:solidFill>
                <a:effectLst/>
              </a:rPr>
              <a:t>3</a:t>
            </a:r>
            <a:r>
              <a:rPr lang="en-US" altLang="zh-CN" dirty="0">
                <a:solidFill>
                  <a:srgbClr val="383A42"/>
                </a:solidFill>
                <a:effectLst/>
              </a:rPr>
              <a:t>,</a:t>
            </a:r>
            <a:r>
              <a:rPr lang="en-US" altLang="zh-CN" dirty="0">
                <a:effectLst/>
              </a:rPr>
              <a:t> </a:t>
            </a:r>
            <a:r>
              <a:rPr lang="en-US" altLang="zh-CN" dirty="0" err="1">
                <a:effectLst/>
              </a:rPr>
              <a:t>out_channels</a:t>
            </a:r>
            <a:r>
              <a:rPr lang="en-US" altLang="zh-CN" dirty="0">
                <a:solidFill>
                  <a:srgbClr val="4078F2"/>
                </a:solidFill>
                <a:effectLst/>
              </a:rPr>
              <a:t>=</a:t>
            </a:r>
            <a:r>
              <a:rPr lang="en-US" altLang="zh-CN" dirty="0">
                <a:solidFill>
                  <a:srgbClr val="B76B01"/>
                </a:solidFill>
                <a:effectLst/>
              </a:rPr>
              <a:t>64</a:t>
            </a:r>
            <a:r>
              <a:rPr lang="en-US" altLang="zh-CN" dirty="0">
                <a:solidFill>
                  <a:srgbClr val="383A42"/>
                </a:solidFill>
                <a:effectLst/>
              </a:rPr>
              <a:t>,</a:t>
            </a:r>
            <a:r>
              <a:rPr lang="en-US" altLang="zh-CN" dirty="0">
                <a:effectLst/>
              </a:rPr>
              <a:t> </a:t>
            </a:r>
            <a:r>
              <a:rPr lang="en-US" altLang="zh-CN" dirty="0" err="1">
                <a:effectLst/>
              </a:rPr>
              <a:t>kernel_size</a:t>
            </a:r>
            <a:r>
              <a:rPr lang="en-US" altLang="zh-CN" dirty="0">
                <a:solidFill>
                  <a:srgbClr val="4078F2"/>
                </a:solidFill>
                <a:effectLst/>
              </a:rPr>
              <a:t>=</a:t>
            </a:r>
            <a:r>
              <a:rPr lang="en-US" altLang="zh-CN" dirty="0">
                <a:solidFill>
                  <a:srgbClr val="B76B01"/>
                </a:solidFill>
                <a:effectLst/>
              </a:rPr>
              <a:t>3</a:t>
            </a:r>
            <a:r>
              <a:rPr lang="en-US" altLang="zh-CN" dirty="0">
                <a:solidFill>
                  <a:srgbClr val="383A42"/>
                </a:solidFill>
                <a:effectLst/>
              </a:rPr>
              <a:t>,</a:t>
            </a:r>
            <a:r>
              <a:rPr lang="en-US" altLang="zh-CN" dirty="0">
                <a:effectLst/>
              </a:rPr>
              <a:t> stride</a:t>
            </a:r>
            <a:r>
              <a:rPr lang="en-US" altLang="zh-CN" dirty="0">
                <a:solidFill>
                  <a:srgbClr val="4078F2"/>
                </a:solidFill>
                <a:effectLst/>
              </a:rPr>
              <a:t>=</a:t>
            </a:r>
            <a:r>
              <a:rPr lang="en-US" altLang="zh-CN" dirty="0">
                <a:solidFill>
                  <a:srgbClr val="B76B01"/>
                </a:solidFill>
                <a:effectLst/>
              </a:rPr>
              <a:t>1</a:t>
            </a:r>
            <a:r>
              <a:rPr lang="en-US" altLang="zh-CN" dirty="0">
                <a:solidFill>
                  <a:srgbClr val="383A42"/>
                </a:solidFill>
                <a:effectLst/>
              </a:rPr>
              <a:t>,</a:t>
            </a:r>
            <a:r>
              <a:rPr lang="en-US" altLang="zh-CN" dirty="0">
                <a:effectLst/>
              </a:rPr>
              <a:t> padding</a:t>
            </a:r>
            <a:r>
              <a:rPr lang="en-US" altLang="zh-CN" dirty="0">
                <a:solidFill>
                  <a:srgbClr val="4078F2"/>
                </a:solidFill>
                <a:effectLst/>
              </a:rPr>
              <a:t>=</a:t>
            </a:r>
            <a:r>
              <a:rPr lang="en-US" altLang="zh-CN" dirty="0">
                <a:solidFill>
                  <a:srgbClr val="B76B01"/>
                </a:solidFill>
                <a:effectLst/>
              </a:rPr>
              <a:t>1</a:t>
            </a:r>
            <a:r>
              <a:rPr lang="en-US" altLang="zh-CN" dirty="0">
                <a:solidFill>
                  <a:srgbClr val="383A42"/>
                </a:solidFill>
                <a:effectLst/>
              </a:rPr>
              <a:t>)</a:t>
            </a:r>
            <a:br>
              <a:rPr lang="en-US" altLang="zh-CN" dirty="0">
                <a:solidFill>
                  <a:srgbClr val="383A42"/>
                </a:solidFill>
                <a:effectLst/>
              </a:rPr>
            </a:br>
            <a:br>
              <a:rPr lang="en-US" altLang="zh-CN" dirty="0">
                <a:solidFill>
                  <a:srgbClr val="383A42"/>
                </a:solidFill>
                <a:effectLst/>
              </a:rPr>
            </a:br>
            <a:r>
              <a:rPr lang="en-US" altLang="zh-CN" b="1" i="0" dirty="0">
                <a:effectLst/>
                <a:latin typeface="PingFang SC" panose="020B0400000000000000" pitchFamily="34" charset="-122"/>
                <a:ea typeface="PingFang SC" panose="020B0400000000000000" pitchFamily="34" charset="-122"/>
              </a:rPr>
              <a:t>Padding</a:t>
            </a:r>
            <a:r>
              <a:rPr lang="zh-CN" altLang="en-US" b="1" i="0" dirty="0">
                <a:effectLst/>
                <a:latin typeface="PingFang SC" panose="020B0400000000000000" pitchFamily="34" charset="-122"/>
                <a:ea typeface="PingFang SC" panose="020B0400000000000000" pitchFamily="34" charset="-122"/>
              </a:rPr>
              <a:t>（填充）​</a:t>
            </a:r>
            <a:r>
              <a:rPr lang="zh-CN" altLang="en-US" b="0" i="0" dirty="0">
                <a:effectLst/>
                <a:latin typeface="PingFang SC" panose="020B0400000000000000" pitchFamily="34" charset="-122"/>
                <a:ea typeface="PingFang SC" panose="020B0400000000000000" pitchFamily="34" charset="-122"/>
              </a:rPr>
              <a:t>​ 的主要目的是解决卷积操作导致的</a:t>
            </a:r>
            <a:r>
              <a:rPr lang="zh-CN" altLang="en-US" b="1" i="0" dirty="0">
                <a:effectLst/>
                <a:latin typeface="PingFang SC" panose="020B0400000000000000" pitchFamily="34" charset="-122"/>
                <a:ea typeface="PingFang SC" panose="020B0400000000000000" pitchFamily="34" charset="-122"/>
              </a:rPr>
              <a:t>图像尺寸缩小</a:t>
            </a:r>
            <a:r>
              <a:rPr lang="zh-CN" altLang="en-US" b="0" i="0" dirty="0">
                <a:effectLst/>
                <a:latin typeface="PingFang SC" panose="020B0400000000000000" pitchFamily="34" charset="-122"/>
                <a:ea typeface="PingFang SC" panose="020B0400000000000000" pitchFamily="34" charset="-122"/>
              </a:rPr>
              <a:t>和</a:t>
            </a:r>
            <a:r>
              <a:rPr lang="zh-CN" altLang="en-US" b="1" i="0" dirty="0">
                <a:effectLst/>
                <a:latin typeface="PingFang SC" panose="020B0400000000000000" pitchFamily="34" charset="-122"/>
                <a:ea typeface="PingFang SC" panose="020B0400000000000000" pitchFamily="34" charset="-122"/>
              </a:rPr>
              <a:t>边缘信息丢失</a:t>
            </a:r>
            <a:r>
              <a:rPr lang="zh-CN" altLang="en-US" b="0" i="0" dirty="0">
                <a:effectLst/>
                <a:latin typeface="PingFang SC" panose="020B0400000000000000" pitchFamily="34" charset="-122"/>
                <a:ea typeface="PingFang SC" panose="020B0400000000000000" pitchFamily="34" charset="-122"/>
              </a:rPr>
              <a:t>问题。</a:t>
            </a:r>
            <a:br>
              <a:rPr lang="en-US" altLang="zh-CN" b="0" i="0" dirty="0">
                <a:effectLst/>
                <a:latin typeface="PingFang SC" panose="020B0400000000000000" pitchFamily="34" charset="-122"/>
                <a:ea typeface="PingFang SC" panose="020B0400000000000000" pitchFamily="34" charset="-122"/>
              </a:rPr>
            </a:br>
            <a:br>
              <a:rPr lang="en-US" altLang="zh-CN" b="0" i="0" dirty="0">
                <a:effectLst/>
                <a:latin typeface="PingFang SC" panose="020B0400000000000000" pitchFamily="34" charset="-122"/>
                <a:ea typeface="PingFang SC" panose="020B0400000000000000" pitchFamily="34" charset="-122"/>
              </a:rPr>
            </a:br>
            <a:r>
              <a:rPr lang="zh-CN" altLang="en-US" b="1" i="0" dirty="0">
                <a:effectLst/>
                <a:latin typeface="PingFang SC" panose="020B0400000000000000" pitchFamily="34" charset="-122"/>
                <a:ea typeface="PingFang SC" panose="020B0400000000000000" pitchFamily="34" charset="-122"/>
              </a:rPr>
              <a:t>核心作用</a:t>
            </a:r>
            <a:r>
              <a:rPr lang="zh-CN" altLang="en-US" b="0" i="0" dirty="0">
                <a:effectLst/>
                <a:latin typeface="PingFang SC" panose="020B0400000000000000" pitchFamily="34" charset="-122"/>
                <a:ea typeface="PingFang SC" panose="020B0400000000000000" pitchFamily="34" charset="-122"/>
              </a:rPr>
              <a:t>：平衡特征图尺寸、保护边缘信息、支持深层网络设计。</a:t>
            </a:r>
            <a:endParaRPr lang="zh-CN" altLang="en-US" dirty="0"/>
          </a:p>
        </p:txBody>
      </p:sp>
      <p:sp>
        <p:nvSpPr>
          <p:cNvPr id="4" name="灯片编号占位符 3">
            <a:extLst>
              <a:ext uri="{FF2B5EF4-FFF2-40B4-BE49-F238E27FC236}">
                <a16:creationId xmlns:a16="http://schemas.microsoft.com/office/drawing/2014/main" id="{88DBD025-C6E8-EBDA-9152-7715A1857B18}"/>
              </a:ext>
            </a:extLst>
          </p:cNvPr>
          <p:cNvSpPr>
            <a:spLocks noGrp="1"/>
          </p:cNvSpPr>
          <p:nvPr>
            <p:ph type="sldNum" sz="quarter" idx="5"/>
          </p:nvPr>
        </p:nvSpPr>
        <p:spPr/>
        <p:txBody>
          <a:bodyPr/>
          <a:lstStyle/>
          <a:p>
            <a:fld id="{5BFA2CD4-4BCB-4798-9670-613CF5BA3F22}" type="slidenum">
              <a:rPr lang="zh-CN" altLang="en-US" smtClean="0"/>
              <a:t>4</a:t>
            </a:fld>
            <a:endParaRPr lang="zh-CN" altLang="en-US" dirty="0"/>
          </a:p>
        </p:txBody>
      </p:sp>
    </p:spTree>
    <p:extLst>
      <p:ext uri="{BB962C8B-B14F-4D97-AF65-F5344CB8AC3E}">
        <p14:creationId xmlns:p14="http://schemas.microsoft.com/office/powerpoint/2010/main" val="35977696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0E902F-0B9D-FDAE-FAC5-1E89AA6D95D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8031515-2E8E-01FA-9156-738BB2A05BFB}"/>
              </a:ext>
            </a:extLst>
          </p:cNvPr>
          <p:cNvSpPr>
            <a:spLocks noGrp="1" noRot="1" noChangeAspect="1"/>
          </p:cNvSpPr>
          <p:nvPr>
            <p:ph type="sldImg"/>
          </p:nvPr>
        </p:nvSpPr>
        <p:spPr>
          <a:xfrm>
            <a:off x="2897188" y="849313"/>
            <a:ext cx="4079875" cy="2295525"/>
          </a:xfrm>
        </p:spPr>
      </p:sp>
      <p:sp>
        <p:nvSpPr>
          <p:cNvPr id="3" name="备注占位符 2">
            <a:extLst>
              <a:ext uri="{FF2B5EF4-FFF2-40B4-BE49-F238E27FC236}">
                <a16:creationId xmlns:a16="http://schemas.microsoft.com/office/drawing/2014/main" id="{87F0686D-0672-D037-FC78-855B1ED5D74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 </a:t>
            </a:r>
            <a:r>
              <a:rPr lang="zh-CN" altLang="en-US" dirty="0"/>
              <a:t>随着网络深度的增加，模型的表达能力变强，可能会学习到训练数据中的噪声，导致过拟合。尤其是当训练数据有限时，深层网络容易记住训练集的细节，而不具备较好的泛化能力。</a:t>
            </a:r>
            <a:br>
              <a:rPr lang="en-US" altLang="zh-CN" dirty="0"/>
            </a:br>
            <a:br>
              <a:rPr lang="en-US" altLang="zh-CN" dirty="0"/>
            </a:br>
            <a:r>
              <a:rPr lang="zh-CN" altLang="en-US" dirty="0"/>
              <a:t>随着网络的层数增加，模型变得更加复杂，训练变得更加困难。即使是通过反向传播算法来更新权重，深层网络也可能会面临梯度传递困难、优化过程慢等问题。</a:t>
            </a: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a:p>
            <a:endParaRPr lang="zh-CN" altLang="en-US" dirty="0"/>
          </a:p>
        </p:txBody>
      </p:sp>
      <p:sp>
        <p:nvSpPr>
          <p:cNvPr id="4" name="灯片编号占位符 3">
            <a:extLst>
              <a:ext uri="{FF2B5EF4-FFF2-40B4-BE49-F238E27FC236}">
                <a16:creationId xmlns:a16="http://schemas.microsoft.com/office/drawing/2014/main" id="{6FCCD2E4-4D61-DA03-10A1-59A53A300C34}"/>
              </a:ext>
            </a:extLst>
          </p:cNvPr>
          <p:cNvSpPr>
            <a:spLocks noGrp="1"/>
          </p:cNvSpPr>
          <p:nvPr>
            <p:ph type="sldNum" sz="quarter" idx="5"/>
          </p:nvPr>
        </p:nvSpPr>
        <p:spPr/>
        <p:txBody>
          <a:bodyPr/>
          <a:lstStyle/>
          <a:p>
            <a:fld id="{5BFA2CD4-4BCB-4798-9670-613CF5BA3F22}" type="slidenum">
              <a:rPr lang="zh-CN" altLang="en-US" smtClean="0"/>
              <a:t>5</a:t>
            </a:fld>
            <a:endParaRPr lang="zh-CN" altLang="en-US" dirty="0"/>
          </a:p>
        </p:txBody>
      </p:sp>
    </p:spTree>
    <p:extLst>
      <p:ext uri="{BB962C8B-B14F-4D97-AF65-F5344CB8AC3E}">
        <p14:creationId xmlns:p14="http://schemas.microsoft.com/office/powerpoint/2010/main" val="22454325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FFDA60-3E07-594F-1DD6-13CF53331B2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F0755CF-678C-74E4-4E4A-4A2028876395}"/>
              </a:ext>
            </a:extLst>
          </p:cNvPr>
          <p:cNvSpPr>
            <a:spLocks noGrp="1" noRot="1" noChangeAspect="1"/>
          </p:cNvSpPr>
          <p:nvPr>
            <p:ph type="sldImg"/>
          </p:nvPr>
        </p:nvSpPr>
        <p:spPr>
          <a:xfrm>
            <a:off x="2897188" y="849313"/>
            <a:ext cx="4079875" cy="2295525"/>
          </a:xfrm>
        </p:spPr>
      </p:sp>
      <p:sp>
        <p:nvSpPr>
          <p:cNvPr id="3" name="备注占位符 2">
            <a:extLst>
              <a:ext uri="{FF2B5EF4-FFF2-40B4-BE49-F238E27FC236}">
                <a16:creationId xmlns:a16="http://schemas.microsoft.com/office/drawing/2014/main" id="{4BD93653-AA83-D885-EE1A-DAE57D57CCAD}"/>
              </a:ext>
            </a:extLst>
          </p:cNvPr>
          <p:cNvSpPr>
            <a:spLocks noGrp="1"/>
          </p:cNvSpPr>
          <p:nvPr>
            <p:ph type="body" idx="1"/>
          </p:nvPr>
        </p:nvSpPr>
        <p:spPr/>
        <p:txBody>
          <a:bodyPr/>
          <a:lstStyle/>
          <a:p>
            <a:pPr algn="l" fontAlgn="base"/>
            <a:r>
              <a:rPr lang="en-US" altLang="zh-CN" b="0" i="0" dirty="0" err="1">
                <a:effectLst/>
                <a:latin typeface="PingFang SC" panose="020B0400000000000000" pitchFamily="34" charset="-122"/>
                <a:ea typeface="PingFang SC" panose="020B0400000000000000" pitchFamily="34" charset="-122"/>
              </a:rPr>
              <a:t>DenseNet</a:t>
            </a:r>
            <a:r>
              <a:rPr lang="zh-CN" altLang="en-US" b="0" i="0" dirty="0">
                <a:effectLst/>
                <a:latin typeface="PingFang SC" panose="020B0400000000000000" pitchFamily="34" charset="-122"/>
                <a:ea typeface="PingFang SC" panose="020B0400000000000000" pitchFamily="34" charset="-122"/>
              </a:rPr>
              <a:t>通过</a:t>
            </a:r>
            <a:r>
              <a:rPr lang="zh-CN" altLang="en-US" b="1" i="0" dirty="0">
                <a:effectLst/>
                <a:latin typeface="PingFang SC" panose="020B0400000000000000" pitchFamily="34" charset="-122"/>
                <a:ea typeface="PingFang SC" panose="020B0400000000000000" pitchFamily="34" charset="-122"/>
              </a:rPr>
              <a:t>密集连接</a:t>
            </a:r>
            <a:r>
              <a:rPr lang="zh-CN" altLang="en-US" b="0" i="0" dirty="0">
                <a:effectLst/>
                <a:latin typeface="PingFang SC" panose="020B0400000000000000" pitchFamily="34" charset="-122"/>
                <a:ea typeface="PingFang SC" panose="020B0400000000000000" pitchFamily="34" charset="-122"/>
              </a:rPr>
              <a:t>实现特征复用，通过</a:t>
            </a:r>
            <a:r>
              <a:rPr lang="zh-CN" altLang="en-US" b="1" i="0" dirty="0">
                <a:effectLst/>
                <a:latin typeface="PingFang SC" panose="020B0400000000000000" pitchFamily="34" charset="-122"/>
                <a:ea typeface="PingFang SC" panose="020B0400000000000000" pitchFamily="34" charset="-122"/>
              </a:rPr>
              <a:t>过渡层压缩</a:t>
            </a:r>
            <a:r>
              <a:rPr lang="zh-CN" altLang="en-US" b="0" i="0" dirty="0">
                <a:effectLst/>
                <a:latin typeface="PingFang SC" panose="020B0400000000000000" pitchFamily="34" charset="-122"/>
                <a:ea typeface="PingFang SC" panose="020B0400000000000000" pitchFamily="34" charset="-122"/>
              </a:rPr>
              <a:t>控制计算复杂度</a:t>
            </a:r>
            <a:br>
              <a:rPr lang="en-US" altLang="zh-CN" b="0" i="0" dirty="0">
                <a:effectLst/>
                <a:latin typeface="PingFang SC" panose="020B0400000000000000" pitchFamily="34" charset="-122"/>
                <a:ea typeface="PingFang SC" panose="020B0400000000000000" pitchFamily="34" charset="-122"/>
              </a:rPr>
            </a:br>
            <a:br>
              <a:rPr lang="en-US" altLang="zh-CN" b="0" i="0" dirty="0">
                <a:effectLst/>
                <a:latin typeface="PingFang SC" panose="020B0400000000000000" pitchFamily="34" charset="-122"/>
                <a:ea typeface="PingFang SC" panose="020B0400000000000000" pitchFamily="34" charset="-122"/>
              </a:rPr>
            </a:br>
            <a:r>
              <a:rPr lang="zh-CN" altLang="en-US" b="0" i="0" dirty="0">
                <a:effectLst/>
                <a:latin typeface="PingFang SC" panose="020B0400000000000000" pitchFamily="34" charset="-122"/>
                <a:ea typeface="PingFang SC" panose="020B0400000000000000" pitchFamily="34" charset="-122"/>
              </a:rPr>
              <a:t>为了控制计算复杂度和特征图数量，</a:t>
            </a:r>
            <a:r>
              <a:rPr lang="en-US" altLang="zh-CN" b="0" i="0" dirty="0" err="1">
                <a:effectLst/>
                <a:latin typeface="PingFang SC" panose="020B0400000000000000" pitchFamily="34" charset="-122"/>
                <a:ea typeface="PingFang SC" panose="020B0400000000000000" pitchFamily="34" charset="-122"/>
              </a:rPr>
              <a:t>DenseNet</a:t>
            </a:r>
            <a:r>
              <a:rPr lang="zh-CN" altLang="en-US" b="0" i="0" dirty="0">
                <a:effectLst/>
                <a:latin typeface="PingFang SC" panose="020B0400000000000000" pitchFamily="34" charset="-122"/>
                <a:ea typeface="PingFang SC" panose="020B0400000000000000" pitchFamily="34" charset="-122"/>
              </a:rPr>
              <a:t>在</a:t>
            </a:r>
            <a:r>
              <a:rPr lang="zh-CN" altLang="en-US" b="1" i="0" dirty="0">
                <a:effectLst/>
                <a:latin typeface="inherit"/>
                <a:ea typeface="PingFang SC" panose="020B0400000000000000" pitchFamily="34" charset="-122"/>
              </a:rPr>
              <a:t>每个</a:t>
            </a:r>
            <a:r>
              <a:rPr lang="en-US" altLang="zh-CN" b="1" i="0" dirty="0">
                <a:effectLst/>
                <a:latin typeface="inherit"/>
                <a:ea typeface="PingFang SC" panose="020B0400000000000000" pitchFamily="34" charset="-122"/>
              </a:rPr>
              <a:t>Dense Block</a:t>
            </a:r>
            <a:r>
              <a:rPr lang="zh-CN" altLang="en-US" b="1" i="0" dirty="0">
                <a:effectLst/>
                <a:latin typeface="inherit"/>
                <a:ea typeface="PingFang SC" panose="020B0400000000000000" pitchFamily="34" charset="-122"/>
              </a:rPr>
              <a:t>后</a:t>
            </a:r>
            <a:r>
              <a:rPr lang="zh-CN" altLang="en-US" b="0" i="0" dirty="0">
                <a:effectLst/>
                <a:latin typeface="PingFang SC" panose="020B0400000000000000" pitchFamily="34" charset="-122"/>
                <a:ea typeface="PingFang SC" panose="020B0400000000000000" pitchFamily="34" charset="-122"/>
              </a:rPr>
              <a:t>插入过渡层，压缩通道维度：</a:t>
            </a:r>
          </a:p>
          <a:p>
            <a:pPr algn="l" fontAlgn="base"/>
            <a:r>
              <a:rPr lang="zh-CN" altLang="en-US" b="1" i="0" dirty="0">
                <a:effectLst/>
                <a:latin typeface="PingFang SC" panose="020B0400000000000000" pitchFamily="34" charset="-122"/>
                <a:ea typeface="PingFang SC" panose="020B0400000000000000" pitchFamily="34" charset="-122"/>
              </a:rPr>
              <a:t>​**</a:t>
            </a:r>
            <a:r>
              <a:rPr lang="en-US" altLang="zh-CN" b="1" i="0" dirty="0">
                <a:effectLst/>
                <a:latin typeface="PingFang SC" panose="020B0400000000000000" pitchFamily="34" charset="-122"/>
                <a:ea typeface="PingFang SC" panose="020B0400000000000000" pitchFamily="34" charset="-122"/>
              </a:rPr>
              <a:t>(1) </a:t>
            </a:r>
            <a:r>
              <a:rPr lang="zh-CN" altLang="en-US" b="1" i="0" dirty="0">
                <a:effectLst/>
                <a:latin typeface="PingFang SC" panose="020B0400000000000000" pitchFamily="34" charset="-122"/>
                <a:ea typeface="PingFang SC" panose="020B0400000000000000" pitchFamily="34" charset="-122"/>
              </a:rPr>
              <a:t>过渡层结构**：</a:t>
            </a:r>
          </a:p>
          <a:p>
            <a:pPr algn="l" fontAlgn="base">
              <a:buFont typeface="Arial" panose="020B0604020202020204" pitchFamily="34" charset="0"/>
              <a:buChar char="•"/>
            </a:pPr>
            <a:r>
              <a:rPr lang="zh-CN" altLang="en-US" b="0" i="0" dirty="0">
                <a:effectLst/>
                <a:latin typeface="PingFang SC" panose="020B0400000000000000" pitchFamily="34" charset="-122"/>
                <a:ea typeface="PingFang SC" panose="020B0400000000000000" pitchFamily="34" charset="-122"/>
              </a:rPr>
              <a:t>​</a:t>
            </a:r>
            <a:r>
              <a:rPr lang="en-US" altLang="zh-CN" b="1" i="0" dirty="0">
                <a:effectLst/>
                <a:latin typeface="inherit"/>
                <a:ea typeface="PingFang SC" panose="020B0400000000000000" pitchFamily="34" charset="-122"/>
              </a:rPr>
              <a:t>1×1</a:t>
            </a:r>
            <a:r>
              <a:rPr lang="zh-CN" altLang="en-US" b="1" i="0" dirty="0">
                <a:effectLst/>
                <a:latin typeface="inherit"/>
                <a:ea typeface="PingFang SC" panose="020B0400000000000000" pitchFamily="34" charset="-122"/>
              </a:rPr>
              <a:t>卷积</a:t>
            </a:r>
            <a:r>
              <a:rPr lang="zh-CN" altLang="en-US" b="0" i="0" dirty="0">
                <a:effectLst/>
                <a:latin typeface="PingFang SC" panose="020B0400000000000000" pitchFamily="34" charset="-122"/>
                <a:ea typeface="PingFang SC" panose="020B0400000000000000" pitchFamily="34" charset="-122"/>
              </a:rPr>
              <a:t>：压缩通道数（通常减少为输入通道数的一半）。</a:t>
            </a:r>
          </a:p>
          <a:p>
            <a:pPr algn="l" fontAlgn="base">
              <a:buFont typeface="Arial" panose="020B0604020202020204" pitchFamily="34" charset="0"/>
              <a:buChar char="•"/>
            </a:pPr>
            <a:r>
              <a:rPr lang="zh-CN" altLang="en-US" b="0" i="0" dirty="0">
                <a:effectLst/>
                <a:latin typeface="PingFang SC" panose="020B0400000000000000" pitchFamily="34" charset="-122"/>
                <a:ea typeface="PingFang SC" panose="020B0400000000000000" pitchFamily="34" charset="-122"/>
              </a:rPr>
              <a:t>​</a:t>
            </a:r>
            <a:r>
              <a:rPr lang="en-US" altLang="zh-CN" b="1" i="0" dirty="0">
                <a:effectLst/>
                <a:latin typeface="inherit"/>
                <a:ea typeface="PingFang SC" panose="020B0400000000000000" pitchFamily="34" charset="-122"/>
              </a:rPr>
              <a:t>2×2</a:t>
            </a:r>
            <a:r>
              <a:rPr lang="zh-CN" altLang="en-US" b="1" i="0" dirty="0">
                <a:effectLst/>
                <a:latin typeface="inherit"/>
                <a:ea typeface="PingFang SC" panose="020B0400000000000000" pitchFamily="34" charset="-122"/>
              </a:rPr>
              <a:t>平均池化</a:t>
            </a:r>
            <a:r>
              <a:rPr lang="zh-CN" altLang="en-US" b="0" i="0" dirty="0">
                <a:effectLst/>
                <a:latin typeface="PingFang SC" panose="020B0400000000000000" pitchFamily="34" charset="-122"/>
                <a:ea typeface="PingFang SC" panose="020B0400000000000000" pitchFamily="34" charset="-122"/>
              </a:rPr>
              <a:t>：空间下采样（尺寸减半）</a:t>
            </a:r>
          </a:p>
        </p:txBody>
      </p:sp>
      <p:sp>
        <p:nvSpPr>
          <p:cNvPr id="4" name="灯片编号占位符 3">
            <a:extLst>
              <a:ext uri="{FF2B5EF4-FFF2-40B4-BE49-F238E27FC236}">
                <a16:creationId xmlns:a16="http://schemas.microsoft.com/office/drawing/2014/main" id="{FFB44E63-68CE-1023-69A9-9FA2054559AC}"/>
              </a:ext>
            </a:extLst>
          </p:cNvPr>
          <p:cNvSpPr>
            <a:spLocks noGrp="1"/>
          </p:cNvSpPr>
          <p:nvPr>
            <p:ph type="sldNum" sz="quarter" idx="5"/>
          </p:nvPr>
        </p:nvSpPr>
        <p:spPr/>
        <p:txBody>
          <a:bodyPr/>
          <a:lstStyle/>
          <a:p>
            <a:fld id="{5BFA2CD4-4BCB-4798-9670-613CF5BA3F22}" type="slidenum">
              <a:rPr lang="zh-CN" altLang="en-US" smtClean="0"/>
              <a:t>6</a:t>
            </a:fld>
            <a:endParaRPr lang="zh-CN" altLang="en-US" dirty="0"/>
          </a:p>
        </p:txBody>
      </p:sp>
    </p:spTree>
    <p:extLst>
      <p:ext uri="{BB962C8B-B14F-4D97-AF65-F5344CB8AC3E}">
        <p14:creationId xmlns:p14="http://schemas.microsoft.com/office/powerpoint/2010/main" val="20058508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FFDBAC-7E6A-0305-4BD2-9E43EADF44E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6787096-36C8-50F6-FF89-F546C2302B96}"/>
              </a:ext>
            </a:extLst>
          </p:cNvPr>
          <p:cNvSpPr>
            <a:spLocks noGrp="1" noRot="1" noChangeAspect="1"/>
          </p:cNvSpPr>
          <p:nvPr>
            <p:ph type="sldImg"/>
          </p:nvPr>
        </p:nvSpPr>
        <p:spPr>
          <a:xfrm>
            <a:off x="2897188" y="849313"/>
            <a:ext cx="4079875" cy="2295525"/>
          </a:xfrm>
        </p:spPr>
      </p:sp>
      <p:sp>
        <p:nvSpPr>
          <p:cNvPr id="3" name="备注占位符 2">
            <a:extLst>
              <a:ext uri="{FF2B5EF4-FFF2-40B4-BE49-F238E27FC236}">
                <a16:creationId xmlns:a16="http://schemas.microsoft.com/office/drawing/2014/main" id="{5E0069AE-110C-2C51-6203-2E2E4180DF24}"/>
              </a:ext>
            </a:extLst>
          </p:cNvPr>
          <p:cNvSpPr>
            <a:spLocks noGrp="1"/>
          </p:cNvSpPr>
          <p:nvPr>
            <p:ph type="body" idx="1"/>
          </p:nvPr>
        </p:nvSpPr>
        <p:spPr/>
        <p:txBody>
          <a:bodyPr/>
          <a:lstStyle/>
          <a:p>
            <a:pPr algn="l" fontAlgn="base"/>
            <a:r>
              <a:rPr lang="en-US" altLang="zh-CN" b="0" i="0" dirty="0" err="1">
                <a:effectLst/>
                <a:latin typeface="PingFang SC" panose="020B0400000000000000" pitchFamily="34" charset="-122"/>
                <a:ea typeface="PingFang SC" panose="020B0400000000000000" pitchFamily="34" charset="-122"/>
              </a:rPr>
              <a:t>DenseNet</a:t>
            </a:r>
            <a:r>
              <a:rPr lang="zh-CN" altLang="en-US" b="0" i="0" dirty="0">
                <a:effectLst/>
                <a:latin typeface="PingFang SC" panose="020B0400000000000000" pitchFamily="34" charset="-122"/>
                <a:ea typeface="PingFang SC" panose="020B0400000000000000" pitchFamily="34" charset="-122"/>
              </a:rPr>
              <a:t>通过</a:t>
            </a:r>
            <a:r>
              <a:rPr lang="zh-CN" altLang="en-US" b="1" i="0" dirty="0">
                <a:effectLst/>
                <a:latin typeface="PingFang SC" panose="020B0400000000000000" pitchFamily="34" charset="-122"/>
                <a:ea typeface="PingFang SC" panose="020B0400000000000000" pitchFamily="34" charset="-122"/>
              </a:rPr>
              <a:t>密集连接</a:t>
            </a:r>
            <a:r>
              <a:rPr lang="zh-CN" altLang="en-US" b="0" i="0" dirty="0">
                <a:effectLst/>
                <a:latin typeface="PingFang SC" panose="020B0400000000000000" pitchFamily="34" charset="-122"/>
                <a:ea typeface="PingFang SC" panose="020B0400000000000000" pitchFamily="34" charset="-122"/>
              </a:rPr>
              <a:t>实现特征复用，通过</a:t>
            </a:r>
            <a:r>
              <a:rPr lang="zh-CN" altLang="en-US" b="1" i="0" dirty="0">
                <a:effectLst/>
                <a:latin typeface="PingFang SC" panose="020B0400000000000000" pitchFamily="34" charset="-122"/>
                <a:ea typeface="PingFang SC" panose="020B0400000000000000" pitchFamily="34" charset="-122"/>
              </a:rPr>
              <a:t>过渡层压缩</a:t>
            </a:r>
            <a:r>
              <a:rPr lang="zh-CN" altLang="en-US" b="0" i="0" dirty="0">
                <a:effectLst/>
                <a:latin typeface="PingFang SC" panose="020B0400000000000000" pitchFamily="34" charset="-122"/>
                <a:ea typeface="PingFang SC" panose="020B0400000000000000" pitchFamily="34" charset="-122"/>
              </a:rPr>
              <a:t>控制计算复杂度</a:t>
            </a:r>
            <a:br>
              <a:rPr lang="en-US" altLang="zh-CN" b="0" i="0" dirty="0">
                <a:effectLst/>
                <a:latin typeface="PingFang SC" panose="020B0400000000000000" pitchFamily="34" charset="-122"/>
                <a:ea typeface="PingFang SC" panose="020B0400000000000000" pitchFamily="34" charset="-122"/>
              </a:rPr>
            </a:br>
            <a:br>
              <a:rPr lang="en-US" altLang="zh-CN" b="0" i="0" dirty="0">
                <a:effectLst/>
                <a:latin typeface="PingFang SC" panose="020B0400000000000000" pitchFamily="34" charset="-122"/>
                <a:ea typeface="PingFang SC" panose="020B0400000000000000" pitchFamily="34" charset="-122"/>
              </a:rPr>
            </a:br>
            <a:r>
              <a:rPr lang="zh-CN" altLang="en-US" b="0" i="0" dirty="0">
                <a:effectLst/>
                <a:latin typeface="PingFang SC" panose="020B0400000000000000" pitchFamily="34" charset="-122"/>
                <a:ea typeface="PingFang SC" panose="020B0400000000000000" pitchFamily="34" charset="-122"/>
              </a:rPr>
              <a:t>为了控制计算复杂度和特征图数量，</a:t>
            </a:r>
            <a:r>
              <a:rPr lang="en-US" altLang="zh-CN" b="0" i="0" dirty="0" err="1">
                <a:effectLst/>
                <a:latin typeface="PingFang SC" panose="020B0400000000000000" pitchFamily="34" charset="-122"/>
                <a:ea typeface="PingFang SC" panose="020B0400000000000000" pitchFamily="34" charset="-122"/>
              </a:rPr>
              <a:t>DenseNet</a:t>
            </a:r>
            <a:r>
              <a:rPr lang="zh-CN" altLang="en-US" b="0" i="0" dirty="0">
                <a:effectLst/>
                <a:latin typeface="PingFang SC" panose="020B0400000000000000" pitchFamily="34" charset="-122"/>
                <a:ea typeface="PingFang SC" panose="020B0400000000000000" pitchFamily="34" charset="-122"/>
              </a:rPr>
              <a:t>在</a:t>
            </a:r>
            <a:r>
              <a:rPr lang="zh-CN" altLang="en-US" b="1" i="0" dirty="0">
                <a:effectLst/>
                <a:latin typeface="inherit"/>
                <a:ea typeface="PingFang SC" panose="020B0400000000000000" pitchFamily="34" charset="-122"/>
              </a:rPr>
              <a:t>每个</a:t>
            </a:r>
            <a:r>
              <a:rPr lang="en-US" altLang="zh-CN" b="1" i="0" dirty="0">
                <a:effectLst/>
                <a:latin typeface="inherit"/>
                <a:ea typeface="PingFang SC" panose="020B0400000000000000" pitchFamily="34" charset="-122"/>
              </a:rPr>
              <a:t>Dense Block</a:t>
            </a:r>
            <a:r>
              <a:rPr lang="zh-CN" altLang="en-US" b="1" i="0" dirty="0">
                <a:effectLst/>
                <a:latin typeface="inherit"/>
                <a:ea typeface="PingFang SC" panose="020B0400000000000000" pitchFamily="34" charset="-122"/>
              </a:rPr>
              <a:t>后</a:t>
            </a:r>
            <a:r>
              <a:rPr lang="zh-CN" altLang="en-US" b="0" i="0" dirty="0">
                <a:effectLst/>
                <a:latin typeface="PingFang SC" panose="020B0400000000000000" pitchFamily="34" charset="-122"/>
                <a:ea typeface="PingFang SC" panose="020B0400000000000000" pitchFamily="34" charset="-122"/>
              </a:rPr>
              <a:t>插入过渡层，压缩通道维度：</a:t>
            </a:r>
          </a:p>
          <a:p>
            <a:pPr algn="l" fontAlgn="base"/>
            <a:r>
              <a:rPr lang="zh-CN" altLang="en-US" b="1" i="0" dirty="0">
                <a:effectLst/>
                <a:latin typeface="PingFang SC" panose="020B0400000000000000" pitchFamily="34" charset="-122"/>
                <a:ea typeface="PingFang SC" panose="020B0400000000000000" pitchFamily="34" charset="-122"/>
              </a:rPr>
              <a:t>​**</a:t>
            </a:r>
            <a:r>
              <a:rPr lang="en-US" altLang="zh-CN" b="1" i="0" dirty="0">
                <a:effectLst/>
                <a:latin typeface="PingFang SC" panose="020B0400000000000000" pitchFamily="34" charset="-122"/>
                <a:ea typeface="PingFang SC" panose="020B0400000000000000" pitchFamily="34" charset="-122"/>
              </a:rPr>
              <a:t>(1) </a:t>
            </a:r>
            <a:r>
              <a:rPr lang="zh-CN" altLang="en-US" b="1" i="0" dirty="0">
                <a:effectLst/>
                <a:latin typeface="PingFang SC" panose="020B0400000000000000" pitchFamily="34" charset="-122"/>
                <a:ea typeface="PingFang SC" panose="020B0400000000000000" pitchFamily="34" charset="-122"/>
              </a:rPr>
              <a:t>过渡层结构**：</a:t>
            </a:r>
          </a:p>
          <a:p>
            <a:pPr algn="l" fontAlgn="base">
              <a:buFont typeface="Arial" panose="020B0604020202020204" pitchFamily="34" charset="0"/>
              <a:buChar char="•"/>
            </a:pPr>
            <a:r>
              <a:rPr lang="zh-CN" altLang="en-US" b="0" i="0" dirty="0">
                <a:effectLst/>
                <a:latin typeface="PingFang SC" panose="020B0400000000000000" pitchFamily="34" charset="-122"/>
                <a:ea typeface="PingFang SC" panose="020B0400000000000000" pitchFamily="34" charset="-122"/>
              </a:rPr>
              <a:t>​</a:t>
            </a:r>
            <a:r>
              <a:rPr lang="en-US" altLang="zh-CN" b="1" i="0" dirty="0">
                <a:effectLst/>
                <a:latin typeface="inherit"/>
                <a:ea typeface="PingFang SC" panose="020B0400000000000000" pitchFamily="34" charset="-122"/>
              </a:rPr>
              <a:t>1×1</a:t>
            </a:r>
            <a:r>
              <a:rPr lang="zh-CN" altLang="en-US" b="1" i="0" dirty="0">
                <a:effectLst/>
                <a:latin typeface="inherit"/>
                <a:ea typeface="PingFang SC" panose="020B0400000000000000" pitchFamily="34" charset="-122"/>
              </a:rPr>
              <a:t>卷积</a:t>
            </a:r>
            <a:r>
              <a:rPr lang="zh-CN" altLang="en-US" b="0" i="0" dirty="0">
                <a:effectLst/>
                <a:latin typeface="PingFang SC" panose="020B0400000000000000" pitchFamily="34" charset="-122"/>
                <a:ea typeface="PingFang SC" panose="020B0400000000000000" pitchFamily="34" charset="-122"/>
              </a:rPr>
              <a:t>：压缩通道数（通常减少为输入通道数的一半）。</a:t>
            </a:r>
          </a:p>
          <a:p>
            <a:pPr algn="l" fontAlgn="base">
              <a:buFont typeface="Arial" panose="020B0604020202020204" pitchFamily="34" charset="0"/>
              <a:buChar char="•"/>
            </a:pPr>
            <a:r>
              <a:rPr lang="zh-CN" altLang="en-US" b="0" i="0" dirty="0">
                <a:effectLst/>
                <a:latin typeface="PingFang SC" panose="020B0400000000000000" pitchFamily="34" charset="-122"/>
                <a:ea typeface="PingFang SC" panose="020B0400000000000000" pitchFamily="34" charset="-122"/>
              </a:rPr>
              <a:t>​</a:t>
            </a:r>
            <a:r>
              <a:rPr lang="en-US" altLang="zh-CN" b="1" i="0" dirty="0">
                <a:effectLst/>
                <a:latin typeface="inherit"/>
                <a:ea typeface="PingFang SC" panose="020B0400000000000000" pitchFamily="34" charset="-122"/>
              </a:rPr>
              <a:t>2×2</a:t>
            </a:r>
            <a:r>
              <a:rPr lang="zh-CN" altLang="en-US" b="1" i="0" dirty="0">
                <a:effectLst/>
                <a:latin typeface="inherit"/>
                <a:ea typeface="PingFang SC" panose="020B0400000000000000" pitchFamily="34" charset="-122"/>
              </a:rPr>
              <a:t>平均池化</a:t>
            </a:r>
            <a:r>
              <a:rPr lang="zh-CN" altLang="en-US" b="0" i="0" dirty="0">
                <a:effectLst/>
                <a:latin typeface="PingFang SC" panose="020B0400000000000000" pitchFamily="34" charset="-122"/>
                <a:ea typeface="PingFang SC" panose="020B0400000000000000" pitchFamily="34" charset="-122"/>
              </a:rPr>
              <a:t>：空间下采样（尺寸减半）</a:t>
            </a:r>
          </a:p>
        </p:txBody>
      </p:sp>
      <p:sp>
        <p:nvSpPr>
          <p:cNvPr id="4" name="灯片编号占位符 3">
            <a:extLst>
              <a:ext uri="{FF2B5EF4-FFF2-40B4-BE49-F238E27FC236}">
                <a16:creationId xmlns:a16="http://schemas.microsoft.com/office/drawing/2014/main" id="{4E518A2C-69B6-444F-4DBB-25BA0F5ED947}"/>
              </a:ext>
            </a:extLst>
          </p:cNvPr>
          <p:cNvSpPr>
            <a:spLocks noGrp="1"/>
          </p:cNvSpPr>
          <p:nvPr>
            <p:ph type="sldNum" sz="quarter" idx="5"/>
          </p:nvPr>
        </p:nvSpPr>
        <p:spPr/>
        <p:txBody>
          <a:bodyPr/>
          <a:lstStyle/>
          <a:p>
            <a:fld id="{5BFA2CD4-4BCB-4798-9670-613CF5BA3F22}" type="slidenum">
              <a:rPr lang="zh-CN" altLang="en-US" smtClean="0"/>
              <a:t>7</a:t>
            </a:fld>
            <a:endParaRPr lang="zh-CN" altLang="en-US" dirty="0"/>
          </a:p>
        </p:txBody>
      </p:sp>
    </p:spTree>
    <p:extLst>
      <p:ext uri="{BB962C8B-B14F-4D97-AF65-F5344CB8AC3E}">
        <p14:creationId xmlns:p14="http://schemas.microsoft.com/office/powerpoint/2010/main" val="29092420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A666B6-EAC5-11D2-7D18-ACA7F3DEFB7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8EE8B84-883C-A5C7-3E6B-AFBAE3207E5D}"/>
              </a:ext>
            </a:extLst>
          </p:cNvPr>
          <p:cNvSpPr>
            <a:spLocks noGrp="1" noRot="1" noChangeAspect="1"/>
          </p:cNvSpPr>
          <p:nvPr>
            <p:ph type="sldImg"/>
          </p:nvPr>
        </p:nvSpPr>
        <p:spPr>
          <a:xfrm>
            <a:off x="2897188" y="849313"/>
            <a:ext cx="4079875" cy="2295525"/>
          </a:xfrm>
        </p:spPr>
      </p:sp>
      <p:sp>
        <p:nvSpPr>
          <p:cNvPr id="3" name="备注占位符 2">
            <a:extLst>
              <a:ext uri="{FF2B5EF4-FFF2-40B4-BE49-F238E27FC236}">
                <a16:creationId xmlns:a16="http://schemas.microsoft.com/office/drawing/2014/main" id="{2F696C0C-67C3-A1D6-F2F1-C8D7476E07A8}"/>
              </a:ext>
            </a:extLst>
          </p:cNvPr>
          <p:cNvSpPr>
            <a:spLocks noGrp="1"/>
          </p:cNvSpPr>
          <p:nvPr>
            <p:ph type="body" idx="1"/>
          </p:nvPr>
        </p:nvSpPr>
        <p:spPr/>
        <p:txBody>
          <a:bodyPr/>
          <a:lstStyle/>
          <a:p>
            <a:pPr algn="l" fontAlgn="base"/>
            <a:r>
              <a:rPr lang="en-US" altLang="zh-CN" b="0" i="0" dirty="0" err="1">
                <a:effectLst/>
                <a:latin typeface="PingFang SC" panose="020B0400000000000000" pitchFamily="34" charset="-122"/>
                <a:ea typeface="PingFang SC" panose="020B0400000000000000" pitchFamily="34" charset="-122"/>
              </a:rPr>
              <a:t>DenseNet</a:t>
            </a:r>
            <a:r>
              <a:rPr lang="zh-CN" altLang="en-US" b="0" i="0" dirty="0">
                <a:effectLst/>
                <a:latin typeface="PingFang SC" panose="020B0400000000000000" pitchFamily="34" charset="-122"/>
                <a:ea typeface="PingFang SC" panose="020B0400000000000000" pitchFamily="34" charset="-122"/>
              </a:rPr>
              <a:t>通过</a:t>
            </a:r>
            <a:r>
              <a:rPr lang="zh-CN" altLang="en-US" b="1" i="0" dirty="0">
                <a:effectLst/>
                <a:latin typeface="PingFang SC" panose="020B0400000000000000" pitchFamily="34" charset="-122"/>
                <a:ea typeface="PingFang SC" panose="020B0400000000000000" pitchFamily="34" charset="-122"/>
              </a:rPr>
              <a:t>密集连接</a:t>
            </a:r>
            <a:r>
              <a:rPr lang="zh-CN" altLang="en-US" b="0" i="0" dirty="0">
                <a:effectLst/>
                <a:latin typeface="PingFang SC" panose="020B0400000000000000" pitchFamily="34" charset="-122"/>
                <a:ea typeface="PingFang SC" panose="020B0400000000000000" pitchFamily="34" charset="-122"/>
              </a:rPr>
              <a:t>实现特征复用，通过</a:t>
            </a:r>
            <a:r>
              <a:rPr lang="zh-CN" altLang="en-US" b="1" i="0" dirty="0">
                <a:effectLst/>
                <a:latin typeface="PingFang SC" panose="020B0400000000000000" pitchFamily="34" charset="-122"/>
                <a:ea typeface="PingFang SC" panose="020B0400000000000000" pitchFamily="34" charset="-122"/>
              </a:rPr>
              <a:t>过渡层压缩</a:t>
            </a:r>
            <a:r>
              <a:rPr lang="zh-CN" altLang="en-US" b="0" i="0" dirty="0">
                <a:effectLst/>
                <a:latin typeface="PingFang SC" panose="020B0400000000000000" pitchFamily="34" charset="-122"/>
                <a:ea typeface="PingFang SC" panose="020B0400000000000000" pitchFamily="34" charset="-122"/>
              </a:rPr>
              <a:t>控制计算复杂度</a:t>
            </a:r>
            <a:br>
              <a:rPr lang="en-US" altLang="zh-CN" b="0" i="0" dirty="0">
                <a:effectLst/>
                <a:latin typeface="PingFang SC" panose="020B0400000000000000" pitchFamily="34" charset="-122"/>
                <a:ea typeface="PingFang SC" panose="020B0400000000000000" pitchFamily="34" charset="-122"/>
              </a:rPr>
            </a:br>
            <a:br>
              <a:rPr lang="en-US" altLang="zh-CN" b="0" i="0" dirty="0">
                <a:effectLst/>
                <a:latin typeface="PingFang SC" panose="020B0400000000000000" pitchFamily="34" charset="-122"/>
                <a:ea typeface="PingFang SC" panose="020B0400000000000000" pitchFamily="34" charset="-122"/>
              </a:rPr>
            </a:br>
            <a:r>
              <a:rPr lang="zh-CN" altLang="en-US" b="0" i="0" dirty="0">
                <a:effectLst/>
                <a:latin typeface="PingFang SC" panose="020B0400000000000000" pitchFamily="34" charset="-122"/>
                <a:ea typeface="PingFang SC" panose="020B0400000000000000" pitchFamily="34" charset="-122"/>
              </a:rPr>
              <a:t>为了控制计算复杂度和特征图数量，</a:t>
            </a:r>
            <a:r>
              <a:rPr lang="en-US" altLang="zh-CN" b="0" i="0" dirty="0" err="1">
                <a:effectLst/>
                <a:latin typeface="PingFang SC" panose="020B0400000000000000" pitchFamily="34" charset="-122"/>
                <a:ea typeface="PingFang SC" panose="020B0400000000000000" pitchFamily="34" charset="-122"/>
              </a:rPr>
              <a:t>DenseNet</a:t>
            </a:r>
            <a:r>
              <a:rPr lang="zh-CN" altLang="en-US" b="0" i="0" dirty="0">
                <a:effectLst/>
                <a:latin typeface="PingFang SC" panose="020B0400000000000000" pitchFamily="34" charset="-122"/>
                <a:ea typeface="PingFang SC" panose="020B0400000000000000" pitchFamily="34" charset="-122"/>
              </a:rPr>
              <a:t>在</a:t>
            </a:r>
            <a:r>
              <a:rPr lang="zh-CN" altLang="en-US" b="1" i="0" dirty="0">
                <a:effectLst/>
                <a:latin typeface="inherit"/>
                <a:ea typeface="PingFang SC" panose="020B0400000000000000" pitchFamily="34" charset="-122"/>
              </a:rPr>
              <a:t>每个</a:t>
            </a:r>
            <a:r>
              <a:rPr lang="en-US" altLang="zh-CN" b="1" i="0" dirty="0">
                <a:effectLst/>
                <a:latin typeface="inherit"/>
                <a:ea typeface="PingFang SC" panose="020B0400000000000000" pitchFamily="34" charset="-122"/>
              </a:rPr>
              <a:t>Dense Block</a:t>
            </a:r>
            <a:r>
              <a:rPr lang="zh-CN" altLang="en-US" b="1" i="0" dirty="0">
                <a:effectLst/>
                <a:latin typeface="inherit"/>
                <a:ea typeface="PingFang SC" panose="020B0400000000000000" pitchFamily="34" charset="-122"/>
              </a:rPr>
              <a:t>后</a:t>
            </a:r>
            <a:r>
              <a:rPr lang="zh-CN" altLang="en-US" b="0" i="0" dirty="0">
                <a:effectLst/>
                <a:latin typeface="PingFang SC" panose="020B0400000000000000" pitchFamily="34" charset="-122"/>
                <a:ea typeface="PingFang SC" panose="020B0400000000000000" pitchFamily="34" charset="-122"/>
              </a:rPr>
              <a:t>插入过渡层，压缩通道维度：</a:t>
            </a:r>
          </a:p>
          <a:p>
            <a:pPr algn="l" fontAlgn="base"/>
            <a:r>
              <a:rPr lang="zh-CN" altLang="en-US" b="1" i="0" dirty="0">
                <a:effectLst/>
                <a:latin typeface="PingFang SC" panose="020B0400000000000000" pitchFamily="34" charset="-122"/>
                <a:ea typeface="PingFang SC" panose="020B0400000000000000" pitchFamily="34" charset="-122"/>
              </a:rPr>
              <a:t>​**</a:t>
            </a:r>
            <a:r>
              <a:rPr lang="en-US" altLang="zh-CN" b="1" i="0" dirty="0">
                <a:effectLst/>
                <a:latin typeface="PingFang SC" panose="020B0400000000000000" pitchFamily="34" charset="-122"/>
                <a:ea typeface="PingFang SC" panose="020B0400000000000000" pitchFamily="34" charset="-122"/>
              </a:rPr>
              <a:t>(1) </a:t>
            </a:r>
            <a:r>
              <a:rPr lang="zh-CN" altLang="en-US" b="1" i="0" dirty="0">
                <a:effectLst/>
                <a:latin typeface="PingFang SC" panose="020B0400000000000000" pitchFamily="34" charset="-122"/>
                <a:ea typeface="PingFang SC" panose="020B0400000000000000" pitchFamily="34" charset="-122"/>
              </a:rPr>
              <a:t>过渡层结构**：</a:t>
            </a:r>
          </a:p>
          <a:p>
            <a:pPr algn="l" fontAlgn="base">
              <a:buFont typeface="Arial" panose="020B0604020202020204" pitchFamily="34" charset="0"/>
              <a:buChar char="•"/>
            </a:pPr>
            <a:r>
              <a:rPr lang="zh-CN" altLang="en-US" b="0" i="0" dirty="0">
                <a:effectLst/>
                <a:latin typeface="PingFang SC" panose="020B0400000000000000" pitchFamily="34" charset="-122"/>
                <a:ea typeface="PingFang SC" panose="020B0400000000000000" pitchFamily="34" charset="-122"/>
              </a:rPr>
              <a:t>​</a:t>
            </a:r>
            <a:r>
              <a:rPr lang="en-US" altLang="zh-CN" b="1" i="0" dirty="0">
                <a:effectLst/>
                <a:latin typeface="inherit"/>
                <a:ea typeface="PingFang SC" panose="020B0400000000000000" pitchFamily="34" charset="-122"/>
              </a:rPr>
              <a:t>1×1</a:t>
            </a:r>
            <a:r>
              <a:rPr lang="zh-CN" altLang="en-US" b="1" i="0" dirty="0">
                <a:effectLst/>
                <a:latin typeface="inherit"/>
                <a:ea typeface="PingFang SC" panose="020B0400000000000000" pitchFamily="34" charset="-122"/>
              </a:rPr>
              <a:t>卷积</a:t>
            </a:r>
            <a:r>
              <a:rPr lang="zh-CN" altLang="en-US" b="0" i="0" dirty="0">
                <a:effectLst/>
                <a:latin typeface="PingFang SC" panose="020B0400000000000000" pitchFamily="34" charset="-122"/>
                <a:ea typeface="PingFang SC" panose="020B0400000000000000" pitchFamily="34" charset="-122"/>
              </a:rPr>
              <a:t>：压缩通道数（通常减少为输入通道数的一半）。</a:t>
            </a:r>
          </a:p>
          <a:p>
            <a:pPr algn="l" fontAlgn="base">
              <a:buFont typeface="Arial" panose="020B0604020202020204" pitchFamily="34" charset="0"/>
              <a:buChar char="•"/>
            </a:pPr>
            <a:r>
              <a:rPr lang="zh-CN" altLang="en-US" b="0" i="0" dirty="0">
                <a:effectLst/>
                <a:latin typeface="PingFang SC" panose="020B0400000000000000" pitchFamily="34" charset="-122"/>
                <a:ea typeface="PingFang SC" panose="020B0400000000000000" pitchFamily="34" charset="-122"/>
              </a:rPr>
              <a:t>​</a:t>
            </a:r>
            <a:r>
              <a:rPr lang="en-US" altLang="zh-CN" b="1" i="0" dirty="0">
                <a:effectLst/>
                <a:latin typeface="inherit"/>
                <a:ea typeface="PingFang SC" panose="020B0400000000000000" pitchFamily="34" charset="-122"/>
              </a:rPr>
              <a:t>2×2</a:t>
            </a:r>
            <a:r>
              <a:rPr lang="zh-CN" altLang="en-US" b="1" i="0" dirty="0">
                <a:effectLst/>
                <a:latin typeface="inherit"/>
                <a:ea typeface="PingFang SC" panose="020B0400000000000000" pitchFamily="34" charset="-122"/>
              </a:rPr>
              <a:t>平均池化</a:t>
            </a:r>
            <a:r>
              <a:rPr lang="zh-CN" altLang="en-US" b="0" i="0" dirty="0">
                <a:effectLst/>
                <a:latin typeface="PingFang SC" panose="020B0400000000000000" pitchFamily="34" charset="-122"/>
                <a:ea typeface="PingFang SC" panose="020B0400000000000000" pitchFamily="34" charset="-122"/>
              </a:rPr>
              <a:t>：空间下采样（尺寸减半）</a:t>
            </a:r>
          </a:p>
        </p:txBody>
      </p:sp>
      <p:sp>
        <p:nvSpPr>
          <p:cNvPr id="4" name="灯片编号占位符 3">
            <a:extLst>
              <a:ext uri="{FF2B5EF4-FFF2-40B4-BE49-F238E27FC236}">
                <a16:creationId xmlns:a16="http://schemas.microsoft.com/office/drawing/2014/main" id="{68EF4F3C-B06D-503A-FDB2-1F68C6B4F0CB}"/>
              </a:ext>
            </a:extLst>
          </p:cNvPr>
          <p:cNvSpPr>
            <a:spLocks noGrp="1"/>
          </p:cNvSpPr>
          <p:nvPr>
            <p:ph type="sldNum" sz="quarter" idx="5"/>
          </p:nvPr>
        </p:nvSpPr>
        <p:spPr/>
        <p:txBody>
          <a:bodyPr/>
          <a:lstStyle/>
          <a:p>
            <a:fld id="{5BFA2CD4-4BCB-4798-9670-613CF5BA3F22}" type="slidenum">
              <a:rPr lang="zh-CN" altLang="en-US" smtClean="0"/>
              <a:t>8</a:t>
            </a:fld>
            <a:endParaRPr lang="zh-CN" altLang="en-US" dirty="0"/>
          </a:p>
        </p:txBody>
      </p:sp>
    </p:spTree>
    <p:extLst>
      <p:ext uri="{BB962C8B-B14F-4D97-AF65-F5344CB8AC3E}">
        <p14:creationId xmlns:p14="http://schemas.microsoft.com/office/powerpoint/2010/main" val="29524998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7D24FA-F152-BEBB-19BF-A883B5DB5EC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D3F51E1-894C-67E4-724C-46858173ED8D}"/>
              </a:ext>
            </a:extLst>
          </p:cNvPr>
          <p:cNvSpPr>
            <a:spLocks noGrp="1" noRot="1" noChangeAspect="1"/>
          </p:cNvSpPr>
          <p:nvPr>
            <p:ph type="sldImg"/>
          </p:nvPr>
        </p:nvSpPr>
        <p:spPr>
          <a:xfrm>
            <a:off x="2897188" y="849313"/>
            <a:ext cx="4079875" cy="2295525"/>
          </a:xfrm>
        </p:spPr>
      </p:sp>
      <p:sp>
        <p:nvSpPr>
          <p:cNvPr id="3" name="备注占位符 2">
            <a:extLst>
              <a:ext uri="{FF2B5EF4-FFF2-40B4-BE49-F238E27FC236}">
                <a16:creationId xmlns:a16="http://schemas.microsoft.com/office/drawing/2014/main" id="{562F0142-008A-ADF9-1813-67821884F53B}"/>
              </a:ext>
            </a:extLst>
          </p:cNvPr>
          <p:cNvSpPr>
            <a:spLocks noGrp="1"/>
          </p:cNvSpPr>
          <p:nvPr>
            <p:ph type="body" idx="1"/>
          </p:nvPr>
        </p:nvSpPr>
        <p:spPr/>
        <p:txBody>
          <a:bodyPr/>
          <a:lstStyle/>
          <a:p>
            <a:pPr algn="l" fontAlgn="base"/>
            <a:r>
              <a:rPr lang="en-US" altLang="zh-CN" b="0" i="0" dirty="0" err="1">
                <a:effectLst/>
                <a:latin typeface="PingFang SC" panose="020B0400000000000000" pitchFamily="34" charset="-122"/>
                <a:ea typeface="PingFang SC" panose="020B0400000000000000" pitchFamily="34" charset="-122"/>
              </a:rPr>
              <a:t>DenseNet</a:t>
            </a:r>
            <a:r>
              <a:rPr lang="zh-CN" altLang="en-US" b="0" i="0" dirty="0">
                <a:effectLst/>
                <a:latin typeface="PingFang SC" panose="020B0400000000000000" pitchFamily="34" charset="-122"/>
                <a:ea typeface="PingFang SC" panose="020B0400000000000000" pitchFamily="34" charset="-122"/>
              </a:rPr>
              <a:t>通过</a:t>
            </a:r>
            <a:r>
              <a:rPr lang="zh-CN" altLang="en-US" b="1" i="0" dirty="0">
                <a:effectLst/>
                <a:latin typeface="PingFang SC" panose="020B0400000000000000" pitchFamily="34" charset="-122"/>
                <a:ea typeface="PingFang SC" panose="020B0400000000000000" pitchFamily="34" charset="-122"/>
              </a:rPr>
              <a:t>密集连接</a:t>
            </a:r>
            <a:r>
              <a:rPr lang="zh-CN" altLang="en-US" b="0" i="0" dirty="0">
                <a:effectLst/>
                <a:latin typeface="PingFang SC" panose="020B0400000000000000" pitchFamily="34" charset="-122"/>
                <a:ea typeface="PingFang SC" panose="020B0400000000000000" pitchFamily="34" charset="-122"/>
              </a:rPr>
              <a:t>实现特征复用，通过</a:t>
            </a:r>
            <a:r>
              <a:rPr lang="zh-CN" altLang="en-US" b="1" i="0" dirty="0">
                <a:effectLst/>
                <a:latin typeface="PingFang SC" panose="020B0400000000000000" pitchFamily="34" charset="-122"/>
                <a:ea typeface="PingFang SC" panose="020B0400000000000000" pitchFamily="34" charset="-122"/>
              </a:rPr>
              <a:t>过渡层压缩</a:t>
            </a:r>
            <a:r>
              <a:rPr lang="zh-CN" altLang="en-US" b="0" i="0" dirty="0">
                <a:effectLst/>
                <a:latin typeface="PingFang SC" panose="020B0400000000000000" pitchFamily="34" charset="-122"/>
                <a:ea typeface="PingFang SC" panose="020B0400000000000000" pitchFamily="34" charset="-122"/>
              </a:rPr>
              <a:t>控制计算复杂度</a:t>
            </a:r>
            <a:br>
              <a:rPr lang="en-US" altLang="zh-CN" b="0" i="0" dirty="0">
                <a:effectLst/>
                <a:latin typeface="PingFang SC" panose="020B0400000000000000" pitchFamily="34" charset="-122"/>
                <a:ea typeface="PingFang SC" panose="020B0400000000000000" pitchFamily="34" charset="-122"/>
              </a:rPr>
            </a:br>
            <a:br>
              <a:rPr lang="en-US" altLang="zh-CN" b="0" i="0" dirty="0">
                <a:effectLst/>
                <a:latin typeface="PingFang SC" panose="020B0400000000000000" pitchFamily="34" charset="-122"/>
                <a:ea typeface="PingFang SC" panose="020B0400000000000000" pitchFamily="34" charset="-122"/>
              </a:rPr>
            </a:br>
            <a:r>
              <a:rPr lang="zh-CN" altLang="en-US" b="0" i="0" dirty="0">
                <a:effectLst/>
                <a:latin typeface="PingFang SC" panose="020B0400000000000000" pitchFamily="34" charset="-122"/>
                <a:ea typeface="PingFang SC" panose="020B0400000000000000" pitchFamily="34" charset="-122"/>
              </a:rPr>
              <a:t>为了控制计算复杂度和特征图数量，</a:t>
            </a:r>
            <a:r>
              <a:rPr lang="en-US" altLang="zh-CN" b="0" i="0" dirty="0" err="1">
                <a:effectLst/>
                <a:latin typeface="PingFang SC" panose="020B0400000000000000" pitchFamily="34" charset="-122"/>
                <a:ea typeface="PingFang SC" panose="020B0400000000000000" pitchFamily="34" charset="-122"/>
              </a:rPr>
              <a:t>DenseNet</a:t>
            </a:r>
            <a:r>
              <a:rPr lang="zh-CN" altLang="en-US" b="0" i="0" dirty="0">
                <a:effectLst/>
                <a:latin typeface="PingFang SC" panose="020B0400000000000000" pitchFamily="34" charset="-122"/>
                <a:ea typeface="PingFang SC" panose="020B0400000000000000" pitchFamily="34" charset="-122"/>
              </a:rPr>
              <a:t>在</a:t>
            </a:r>
            <a:r>
              <a:rPr lang="zh-CN" altLang="en-US" b="1" i="0" dirty="0">
                <a:effectLst/>
                <a:latin typeface="inherit"/>
                <a:ea typeface="PingFang SC" panose="020B0400000000000000" pitchFamily="34" charset="-122"/>
              </a:rPr>
              <a:t>每个</a:t>
            </a:r>
            <a:r>
              <a:rPr lang="en-US" altLang="zh-CN" b="1" i="0" dirty="0">
                <a:effectLst/>
                <a:latin typeface="inherit"/>
                <a:ea typeface="PingFang SC" panose="020B0400000000000000" pitchFamily="34" charset="-122"/>
              </a:rPr>
              <a:t>Dense Block</a:t>
            </a:r>
            <a:r>
              <a:rPr lang="zh-CN" altLang="en-US" b="1" i="0" dirty="0">
                <a:effectLst/>
                <a:latin typeface="inherit"/>
                <a:ea typeface="PingFang SC" panose="020B0400000000000000" pitchFamily="34" charset="-122"/>
              </a:rPr>
              <a:t>后</a:t>
            </a:r>
            <a:r>
              <a:rPr lang="zh-CN" altLang="en-US" b="0" i="0" dirty="0">
                <a:effectLst/>
                <a:latin typeface="PingFang SC" panose="020B0400000000000000" pitchFamily="34" charset="-122"/>
                <a:ea typeface="PingFang SC" panose="020B0400000000000000" pitchFamily="34" charset="-122"/>
              </a:rPr>
              <a:t>插入过渡层，压缩通道维度：</a:t>
            </a:r>
          </a:p>
          <a:p>
            <a:pPr algn="l" fontAlgn="base"/>
            <a:r>
              <a:rPr lang="zh-CN" altLang="en-US" b="1" i="0" dirty="0">
                <a:effectLst/>
                <a:latin typeface="PingFang SC" panose="020B0400000000000000" pitchFamily="34" charset="-122"/>
                <a:ea typeface="PingFang SC" panose="020B0400000000000000" pitchFamily="34" charset="-122"/>
              </a:rPr>
              <a:t>​**</a:t>
            </a:r>
            <a:r>
              <a:rPr lang="en-US" altLang="zh-CN" b="1" i="0" dirty="0">
                <a:effectLst/>
                <a:latin typeface="PingFang SC" panose="020B0400000000000000" pitchFamily="34" charset="-122"/>
                <a:ea typeface="PingFang SC" panose="020B0400000000000000" pitchFamily="34" charset="-122"/>
              </a:rPr>
              <a:t>(1) </a:t>
            </a:r>
            <a:r>
              <a:rPr lang="zh-CN" altLang="en-US" b="1" i="0" dirty="0">
                <a:effectLst/>
                <a:latin typeface="PingFang SC" panose="020B0400000000000000" pitchFamily="34" charset="-122"/>
                <a:ea typeface="PingFang SC" panose="020B0400000000000000" pitchFamily="34" charset="-122"/>
              </a:rPr>
              <a:t>过渡层结构**：</a:t>
            </a:r>
          </a:p>
          <a:p>
            <a:pPr algn="l" fontAlgn="base">
              <a:buFont typeface="Arial" panose="020B0604020202020204" pitchFamily="34" charset="0"/>
              <a:buChar char="•"/>
            </a:pPr>
            <a:r>
              <a:rPr lang="zh-CN" altLang="en-US" b="0" i="0" dirty="0">
                <a:effectLst/>
                <a:latin typeface="PingFang SC" panose="020B0400000000000000" pitchFamily="34" charset="-122"/>
                <a:ea typeface="PingFang SC" panose="020B0400000000000000" pitchFamily="34" charset="-122"/>
              </a:rPr>
              <a:t>​</a:t>
            </a:r>
            <a:r>
              <a:rPr lang="en-US" altLang="zh-CN" b="1" i="0" dirty="0">
                <a:effectLst/>
                <a:latin typeface="inherit"/>
                <a:ea typeface="PingFang SC" panose="020B0400000000000000" pitchFamily="34" charset="-122"/>
              </a:rPr>
              <a:t>1×1</a:t>
            </a:r>
            <a:r>
              <a:rPr lang="zh-CN" altLang="en-US" b="1" i="0" dirty="0">
                <a:effectLst/>
                <a:latin typeface="inherit"/>
                <a:ea typeface="PingFang SC" panose="020B0400000000000000" pitchFamily="34" charset="-122"/>
              </a:rPr>
              <a:t>卷积</a:t>
            </a:r>
            <a:r>
              <a:rPr lang="zh-CN" altLang="en-US" b="0" i="0" dirty="0">
                <a:effectLst/>
                <a:latin typeface="PingFang SC" panose="020B0400000000000000" pitchFamily="34" charset="-122"/>
                <a:ea typeface="PingFang SC" panose="020B0400000000000000" pitchFamily="34" charset="-122"/>
              </a:rPr>
              <a:t>：压缩通道数（通常减少为输入通道数的一半）。</a:t>
            </a:r>
          </a:p>
          <a:p>
            <a:pPr algn="l" fontAlgn="base">
              <a:buFont typeface="Arial" panose="020B0604020202020204" pitchFamily="34" charset="0"/>
              <a:buChar char="•"/>
            </a:pPr>
            <a:r>
              <a:rPr lang="zh-CN" altLang="en-US" b="0" i="0" dirty="0">
                <a:effectLst/>
                <a:latin typeface="PingFang SC" panose="020B0400000000000000" pitchFamily="34" charset="-122"/>
                <a:ea typeface="PingFang SC" panose="020B0400000000000000" pitchFamily="34" charset="-122"/>
              </a:rPr>
              <a:t>​</a:t>
            </a:r>
            <a:r>
              <a:rPr lang="en-US" altLang="zh-CN" b="1" i="0" dirty="0">
                <a:effectLst/>
                <a:latin typeface="inherit"/>
                <a:ea typeface="PingFang SC" panose="020B0400000000000000" pitchFamily="34" charset="-122"/>
              </a:rPr>
              <a:t>2×2</a:t>
            </a:r>
            <a:r>
              <a:rPr lang="zh-CN" altLang="en-US" b="1" i="0" dirty="0">
                <a:effectLst/>
                <a:latin typeface="inherit"/>
                <a:ea typeface="PingFang SC" panose="020B0400000000000000" pitchFamily="34" charset="-122"/>
              </a:rPr>
              <a:t>平均池化</a:t>
            </a:r>
            <a:r>
              <a:rPr lang="zh-CN" altLang="en-US" b="0" i="0" dirty="0">
                <a:effectLst/>
                <a:latin typeface="PingFang SC" panose="020B0400000000000000" pitchFamily="34" charset="-122"/>
                <a:ea typeface="PingFang SC" panose="020B0400000000000000" pitchFamily="34" charset="-122"/>
              </a:rPr>
              <a:t>：空间下采样（尺寸减半）</a:t>
            </a:r>
          </a:p>
        </p:txBody>
      </p:sp>
      <p:sp>
        <p:nvSpPr>
          <p:cNvPr id="4" name="灯片编号占位符 3">
            <a:extLst>
              <a:ext uri="{FF2B5EF4-FFF2-40B4-BE49-F238E27FC236}">
                <a16:creationId xmlns:a16="http://schemas.microsoft.com/office/drawing/2014/main" id="{2C6EA675-D93F-15BE-0FA3-D6DCF4E913E0}"/>
              </a:ext>
            </a:extLst>
          </p:cNvPr>
          <p:cNvSpPr>
            <a:spLocks noGrp="1"/>
          </p:cNvSpPr>
          <p:nvPr>
            <p:ph type="sldNum" sz="quarter" idx="5"/>
          </p:nvPr>
        </p:nvSpPr>
        <p:spPr/>
        <p:txBody>
          <a:bodyPr/>
          <a:lstStyle/>
          <a:p>
            <a:fld id="{5BFA2CD4-4BCB-4798-9670-613CF5BA3F22}" type="slidenum">
              <a:rPr lang="zh-CN" altLang="en-US" smtClean="0"/>
              <a:t>9</a:t>
            </a:fld>
            <a:endParaRPr lang="zh-CN" altLang="en-US" dirty="0"/>
          </a:p>
        </p:txBody>
      </p:sp>
    </p:spTree>
    <p:extLst>
      <p:ext uri="{BB962C8B-B14F-4D97-AF65-F5344CB8AC3E}">
        <p14:creationId xmlns:p14="http://schemas.microsoft.com/office/powerpoint/2010/main" val="30605664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93F124-D6EE-448A-57DF-E1742C8A3B8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E283100-76E5-945C-7E4E-906CBE9028E5}"/>
              </a:ext>
            </a:extLst>
          </p:cNvPr>
          <p:cNvSpPr>
            <a:spLocks noGrp="1" noRot="1" noChangeAspect="1"/>
          </p:cNvSpPr>
          <p:nvPr>
            <p:ph type="sldImg"/>
          </p:nvPr>
        </p:nvSpPr>
        <p:spPr>
          <a:xfrm>
            <a:off x="2897188" y="849313"/>
            <a:ext cx="4079875" cy="2295525"/>
          </a:xfrm>
        </p:spPr>
      </p:sp>
      <p:sp>
        <p:nvSpPr>
          <p:cNvPr id="3" name="备注占位符 2">
            <a:extLst>
              <a:ext uri="{FF2B5EF4-FFF2-40B4-BE49-F238E27FC236}">
                <a16:creationId xmlns:a16="http://schemas.microsoft.com/office/drawing/2014/main" id="{9173139D-9D6B-044F-2F76-EF86AB2E93B2}"/>
              </a:ext>
            </a:extLst>
          </p:cNvPr>
          <p:cNvSpPr>
            <a:spLocks noGrp="1"/>
          </p:cNvSpPr>
          <p:nvPr>
            <p:ph type="body" idx="1"/>
          </p:nvPr>
        </p:nvSpPr>
        <p:spPr/>
        <p:txBody>
          <a:bodyPr/>
          <a:lstStyle/>
          <a:p>
            <a:pPr algn="l" fontAlgn="base"/>
            <a:r>
              <a:rPr lang="en-US" altLang="zh-CN" b="0" i="0" dirty="0" err="1">
                <a:effectLst/>
                <a:latin typeface="PingFang SC" panose="020B0400000000000000" pitchFamily="34" charset="-122"/>
                <a:ea typeface="PingFang SC" panose="020B0400000000000000" pitchFamily="34" charset="-122"/>
              </a:rPr>
              <a:t>DenseNet</a:t>
            </a:r>
            <a:r>
              <a:rPr lang="zh-CN" altLang="en-US" b="0" i="0" dirty="0">
                <a:effectLst/>
                <a:latin typeface="PingFang SC" panose="020B0400000000000000" pitchFamily="34" charset="-122"/>
                <a:ea typeface="PingFang SC" panose="020B0400000000000000" pitchFamily="34" charset="-122"/>
              </a:rPr>
              <a:t>通过</a:t>
            </a:r>
            <a:r>
              <a:rPr lang="zh-CN" altLang="en-US" b="1" i="0" dirty="0">
                <a:effectLst/>
                <a:latin typeface="PingFang SC" panose="020B0400000000000000" pitchFamily="34" charset="-122"/>
                <a:ea typeface="PingFang SC" panose="020B0400000000000000" pitchFamily="34" charset="-122"/>
              </a:rPr>
              <a:t>密集连接</a:t>
            </a:r>
            <a:r>
              <a:rPr lang="zh-CN" altLang="en-US" b="0" i="0" dirty="0">
                <a:effectLst/>
                <a:latin typeface="PingFang SC" panose="020B0400000000000000" pitchFamily="34" charset="-122"/>
                <a:ea typeface="PingFang SC" panose="020B0400000000000000" pitchFamily="34" charset="-122"/>
              </a:rPr>
              <a:t>实现特征复用，通过</a:t>
            </a:r>
            <a:r>
              <a:rPr lang="zh-CN" altLang="en-US" b="1" i="0" dirty="0">
                <a:effectLst/>
                <a:latin typeface="PingFang SC" panose="020B0400000000000000" pitchFamily="34" charset="-122"/>
                <a:ea typeface="PingFang SC" panose="020B0400000000000000" pitchFamily="34" charset="-122"/>
              </a:rPr>
              <a:t>过渡层压缩</a:t>
            </a:r>
            <a:r>
              <a:rPr lang="zh-CN" altLang="en-US" b="0" i="0" dirty="0">
                <a:effectLst/>
                <a:latin typeface="PingFang SC" panose="020B0400000000000000" pitchFamily="34" charset="-122"/>
                <a:ea typeface="PingFang SC" panose="020B0400000000000000" pitchFamily="34" charset="-122"/>
              </a:rPr>
              <a:t>控制计算复杂度</a:t>
            </a:r>
            <a:br>
              <a:rPr lang="en-US" altLang="zh-CN" b="0" i="0" dirty="0">
                <a:effectLst/>
                <a:latin typeface="PingFang SC" panose="020B0400000000000000" pitchFamily="34" charset="-122"/>
                <a:ea typeface="PingFang SC" panose="020B0400000000000000" pitchFamily="34" charset="-122"/>
              </a:rPr>
            </a:br>
            <a:br>
              <a:rPr lang="en-US" altLang="zh-CN" b="0" i="0" dirty="0">
                <a:effectLst/>
                <a:latin typeface="PingFang SC" panose="020B0400000000000000" pitchFamily="34" charset="-122"/>
                <a:ea typeface="PingFang SC" panose="020B0400000000000000" pitchFamily="34" charset="-122"/>
              </a:rPr>
            </a:br>
            <a:r>
              <a:rPr lang="zh-CN" altLang="en-US" b="0" i="0" dirty="0">
                <a:effectLst/>
                <a:latin typeface="PingFang SC" panose="020B0400000000000000" pitchFamily="34" charset="-122"/>
                <a:ea typeface="PingFang SC" panose="020B0400000000000000" pitchFamily="34" charset="-122"/>
              </a:rPr>
              <a:t>为了控制计算复杂度和特征图数量，</a:t>
            </a:r>
            <a:r>
              <a:rPr lang="en-US" altLang="zh-CN" b="0" i="0" dirty="0" err="1">
                <a:effectLst/>
                <a:latin typeface="PingFang SC" panose="020B0400000000000000" pitchFamily="34" charset="-122"/>
                <a:ea typeface="PingFang SC" panose="020B0400000000000000" pitchFamily="34" charset="-122"/>
              </a:rPr>
              <a:t>DenseNet</a:t>
            </a:r>
            <a:r>
              <a:rPr lang="zh-CN" altLang="en-US" b="0" i="0" dirty="0">
                <a:effectLst/>
                <a:latin typeface="PingFang SC" panose="020B0400000000000000" pitchFamily="34" charset="-122"/>
                <a:ea typeface="PingFang SC" panose="020B0400000000000000" pitchFamily="34" charset="-122"/>
              </a:rPr>
              <a:t>在</a:t>
            </a:r>
            <a:r>
              <a:rPr lang="zh-CN" altLang="en-US" b="1" i="0" dirty="0">
                <a:effectLst/>
                <a:latin typeface="inherit"/>
                <a:ea typeface="PingFang SC" panose="020B0400000000000000" pitchFamily="34" charset="-122"/>
              </a:rPr>
              <a:t>每个</a:t>
            </a:r>
            <a:r>
              <a:rPr lang="en-US" altLang="zh-CN" b="1" i="0" dirty="0">
                <a:effectLst/>
                <a:latin typeface="inherit"/>
                <a:ea typeface="PingFang SC" panose="020B0400000000000000" pitchFamily="34" charset="-122"/>
              </a:rPr>
              <a:t>Dense Block</a:t>
            </a:r>
            <a:r>
              <a:rPr lang="zh-CN" altLang="en-US" b="1" i="0" dirty="0">
                <a:effectLst/>
                <a:latin typeface="inherit"/>
                <a:ea typeface="PingFang SC" panose="020B0400000000000000" pitchFamily="34" charset="-122"/>
              </a:rPr>
              <a:t>后</a:t>
            </a:r>
            <a:r>
              <a:rPr lang="zh-CN" altLang="en-US" b="0" i="0" dirty="0">
                <a:effectLst/>
                <a:latin typeface="PingFang SC" panose="020B0400000000000000" pitchFamily="34" charset="-122"/>
                <a:ea typeface="PingFang SC" panose="020B0400000000000000" pitchFamily="34" charset="-122"/>
              </a:rPr>
              <a:t>插入过渡层，压缩通道维度：</a:t>
            </a:r>
          </a:p>
          <a:p>
            <a:pPr algn="l" fontAlgn="base"/>
            <a:r>
              <a:rPr lang="zh-CN" altLang="en-US" b="1" i="0" dirty="0">
                <a:effectLst/>
                <a:latin typeface="PingFang SC" panose="020B0400000000000000" pitchFamily="34" charset="-122"/>
                <a:ea typeface="PingFang SC" panose="020B0400000000000000" pitchFamily="34" charset="-122"/>
              </a:rPr>
              <a:t>​**</a:t>
            </a:r>
            <a:r>
              <a:rPr lang="en-US" altLang="zh-CN" b="1" i="0" dirty="0">
                <a:effectLst/>
                <a:latin typeface="PingFang SC" panose="020B0400000000000000" pitchFamily="34" charset="-122"/>
                <a:ea typeface="PingFang SC" panose="020B0400000000000000" pitchFamily="34" charset="-122"/>
              </a:rPr>
              <a:t>(1) </a:t>
            </a:r>
            <a:r>
              <a:rPr lang="zh-CN" altLang="en-US" b="1" i="0" dirty="0">
                <a:effectLst/>
                <a:latin typeface="PingFang SC" panose="020B0400000000000000" pitchFamily="34" charset="-122"/>
                <a:ea typeface="PingFang SC" panose="020B0400000000000000" pitchFamily="34" charset="-122"/>
              </a:rPr>
              <a:t>过渡层结构**：</a:t>
            </a:r>
          </a:p>
          <a:p>
            <a:pPr algn="l" fontAlgn="base">
              <a:buFont typeface="Arial" panose="020B0604020202020204" pitchFamily="34" charset="0"/>
              <a:buChar char="•"/>
            </a:pPr>
            <a:r>
              <a:rPr lang="zh-CN" altLang="en-US" b="0" i="0" dirty="0">
                <a:effectLst/>
                <a:latin typeface="PingFang SC" panose="020B0400000000000000" pitchFamily="34" charset="-122"/>
                <a:ea typeface="PingFang SC" panose="020B0400000000000000" pitchFamily="34" charset="-122"/>
              </a:rPr>
              <a:t>​</a:t>
            </a:r>
            <a:r>
              <a:rPr lang="en-US" altLang="zh-CN" b="1" i="0" dirty="0">
                <a:effectLst/>
                <a:latin typeface="inherit"/>
                <a:ea typeface="PingFang SC" panose="020B0400000000000000" pitchFamily="34" charset="-122"/>
              </a:rPr>
              <a:t>1×1</a:t>
            </a:r>
            <a:r>
              <a:rPr lang="zh-CN" altLang="en-US" b="1" i="0" dirty="0">
                <a:effectLst/>
                <a:latin typeface="inherit"/>
                <a:ea typeface="PingFang SC" panose="020B0400000000000000" pitchFamily="34" charset="-122"/>
              </a:rPr>
              <a:t>卷积</a:t>
            </a:r>
            <a:r>
              <a:rPr lang="zh-CN" altLang="en-US" b="0" i="0" dirty="0">
                <a:effectLst/>
                <a:latin typeface="PingFang SC" panose="020B0400000000000000" pitchFamily="34" charset="-122"/>
                <a:ea typeface="PingFang SC" panose="020B0400000000000000" pitchFamily="34" charset="-122"/>
              </a:rPr>
              <a:t>：压缩通道数（通常减少为输入通道数的一半）。</a:t>
            </a:r>
          </a:p>
          <a:p>
            <a:pPr algn="l" fontAlgn="base">
              <a:buFont typeface="Arial" panose="020B0604020202020204" pitchFamily="34" charset="0"/>
              <a:buChar char="•"/>
            </a:pPr>
            <a:r>
              <a:rPr lang="zh-CN" altLang="en-US" b="0" i="0" dirty="0">
                <a:effectLst/>
                <a:latin typeface="PingFang SC" panose="020B0400000000000000" pitchFamily="34" charset="-122"/>
                <a:ea typeface="PingFang SC" panose="020B0400000000000000" pitchFamily="34" charset="-122"/>
              </a:rPr>
              <a:t>​</a:t>
            </a:r>
            <a:r>
              <a:rPr lang="en-US" altLang="zh-CN" b="1" i="0" dirty="0">
                <a:effectLst/>
                <a:latin typeface="inherit"/>
                <a:ea typeface="PingFang SC" panose="020B0400000000000000" pitchFamily="34" charset="-122"/>
              </a:rPr>
              <a:t>2×2</a:t>
            </a:r>
            <a:r>
              <a:rPr lang="zh-CN" altLang="en-US" b="1" i="0" dirty="0">
                <a:effectLst/>
                <a:latin typeface="inherit"/>
                <a:ea typeface="PingFang SC" panose="020B0400000000000000" pitchFamily="34" charset="-122"/>
              </a:rPr>
              <a:t>平均池化</a:t>
            </a:r>
            <a:r>
              <a:rPr lang="zh-CN" altLang="en-US" b="0" i="0" dirty="0">
                <a:effectLst/>
                <a:latin typeface="PingFang SC" panose="020B0400000000000000" pitchFamily="34" charset="-122"/>
                <a:ea typeface="PingFang SC" panose="020B0400000000000000" pitchFamily="34" charset="-122"/>
              </a:rPr>
              <a:t>：空间下采样（尺寸减半）</a:t>
            </a:r>
          </a:p>
        </p:txBody>
      </p:sp>
      <p:sp>
        <p:nvSpPr>
          <p:cNvPr id="4" name="灯片编号占位符 3">
            <a:extLst>
              <a:ext uri="{FF2B5EF4-FFF2-40B4-BE49-F238E27FC236}">
                <a16:creationId xmlns:a16="http://schemas.microsoft.com/office/drawing/2014/main" id="{FED74B04-BD20-6ABF-6369-3A14D869B1D2}"/>
              </a:ext>
            </a:extLst>
          </p:cNvPr>
          <p:cNvSpPr>
            <a:spLocks noGrp="1"/>
          </p:cNvSpPr>
          <p:nvPr>
            <p:ph type="sldNum" sz="quarter" idx="5"/>
          </p:nvPr>
        </p:nvSpPr>
        <p:spPr/>
        <p:txBody>
          <a:bodyPr/>
          <a:lstStyle/>
          <a:p>
            <a:fld id="{5BFA2CD4-4BCB-4798-9670-613CF5BA3F22}" type="slidenum">
              <a:rPr lang="zh-CN" altLang="en-US" smtClean="0"/>
              <a:t>10</a:t>
            </a:fld>
            <a:endParaRPr lang="zh-CN" altLang="en-US" dirty="0"/>
          </a:p>
        </p:txBody>
      </p:sp>
    </p:spTree>
    <p:extLst>
      <p:ext uri="{BB962C8B-B14F-4D97-AF65-F5344CB8AC3E}">
        <p14:creationId xmlns:p14="http://schemas.microsoft.com/office/powerpoint/2010/main" val="304867490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2615AA-B275-F2AC-D370-895434624B8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8B1158E-A2EB-9A97-B25E-6E08AA7BF6A6}"/>
              </a:ext>
            </a:extLst>
          </p:cNvPr>
          <p:cNvSpPr>
            <a:spLocks noGrp="1" noRot="1" noChangeAspect="1"/>
          </p:cNvSpPr>
          <p:nvPr>
            <p:ph type="sldImg"/>
          </p:nvPr>
        </p:nvSpPr>
        <p:spPr>
          <a:xfrm>
            <a:off x="2897188" y="849313"/>
            <a:ext cx="4079875" cy="2295525"/>
          </a:xfrm>
        </p:spPr>
      </p:sp>
      <p:sp>
        <p:nvSpPr>
          <p:cNvPr id="3" name="备注占位符 2">
            <a:extLst>
              <a:ext uri="{FF2B5EF4-FFF2-40B4-BE49-F238E27FC236}">
                <a16:creationId xmlns:a16="http://schemas.microsoft.com/office/drawing/2014/main" id="{AE6D20E7-1CA0-EDD2-17AA-FD38C20D673B}"/>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CEB7AFA9-2D3F-3E35-60C6-7AB0C3B8A0BB}"/>
              </a:ext>
            </a:extLst>
          </p:cNvPr>
          <p:cNvSpPr>
            <a:spLocks noGrp="1"/>
          </p:cNvSpPr>
          <p:nvPr>
            <p:ph type="sldNum" sz="quarter" idx="5"/>
          </p:nvPr>
        </p:nvSpPr>
        <p:spPr/>
        <p:txBody>
          <a:bodyPr/>
          <a:lstStyle/>
          <a:p>
            <a:fld id="{5BFA2CD4-4BCB-4798-9670-613CF5BA3F22}" type="slidenum">
              <a:rPr lang="zh-CN" altLang="en-US" smtClean="0"/>
              <a:t>11</a:t>
            </a:fld>
            <a:endParaRPr lang="zh-CN" altLang="en-US" dirty="0"/>
          </a:p>
        </p:txBody>
      </p:sp>
    </p:spTree>
    <p:extLst>
      <p:ext uri="{BB962C8B-B14F-4D97-AF65-F5344CB8AC3E}">
        <p14:creationId xmlns:p14="http://schemas.microsoft.com/office/powerpoint/2010/main" val="160535708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DA245A-93C7-438E-240D-7FAA9271B35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4A9C26B-4D4D-6BE7-87E9-82AE5F44A5ED}"/>
              </a:ext>
            </a:extLst>
          </p:cNvPr>
          <p:cNvSpPr>
            <a:spLocks noGrp="1" noRot="1" noChangeAspect="1"/>
          </p:cNvSpPr>
          <p:nvPr>
            <p:ph type="sldImg"/>
          </p:nvPr>
        </p:nvSpPr>
        <p:spPr>
          <a:xfrm>
            <a:off x="2897188" y="849313"/>
            <a:ext cx="4079875" cy="2295525"/>
          </a:xfrm>
        </p:spPr>
      </p:sp>
      <p:sp>
        <p:nvSpPr>
          <p:cNvPr id="3" name="备注占位符 2">
            <a:extLst>
              <a:ext uri="{FF2B5EF4-FFF2-40B4-BE49-F238E27FC236}">
                <a16:creationId xmlns:a16="http://schemas.microsoft.com/office/drawing/2014/main" id="{8ED43A66-35CE-409D-3AD3-DB8928DE59E5}"/>
              </a:ext>
            </a:extLst>
          </p:cNvPr>
          <p:cNvSpPr>
            <a:spLocks noGrp="1"/>
          </p:cNvSpPr>
          <p:nvPr>
            <p:ph type="body" idx="1"/>
          </p:nvPr>
        </p:nvSpPr>
        <p:spPr/>
        <p:txBody>
          <a:bodyPr/>
          <a:lstStyle/>
          <a:p>
            <a:r>
              <a:rPr lang="zh-CN" altLang="en-US" b="0" i="0" dirty="0">
                <a:effectLst/>
                <a:latin typeface="PingFang SC" panose="020B0400000000000000" pitchFamily="34" charset="-122"/>
                <a:ea typeface="PingFang SC" panose="020B0400000000000000" pitchFamily="34" charset="-122"/>
              </a:rPr>
              <a:t>摒弃传统手动调整单一维度的做法，以全局视角优化深度、宽度、分辨率。</a:t>
            </a:r>
            <a:br>
              <a:rPr lang="en-US" altLang="zh-CN" b="0" i="0" dirty="0">
                <a:effectLst/>
                <a:latin typeface="PingFang SC" panose="020B0400000000000000" pitchFamily="34" charset="-122"/>
                <a:ea typeface="PingFang SC" panose="020B0400000000000000" pitchFamily="34" charset="-122"/>
              </a:rPr>
            </a:br>
            <a:br>
              <a:rPr lang="en-US" altLang="zh-CN" b="0" i="0" dirty="0">
                <a:effectLst/>
                <a:latin typeface="PingFang SC" panose="020B0400000000000000" pitchFamily="34" charset="-122"/>
                <a:ea typeface="PingFang SC" panose="020B0400000000000000" pitchFamily="34" charset="-122"/>
              </a:rPr>
            </a:br>
            <a:r>
              <a:rPr lang="en-US" altLang="zh-CN" b="0" i="0" dirty="0" err="1">
                <a:effectLst/>
                <a:latin typeface="PingFang SC" panose="020B0400000000000000" pitchFamily="34" charset="-122"/>
                <a:ea typeface="PingFang SC" panose="020B0400000000000000" pitchFamily="34" charset="-122"/>
              </a:rPr>
              <a:t>EfficientNet</a:t>
            </a:r>
            <a:r>
              <a:rPr lang="en-US" altLang="zh-CN" b="0" i="0" dirty="0">
                <a:effectLst/>
                <a:latin typeface="PingFang SC" panose="020B0400000000000000" pitchFamily="34" charset="-122"/>
                <a:ea typeface="PingFang SC" panose="020B0400000000000000" pitchFamily="34" charset="-122"/>
              </a:rPr>
              <a:t> </a:t>
            </a:r>
            <a:r>
              <a:rPr lang="zh-CN" altLang="en-US" b="0" i="0" dirty="0">
                <a:effectLst/>
                <a:latin typeface="PingFang SC" panose="020B0400000000000000" pitchFamily="34" charset="-122"/>
                <a:ea typeface="PingFang SC" panose="020B0400000000000000" pitchFamily="34" charset="-122"/>
              </a:rPr>
              <a:t>的核心是通过</a:t>
            </a:r>
            <a:r>
              <a:rPr lang="zh-CN" altLang="en-US" b="1" i="0" dirty="0">
                <a:effectLst/>
                <a:latin typeface="PingFang SC" panose="020B0400000000000000" pitchFamily="34" charset="-122"/>
                <a:ea typeface="PingFang SC" panose="020B0400000000000000" pitchFamily="34" charset="-122"/>
              </a:rPr>
              <a:t>复合缩放策略</a:t>
            </a:r>
            <a:r>
              <a:rPr lang="zh-CN" altLang="en-US" b="0" i="0" dirty="0">
                <a:effectLst/>
                <a:latin typeface="PingFang SC" panose="020B0400000000000000" pitchFamily="34" charset="-122"/>
                <a:ea typeface="PingFang SC" panose="020B0400000000000000" pitchFamily="34" charset="-122"/>
              </a:rPr>
              <a:t>与</a:t>
            </a:r>
            <a:r>
              <a:rPr lang="zh-CN" altLang="en-US" b="1" i="0" dirty="0">
                <a:effectLst/>
                <a:latin typeface="PingFang SC" panose="020B0400000000000000" pitchFamily="34" charset="-122"/>
                <a:ea typeface="PingFang SC" panose="020B0400000000000000" pitchFamily="34" charset="-122"/>
              </a:rPr>
              <a:t>高效基础模块设计</a:t>
            </a:r>
            <a:r>
              <a:rPr lang="zh-CN" altLang="en-US" b="0" i="0" dirty="0">
                <a:effectLst/>
                <a:latin typeface="PingFang SC" panose="020B0400000000000000" pitchFamily="34" charset="-122"/>
                <a:ea typeface="PingFang SC" panose="020B0400000000000000" pitchFamily="34" charset="-122"/>
              </a:rPr>
              <a:t>，系统化地平衡模型精度与效率。其方法论突破了传统网络的手工调参局限，成为轻量级模型设计的标杆，广泛应用于移动端和云端推理场景。</a:t>
            </a:r>
            <a:endParaRPr lang="zh-CN" altLang="en-US" dirty="0"/>
          </a:p>
        </p:txBody>
      </p:sp>
      <p:sp>
        <p:nvSpPr>
          <p:cNvPr id="4" name="灯片编号占位符 3">
            <a:extLst>
              <a:ext uri="{FF2B5EF4-FFF2-40B4-BE49-F238E27FC236}">
                <a16:creationId xmlns:a16="http://schemas.microsoft.com/office/drawing/2014/main" id="{9536B882-F4C6-36CA-1234-8CD69A0615F5}"/>
              </a:ext>
            </a:extLst>
          </p:cNvPr>
          <p:cNvSpPr>
            <a:spLocks noGrp="1"/>
          </p:cNvSpPr>
          <p:nvPr>
            <p:ph type="sldNum" sz="quarter" idx="5"/>
          </p:nvPr>
        </p:nvSpPr>
        <p:spPr/>
        <p:txBody>
          <a:bodyPr/>
          <a:lstStyle/>
          <a:p>
            <a:fld id="{5BFA2CD4-4BCB-4798-9670-613CF5BA3F22}" type="slidenum">
              <a:rPr lang="zh-CN" altLang="en-US" smtClean="0"/>
              <a:t>12</a:t>
            </a:fld>
            <a:endParaRPr lang="zh-CN" altLang="en-US" dirty="0"/>
          </a:p>
        </p:txBody>
      </p:sp>
    </p:spTree>
    <p:extLst>
      <p:ext uri="{BB962C8B-B14F-4D97-AF65-F5344CB8AC3E}">
        <p14:creationId xmlns:p14="http://schemas.microsoft.com/office/powerpoint/2010/main" val="186570175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03E64B-DF48-0473-901B-CD6846A709A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2234C6B-FB4D-4596-6BDE-B3B98407D1FE}"/>
              </a:ext>
            </a:extLst>
          </p:cNvPr>
          <p:cNvSpPr>
            <a:spLocks noGrp="1" noRot="1" noChangeAspect="1"/>
          </p:cNvSpPr>
          <p:nvPr>
            <p:ph type="sldImg"/>
          </p:nvPr>
        </p:nvSpPr>
        <p:spPr>
          <a:xfrm>
            <a:off x="2897188" y="849313"/>
            <a:ext cx="4079875" cy="2295525"/>
          </a:xfrm>
        </p:spPr>
      </p:sp>
      <p:sp>
        <p:nvSpPr>
          <p:cNvPr id="3" name="备注占位符 2">
            <a:extLst>
              <a:ext uri="{FF2B5EF4-FFF2-40B4-BE49-F238E27FC236}">
                <a16:creationId xmlns:a16="http://schemas.microsoft.com/office/drawing/2014/main" id="{62BA9CA8-FD5D-912D-F5DA-13B7DC7ACECE}"/>
              </a:ext>
            </a:extLst>
          </p:cNvPr>
          <p:cNvSpPr>
            <a:spLocks noGrp="1"/>
          </p:cNvSpPr>
          <p:nvPr>
            <p:ph type="body" idx="1"/>
          </p:nvPr>
        </p:nvSpPr>
        <p:spPr/>
        <p:txBody>
          <a:bodyPr/>
          <a:lstStyle/>
          <a:p>
            <a:r>
              <a:rPr lang="en-US" altLang="zh-CN" b="0" i="0" dirty="0">
                <a:solidFill>
                  <a:srgbClr val="4D4D4D"/>
                </a:solidFill>
                <a:effectLst/>
                <a:latin typeface="-apple-system"/>
              </a:rPr>
              <a:t>2</a:t>
            </a:r>
            <a:r>
              <a:rPr lang="zh-CN" altLang="en-US" b="0" i="0" dirty="0">
                <a:solidFill>
                  <a:srgbClr val="4D4D4D"/>
                </a:solidFill>
                <a:effectLst/>
                <a:latin typeface="-apple-system"/>
              </a:rPr>
              <a:t>、“</a:t>
            </a:r>
            <a:r>
              <a:rPr lang="en-US" altLang="zh-CN" b="0" i="0" dirty="0">
                <a:solidFill>
                  <a:srgbClr val="4D4D4D"/>
                </a:solidFill>
                <a:effectLst/>
                <a:latin typeface="-apple-system"/>
              </a:rPr>
              <a:t>N vs 1” RNN</a:t>
            </a:r>
          </a:p>
          <a:p>
            <a:r>
              <a:rPr lang="zh-CN" altLang="en-US" b="0" i="0" dirty="0">
                <a:solidFill>
                  <a:srgbClr val="4D4D4D"/>
                </a:solidFill>
                <a:effectLst/>
                <a:latin typeface="-apple-system"/>
              </a:rPr>
              <a:t>有时候我们要处理的问题输入是一个序列，而要求输出是一个单独的值而不是序列，应该怎样建模呢？我们只要在最后一个隐层输出</a:t>
            </a:r>
            <a:r>
              <a:rPr lang="en-US" altLang="zh-CN" b="0" i="0" dirty="0">
                <a:solidFill>
                  <a:srgbClr val="4D4D4D"/>
                </a:solidFill>
                <a:effectLst/>
                <a:latin typeface="-apple-system"/>
              </a:rPr>
              <a:t>h</a:t>
            </a:r>
            <a:r>
              <a:rPr lang="zh-CN" altLang="en-US" b="0" i="0" dirty="0">
                <a:solidFill>
                  <a:srgbClr val="4D4D4D"/>
                </a:solidFill>
                <a:effectLst/>
                <a:latin typeface="-apple-system"/>
              </a:rPr>
              <a:t>上进行线性变换就可以了，大部分情况下，为了更好的明确结果</a:t>
            </a:r>
            <a:r>
              <a:rPr lang="en-US" altLang="zh-CN" b="0" i="0" dirty="0">
                <a:solidFill>
                  <a:srgbClr val="4D4D4D"/>
                </a:solidFill>
                <a:effectLst/>
                <a:latin typeface="-apple-system"/>
              </a:rPr>
              <a:t>, </a:t>
            </a:r>
            <a:r>
              <a:rPr lang="zh-CN" altLang="en-US" b="0" i="0" dirty="0">
                <a:solidFill>
                  <a:srgbClr val="4D4D4D"/>
                </a:solidFill>
                <a:effectLst/>
                <a:latin typeface="-apple-system"/>
              </a:rPr>
              <a:t>还要使用</a:t>
            </a:r>
            <a:r>
              <a:rPr lang="en-US" altLang="zh-CN" b="0" i="0" dirty="0">
                <a:solidFill>
                  <a:srgbClr val="4D4D4D"/>
                </a:solidFill>
                <a:effectLst/>
                <a:latin typeface="-apple-system"/>
              </a:rPr>
              <a:t>sigmoid</a:t>
            </a:r>
            <a:r>
              <a:rPr lang="zh-CN" altLang="en-US" b="0" i="0" dirty="0">
                <a:solidFill>
                  <a:srgbClr val="4D4D4D"/>
                </a:solidFill>
                <a:effectLst/>
                <a:latin typeface="-apple-system"/>
              </a:rPr>
              <a:t>或者</a:t>
            </a:r>
            <a:r>
              <a:rPr lang="en-US" altLang="zh-CN" b="0" i="0" dirty="0" err="1">
                <a:solidFill>
                  <a:srgbClr val="4D4D4D"/>
                </a:solidFill>
                <a:effectLst/>
                <a:latin typeface="-apple-system"/>
              </a:rPr>
              <a:t>softmax</a:t>
            </a:r>
            <a:r>
              <a:rPr lang="zh-CN" altLang="en-US" b="0" i="0" dirty="0">
                <a:solidFill>
                  <a:srgbClr val="4D4D4D"/>
                </a:solidFill>
                <a:effectLst/>
                <a:latin typeface="-apple-system"/>
              </a:rPr>
              <a:t>进行处理</a:t>
            </a:r>
            <a:r>
              <a:rPr lang="en-US" altLang="zh-CN" b="0" i="0" dirty="0">
                <a:solidFill>
                  <a:srgbClr val="4D4D4D"/>
                </a:solidFill>
                <a:effectLst/>
                <a:latin typeface="-apple-system"/>
              </a:rPr>
              <a:t>. </a:t>
            </a:r>
            <a:r>
              <a:rPr lang="zh-CN" altLang="en-US" b="0" i="0" dirty="0">
                <a:solidFill>
                  <a:srgbClr val="4D4D4D"/>
                </a:solidFill>
                <a:effectLst/>
                <a:latin typeface="-apple-system"/>
              </a:rPr>
              <a:t>这种结构经常被应用在文本分类问题上</a:t>
            </a:r>
            <a:r>
              <a:rPr lang="en-US" altLang="zh-CN" b="0" i="0" dirty="0">
                <a:solidFill>
                  <a:srgbClr val="4D4D4D"/>
                </a:solidFill>
                <a:effectLst/>
                <a:latin typeface="-apple-system"/>
              </a:rPr>
              <a:t>.</a:t>
            </a:r>
          </a:p>
          <a:p>
            <a:endParaRPr lang="en-US" altLang="zh-CN" b="0" i="0" dirty="0">
              <a:solidFill>
                <a:srgbClr val="4D4D4D"/>
              </a:solidFill>
              <a:effectLst/>
              <a:latin typeface="-apple-system"/>
            </a:endParaRPr>
          </a:p>
          <a:p>
            <a:pPr algn="l">
              <a:lnSpc>
                <a:spcPts val="2100"/>
              </a:lnSpc>
              <a:spcBef>
                <a:spcPts val="1800"/>
              </a:spcBef>
              <a:spcAft>
                <a:spcPts val="600"/>
              </a:spcAft>
            </a:pPr>
            <a:r>
              <a:rPr lang="en-US" altLang="zh-CN" b="1" i="0" dirty="0">
                <a:solidFill>
                  <a:srgbClr val="4F4F4F"/>
                </a:solidFill>
                <a:effectLst/>
                <a:latin typeface="PingFang SC" panose="020B0400000000000000" pitchFamily="34" charset="-122"/>
                <a:ea typeface="PingFang SC" panose="020B0400000000000000" pitchFamily="34" charset="-122"/>
              </a:rPr>
              <a:t>3</a:t>
            </a:r>
            <a:r>
              <a:rPr lang="zh-CN" altLang="en-US" b="1" i="0" dirty="0">
                <a:solidFill>
                  <a:srgbClr val="4F4F4F"/>
                </a:solidFill>
                <a:effectLst/>
                <a:latin typeface="PingFang SC" panose="020B0400000000000000" pitchFamily="34" charset="-122"/>
                <a:ea typeface="PingFang SC" panose="020B0400000000000000" pitchFamily="34" charset="-122"/>
              </a:rPr>
              <a:t>、“</a:t>
            </a:r>
            <a:r>
              <a:rPr lang="en-US" altLang="zh-CN" b="1" i="0" dirty="0">
                <a:solidFill>
                  <a:srgbClr val="4F4F4F"/>
                </a:solidFill>
                <a:effectLst/>
                <a:latin typeface="PingFang SC" panose="020B0400000000000000" pitchFamily="34" charset="-122"/>
                <a:ea typeface="PingFang SC" panose="020B0400000000000000" pitchFamily="34" charset="-122"/>
              </a:rPr>
              <a:t>1 vs N” RNN</a:t>
            </a:r>
          </a:p>
          <a:p>
            <a:pPr algn="l">
              <a:lnSpc>
                <a:spcPts val="1950"/>
              </a:lnSpc>
              <a:spcAft>
                <a:spcPts val="1200"/>
              </a:spcAft>
            </a:pPr>
            <a:r>
              <a:rPr lang="zh-CN" altLang="en-US" b="0" i="0" dirty="0">
                <a:solidFill>
                  <a:srgbClr val="4D4D4D"/>
                </a:solidFill>
                <a:effectLst/>
                <a:latin typeface="-apple-system"/>
              </a:rPr>
              <a:t>如果输入不是序列而输出为序列的情况怎么处理呢？我们最常采用的一种方式就是使该输入作用于每次的输出之上</a:t>
            </a:r>
            <a:r>
              <a:rPr lang="en-US" altLang="zh-CN" b="0" i="0" dirty="0">
                <a:solidFill>
                  <a:srgbClr val="4D4D4D"/>
                </a:solidFill>
                <a:effectLst/>
                <a:latin typeface="-apple-system"/>
              </a:rPr>
              <a:t>. </a:t>
            </a:r>
            <a:r>
              <a:rPr lang="zh-CN" altLang="en-US" b="0" i="0" dirty="0">
                <a:solidFill>
                  <a:srgbClr val="4D4D4D"/>
                </a:solidFill>
                <a:effectLst/>
                <a:latin typeface="-apple-system"/>
              </a:rPr>
              <a:t>这种结构可用于将图片生成文字任务等</a:t>
            </a:r>
          </a:p>
          <a:p>
            <a:endParaRPr lang="en-US" altLang="zh-CN" b="0" i="0" dirty="0">
              <a:solidFill>
                <a:srgbClr val="4D4D4D"/>
              </a:solidFill>
              <a:effectLst/>
              <a:latin typeface="-apple-system"/>
            </a:endParaRPr>
          </a:p>
        </p:txBody>
      </p:sp>
      <p:sp>
        <p:nvSpPr>
          <p:cNvPr id="4" name="灯片编号占位符 3">
            <a:extLst>
              <a:ext uri="{FF2B5EF4-FFF2-40B4-BE49-F238E27FC236}">
                <a16:creationId xmlns:a16="http://schemas.microsoft.com/office/drawing/2014/main" id="{4A8F5EE9-A9D1-F3B9-469E-7C5FE97ADEDF}"/>
              </a:ext>
            </a:extLst>
          </p:cNvPr>
          <p:cNvSpPr>
            <a:spLocks noGrp="1"/>
          </p:cNvSpPr>
          <p:nvPr>
            <p:ph type="sldNum" sz="quarter" idx="5"/>
          </p:nvPr>
        </p:nvSpPr>
        <p:spPr/>
        <p:txBody>
          <a:bodyPr/>
          <a:lstStyle/>
          <a:p>
            <a:fld id="{5BFA2CD4-4BCB-4798-9670-613CF5BA3F22}" type="slidenum">
              <a:rPr lang="zh-CN" altLang="en-US" smtClean="0"/>
              <a:t>13</a:t>
            </a:fld>
            <a:endParaRPr lang="zh-CN" altLang="en-US" dirty="0"/>
          </a:p>
        </p:txBody>
      </p:sp>
    </p:spTree>
    <p:extLst>
      <p:ext uri="{BB962C8B-B14F-4D97-AF65-F5344CB8AC3E}">
        <p14:creationId xmlns:p14="http://schemas.microsoft.com/office/powerpoint/2010/main" val="172410007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27610A-5D6F-1A91-B71F-161F3023558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7F027C2-6392-32F7-E17B-4B484028175A}"/>
              </a:ext>
            </a:extLst>
          </p:cNvPr>
          <p:cNvSpPr>
            <a:spLocks noGrp="1" noRot="1" noChangeAspect="1"/>
          </p:cNvSpPr>
          <p:nvPr>
            <p:ph type="sldImg"/>
          </p:nvPr>
        </p:nvSpPr>
        <p:spPr>
          <a:xfrm>
            <a:off x="2897188" y="849313"/>
            <a:ext cx="4079875" cy="2295525"/>
          </a:xfrm>
        </p:spPr>
      </p:sp>
      <p:sp>
        <p:nvSpPr>
          <p:cNvPr id="3" name="备注占位符 2">
            <a:extLst>
              <a:ext uri="{FF2B5EF4-FFF2-40B4-BE49-F238E27FC236}">
                <a16:creationId xmlns:a16="http://schemas.microsoft.com/office/drawing/2014/main" id="{A1415C05-CD51-6601-ED44-A1A21CE20547}"/>
              </a:ext>
            </a:extLst>
          </p:cNvPr>
          <p:cNvSpPr>
            <a:spLocks noGrp="1"/>
          </p:cNvSpPr>
          <p:nvPr>
            <p:ph type="body" idx="1"/>
          </p:nvPr>
        </p:nvSpPr>
        <p:spPr/>
        <p:txBody>
          <a:bodyPr/>
          <a:lstStyle/>
          <a:p>
            <a:r>
              <a:rPr lang="en-US" altLang="zh-CN" b="0" i="0" dirty="0">
                <a:solidFill>
                  <a:srgbClr val="4D4D4D"/>
                </a:solidFill>
                <a:effectLst/>
                <a:latin typeface="-apple-system"/>
              </a:rPr>
              <a:t>2</a:t>
            </a:r>
            <a:r>
              <a:rPr lang="zh-CN" altLang="en-US" b="0" i="0" dirty="0">
                <a:solidFill>
                  <a:srgbClr val="4D4D4D"/>
                </a:solidFill>
                <a:effectLst/>
                <a:latin typeface="-apple-system"/>
              </a:rPr>
              <a:t>、“</a:t>
            </a:r>
            <a:r>
              <a:rPr lang="en-US" altLang="zh-CN" b="0" i="0" dirty="0">
                <a:solidFill>
                  <a:srgbClr val="4D4D4D"/>
                </a:solidFill>
                <a:effectLst/>
                <a:latin typeface="-apple-system"/>
              </a:rPr>
              <a:t>N vs 1” RNN</a:t>
            </a:r>
          </a:p>
          <a:p>
            <a:r>
              <a:rPr lang="zh-CN" altLang="en-US" b="0" i="0" dirty="0">
                <a:solidFill>
                  <a:srgbClr val="4D4D4D"/>
                </a:solidFill>
                <a:effectLst/>
                <a:latin typeface="-apple-system"/>
              </a:rPr>
              <a:t>有时候我们要处理的问题输入是一个序列，而要求输出是一个单独的值而不是序列，应该怎样建模呢？我们只要在最后一个隐层输出</a:t>
            </a:r>
            <a:r>
              <a:rPr lang="en-US" altLang="zh-CN" b="0" i="0" dirty="0">
                <a:solidFill>
                  <a:srgbClr val="4D4D4D"/>
                </a:solidFill>
                <a:effectLst/>
                <a:latin typeface="-apple-system"/>
              </a:rPr>
              <a:t>h</a:t>
            </a:r>
            <a:r>
              <a:rPr lang="zh-CN" altLang="en-US" b="0" i="0" dirty="0">
                <a:solidFill>
                  <a:srgbClr val="4D4D4D"/>
                </a:solidFill>
                <a:effectLst/>
                <a:latin typeface="-apple-system"/>
              </a:rPr>
              <a:t>上进行线性变换就可以了，大部分情况下，为了更好的明确结果</a:t>
            </a:r>
            <a:r>
              <a:rPr lang="en-US" altLang="zh-CN" b="0" i="0" dirty="0">
                <a:solidFill>
                  <a:srgbClr val="4D4D4D"/>
                </a:solidFill>
                <a:effectLst/>
                <a:latin typeface="-apple-system"/>
              </a:rPr>
              <a:t>, </a:t>
            </a:r>
            <a:r>
              <a:rPr lang="zh-CN" altLang="en-US" b="0" i="0" dirty="0">
                <a:solidFill>
                  <a:srgbClr val="4D4D4D"/>
                </a:solidFill>
                <a:effectLst/>
                <a:latin typeface="-apple-system"/>
              </a:rPr>
              <a:t>还要使用</a:t>
            </a:r>
            <a:r>
              <a:rPr lang="en-US" altLang="zh-CN" b="0" i="0" dirty="0">
                <a:solidFill>
                  <a:srgbClr val="4D4D4D"/>
                </a:solidFill>
                <a:effectLst/>
                <a:latin typeface="-apple-system"/>
              </a:rPr>
              <a:t>sigmoid</a:t>
            </a:r>
            <a:r>
              <a:rPr lang="zh-CN" altLang="en-US" b="0" i="0" dirty="0">
                <a:solidFill>
                  <a:srgbClr val="4D4D4D"/>
                </a:solidFill>
                <a:effectLst/>
                <a:latin typeface="-apple-system"/>
              </a:rPr>
              <a:t>或者</a:t>
            </a:r>
            <a:r>
              <a:rPr lang="en-US" altLang="zh-CN" b="0" i="0" dirty="0" err="1">
                <a:solidFill>
                  <a:srgbClr val="4D4D4D"/>
                </a:solidFill>
                <a:effectLst/>
                <a:latin typeface="-apple-system"/>
              </a:rPr>
              <a:t>softmax</a:t>
            </a:r>
            <a:r>
              <a:rPr lang="zh-CN" altLang="en-US" b="0" i="0" dirty="0">
                <a:solidFill>
                  <a:srgbClr val="4D4D4D"/>
                </a:solidFill>
                <a:effectLst/>
                <a:latin typeface="-apple-system"/>
              </a:rPr>
              <a:t>进行处理</a:t>
            </a:r>
            <a:r>
              <a:rPr lang="en-US" altLang="zh-CN" b="0" i="0" dirty="0">
                <a:solidFill>
                  <a:srgbClr val="4D4D4D"/>
                </a:solidFill>
                <a:effectLst/>
                <a:latin typeface="-apple-system"/>
              </a:rPr>
              <a:t>. </a:t>
            </a:r>
            <a:r>
              <a:rPr lang="zh-CN" altLang="en-US" b="0" i="0" dirty="0">
                <a:solidFill>
                  <a:srgbClr val="4D4D4D"/>
                </a:solidFill>
                <a:effectLst/>
                <a:latin typeface="-apple-system"/>
              </a:rPr>
              <a:t>这种结构经常被应用在文本分类问题上</a:t>
            </a:r>
            <a:r>
              <a:rPr lang="en-US" altLang="zh-CN" b="0" i="0" dirty="0">
                <a:solidFill>
                  <a:srgbClr val="4D4D4D"/>
                </a:solidFill>
                <a:effectLst/>
                <a:latin typeface="-apple-system"/>
              </a:rPr>
              <a:t>.</a:t>
            </a:r>
          </a:p>
          <a:p>
            <a:endParaRPr lang="en-US" altLang="zh-CN" b="0" i="0" dirty="0">
              <a:solidFill>
                <a:srgbClr val="4D4D4D"/>
              </a:solidFill>
              <a:effectLst/>
              <a:latin typeface="-apple-system"/>
            </a:endParaRPr>
          </a:p>
          <a:p>
            <a:pPr algn="l">
              <a:lnSpc>
                <a:spcPts val="2100"/>
              </a:lnSpc>
              <a:spcBef>
                <a:spcPts val="1800"/>
              </a:spcBef>
              <a:spcAft>
                <a:spcPts val="600"/>
              </a:spcAft>
            </a:pPr>
            <a:r>
              <a:rPr lang="en-US" altLang="zh-CN" b="1" i="0" dirty="0">
                <a:solidFill>
                  <a:srgbClr val="4F4F4F"/>
                </a:solidFill>
                <a:effectLst/>
                <a:latin typeface="PingFang SC" panose="020B0400000000000000" pitchFamily="34" charset="-122"/>
                <a:ea typeface="PingFang SC" panose="020B0400000000000000" pitchFamily="34" charset="-122"/>
              </a:rPr>
              <a:t>3</a:t>
            </a:r>
            <a:r>
              <a:rPr lang="zh-CN" altLang="en-US" b="1" i="0" dirty="0">
                <a:solidFill>
                  <a:srgbClr val="4F4F4F"/>
                </a:solidFill>
                <a:effectLst/>
                <a:latin typeface="PingFang SC" panose="020B0400000000000000" pitchFamily="34" charset="-122"/>
                <a:ea typeface="PingFang SC" panose="020B0400000000000000" pitchFamily="34" charset="-122"/>
              </a:rPr>
              <a:t>、“</a:t>
            </a:r>
            <a:r>
              <a:rPr lang="en-US" altLang="zh-CN" b="1" i="0" dirty="0">
                <a:solidFill>
                  <a:srgbClr val="4F4F4F"/>
                </a:solidFill>
                <a:effectLst/>
                <a:latin typeface="PingFang SC" panose="020B0400000000000000" pitchFamily="34" charset="-122"/>
                <a:ea typeface="PingFang SC" panose="020B0400000000000000" pitchFamily="34" charset="-122"/>
              </a:rPr>
              <a:t>1 vs N” RNN</a:t>
            </a:r>
          </a:p>
          <a:p>
            <a:pPr algn="l">
              <a:lnSpc>
                <a:spcPts val="1950"/>
              </a:lnSpc>
              <a:spcAft>
                <a:spcPts val="1200"/>
              </a:spcAft>
            </a:pPr>
            <a:r>
              <a:rPr lang="zh-CN" altLang="en-US" b="0" i="0" dirty="0">
                <a:solidFill>
                  <a:srgbClr val="4D4D4D"/>
                </a:solidFill>
                <a:effectLst/>
                <a:latin typeface="-apple-system"/>
              </a:rPr>
              <a:t>如果输入不是序列而输出为序列的情况怎么处理呢？我们最常采用的一种方式就是使该输入作用于每次的输出之上</a:t>
            </a:r>
            <a:r>
              <a:rPr lang="en-US" altLang="zh-CN" b="0" i="0" dirty="0">
                <a:solidFill>
                  <a:srgbClr val="4D4D4D"/>
                </a:solidFill>
                <a:effectLst/>
                <a:latin typeface="-apple-system"/>
              </a:rPr>
              <a:t>. </a:t>
            </a:r>
            <a:r>
              <a:rPr lang="zh-CN" altLang="en-US" b="0" i="0" dirty="0">
                <a:solidFill>
                  <a:srgbClr val="4D4D4D"/>
                </a:solidFill>
                <a:effectLst/>
                <a:latin typeface="-apple-system"/>
              </a:rPr>
              <a:t>这种结构可用于将图片生成文字任务等</a:t>
            </a:r>
          </a:p>
          <a:p>
            <a:endParaRPr lang="en-US" altLang="zh-CN" b="0" i="0" dirty="0">
              <a:solidFill>
                <a:srgbClr val="4D4D4D"/>
              </a:solidFill>
              <a:effectLst/>
              <a:latin typeface="-apple-system"/>
            </a:endParaRPr>
          </a:p>
        </p:txBody>
      </p:sp>
      <p:sp>
        <p:nvSpPr>
          <p:cNvPr id="4" name="灯片编号占位符 3">
            <a:extLst>
              <a:ext uri="{FF2B5EF4-FFF2-40B4-BE49-F238E27FC236}">
                <a16:creationId xmlns:a16="http://schemas.microsoft.com/office/drawing/2014/main" id="{0B4D3E19-21E5-E2E5-736F-BCD52B9A7BF8}"/>
              </a:ext>
            </a:extLst>
          </p:cNvPr>
          <p:cNvSpPr>
            <a:spLocks noGrp="1"/>
          </p:cNvSpPr>
          <p:nvPr>
            <p:ph type="sldNum" sz="quarter" idx="5"/>
          </p:nvPr>
        </p:nvSpPr>
        <p:spPr/>
        <p:txBody>
          <a:bodyPr/>
          <a:lstStyle/>
          <a:p>
            <a:fld id="{5BFA2CD4-4BCB-4798-9670-613CF5BA3F22}" type="slidenum">
              <a:rPr lang="zh-CN" altLang="en-US" smtClean="0"/>
              <a:t>14</a:t>
            </a:fld>
            <a:endParaRPr lang="zh-CN" altLang="en-US" dirty="0"/>
          </a:p>
        </p:txBody>
      </p:sp>
    </p:spTree>
    <p:extLst>
      <p:ext uri="{BB962C8B-B14F-4D97-AF65-F5344CB8AC3E}">
        <p14:creationId xmlns:p14="http://schemas.microsoft.com/office/powerpoint/2010/main" val="185128574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A3FE6D-0D16-AE3E-3F53-A6C51C7F556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C09C880-BAE4-605F-FE80-457598F9D752}"/>
              </a:ext>
            </a:extLst>
          </p:cNvPr>
          <p:cNvSpPr>
            <a:spLocks noGrp="1" noRot="1" noChangeAspect="1"/>
          </p:cNvSpPr>
          <p:nvPr>
            <p:ph type="sldImg"/>
          </p:nvPr>
        </p:nvSpPr>
        <p:spPr>
          <a:xfrm>
            <a:off x="2897188" y="849313"/>
            <a:ext cx="4079875" cy="2295525"/>
          </a:xfrm>
        </p:spPr>
      </p:sp>
      <p:sp>
        <p:nvSpPr>
          <p:cNvPr id="3" name="备注占位符 2">
            <a:extLst>
              <a:ext uri="{FF2B5EF4-FFF2-40B4-BE49-F238E27FC236}">
                <a16:creationId xmlns:a16="http://schemas.microsoft.com/office/drawing/2014/main" id="{683798EE-7A41-A83D-4B57-43CD545E99BC}"/>
              </a:ext>
            </a:extLst>
          </p:cNvPr>
          <p:cNvSpPr>
            <a:spLocks noGrp="1"/>
          </p:cNvSpPr>
          <p:nvPr>
            <p:ph type="body" idx="1"/>
          </p:nvPr>
        </p:nvSpPr>
        <p:spPr/>
        <p:txBody>
          <a:bodyPr/>
          <a:lstStyle/>
          <a:p>
            <a:endParaRPr lang="en-US" altLang="zh-CN" b="0" i="0" dirty="0">
              <a:solidFill>
                <a:srgbClr val="4D4D4D"/>
              </a:solidFill>
              <a:effectLst/>
              <a:latin typeface="-apple-system"/>
            </a:endParaRPr>
          </a:p>
        </p:txBody>
      </p:sp>
      <p:sp>
        <p:nvSpPr>
          <p:cNvPr id="4" name="灯片编号占位符 3">
            <a:extLst>
              <a:ext uri="{FF2B5EF4-FFF2-40B4-BE49-F238E27FC236}">
                <a16:creationId xmlns:a16="http://schemas.microsoft.com/office/drawing/2014/main" id="{0A65F720-E328-2026-5E38-0BCA089E45CA}"/>
              </a:ext>
            </a:extLst>
          </p:cNvPr>
          <p:cNvSpPr>
            <a:spLocks noGrp="1"/>
          </p:cNvSpPr>
          <p:nvPr>
            <p:ph type="sldNum" sz="quarter" idx="5"/>
          </p:nvPr>
        </p:nvSpPr>
        <p:spPr/>
        <p:txBody>
          <a:bodyPr/>
          <a:lstStyle/>
          <a:p>
            <a:fld id="{5BFA2CD4-4BCB-4798-9670-613CF5BA3F22}" type="slidenum">
              <a:rPr lang="zh-CN" altLang="en-US" smtClean="0"/>
              <a:t>15</a:t>
            </a:fld>
            <a:endParaRPr lang="zh-CN" altLang="en-US" dirty="0"/>
          </a:p>
        </p:txBody>
      </p:sp>
    </p:spTree>
    <p:extLst>
      <p:ext uri="{BB962C8B-B14F-4D97-AF65-F5344CB8AC3E}">
        <p14:creationId xmlns:p14="http://schemas.microsoft.com/office/powerpoint/2010/main" val="377508734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ABE086-A51C-34ED-1FB8-EF194C40443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2D082A6-63BF-F64E-00B8-F816FE0C51C5}"/>
              </a:ext>
            </a:extLst>
          </p:cNvPr>
          <p:cNvSpPr>
            <a:spLocks noGrp="1" noRot="1" noChangeAspect="1"/>
          </p:cNvSpPr>
          <p:nvPr>
            <p:ph type="sldImg"/>
          </p:nvPr>
        </p:nvSpPr>
        <p:spPr>
          <a:xfrm>
            <a:off x="2897188" y="849313"/>
            <a:ext cx="4079875" cy="2295525"/>
          </a:xfrm>
        </p:spPr>
      </p:sp>
      <p:sp>
        <p:nvSpPr>
          <p:cNvPr id="3" name="备注占位符 2">
            <a:extLst>
              <a:ext uri="{FF2B5EF4-FFF2-40B4-BE49-F238E27FC236}">
                <a16:creationId xmlns:a16="http://schemas.microsoft.com/office/drawing/2014/main" id="{75648306-D68E-E364-7987-BF51453666BE}"/>
              </a:ext>
            </a:extLst>
          </p:cNvPr>
          <p:cNvSpPr>
            <a:spLocks noGrp="1"/>
          </p:cNvSpPr>
          <p:nvPr>
            <p:ph type="body" idx="1"/>
          </p:nvPr>
        </p:nvSpPr>
        <p:spPr/>
        <p:txBody>
          <a:bodyPr/>
          <a:lstStyle/>
          <a:p>
            <a:r>
              <a:rPr lang="zh-CN" altLang="en-US" b="0" i="0" dirty="0">
                <a:solidFill>
                  <a:srgbClr val="191B1F"/>
                </a:solidFill>
                <a:effectLst/>
                <a:latin typeface="-apple-system"/>
              </a:rPr>
              <a:t>遗忘门：但是当你观察一个训练好的</a:t>
            </a:r>
            <a:r>
              <a:rPr lang="en-US" altLang="zh-CN" b="0" i="0" dirty="0">
                <a:solidFill>
                  <a:srgbClr val="191B1F"/>
                </a:solidFill>
                <a:effectLst/>
                <a:latin typeface="-apple-system"/>
              </a:rPr>
              <a:t>LSTM</a:t>
            </a:r>
            <a:r>
              <a:rPr lang="zh-CN" altLang="en-US" b="0" i="0" dirty="0">
                <a:solidFill>
                  <a:srgbClr val="191B1F"/>
                </a:solidFill>
                <a:effectLst/>
                <a:latin typeface="-apple-system"/>
              </a:rPr>
              <a:t>时，你会发现门的值绝大多数都非常接近</a:t>
            </a:r>
            <a:r>
              <a:rPr lang="en-US" altLang="zh-CN" b="0" i="0" dirty="0">
                <a:solidFill>
                  <a:srgbClr val="191B1F"/>
                </a:solidFill>
                <a:effectLst/>
                <a:latin typeface="-apple-system"/>
              </a:rPr>
              <a:t>0</a:t>
            </a:r>
            <a:r>
              <a:rPr lang="zh-CN" altLang="en-US" b="0" i="0" dirty="0">
                <a:solidFill>
                  <a:srgbClr val="191B1F"/>
                </a:solidFill>
                <a:effectLst/>
                <a:latin typeface="-apple-system"/>
              </a:rPr>
              <a:t>或者</a:t>
            </a:r>
            <a:r>
              <a:rPr lang="en-US" altLang="zh-CN" b="0" i="0" dirty="0">
                <a:solidFill>
                  <a:srgbClr val="191B1F"/>
                </a:solidFill>
                <a:effectLst/>
                <a:latin typeface="-apple-system"/>
              </a:rPr>
              <a:t>1</a:t>
            </a:r>
            <a:r>
              <a:rPr lang="zh-CN" altLang="en-US" b="0" i="0" dirty="0">
                <a:solidFill>
                  <a:srgbClr val="191B1F"/>
                </a:solidFill>
                <a:effectLst/>
                <a:latin typeface="-apple-system"/>
              </a:rPr>
              <a:t>，其余的值少之又少</a:t>
            </a:r>
            <a:br>
              <a:rPr lang="en-US" altLang="zh-CN" b="0" i="0" dirty="0">
                <a:solidFill>
                  <a:srgbClr val="191B1F"/>
                </a:solidFill>
                <a:effectLst/>
                <a:latin typeface="-apple-system"/>
              </a:rPr>
            </a:br>
            <a:endParaRPr lang="en-US" altLang="zh-CN" b="0" i="0" dirty="0">
              <a:solidFill>
                <a:srgbClr val="191B1F"/>
              </a:solidFill>
              <a:effectLst/>
              <a:latin typeface="-apple-system"/>
            </a:endParaRPr>
          </a:p>
          <a:p>
            <a:r>
              <a:rPr lang="zh-CN" altLang="en-US" b="0" i="0" dirty="0">
                <a:solidFill>
                  <a:srgbClr val="191B1F"/>
                </a:solidFill>
                <a:effectLst/>
                <a:latin typeface="-apple-system"/>
              </a:rPr>
              <a:t>输入门用于控制 </a:t>
            </a:r>
            <a:r>
              <a:rPr lang="en-US" altLang="zh-CN" b="0" i="0" dirty="0" err="1">
                <a:solidFill>
                  <a:srgbClr val="191B1F"/>
                </a:solidFill>
                <a:effectLst/>
                <a:latin typeface="-apple-system"/>
              </a:rPr>
              <a:t>C~t</a:t>
            </a:r>
            <a:r>
              <a:rPr lang="en-US" altLang="zh-CN" b="0" i="0" dirty="0">
                <a:solidFill>
                  <a:srgbClr val="191B1F"/>
                </a:solidFill>
                <a:effectLst/>
                <a:latin typeface="-apple-system"/>
              </a:rPr>
              <a:t> </a:t>
            </a:r>
            <a:r>
              <a:rPr lang="zh-CN" altLang="en-US" b="0" i="0" dirty="0">
                <a:solidFill>
                  <a:srgbClr val="191B1F"/>
                </a:solidFill>
                <a:effectLst/>
                <a:latin typeface="-apple-system"/>
              </a:rPr>
              <a:t>的哪些特征用于更新 </a:t>
            </a:r>
            <a:r>
              <a:rPr lang="en-US" altLang="zh-CN" b="0" i="0" dirty="0">
                <a:solidFill>
                  <a:srgbClr val="191B1F"/>
                </a:solidFill>
                <a:effectLst/>
                <a:latin typeface="-apple-system"/>
              </a:rPr>
              <a:t>Ct </a:t>
            </a:r>
            <a:r>
              <a:rPr lang="zh-CN" altLang="en-US" b="0" i="0" dirty="0">
                <a:solidFill>
                  <a:srgbClr val="191B1F"/>
                </a:solidFill>
                <a:effectLst/>
                <a:latin typeface="-apple-system"/>
              </a:rPr>
              <a:t>，使用方式和 </a:t>
            </a:r>
            <a:r>
              <a:rPr lang="en-US" altLang="zh-CN" b="0" i="0" dirty="0">
                <a:solidFill>
                  <a:srgbClr val="191B1F"/>
                </a:solidFill>
                <a:effectLst/>
                <a:latin typeface="-apple-system"/>
              </a:rPr>
              <a:t>ft </a:t>
            </a:r>
            <a:r>
              <a:rPr lang="zh-CN" altLang="en-US" b="0" i="0" dirty="0">
                <a:solidFill>
                  <a:srgbClr val="191B1F"/>
                </a:solidFill>
                <a:effectLst/>
                <a:latin typeface="-apple-system"/>
              </a:rPr>
              <a:t>相同（图</a:t>
            </a:r>
            <a:r>
              <a:rPr lang="en-US" altLang="zh-CN" b="0" i="0" dirty="0">
                <a:solidFill>
                  <a:srgbClr val="191B1F"/>
                </a:solidFill>
                <a:effectLst/>
                <a:latin typeface="-apple-system"/>
              </a:rPr>
              <a:t>9</a:t>
            </a:r>
            <a:r>
              <a:rPr lang="zh-CN" altLang="en-US" b="0" i="0" dirty="0">
                <a:solidFill>
                  <a:srgbClr val="191B1F"/>
                </a:solidFill>
                <a:effectLst/>
                <a:latin typeface="-apple-system"/>
              </a:rPr>
              <a:t>）。</a:t>
            </a:r>
            <a:endParaRPr lang="en-US" altLang="zh-CN" b="0" i="0" dirty="0">
              <a:solidFill>
                <a:srgbClr val="4D4D4D"/>
              </a:solidFill>
              <a:effectLst/>
              <a:latin typeface="-apple-system"/>
            </a:endParaRPr>
          </a:p>
        </p:txBody>
      </p:sp>
      <p:sp>
        <p:nvSpPr>
          <p:cNvPr id="4" name="灯片编号占位符 3">
            <a:extLst>
              <a:ext uri="{FF2B5EF4-FFF2-40B4-BE49-F238E27FC236}">
                <a16:creationId xmlns:a16="http://schemas.microsoft.com/office/drawing/2014/main" id="{E6CD107B-5196-D9BD-C3EB-996951E67701}"/>
              </a:ext>
            </a:extLst>
          </p:cNvPr>
          <p:cNvSpPr>
            <a:spLocks noGrp="1"/>
          </p:cNvSpPr>
          <p:nvPr>
            <p:ph type="sldNum" sz="quarter" idx="5"/>
          </p:nvPr>
        </p:nvSpPr>
        <p:spPr/>
        <p:txBody>
          <a:bodyPr/>
          <a:lstStyle/>
          <a:p>
            <a:fld id="{5BFA2CD4-4BCB-4798-9670-613CF5BA3F22}" type="slidenum">
              <a:rPr lang="zh-CN" altLang="en-US" smtClean="0"/>
              <a:t>16</a:t>
            </a:fld>
            <a:endParaRPr lang="zh-CN" altLang="en-US" dirty="0"/>
          </a:p>
        </p:txBody>
      </p:sp>
    </p:spTree>
    <p:extLst>
      <p:ext uri="{BB962C8B-B14F-4D97-AF65-F5344CB8AC3E}">
        <p14:creationId xmlns:p14="http://schemas.microsoft.com/office/powerpoint/2010/main" val="52877472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B2DCEC-8097-EE4F-2D61-8D91A184347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4686534-A810-7FDD-62E0-2967DB042ED9}"/>
              </a:ext>
            </a:extLst>
          </p:cNvPr>
          <p:cNvSpPr>
            <a:spLocks noGrp="1" noRot="1" noChangeAspect="1"/>
          </p:cNvSpPr>
          <p:nvPr>
            <p:ph type="sldImg"/>
          </p:nvPr>
        </p:nvSpPr>
        <p:spPr>
          <a:xfrm>
            <a:off x="2897188" y="849313"/>
            <a:ext cx="4079875" cy="2295525"/>
          </a:xfrm>
        </p:spPr>
      </p:sp>
      <p:sp>
        <p:nvSpPr>
          <p:cNvPr id="3" name="备注占位符 2">
            <a:extLst>
              <a:ext uri="{FF2B5EF4-FFF2-40B4-BE49-F238E27FC236}">
                <a16:creationId xmlns:a16="http://schemas.microsoft.com/office/drawing/2014/main" id="{7545EE98-5197-803E-9089-1727A3C739FD}"/>
              </a:ext>
            </a:extLst>
          </p:cNvPr>
          <p:cNvSpPr>
            <a:spLocks noGrp="1"/>
          </p:cNvSpPr>
          <p:nvPr>
            <p:ph type="body" idx="1"/>
          </p:nvPr>
        </p:nvSpPr>
        <p:spPr/>
        <p:txBody>
          <a:bodyPr/>
          <a:lstStyle/>
          <a:p>
            <a:r>
              <a:rPr lang="zh-CN" altLang="en-US" b="0" i="0" dirty="0">
                <a:solidFill>
                  <a:srgbClr val="000000"/>
                </a:solidFill>
                <a:effectLst/>
                <a:latin typeface="Trebuchet MS" panose="020B0703020202090204" pitchFamily="34" charset="0"/>
              </a:rPr>
              <a:t>这里</a:t>
            </a:r>
            <a:r>
              <a:rPr lang="zh-CN" altLang="en-US" b="1" i="0" dirty="0">
                <a:solidFill>
                  <a:srgbClr val="000000"/>
                </a:solidFill>
                <a:effectLst/>
                <a:latin typeface="Trebuchet MS" panose="020B0703020202090204" pitchFamily="34" charset="0"/>
              </a:rPr>
              <a:t>总结下</a:t>
            </a:r>
            <a:r>
              <a:rPr lang="zh-CN" altLang="en-US" b="0" i="0" dirty="0">
                <a:solidFill>
                  <a:srgbClr val="000000"/>
                </a:solidFill>
                <a:effectLst/>
                <a:latin typeface="Trebuchet MS" panose="020B0703020202090204" pitchFamily="34" charset="0"/>
              </a:rPr>
              <a:t>，遗忘门能决定需要保留先前步长中哪些相关信息，输入门决定在当前输入中哪些重要信息需要被添加，输出门决定了下一个隐藏状态。</a:t>
            </a:r>
            <a:endParaRPr lang="en-US" altLang="zh-CN" b="0" i="0" dirty="0">
              <a:solidFill>
                <a:srgbClr val="4D4D4D"/>
              </a:solidFill>
              <a:effectLst/>
              <a:latin typeface="-apple-system"/>
            </a:endParaRPr>
          </a:p>
        </p:txBody>
      </p:sp>
      <p:sp>
        <p:nvSpPr>
          <p:cNvPr id="4" name="灯片编号占位符 3">
            <a:extLst>
              <a:ext uri="{FF2B5EF4-FFF2-40B4-BE49-F238E27FC236}">
                <a16:creationId xmlns:a16="http://schemas.microsoft.com/office/drawing/2014/main" id="{C0AAF631-0870-4168-CCA4-5FB03246381E}"/>
              </a:ext>
            </a:extLst>
          </p:cNvPr>
          <p:cNvSpPr>
            <a:spLocks noGrp="1"/>
          </p:cNvSpPr>
          <p:nvPr>
            <p:ph type="sldNum" sz="quarter" idx="5"/>
          </p:nvPr>
        </p:nvSpPr>
        <p:spPr/>
        <p:txBody>
          <a:bodyPr/>
          <a:lstStyle/>
          <a:p>
            <a:fld id="{5BFA2CD4-4BCB-4798-9670-613CF5BA3F22}" type="slidenum">
              <a:rPr lang="zh-CN" altLang="en-US" smtClean="0"/>
              <a:t>17</a:t>
            </a:fld>
            <a:endParaRPr lang="zh-CN" altLang="en-US" dirty="0"/>
          </a:p>
        </p:txBody>
      </p:sp>
    </p:spTree>
    <p:extLst>
      <p:ext uri="{BB962C8B-B14F-4D97-AF65-F5344CB8AC3E}">
        <p14:creationId xmlns:p14="http://schemas.microsoft.com/office/powerpoint/2010/main" val="319908497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5049D3-471D-C1C1-E165-8C2772E67E6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B803F25-046B-0081-F340-EDA1451BDB75}"/>
              </a:ext>
            </a:extLst>
          </p:cNvPr>
          <p:cNvSpPr>
            <a:spLocks noGrp="1" noRot="1" noChangeAspect="1"/>
          </p:cNvSpPr>
          <p:nvPr>
            <p:ph type="sldImg"/>
          </p:nvPr>
        </p:nvSpPr>
        <p:spPr>
          <a:xfrm>
            <a:off x="2897188" y="849313"/>
            <a:ext cx="4079875" cy="2295525"/>
          </a:xfrm>
        </p:spPr>
      </p:sp>
      <p:sp>
        <p:nvSpPr>
          <p:cNvPr id="3" name="备注占位符 2">
            <a:extLst>
              <a:ext uri="{FF2B5EF4-FFF2-40B4-BE49-F238E27FC236}">
                <a16:creationId xmlns:a16="http://schemas.microsoft.com/office/drawing/2014/main" id="{83EE39E8-1460-25CA-7ECA-10A3B636AA68}"/>
              </a:ext>
            </a:extLst>
          </p:cNvPr>
          <p:cNvSpPr>
            <a:spLocks noGrp="1"/>
          </p:cNvSpPr>
          <p:nvPr>
            <p:ph type="body" idx="1"/>
          </p:nvPr>
        </p:nvSpPr>
        <p:spPr/>
        <p:txBody>
          <a:bodyPr/>
          <a:lstStyle/>
          <a:p>
            <a:endParaRPr lang="en-US" altLang="zh-CN" b="0" i="0" dirty="0">
              <a:solidFill>
                <a:srgbClr val="4D4D4D"/>
              </a:solidFill>
              <a:effectLst/>
              <a:latin typeface="-apple-system"/>
            </a:endParaRPr>
          </a:p>
        </p:txBody>
      </p:sp>
      <p:sp>
        <p:nvSpPr>
          <p:cNvPr id="4" name="灯片编号占位符 3">
            <a:extLst>
              <a:ext uri="{FF2B5EF4-FFF2-40B4-BE49-F238E27FC236}">
                <a16:creationId xmlns:a16="http://schemas.microsoft.com/office/drawing/2014/main" id="{FA2911FF-19F1-B25D-A495-615F39530526}"/>
              </a:ext>
            </a:extLst>
          </p:cNvPr>
          <p:cNvSpPr>
            <a:spLocks noGrp="1"/>
          </p:cNvSpPr>
          <p:nvPr>
            <p:ph type="sldNum" sz="quarter" idx="5"/>
          </p:nvPr>
        </p:nvSpPr>
        <p:spPr/>
        <p:txBody>
          <a:bodyPr/>
          <a:lstStyle/>
          <a:p>
            <a:fld id="{5BFA2CD4-4BCB-4798-9670-613CF5BA3F22}" type="slidenum">
              <a:rPr lang="zh-CN" altLang="en-US" smtClean="0"/>
              <a:t>18</a:t>
            </a:fld>
            <a:endParaRPr lang="zh-CN" altLang="en-US" dirty="0"/>
          </a:p>
        </p:txBody>
      </p:sp>
    </p:spTree>
    <p:extLst>
      <p:ext uri="{BB962C8B-B14F-4D97-AF65-F5344CB8AC3E}">
        <p14:creationId xmlns:p14="http://schemas.microsoft.com/office/powerpoint/2010/main" val="72232826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7AB1F2-8492-D6EB-B509-CE7F317F639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BC7B256-9351-5E16-4B11-7158B958601E}"/>
              </a:ext>
            </a:extLst>
          </p:cNvPr>
          <p:cNvSpPr>
            <a:spLocks noGrp="1" noRot="1" noChangeAspect="1"/>
          </p:cNvSpPr>
          <p:nvPr>
            <p:ph type="sldImg"/>
          </p:nvPr>
        </p:nvSpPr>
        <p:spPr>
          <a:xfrm>
            <a:off x="2897188" y="849313"/>
            <a:ext cx="4079875" cy="2295525"/>
          </a:xfrm>
        </p:spPr>
      </p:sp>
      <p:sp>
        <p:nvSpPr>
          <p:cNvPr id="3" name="备注占位符 2">
            <a:extLst>
              <a:ext uri="{FF2B5EF4-FFF2-40B4-BE49-F238E27FC236}">
                <a16:creationId xmlns:a16="http://schemas.microsoft.com/office/drawing/2014/main" id="{3C02823C-5B15-35C6-94E7-C3C0802B6DE3}"/>
              </a:ext>
            </a:extLst>
          </p:cNvPr>
          <p:cNvSpPr>
            <a:spLocks noGrp="1"/>
          </p:cNvSpPr>
          <p:nvPr>
            <p:ph type="body" idx="1"/>
          </p:nvPr>
        </p:nvSpPr>
        <p:spPr/>
        <p:txBody>
          <a:bodyPr/>
          <a:lstStyle/>
          <a:p>
            <a:endParaRPr lang="en-US" altLang="zh-CN" b="0" i="0" dirty="0">
              <a:solidFill>
                <a:srgbClr val="4D4D4D"/>
              </a:solidFill>
              <a:effectLst/>
              <a:latin typeface="-apple-system"/>
            </a:endParaRPr>
          </a:p>
        </p:txBody>
      </p:sp>
      <p:sp>
        <p:nvSpPr>
          <p:cNvPr id="4" name="灯片编号占位符 3">
            <a:extLst>
              <a:ext uri="{FF2B5EF4-FFF2-40B4-BE49-F238E27FC236}">
                <a16:creationId xmlns:a16="http://schemas.microsoft.com/office/drawing/2014/main" id="{8C994642-595B-3F15-786F-ADF297E87426}"/>
              </a:ext>
            </a:extLst>
          </p:cNvPr>
          <p:cNvSpPr>
            <a:spLocks noGrp="1"/>
          </p:cNvSpPr>
          <p:nvPr>
            <p:ph type="sldNum" sz="quarter" idx="5"/>
          </p:nvPr>
        </p:nvSpPr>
        <p:spPr/>
        <p:txBody>
          <a:bodyPr/>
          <a:lstStyle/>
          <a:p>
            <a:fld id="{5BFA2CD4-4BCB-4798-9670-613CF5BA3F22}" type="slidenum">
              <a:rPr lang="zh-CN" altLang="en-US" smtClean="0"/>
              <a:t>19</a:t>
            </a:fld>
            <a:endParaRPr lang="zh-CN" altLang="en-US" dirty="0"/>
          </a:p>
        </p:txBody>
      </p:sp>
    </p:spTree>
    <p:extLst>
      <p:ext uri="{BB962C8B-B14F-4D97-AF65-F5344CB8AC3E}">
        <p14:creationId xmlns:p14="http://schemas.microsoft.com/office/powerpoint/2010/main" val="947343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A95A82-A5D8-939E-07BC-6695473FF43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9C7BB8F-F662-784E-F964-F1E90CE7CFC5}"/>
              </a:ext>
            </a:extLst>
          </p:cNvPr>
          <p:cNvSpPr>
            <a:spLocks noGrp="1" noRot="1" noChangeAspect="1"/>
          </p:cNvSpPr>
          <p:nvPr>
            <p:ph type="sldImg"/>
          </p:nvPr>
        </p:nvSpPr>
        <p:spPr>
          <a:xfrm>
            <a:off x="2897188" y="849313"/>
            <a:ext cx="4079875" cy="2295525"/>
          </a:xfrm>
        </p:spPr>
      </p:sp>
      <p:sp>
        <p:nvSpPr>
          <p:cNvPr id="3" name="备注占位符 2">
            <a:extLst>
              <a:ext uri="{FF2B5EF4-FFF2-40B4-BE49-F238E27FC236}">
                <a16:creationId xmlns:a16="http://schemas.microsoft.com/office/drawing/2014/main" id="{3331A555-0D1A-1145-C18C-26645709A655}"/>
              </a:ext>
            </a:extLst>
          </p:cNvPr>
          <p:cNvSpPr>
            <a:spLocks noGrp="1"/>
          </p:cNvSpPr>
          <p:nvPr>
            <p:ph type="body" idx="1"/>
          </p:nvPr>
        </p:nvSpPr>
        <p:spPr/>
        <p:txBody>
          <a:bodyPr/>
          <a:lstStyle/>
          <a:p>
            <a:endParaRPr lang="en-US" altLang="zh-CN" b="0" i="0" dirty="0">
              <a:solidFill>
                <a:srgbClr val="4D4D4D"/>
              </a:solidFill>
              <a:effectLst/>
              <a:latin typeface="-apple-system"/>
            </a:endParaRPr>
          </a:p>
        </p:txBody>
      </p:sp>
      <p:sp>
        <p:nvSpPr>
          <p:cNvPr id="4" name="灯片编号占位符 3">
            <a:extLst>
              <a:ext uri="{FF2B5EF4-FFF2-40B4-BE49-F238E27FC236}">
                <a16:creationId xmlns:a16="http://schemas.microsoft.com/office/drawing/2014/main" id="{B5F6D9DA-3A48-7E06-E031-E71BC2907BA3}"/>
              </a:ext>
            </a:extLst>
          </p:cNvPr>
          <p:cNvSpPr>
            <a:spLocks noGrp="1"/>
          </p:cNvSpPr>
          <p:nvPr>
            <p:ph type="sldNum" sz="quarter" idx="5"/>
          </p:nvPr>
        </p:nvSpPr>
        <p:spPr/>
        <p:txBody>
          <a:bodyPr/>
          <a:lstStyle/>
          <a:p>
            <a:fld id="{5BFA2CD4-4BCB-4798-9670-613CF5BA3F22}" type="slidenum">
              <a:rPr lang="zh-CN" altLang="en-US" smtClean="0"/>
              <a:t>20</a:t>
            </a:fld>
            <a:endParaRPr lang="zh-CN" altLang="en-US" dirty="0"/>
          </a:p>
        </p:txBody>
      </p:sp>
    </p:spTree>
    <p:extLst>
      <p:ext uri="{BB962C8B-B14F-4D97-AF65-F5344CB8AC3E}">
        <p14:creationId xmlns:p14="http://schemas.microsoft.com/office/powerpoint/2010/main" val="279695220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F40343-E66B-8694-596C-82EBF2B4889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6620FA6-F31B-1937-DD2E-E9B6C33BB792}"/>
              </a:ext>
            </a:extLst>
          </p:cNvPr>
          <p:cNvSpPr>
            <a:spLocks noGrp="1" noRot="1" noChangeAspect="1"/>
          </p:cNvSpPr>
          <p:nvPr>
            <p:ph type="sldImg"/>
          </p:nvPr>
        </p:nvSpPr>
        <p:spPr>
          <a:xfrm>
            <a:off x="2897188" y="849313"/>
            <a:ext cx="4079875" cy="2295525"/>
          </a:xfrm>
        </p:spPr>
      </p:sp>
      <p:sp>
        <p:nvSpPr>
          <p:cNvPr id="3" name="备注占位符 2">
            <a:extLst>
              <a:ext uri="{FF2B5EF4-FFF2-40B4-BE49-F238E27FC236}">
                <a16:creationId xmlns:a16="http://schemas.microsoft.com/office/drawing/2014/main" id="{44C5D2B0-3F7C-871F-D766-AF94A74E6ABC}"/>
              </a:ext>
            </a:extLst>
          </p:cNvPr>
          <p:cNvSpPr>
            <a:spLocks noGrp="1"/>
          </p:cNvSpPr>
          <p:nvPr>
            <p:ph type="body" idx="1"/>
          </p:nvPr>
        </p:nvSpPr>
        <p:spPr/>
        <p:txBody>
          <a:bodyPr/>
          <a:lstStyle/>
          <a:p>
            <a:endParaRPr lang="en-US" altLang="zh-CN" b="0" i="0" dirty="0">
              <a:solidFill>
                <a:srgbClr val="4D4D4D"/>
              </a:solidFill>
              <a:effectLst/>
              <a:latin typeface="-apple-system"/>
            </a:endParaRPr>
          </a:p>
        </p:txBody>
      </p:sp>
      <p:sp>
        <p:nvSpPr>
          <p:cNvPr id="4" name="灯片编号占位符 3">
            <a:extLst>
              <a:ext uri="{FF2B5EF4-FFF2-40B4-BE49-F238E27FC236}">
                <a16:creationId xmlns:a16="http://schemas.microsoft.com/office/drawing/2014/main" id="{86453F2D-4DEF-419F-D7C2-49A37910B927}"/>
              </a:ext>
            </a:extLst>
          </p:cNvPr>
          <p:cNvSpPr>
            <a:spLocks noGrp="1"/>
          </p:cNvSpPr>
          <p:nvPr>
            <p:ph type="sldNum" sz="quarter" idx="5"/>
          </p:nvPr>
        </p:nvSpPr>
        <p:spPr/>
        <p:txBody>
          <a:bodyPr/>
          <a:lstStyle/>
          <a:p>
            <a:fld id="{5BFA2CD4-4BCB-4798-9670-613CF5BA3F22}" type="slidenum">
              <a:rPr lang="zh-CN" altLang="en-US" smtClean="0"/>
              <a:t>21</a:t>
            </a:fld>
            <a:endParaRPr lang="zh-CN" altLang="en-US" dirty="0"/>
          </a:p>
        </p:txBody>
      </p:sp>
    </p:spTree>
    <p:extLst>
      <p:ext uri="{BB962C8B-B14F-4D97-AF65-F5344CB8AC3E}">
        <p14:creationId xmlns:p14="http://schemas.microsoft.com/office/powerpoint/2010/main" val="330797662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C0091E-C2E8-2410-2F2C-58342C75DA1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87ACEED-2290-770D-69B5-78BB93DA62C0}"/>
              </a:ext>
            </a:extLst>
          </p:cNvPr>
          <p:cNvSpPr>
            <a:spLocks noGrp="1" noRot="1" noChangeAspect="1"/>
          </p:cNvSpPr>
          <p:nvPr>
            <p:ph type="sldImg"/>
          </p:nvPr>
        </p:nvSpPr>
        <p:spPr>
          <a:xfrm>
            <a:off x="2897188" y="849313"/>
            <a:ext cx="4079875" cy="2295525"/>
          </a:xfrm>
        </p:spPr>
      </p:sp>
      <p:sp>
        <p:nvSpPr>
          <p:cNvPr id="3" name="备注占位符 2">
            <a:extLst>
              <a:ext uri="{FF2B5EF4-FFF2-40B4-BE49-F238E27FC236}">
                <a16:creationId xmlns:a16="http://schemas.microsoft.com/office/drawing/2014/main" id="{B2FCFAA7-32F6-5793-D990-7A71AFC4247B}"/>
              </a:ext>
            </a:extLst>
          </p:cNvPr>
          <p:cNvSpPr>
            <a:spLocks noGrp="1"/>
          </p:cNvSpPr>
          <p:nvPr>
            <p:ph type="body" idx="1"/>
          </p:nvPr>
        </p:nvSpPr>
        <p:spPr/>
        <p:txBody>
          <a:bodyPr/>
          <a:lstStyle/>
          <a:p>
            <a:endParaRPr lang="en-US" altLang="zh-CN" b="0" i="0" dirty="0">
              <a:solidFill>
                <a:srgbClr val="4D4D4D"/>
              </a:solidFill>
              <a:effectLst/>
              <a:latin typeface="-apple-system"/>
            </a:endParaRPr>
          </a:p>
        </p:txBody>
      </p:sp>
      <p:sp>
        <p:nvSpPr>
          <p:cNvPr id="4" name="灯片编号占位符 3">
            <a:extLst>
              <a:ext uri="{FF2B5EF4-FFF2-40B4-BE49-F238E27FC236}">
                <a16:creationId xmlns:a16="http://schemas.microsoft.com/office/drawing/2014/main" id="{9B732B7F-B5F0-B5A4-0C82-2F3255B14CE6}"/>
              </a:ext>
            </a:extLst>
          </p:cNvPr>
          <p:cNvSpPr>
            <a:spLocks noGrp="1"/>
          </p:cNvSpPr>
          <p:nvPr>
            <p:ph type="sldNum" sz="quarter" idx="5"/>
          </p:nvPr>
        </p:nvSpPr>
        <p:spPr/>
        <p:txBody>
          <a:bodyPr/>
          <a:lstStyle/>
          <a:p>
            <a:fld id="{5BFA2CD4-4BCB-4798-9670-613CF5BA3F22}" type="slidenum">
              <a:rPr lang="zh-CN" altLang="en-US" smtClean="0"/>
              <a:t>22</a:t>
            </a:fld>
            <a:endParaRPr lang="zh-CN" altLang="en-US" dirty="0"/>
          </a:p>
        </p:txBody>
      </p:sp>
    </p:spTree>
    <p:extLst>
      <p:ext uri="{BB962C8B-B14F-4D97-AF65-F5344CB8AC3E}">
        <p14:creationId xmlns:p14="http://schemas.microsoft.com/office/powerpoint/2010/main" val="346478087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CFCED5-19A1-8A25-2B84-895F1E03A2D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9429F99-5860-E7D0-1F61-D1C94A35B2B5}"/>
              </a:ext>
            </a:extLst>
          </p:cNvPr>
          <p:cNvSpPr>
            <a:spLocks noGrp="1" noRot="1" noChangeAspect="1"/>
          </p:cNvSpPr>
          <p:nvPr>
            <p:ph type="sldImg"/>
          </p:nvPr>
        </p:nvSpPr>
        <p:spPr>
          <a:xfrm>
            <a:off x="2897188" y="849313"/>
            <a:ext cx="4079875" cy="2295525"/>
          </a:xfrm>
        </p:spPr>
      </p:sp>
      <p:sp>
        <p:nvSpPr>
          <p:cNvPr id="3" name="备注占位符 2">
            <a:extLst>
              <a:ext uri="{FF2B5EF4-FFF2-40B4-BE49-F238E27FC236}">
                <a16:creationId xmlns:a16="http://schemas.microsoft.com/office/drawing/2014/main" id="{D541D0A5-C26B-BAFE-599A-000BEBE58DA4}"/>
              </a:ext>
            </a:extLst>
          </p:cNvPr>
          <p:cNvSpPr>
            <a:spLocks noGrp="1"/>
          </p:cNvSpPr>
          <p:nvPr>
            <p:ph type="body" idx="1"/>
          </p:nvPr>
        </p:nvSpPr>
        <p:spPr/>
        <p:txBody>
          <a:bodyPr/>
          <a:lstStyle/>
          <a:p>
            <a:endParaRPr lang="en-US" altLang="zh-CN" b="0" i="0" dirty="0">
              <a:solidFill>
                <a:srgbClr val="4D4D4D"/>
              </a:solidFill>
              <a:effectLst/>
              <a:latin typeface="-apple-system"/>
            </a:endParaRPr>
          </a:p>
        </p:txBody>
      </p:sp>
      <p:sp>
        <p:nvSpPr>
          <p:cNvPr id="4" name="灯片编号占位符 3">
            <a:extLst>
              <a:ext uri="{FF2B5EF4-FFF2-40B4-BE49-F238E27FC236}">
                <a16:creationId xmlns:a16="http://schemas.microsoft.com/office/drawing/2014/main" id="{34249FA3-B161-8205-036E-9BE62C2B9E52}"/>
              </a:ext>
            </a:extLst>
          </p:cNvPr>
          <p:cNvSpPr>
            <a:spLocks noGrp="1"/>
          </p:cNvSpPr>
          <p:nvPr>
            <p:ph type="sldNum" sz="quarter" idx="5"/>
          </p:nvPr>
        </p:nvSpPr>
        <p:spPr/>
        <p:txBody>
          <a:bodyPr/>
          <a:lstStyle/>
          <a:p>
            <a:fld id="{5BFA2CD4-4BCB-4798-9670-613CF5BA3F22}" type="slidenum">
              <a:rPr lang="zh-CN" altLang="en-US" smtClean="0"/>
              <a:t>23</a:t>
            </a:fld>
            <a:endParaRPr lang="zh-CN" altLang="en-US" dirty="0"/>
          </a:p>
        </p:txBody>
      </p:sp>
    </p:spTree>
    <p:extLst>
      <p:ext uri="{BB962C8B-B14F-4D97-AF65-F5344CB8AC3E}">
        <p14:creationId xmlns:p14="http://schemas.microsoft.com/office/powerpoint/2010/main" val="143813443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2897188" y="849313"/>
            <a:ext cx="4079875" cy="2295525"/>
          </a:xfrm>
        </p:spPr>
      </p:sp>
      <p:sp>
        <p:nvSpPr>
          <p:cNvPr id="3" name="文本占位符 2"/>
          <p:cNvSpPr>
            <a:spLocks noGrp="1"/>
          </p:cNvSpPr>
          <p:nvPr>
            <p:ph type="body" idx="3"/>
          </p:nvPr>
        </p:nvSpPr>
        <p:spPr/>
        <p:txBody>
          <a:bodyPr/>
          <a:lstStyle/>
          <a:p>
            <a:endParaRPr lang="zh-CN" altLang="en-US"/>
          </a:p>
        </p:txBody>
      </p:sp>
      <p:sp>
        <p:nvSpPr>
          <p:cNvPr id="4" name="灯片编号占位符 3"/>
          <p:cNvSpPr>
            <a:spLocks noGrp="1"/>
          </p:cNvSpPr>
          <p:nvPr>
            <p:ph type="sldNum" sz="quarter" idx="5"/>
          </p:nvPr>
        </p:nvSpPr>
        <p:spPr/>
        <p:txBody>
          <a:bodyPr/>
          <a:lstStyle/>
          <a:p>
            <a:fld id="{A6837353-30EB-4A48-80EB-173D804AEFBD}" type="slidenum">
              <a:rPr lang="zh-CN" altLang="en-US" smtClean="0"/>
              <a:t>24</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3.xml"/><Relationship Id="rId4" Type="http://schemas.openxmlformats.org/officeDocument/2006/relationships/image" Target="../media/image4.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tags" Target="../tags/tag10.xml"/><Relationship Id="rId7" Type="http://schemas.openxmlformats.org/officeDocument/2006/relationships/image" Target="../media/image6.png"/><Relationship Id="rId2" Type="http://schemas.openxmlformats.org/officeDocument/2006/relationships/tags" Target="../tags/tag9.xml"/><Relationship Id="rId1" Type="http://schemas.openxmlformats.org/officeDocument/2006/relationships/tags" Target="../tags/tag8.xml"/><Relationship Id="rId6" Type="http://schemas.microsoft.com/office/2007/relationships/hdphoto" Target="../media/hdphoto2.wdp"/><Relationship Id="rId5" Type="http://schemas.openxmlformats.org/officeDocument/2006/relationships/image" Target="../media/image7.png"/><Relationship Id="rId4"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3" Type="http://schemas.openxmlformats.org/officeDocument/2006/relationships/tags" Target="../tags/tag19.xml"/><Relationship Id="rId2" Type="http://schemas.openxmlformats.org/officeDocument/2006/relationships/tags" Target="../tags/tag18.xml"/><Relationship Id="rId1" Type="http://schemas.openxmlformats.org/officeDocument/2006/relationships/tags" Target="../tags/tag17.xml"/><Relationship Id="rId6" Type="http://schemas.openxmlformats.org/officeDocument/2006/relationships/slideMaster" Target="../slideMasters/slideMaster6.xml"/><Relationship Id="rId5" Type="http://schemas.openxmlformats.org/officeDocument/2006/relationships/tags" Target="../tags/tag21.xml"/><Relationship Id="rId4" Type="http://schemas.openxmlformats.org/officeDocument/2006/relationships/tags" Target="../tags/tag20.xml"/></Relationships>
</file>

<file path=ppt/slideLayouts/_rels/slideLayout61.xml.rels><?xml version="1.0" encoding="UTF-8" standalone="yes"?>
<Relationships xmlns="http://schemas.openxmlformats.org/package/2006/relationships"><Relationship Id="rId3" Type="http://schemas.openxmlformats.org/officeDocument/2006/relationships/tags" Target="../tags/tag24.xml"/><Relationship Id="rId2" Type="http://schemas.openxmlformats.org/officeDocument/2006/relationships/tags" Target="../tags/tag23.xml"/><Relationship Id="rId1" Type="http://schemas.openxmlformats.org/officeDocument/2006/relationships/tags" Target="../tags/tag22.xml"/><Relationship Id="rId6" Type="http://schemas.openxmlformats.org/officeDocument/2006/relationships/slideMaster" Target="../slideMasters/slideMaster6.xml"/><Relationship Id="rId5" Type="http://schemas.openxmlformats.org/officeDocument/2006/relationships/tags" Target="../tags/tag26.xml"/><Relationship Id="rId4" Type="http://schemas.openxmlformats.org/officeDocument/2006/relationships/tags" Target="../tags/tag25.xml"/></Relationships>
</file>

<file path=ppt/slideLayouts/_rels/slideLayout62.xml.rels><?xml version="1.0" encoding="UTF-8" standalone="yes"?>
<Relationships xmlns="http://schemas.openxmlformats.org/package/2006/relationships"><Relationship Id="rId3" Type="http://schemas.openxmlformats.org/officeDocument/2006/relationships/tags" Target="../tags/tag29.xml"/><Relationship Id="rId2" Type="http://schemas.openxmlformats.org/officeDocument/2006/relationships/tags" Target="../tags/tag28.xml"/><Relationship Id="rId1" Type="http://schemas.openxmlformats.org/officeDocument/2006/relationships/tags" Target="../tags/tag27.xml"/><Relationship Id="rId6" Type="http://schemas.openxmlformats.org/officeDocument/2006/relationships/slideMaster" Target="../slideMasters/slideMaster6.xml"/><Relationship Id="rId5" Type="http://schemas.openxmlformats.org/officeDocument/2006/relationships/tags" Target="../tags/tag31.xml"/><Relationship Id="rId4" Type="http://schemas.openxmlformats.org/officeDocument/2006/relationships/tags" Target="../tags/tag30.xml"/></Relationships>
</file>

<file path=ppt/slideLayouts/_rels/slideLayout63.xml.rels><?xml version="1.0" encoding="UTF-8" standalone="yes"?>
<Relationships xmlns="http://schemas.openxmlformats.org/package/2006/relationships"><Relationship Id="rId3" Type="http://schemas.openxmlformats.org/officeDocument/2006/relationships/tags" Target="../tags/tag34.xml"/><Relationship Id="rId7" Type="http://schemas.openxmlformats.org/officeDocument/2006/relationships/slideMaster" Target="../slideMasters/slideMaster6.xml"/><Relationship Id="rId2" Type="http://schemas.openxmlformats.org/officeDocument/2006/relationships/tags" Target="../tags/tag33.xml"/><Relationship Id="rId1" Type="http://schemas.openxmlformats.org/officeDocument/2006/relationships/tags" Target="../tags/tag32.xml"/><Relationship Id="rId6" Type="http://schemas.openxmlformats.org/officeDocument/2006/relationships/tags" Target="../tags/tag37.xml"/><Relationship Id="rId5" Type="http://schemas.openxmlformats.org/officeDocument/2006/relationships/tags" Target="../tags/tag36.xml"/><Relationship Id="rId4" Type="http://schemas.openxmlformats.org/officeDocument/2006/relationships/tags" Target="../tags/tag35.xml"/></Relationships>
</file>

<file path=ppt/slideLayouts/_rels/slideLayout64.xml.rels><?xml version="1.0" encoding="UTF-8" standalone="yes"?>
<Relationships xmlns="http://schemas.openxmlformats.org/package/2006/relationships"><Relationship Id="rId8" Type="http://schemas.openxmlformats.org/officeDocument/2006/relationships/tags" Target="../tags/tag45.xml"/><Relationship Id="rId3" Type="http://schemas.openxmlformats.org/officeDocument/2006/relationships/tags" Target="../tags/tag40.xml"/><Relationship Id="rId7" Type="http://schemas.openxmlformats.org/officeDocument/2006/relationships/tags" Target="../tags/tag44.xml"/><Relationship Id="rId2" Type="http://schemas.openxmlformats.org/officeDocument/2006/relationships/tags" Target="../tags/tag39.xml"/><Relationship Id="rId1" Type="http://schemas.openxmlformats.org/officeDocument/2006/relationships/tags" Target="../tags/tag38.xml"/><Relationship Id="rId6" Type="http://schemas.openxmlformats.org/officeDocument/2006/relationships/tags" Target="../tags/tag43.xml"/><Relationship Id="rId5" Type="http://schemas.openxmlformats.org/officeDocument/2006/relationships/tags" Target="../tags/tag42.xml"/><Relationship Id="rId4" Type="http://schemas.openxmlformats.org/officeDocument/2006/relationships/tags" Target="../tags/tag41.xml"/><Relationship Id="rId9"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3" Type="http://schemas.openxmlformats.org/officeDocument/2006/relationships/tags" Target="../tags/tag48.xml"/><Relationship Id="rId2" Type="http://schemas.openxmlformats.org/officeDocument/2006/relationships/tags" Target="../tags/tag47.xml"/><Relationship Id="rId1" Type="http://schemas.openxmlformats.org/officeDocument/2006/relationships/tags" Target="../tags/tag46.xml"/><Relationship Id="rId5" Type="http://schemas.openxmlformats.org/officeDocument/2006/relationships/slideMaster" Target="../slideMasters/slideMaster6.xml"/><Relationship Id="rId4" Type="http://schemas.openxmlformats.org/officeDocument/2006/relationships/tags" Target="../tags/tag49.xml"/></Relationships>
</file>

<file path=ppt/slideLayouts/_rels/slideLayout66.xml.rels><?xml version="1.0" encoding="UTF-8" standalone="yes"?>
<Relationships xmlns="http://schemas.openxmlformats.org/package/2006/relationships"><Relationship Id="rId3" Type="http://schemas.openxmlformats.org/officeDocument/2006/relationships/tags" Target="../tags/tag52.xml"/><Relationship Id="rId2" Type="http://schemas.openxmlformats.org/officeDocument/2006/relationships/tags" Target="../tags/tag51.xml"/><Relationship Id="rId1" Type="http://schemas.openxmlformats.org/officeDocument/2006/relationships/tags" Target="../tags/tag50.xml"/><Relationship Id="rId4"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3" Type="http://schemas.openxmlformats.org/officeDocument/2006/relationships/tags" Target="../tags/tag55.xml"/><Relationship Id="rId7" Type="http://schemas.openxmlformats.org/officeDocument/2006/relationships/slideMaster" Target="../slideMasters/slideMaster6.xml"/><Relationship Id="rId2" Type="http://schemas.openxmlformats.org/officeDocument/2006/relationships/tags" Target="../tags/tag54.xml"/><Relationship Id="rId1" Type="http://schemas.openxmlformats.org/officeDocument/2006/relationships/tags" Target="../tags/tag53.xml"/><Relationship Id="rId6" Type="http://schemas.openxmlformats.org/officeDocument/2006/relationships/tags" Target="../tags/tag58.xml"/><Relationship Id="rId5" Type="http://schemas.openxmlformats.org/officeDocument/2006/relationships/tags" Target="../tags/tag57.xml"/><Relationship Id="rId4" Type="http://schemas.openxmlformats.org/officeDocument/2006/relationships/tags" Target="../tags/tag56.xml"/></Relationships>
</file>

<file path=ppt/slideLayouts/_rels/slideLayout68.xml.rels><?xml version="1.0" encoding="UTF-8" standalone="yes"?>
<Relationships xmlns="http://schemas.openxmlformats.org/package/2006/relationships"><Relationship Id="rId3" Type="http://schemas.openxmlformats.org/officeDocument/2006/relationships/tags" Target="../tags/tag61.xml"/><Relationship Id="rId2" Type="http://schemas.openxmlformats.org/officeDocument/2006/relationships/tags" Target="../tags/tag60.xml"/><Relationship Id="rId1" Type="http://schemas.openxmlformats.org/officeDocument/2006/relationships/tags" Target="../tags/tag59.xml"/><Relationship Id="rId6" Type="http://schemas.openxmlformats.org/officeDocument/2006/relationships/slideMaster" Target="../slideMasters/slideMaster6.xml"/><Relationship Id="rId5" Type="http://schemas.openxmlformats.org/officeDocument/2006/relationships/tags" Target="../tags/tag63.xml"/><Relationship Id="rId4" Type="http://schemas.openxmlformats.org/officeDocument/2006/relationships/tags" Target="../tags/tag62.xml"/></Relationships>
</file>

<file path=ppt/slideLayouts/_rels/slideLayout69.xml.rels><?xml version="1.0" encoding="UTF-8" standalone="yes"?>
<Relationships xmlns="http://schemas.openxmlformats.org/package/2006/relationships"><Relationship Id="rId3" Type="http://schemas.openxmlformats.org/officeDocument/2006/relationships/tags" Target="../tags/tag66.xml"/><Relationship Id="rId2" Type="http://schemas.openxmlformats.org/officeDocument/2006/relationships/tags" Target="../tags/tag65.xml"/><Relationship Id="rId1" Type="http://schemas.openxmlformats.org/officeDocument/2006/relationships/tags" Target="../tags/tag64.xml"/><Relationship Id="rId5" Type="http://schemas.openxmlformats.org/officeDocument/2006/relationships/slideMaster" Target="../slideMasters/slideMaster6.xml"/><Relationship Id="rId4" Type="http://schemas.openxmlformats.org/officeDocument/2006/relationships/tags" Target="../tags/tag67.xml"/></Relationships>
</file>

<file path=ppt/slideLayouts/_rels/slideLayout70.xml.rels><?xml version="1.0" encoding="UTF-8" standalone="yes"?>
<Relationships xmlns="http://schemas.openxmlformats.org/package/2006/relationships"><Relationship Id="rId3" Type="http://schemas.openxmlformats.org/officeDocument/2006/relationships/tags" Target="../tags/tag70.xml"/><Relationship Id="rId2" Type="http://schemas.openxmlformats.org/officeDocument/2006/relationships/tags" Target="../tags/tag69.xml"/><Relationship Id="rId1" Type="http://schemas.openxmlformats.org/officeDocument/2006/relationships/tags" Target="../tags/tag68.xml"/><Relationship Id="rId6" Type="http://schemas.openxmlformats.org/officeDocument/2006/relationships/slideMaster" Target="../slideMasters/slideMaster6.xml"/><Relationship Id="rId5" Type="http://schemas.openxmlformats.org/officeDocument/2006/relationships/tags" Target="../tags/tag72.xml"/><Relationship Id="rId4" Type="http://schemas.openxmlformats.org/officeDocument/2006/relationships/tags" Target="../tags/tag71.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9.jpeg"/><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7.xml"/></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7.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0.png"/><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10.png"/><Relationship Id="rId1" Type="http://schemas.openxmlformats.org/officeDocument/2006/relationships/slideMaster" Target="../slideMasters/slideMaster8.xml"/><Relationship Id="rId4" Type="http://schemas.openxmlformats.org/officeDocument/2006/relationships/image" Target="../media/image5.png"/></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8.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4" name="Picture 24" descr="图片1副本"/>
          <p:cNvPicPr>
            <a:picLocks noChangeAspect="1" noChangeArrowheads="1"/>
          </p:cNvPicPr>
          <p:nvPr/>
        </p:nvPicPr>
        <p:blipFill>
          <a:blip/>
          <a:srcRect/>
          <a:stretch>
            <a:fillRect/>
          </a:stretch>
        </p:blipFill>
        <p:spPr bwMode="auto">
          <a:xfrm>
            <a:off x="0" y="2"/>
            <a:ext cx="12192000" cy="1196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pic>
        <p:nvPicPr>
          <p:cNvPr id="6" name="Picture 13" descr="E:\MY DOC\北航简介\LOGO\BUAA LOGO.gif"/>
          <p:cNvPicPr>
            <a:picLocks noChangeAspect="1" noChangeArrowheads="1"/>
          </p:cNvPicPr>
          <p:nvPr userDrawn="1"/>
        </p:nvPicPr>
        <p:blipFill>
          <a:blip/>
          <a:srcRect/>
          <a:stretch>
            <a:fillRect/>
          </a:stretch>
        </p:blipFill>
        <p:spPr bwMode="auto">
          <a:xfrm>
            <a:off x="10856386" y="133350"/>
            <a:ext cx="1246716" cy="9350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ctrTitle"/>
          </p:nvPr>
        </p:nvSpPr>
        <p:spPr>
          <a:xfrm>
            <a:off x="914400" y="2130426"/>
            <a:ext cx="10363200" cy="1470025"/>
          </a:xfr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7" name="Rectangle 7"/>
          <p:cNvSpPr>
            <a:spLocks noGrp="1" noChangeArrowheads="1"/>
          </p:cNvSpPr>
          <p:nvPr>
            <p:ph type="sldNum" sz="quarter" idx="10"/>
          </p:nvPr>
        </p:nvSpPr>
        <p:spPr>
          <a:xfrm>
            <a:off x="11664953" y="6456364"/>
            <a:ext cx="527049" cy="401637"/>
          </a:xfrm>
        </p:spPr>
        <p:txBody>
          <a:bodyPr/>
          <a:lstStyle>
            <a:lvl1pPr>
              <a:defRPr/>
            </a:lvl1pPr>
          </a:lstStyle>
          <a:p>
            <a:pPr>
              <a:defRPr/>
            </a:pPr>
            <a:fld id="{2254EFD8-6E1F-494D-95BD-F83741846853}" type="slidenum">
              <a:rPr lang="zh-CN" altLang="en-US">
                <a:solidFill>
                  <a:srgbClr val="000000"/>
                </a:solidFill>
              </a:rPr>
              <a:t>‹#›</a:t>
            </a:fld>
            <a:endParaRPr lang="en-US" altLang="zh-CN">
              <a:solidFill>
                <a:srgbClr val="000000"/>
              </a:solidFill>
            </a:endParaRPr>
          </a:p>
        </p:txBody>
      </p:sp>
    </p:spTree>
  </p:cSld>
  <p:clrMapOvr>
    <a:masterClrMapping/>
  </p:clrMapOvr>
  <p:transition>
    <p:fade/>
  </p:transition>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标题和内容">
    <p:spTree>
      <p:nvGrpSpPr>
        <p:cNvPr id="1" name=""/>
        <p:cNvGrpSpPr/>
        <p:nvPr/>
      </p:nvGrpSpPr>
      <p:grpSpPr>
        <a:xfrm>
          <a:off x="0" y="0"/>
          <a:ext cx="0" cy="0"/>
          <a:chOff x="0" y="0"/>
          <a:chExt cx="0" cy="0"/>
        </a:xfrm>
      </p:grpSpPr>
      <p:pic>
        <p:nvPicPr>
          <p:cNvPr id="4" name="Picture 24" descr="图片1副本"/>
          <p:cNvPicPr>
            <a:picLocks noChangeAspect="1" noChangeArrowheads="1"/>
          </p:cNvPicPr>
          <p:nvPr/>
        </p:nvPicPr>
        <p:blipFill>
          <a:blip/>
          <a:srcRect/>
          <a:stretch>
            <a:fillRect/>
          </a:stretch>
        </p:blipFill>
        <p:spPr bwMode="auto">
          <a:xfrm>
            <a:off x="0" y="2"/>
            <a:ext cx="12192000" cy="1196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pic>
        <p:nvPicPr>
          <p:cNvPr id="6" name="Picture 13" descr="E:\MY DOC\北航简介\LOGO\BUAA LOGO.gif"/>
          <p:cNvPicPr>
            <a:picLocks noChangeAspect="1" noChangeArrowheads="1"/>
          </p:cNvPicPr>
          <p:nvPr userDrawn="1"/>
        </p:nvPicPr>
        <p:blipFill>
          <a:blip/>
          <a:srcRect/>
          <a:stretch>
            <a:fillRect/>
          </a:stretch>
        </p:blipFill>
        <p:spPr bwMode="auto">
          <a:xfrm>
            <a:off x="10856386" y="133350"/>
            <a:ext cx="1246716" cy="9350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lvl1pPr>
              <a:defRPr sz="4000"/>
            </a:lvl1pPr>
          </a:lstStyle>
          <a:p>
            <a:r>
              <a:rPr lang="zh-CN" altLang="en-US" dirty="0"/>
              <a:t>单击此处编辑母版标题样式</a:t>
            </a:r>
          </a:p>
        </p:txBody>
      </p:sp>
      <p:sp>
        <p:nvSpPr>
          <p:cNvPr id="3" name="内容占位符 2"/>
          <p:cNvSpPr>
            <a:spLocks noGrp="1"/>
          </p:cNvSpPr>
          <p:nvPr>
            <p:ph idx="1"/>
          </p:nvPr>
        </p:nvSpPr>
        <p:spPr/>
        <p:txBody>
          <a:bodyPr/>
          <a:lstStyle>
            <a:lvl1pPr>
              <a:defRPr sz="2800"/>
            </a:lvl1pPr>
            <a:lvl2pPr>
              <a:defRPr sz="2400"/>
            </a:lvl2pPr>
            <a:lvl3pPr>
              <a:defRPr sz="2400"/>
            </a:lvl3pPr>
            <a:lvl4pPr>
              <a:defRPr sz="2000"/>
            </a:lvl4pPr>
            <a:lvl5pPr>
              <a:defRPr sz="200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transition>
    <p:fade/>
  </p:transition>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pic>
        <p:nvPicPr>
          <p:cNvPr id="4" name="Picture 24" descr="图片1副本"/>
          <p:cNvPicPr>
            <a:picLocks noChangeAspect="1" noChangeArrowheads="1"/>
          </p:cNvPicPr>
          <p:nvPr/>
        </p:nvPicPr>
        <p:blipFill>
          <a:blip/>
          <a:srcRect/>
          <a:stretch>
            <a:fillRect/>
          </a:stretch>
        </p:blipFill>
        <p:spPr bwMode="auto">
          <a:xfrm>
            <a:off x="0" y="2"/>
            <a:ext cx="12192000" cy="1196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pic>
        <p:nvPicPr>
          <p:cNvPr id="6" name="Picture 13" descr="E:\MY DOC\北航简介\LOGO\BUAA LOGO.gif"/>
          <p:cNvPicPr>
            <a:picLocks noChangeAspect="1" noChangeArrowheads="1"/>
          </p:cNvPicPr>
          <p:nvPr userDrawn="1"/>
        </p:nvPicPr>
        <p:blipFill>
          <a:blip/>
          <a:srcRect/>
          <a:stretch>
            <a:fillRect/>
          </a:stretch>
        </p:blipFill>
        <p:spPr bwMode="auto">
          <a:xfrm>
            <a:off x="10856386" y="133350"/>
            <a:ext cx="1246716" cy="9350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7" name="Rectangle 7"/>
          <p:cNvSpPr>
            <a:spLocks noGrp="1" noChangeArrowheads="1"/>
          </p:cNvSpPr>
          <p:nvPr>
            <p:ph type="sldNum" sz="quarter" idx="10"/>
          </p:nvPr>
        </p:nvSpPr>
        <p:spPr>
          <a:xfrm>
            <a:off x="11664953" y="6456364"/>
            <a:ext cx="527049" cy="401637"/>
          </a:xfrm>
        </p:spPr>
        <p:txBody>
          <a:bodyPr/>
          <a:lstStyle>
            <a:lvl1pPr>
              <a:defRPr/>
            </a:lvl1pPr>
          </a:lstStyle>
          <a:p>
            <a:pPr>
              <a:defRPr/>
            </a:pPr>
            <a:fld id="{DB288C77-C006-4A45-BB79-0C87CE8A5D8D}" type="slidenum">
              <a:rPr lang="zh-CN" altLang="en-US">
                <a:solidFill>
                  <a:srgbClr val="000000"/>
                </a:solidFill>
              </a:rPr>
              <a:t>‹#›</a:t>
            </a:fld>
            <a:endParaRPr lang="en-US" altLang="zh-CN">
              <a:solidFill>
                <a:srgbClr val="000000"/>
              </a:solidFill>
            </a:endParaRPr>
          </a:p>
        </p:txBody>
      </p:sp>
    </p:spTree>
  </p:cSld>
  <p:clrMapOvr>
    <a:masterClrMapping/>
  </p:clrMapOvr>
  <p:transition>
    <p:fade/>
  </p:transition>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两栏内容">
    <p:spTree>
      <p:nvGrpSpPr>
        <p:cNvPr id="1" name=""/>
        <p:cNvGrpSpPr/>
        <p:nvPr/>
      </p:nvGrpSpPr>
      <p:grpSpPr>
        <a:xfrm>
          <a:off x="0" y="0"/>
          <a:ext cx="0" cy="0"/>
          <a:chOff x="0" y="0"/>
          <a:chExt cx="0" cy="0"/>
        </a:xfrm>
      </p:grpSpPr>
      <p:pic>
        <p:nvPicPr>
          <p:cNvPr id="5" name="Picture 24" descr="图片1副本"/>
          <p:cNvPicPr>
            <a:picLocks noChangeAspect="1" noChangeArrowheads="1"/>
          </p:cNvPicPr>
          <p:nvPr/>
        </p:nvPicPr>
        <p:blipFill>
          <a:blip/>
          <a:srcRect/>
          <a:stretch>
            <a:fillRect/>
          </a:stretch>
        </p:blipFill>
        <p:spPr bwMode="auto">
          <a:xfrm>
            <a:off x="0" y="2"/>
            <a:ext cx="12192000" cy="1196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pic>
        <p:nvPicPr>
          <p:cNvPr id="7" name="Picture 13" descr="E:\MY DOC\北航简介\LOGO\BUAA LOGO.gif"/>
          <p:cNvPicPr>
            <a:picLocks noChangeAspect="1" noChangeArrowheads="1"/>
          </p:cNvPicPr>
          <p:nvPr userDrawn="1"/>
        </p:nvPicPr>
        <p:blipFill>
          <a:blip/>
          <a:srcRect/>
          <a:stretch>
            <a:fillRect/>
          </a:stretch>
        </p:blipFill>
        <p:spPr bwMode="auto">
          <a:xfrm>
            <a:off x="10856386" y="133350"/>
            <a:ext cx="1246716" cy="9350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239184" y="1341439"/>
            <a:ext cx="5755216" cy="52562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2" y="1341439"/>
            <a:ext cx="5755217" cy="52562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transition>
    <p:fade/>
  </p:transition>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比较">
    <p:spTree>
      <p:nvGrpSpPr>
        <p:cNvPr id="1" name=""/>
        <p:cNvGrpSpPr/>
        <p:nvPr/>
      </p:nvGrpSpPr>
      <p:grpSpPr>
        <a:xfrm>
          <a:off x="0" y="0"/>
          <a:ext cx="0" cy="0"/>
          <a:chOff x="0" y="0"/>
          <a:chExt cx="0" cy="0"/>
        </a:xfrm>
      </p:grpSpPr>
      <p:pic>
        <p:nvPicPr>
          <p:cNvPr id="7" name="Picture 24" descr="图片1副本"/>
          <p:cNvPicPr>
            <a:picLocks noChangeAspect="1" noChangeArrowheads="1"/>
          </p:cNvPicPr>
          <p:nvPr/>
        </p:nvPicPr>
        <p:blipFill>
          <a:blip/>
          <a:srcRect/>
          <a:stretch>
            <a:fillRect/>
          </a:stretch>
        </p:blipFill>
        <p:spPr bwMode="auto">
          <a:xfrm>
            <a:off x="0" y="2"/>
            <a:ext cx="12192000" cy="1196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pic>
        <p:nvPicPr>
          <p:cNvPr id="9" name="Picture 13" descr="E:\MY DOC\北航简介\LOGO\BUAA LOGO.gif"/>
          <p:cNvPicPr>
            <a:picLocks noChangeAspect="1" noChangeArrowheads="1"/>
          </p:cNvPicPr>
          <p:nvPr userDrawn="1"/>
        </p:nvPicPr>
        <p:blipFill>
          <a:blip/>
          <a:srcRect/>
          <a:stretch>
            <a:fillRect/>
          </a:stretch>
        </p:blipFill>
        <p:spPr bwMode="auto">
          <a:xfrm>
            <a:off x="10856386" y="133350"/>
            <a:ext cx="1246716" cy="9350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a:xfrm>
            <a:off x="609600" y="274639"/>
            <a:ext cx="109728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9" y="1535113"/>
            <a:ext cx="5389033"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 name="Rectangle 7"/>
          <p:cNvSpPr>
            <a:spLocks noGrp="1" noChangeArrowheads="1"/>
          </p:cNvSpPr>
          <p:nvPr>
            <p:ph type="sldNum" sz="quarter" idx="10"/>
          </p:nvPr>
        </p:nvSpPr>
        <p:spPr>
          <a:xfrm>
            <a:off x="11664953" y="6456364"/>
            <a:ext cx="527049" cy="401637"/>
          </a:xfrm>
        </p:spPr>
        <p:txBody>
          <a:bodyPr/>
          <a:lstStyle>
            <a:lvl1pPr>
              <a:defRPr/>
            </a:lvl1pPr>
          </a:lstStyle>
          <a:p>
            <a:pPr>
              <a:defRPr/>
            </a:pPr>
            <a:fld id="{CD8A56BF-FBAE-4EC2-9A17-B20C1EA6B666}" type="slidenum">
              <a:rPr lang="zh-CN" altLang="en-US">
                <a:solidFill>
                  <a:srgbClr val="000000"/>
                </a:solidFill>
              </a:rPr>
              <a:t>‹#›</a:t>
            </a:fld>
            <a:endParaRPr lang="en-US" altLang="zh-CN">
              <a:solidFill>
                <a:srgbClr val="000000"/>
              </a:solidFill>
            </a:endParaRPr>
          </a:p>
        </p:txBody>
      </p:sp>
    </p:spTree>
  </p:cSld>
  <p:clrMapOvr>
    <a:masterClrMapping/>
  </p:clrMapOvr>
  <p:transition>
    <p:fade/>
  </p:transition>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仅标题">
    <p:spTree>
      <p:nvGrpSpPr>
        <p:cNvPr id="1" name=""/>
        <p:cNvGrpSpPr/>
        <p:nvPr/>
      </p:nvGrpSpPr>
      <p:grpSpPr>
        <a:xfrm>
          <a:off x="0" y="0"/>
          <a:ext cx="0" cy="0"/>
          <a:chOff x="0" y="0"/>
          <a:chExt cx="0" cy="0"/>
        </a:xfrm>
      </p:grpSpPr>
      <p:sp>
        <p:nvSpPr>
          <p:cNvPr id="6" name="Rectangle 7"/>
          <p:cNvSpPr>
            <a:spLocks noGrp="1" noChangeArrowheads="1"/>
          </p:cNvSpPr>
          <p:nvPr>
            <p:ph type="sldNum" sz="quarter" idx="10"/>
          </p:nvPr>
        </p:nvSpPr>
        <p:spPr>
          <a:xfrm>
            <a:off x="11664953" y="6456364"/>
            <a:ext cx="527049" cy="401637"/>
          </a:xfrm>
        </p:spPr>
        <p:txBody>
          <a:bodyPr/>
          <a:lstStyle>
            <a:lvl1pPr>
              <a:defRPr/>
            </a:lvl1pPr>
          </a:lstStyle>
          <a:p>
            <a:pPr>
              <a:defRPr/>
            </a:pPr>
            <a:fld id="{8562223F-EAE4-4709-90BF-19CB3D12D353}" type="slidenum">
              <a:rPr lang="zh-CN" altLang="en-US">
                <a:solidFill>
                  <a:srgbClr val="000000"/>
                </a:solidFill>
              </a:rPr>
              <a:t>‹#›</a:t>
            </a:fld>
            <a:endParaRPr lang="en-US" altLang="zh-CN" dirty="0">
              <a:solidFill>
                <a:srgbClr val="000000"/>
              </a:solidFill>
            </a:endParaRPr>
          </a:p>
        </p:txBody>
      </p:sp>
    </p:spTree>
  </p:cSld>
  <p:clrMapOvr>
    <a:masterClrMapping/>
  </p:clrMapOvr>
  <p:transition>
    <p:fade/>
  </p:transition>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pic>
        <p:nvPicPr>
          <p:cNvPr id="2" name="Picture 24" descr="图片1副本"/>
          <p:cNvPicPr>
            <a:picLocks noChangeAspect="1" noChangeArrowheads="1"/>
          </p:cNvPicPr>
          <p:nvPr/>
        </p:nvPicPr>
        <p:blipFill>
          <a:blip/>
          <a:srcRect/>
          <a:stretch>
            <a:fillRect/>
          </a:stretch>
        </p:blipFill>
        <p:spPr bwMode="auto">
          <a:xfrm>
            <a:off x="0" y="2"/>
            <a:ext cx="12192000" cy="1196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pic>
        <p:nvPicPr>
          <p:cNvPr id="4" name="Picture 13" descr="E:\MY DOC\北航简介\LOGO\BUAA LOGO.gif"/>
          <p:cNvPicPr>
            <a:picLocks noChangeAspect="1" noChangeArrowheads="1"/>
          </p:cNvPicPr>
          <p:nvPr userDrawn="1"/>
        </p:nvPicPr>
        <p:blipFill>
          <a:blip/>
          <a:srcRect/>
          <a:stretch>
            <a:fillRect/>
          </a:stretch>
        </p:blipFill>
        <p:spPr bwMode="auto">
          <a:xfrm>
            <a:off x="10856386" y="133350"/>
            <a:ext cx="1246716" cy="9350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7"/>
          <p:cNvSpPr>
            <a:spLocks noGrp="1" noChangeArrowheads="1"/>
          </p:cNvSpPr>
          <p:nvPr>
            <p:ph type="sldNum" sz="quarter" idx="10"/>
          </p:nvPr>
        </p:nvSpPr>
        <p:spPr>
          <a:xfrm>
            <a:off x="11664953" y="6456364"/>
            <a:ext cx="527049" cy="401637"/>
          </a:xfrm>
        </p:spPr>
        <p:txBody>
          <a:bodyPr/>
          <a:lstStyle>
            <a:lvl1pPr>
              <a:defRPr/>
            </a:lvl1pPr>
          </a:lstStyle>
          <a:p>
            <a:pPr>
              <a:defRPr/>
            </a:pPr>
            <a:fld id="{6CA8B81E-3F13-46BA-9375-D4091E4C73BE}" type="slidenum">
              <a:rPr lang="zh-CN" altLang="en-US">
                <a:solidFill>
                  <a:srgbClr val="000000"/>
                </a:solidFill>
              </a:rPr>
              <a:t>‹#›</a:t>
            </a:fld>
            <a:endParaRPr lang="en-US" altLang="zh-CN">
              <a:solidFill>
                <a:srgbClr val="000000"/>
              </a:solidFill>
            </a:endParaRPr>
          </a:p>
        </p:txBody>
      </p:sp>
    </p:spTree>
  </p:cSld>
  <p:clrMapOvr>
    <a:masterClrMapping/>
  </p:clrMapOvr>
  <p:transition>
    <p:fade/>
  </p:transition>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pic>
        <p:nvPicPr>
          <p:cNvPr id="5" name="Picture 24" descr="图片1副本"/>
          <p:cNvPicPr>
            <a:picLocks noChangeAspect="1" noChangeArrowheads="1"/>
          </p:cNvPicPr>
          <p:nvPr/>
        </p:nvPicPr>
        <p:blipFill>
          <a:blip/>
          <a:srcRect/>
          <a:stretch>
            <a:fillRect/>
          </a:stretch>
        </p:blipFill>
        <p:spPr bwMode="auto">
          <a:xfrm>
            <a:off x="0" y="2"/>
            <a:ext cx="12192000" cy="1196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pic>
        <p:nvPicPr>
          <p:cNvPr id="7" name="Picture 13" descr="E:\MY DOC\北航简介\LOGO\BUAA LOGO.gif"/>
          <p:cNvPicPr>
            <a:picLocks noChangeAspect="1" noChangeArrowheads="1"/>
          </p:cNvPicPr>
          <p:nvPr userDrawn="1"/>
        </p:nvPicPr>
        <p:blipFill>
          <a:blip/>
          <a:srcRect/>
          <a:stretch>
            <a:fillRect/>
          </a:stretch>
        </p:blipFill>
        <p:spPr bwMode="auto">
          <a:xfrm>
            <a:off x="10856386" y="133350"/>
            <a:ext cx="1246716" cy="9350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a:xfrm>
            <a:off x="609602" y="273049"/>
            <a:ext cx="4011084" cy="1162051"/>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2"/>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2" y="1435102"/>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cSld>
  <p:clrMapOvr>
    <a:masterClrMapping/>
  </p:clrMapOvr>
  <p:transition>
    <p:fade/>
  </p:transition>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pic>
        <p:nvPicPr>
          <p:cNvPr id="5" name="Picture 24" descr="图片1副本"/>
          <p:cNvPicPr>
            <a:picLocks noChangeAspect="1" noChangeArrowheads="1"/>
          </p:cNvPicPr>
          <p:nvPr/>
        </p:nvPicPr>
        <p:blipFill>
          <a:blip/>
          <a:srcRect/>
          <a:stretch>
            <a:fillRect/>
          </a:stretch>
        </p:blipFill>
        <p:spPr bwMode="auto">
          <a:xfrm>
            <a:off x="0" y="2"/>
            <a:ext cx="12192000" cy="1196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pic>
        <p:nvPicPr>
          <p:cNvPr id="7" name="Picture 13" descr="E:\MY DOC\北航简介\LOGO\BUAA LOGO.gif"/>
          <p:cNvPicPr>
            <a:picLocks noChangeAspect="1" noChangeArrowheads="1"/>
          </p:cNvPicPr>
          <p:nvPr userDrawn="1"/>
        </p:nvPicPr>
        <p:blipFill>
          <a:blip/>
          <a:srcRect/>
          <a:stretch>
            <a:fillRect/>
          </a:stretch>
        </p:blipFill>
        <p:spPr bwMode="auto">
          <a:xfrm>
            <a:off x="10856386" y="133350"/>
            <a:ext cx="1246716" cy="9350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a:xfrm>
            <a:off x="2389717" y="4800600"/>
            <a:ext cx="7315200" cy="566739"/>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717" y="5367338"/>
            <a:ext cx="7315200" cy="8048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cSld>
  <p:clrMapOvr>
    <a:masterClrMapping/>
  </p:clrMapOvr>
  <p:transition>
    <p:fade/>
  </p:transition>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标题和竖排文字">
    <p:spTree>
      <p:nvGrpSpPr>
        <p:cNvPr id="1" name=""/>
        <p:cNvGrpSpPr/>
        <p:nvPr/>
      </p:nvGrpSpPr>
      <p:grpSpPr>
        <a:xfrm>
          <a:off x="0" y="0"/>
          <a:ext cx="0" cy="0"/>
          <a:chOff x="0" y="0"/>
          <a:chExt cx="0" cy="0"/>
        </a:xfrm>
      </p:grpSpPr>
      <p:pic>
        <p:nvPicPr>
          <p:cNvPr id="4" name="Picture 24" descr="图片1副本"/>
          <p:cNvPicPr>
            <a:picLocks noChangeAspect="1" noChangeArrowheads="1"/>
          </p:cNvPicPr>
          <p:nvPr/>
        </p:nvPicPr>
        <p:blipFill>
          <a:blip/>
          <a:srcRect/>
          <a:stretch>
            <a:fillRect/>
          </a:stretch>
        </p:blipFill>
        <p:spPr bwMode="auto">
          <a:xfrm>
            <a:off x="0" y="2"/>
            <a:ext cx="12192000" cy="1196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pic>
        <p:nvPicPr>
          <p:cNvPr id="6" name="Picture 13" descr="E:\MY DOC\北航简介\LOGO\BUAA LOGO.gif"/>
          <p:cNvPicPr>
            <a:picLocks noChangeAspect="1" noChangeArrowheads="1"/>
          </p:cNvPicPr>
          <p:nvPr userDrawn="1"/>
        </p:nvPicPr>
        <p:blipFill>
          <a:blip/>
          <a:srcRect/>
          <a:stretch>
            <a:fillRect/>
          </a:stretch>
        </p:blipFill>
        <p:spPr bwMode="auto">
          <a:xfrm>
            <a:off x="10856386" y="133350"/>
            <a:ext cx="1246716" cy="9350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transition>
    <p:fade/>
  </p:transition>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文本">
    <p:spTree>
      <p:nvGrpSpPr>
        <p:cNvPr id="1" name=""/>
        <p:cNvGrpSpPr/>
        <p:nvPr/>
      </p:nvGrpSpPr>
      <p:grpSpPr>
        <a:xfrm>
          <a:off x="0" y="0"/>
          <a:ext cx="0" cy="0"/>
          <a:chOff x="0" y="0"/>
          <a:chExt cx="0" cy="0"/>
        </a:xfrm>
      </p:grpSpPr>
      <p:pic>
        <p:nvPicPr>
          <p:cNvPr id="4" name="Picture 24" descr="图片1副本"/>
          <p:cNvPicPr>
            <a:picLocks noChangeAspect="1" noChangeArrowheads="1"/>
          </p:cNvPicPr>
          <p:nvPr/>
        </p:nvPicPr>
        <p:blipFill>
          <a:blip/>
          <a:srcRect/>
          <a:stretch>
            <a:fillRect/>
          </a:stretch>
        </p:blipFill>
        <p:spPr bwMode="auto">
          <a:xfrm>
            <a:off x="0" y="2"/>
            <a:ext cx="12192000" cy="1196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pic>
        <p:nvPicPr>
          <p:cNvPr id="6" name="Picture 13" descr="E:\MY DOC\北航简介\LOGO\BUAA LOGO.gif"/>
          <p:cNvPicPr>
            <a:picLocks noChangeAspect="1" noChangeArrowheads="1"/>
          </p:cNvPicPr>
          <p:nvPr userDrawn="1"/>
        </p:nvPicPr>
        <p:blipFill>
          <a:blip/>
          <a:srcRect/>
          <a:stretch>
            <a:fillRect/>
          </a:stretch>
        </p:blipFill>
        <p:spPr bwMode="auto">
          <a:xfrm>
            <a:off x="10856386" y="133350"/>
            <a:ext cx="1246716" cy="9350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竖排标题 1"/>
          <p:cNvSpPr>
            <a:spLocks noGrp="1"/>
          </p:cNvSpPr>
          <p:nvPr>
            <p:ph type="title" orient="vert"/>
          </p:nvPr>
        </p:nvSpPr>
        <p:spPr>
          <a:xfrm>
            <a:off x="9025467" y="44451"/>
            <a:ext cx="2963333" cy="65532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131236" y="44451"/>
            <a:ext cx="8691033" cy="65532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transition>
    <p:fade/>
  </p:transition>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objOnly" preserve="1">
  <p:cSld name="内容">
    <p:spTree>
      <p:nvGrpSpPr>
        <p:cNvPr id="1" name=""/>
        <p:cNvGrpSpPr/>
        <p:nvPr/>
      </p:nvGrpSpPr>
      <p:grpSpPr>
        <a:xfrm>
          <a:off x="0" y="0"/>
          <a:ext cx="0" cy="0"/>
          <a:chOff x="0" y="0"/>
          <a:chExt cx="0" cy="0"/>
        </a:xfrm>
      </p:grpSpPr>
      <p:pic>
        <p:nvPicPr>
          <p:cNvPr id="3" name="Picture 24" descr="图片1副本"/>
          <p:cNvPicPr>
            <a:picLocks noChangeAspect="1" noChangeArrowheads="1"/>
          </p:cNvPicPr>
          <p:nvPr/>
        </p:nvPicPr>
        <p:blipFill>
          <a:blip/>
          <a:srcRect/>
          <a:stretch>
            <a:fillRect/>
          </a:stretch>
        </p:blipFill>
        <p:spPr bwMode="auto">
          <a:xfrm>
            <a:off x="0" y="2"/>
            <a:ext cx="12192000" cy="1196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pic>
        <p:nvPicPr>
          <p:cNvPr id="5" name="Picture 13" descr="E:\MY DOC\北航简介\LOGO\BUAA LOGO.gif"/>
          <p:cNvPicPr>
            <a:picLocks noChangeAspect="1" noChangeArrowheads="1"/>
          </p:cNvPicPr>
          <p:nvPr userDrawn="1"/>
        </p:nvPicPr>
        <p:blipFill>
          <a:blip/>
          <a:srcRect/>
          <a:stretch>
            <a:fillRect/>
          </a:stretch>
        </p:blipFill>
        <p:spPr bwMode="auto">
          <a:xfrm>
            <a:off x="10856386" y="133350"/>
            <a:ext cx="1246716" cy="9350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内容占位符 1"/>
          <p:cNvSpPr>
            <a:spLocks noGrp="1"/>
          </p:cNvSpPr>
          <p:nvPr>
            <p:ph/>
          </p:nvPr>
        </p:nvSpPr>
        <p:spPr>
          <a:xfrm>
            <a:off x="131235" y="44451"/>
            <a:ext cx="11857567" cy="6553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transition>
    <p:fade/>
  </p:transition>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4" name="Picture 24" descr="图片1副本"/>
          <p:cNvPicPr>
            <a:picLocks noChangeAspect="1" noChangeArrowheads="1"/>
          </p:cNvPicPr>
          <p:nvPr/>
        </p:nvPicPr>
        <p:blipFill>
          <a:blip/>
          <a:srcRect/>
          <a:stretch>
            <a:fillRect/>
          </a:stretch>
        </p:blipFill>
        <p:spPr bwMode="auto">
          <a:xfrm>
            <a:off x="0" y="2"/>
            <a:ext cx="12192000" cy="1196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pic>
        <p:nvPicPr>
          <p:cNvPr id="6" name="Picture 13" descr="E:\MY DOC\北航简介\LOGO\BUAA LOGO.gif"/>
          <p:cNvPicPr>
            <a:picLocks noChangeAspect="1" noChangeArrowheads="1"/>
          </p:cNvPicPr>
          <p:nvPr userDrawn="1"/>
        </p:nvPicPr>
        <p:blipFill>
          <a:blip/>
          <a:srcRect/>
          <a:stretch>
            <a:fillRect/>
          </a:stretch>
        </p:blipFill>
        <p:spPr bwMode="auto">
          <a:xfrm>
            <a:off x="10856386" y="133350"/>
            <a:ext cx="1246716" cy="9350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ctrTitle"/>
          </p:nvPr>
        </p:nvSpPr>
        <p:spPr>
          <a:xfrm>
            <a:off x="914400" y="2130426"/>
            <a:ext cx="10363200" cy="1470025"/>
          </a:xfr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7" name="Rectangle 7"/>
          <p:cNvSpPr>
            <a:spLocks noGrp="1" noChangeArrowheads="1"/>
          </p:cNvSpPr>
          <p:nvPr>
            <p:ph type="sldNum" sz="quarter" idx="10"/>
          </p:nvPr>
        </p:nvSpPr>
        <p:spPr>
          <a:xfrm>
            <a:off x="11664953" y="6456364"/>
            <a:ext cx="527049" cy="401637"/>
          </a:xfrm>
        </p:spPr>
        <p:txBody>
          <a:bodyPr/>
          <a:lstStyle>
            <a:lvl1pPr>
              <a:defRPr/>
            </a:lvl1pPr>
          </a:lstStyle>
          <a:p>
            <a:pPr>
              <a:defRPr/>
            </a:pPr>
            <a:fld id="{2254EFD8-6E1F-494D-95BD-F83741846853}" type="slidenum">
              <a:rPr lang="zh-CN" altLang="en-US">
                <a:solidFill>
                  <a:srgbClr val="000000"/>
                </a:solidFill>
              </a:rPr>
              <a:t>‹#›</a:t>
            </a:fld>
            <a:endParaRPr lang="en-US" altLang="zh-CN">
              <a:solidFill>
                <a:srgbClr val="000000"/>
              </a:solidFill>
            </a:endParaRPr>
          </a:p>
        </p:txBody>
      </p:sp>
    </p:spTree>
  </p:cSld>
  <p:clrMapOvr>
    <a:masterClrMapping/>
  </p:clrMapOvr>
  <p:transition>
    <p:fade/>
  </p:transition>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obj" preserve="1">
  <p:cSld name="标题和内容">
    <p:spTree>
      <p:nvGrpSpPr>
        <p:cNvPr id="1" name=""/>
        <p:cNvGrpSpPr/>
        <p:nvPr/>
      </p:nvGrpSpPr>
      <p:grpSpPr>
        <a:xfrm>
          <a:off x="0" y="0"/>
          <a:ext cx="0" cy="0"/>
          <a:chOff x="0" y="0"/>
          <a:chExt cx="0" cy="0"/>
        </a:xfrm>
      </p:grpSpPr>
      <p:pic>
        <p:nvPicPr>
          <p:cNvPr id="4" name="Picture 24" descr="图片1副本"/>
          <p:cNvPicPr>
            <a:picLocks noChangeAspect="1" noChangeArrowheads="1"/>
          </p:cNvPicPr>
          <p:nvPr/>
        </p:nvPicPr>
        <p:blipFill>
          <a:blip/>
          <a:srcRect/>
          <a:stretch>
            <a:fillRect/>
          </a:stretch>
        </p:blipFill>
        <p:spPr bwMode="auto">
          <a:xfrm>
            <a:off x="0" y="2"/>
            <a:ext cx="12192000" cy="1196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pic>
        <p:nvPicPr>
          <p:cNvPr id="6" name="Picture 13" descr="E:\MY DOC\北航简介\LOGO\BUAA LOGO.gif"/>
          <p:cNvPicPr>
            <a:picLocks noChangeAspect="1" noChangeArrowheads="1"/>
          </p:cNvPicPr>
          <p:nvPr userDrawn="1"/>
        </p:nvPicPr>
        <p:blipFill>
          <a:blip/>
          <a:srcRect/>
          <a:stretch>
            <a:fillRect/>
          </a:stretch>
        </p:blipFill>
        <p:spPr bwMode="auto">
          <a:xfrm>
            <a:off x="10856386" y="133350"/>
            <a:ext cx="1246716" cy="9350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lvl1pPr>
              <a:defRPr sz="4000"/>
            </a:lvl1pPr>
          </a:lstStyle>
          <a:p>
            <a:r>
              <a:rPr lang="zh-CN" altLang="en-US" dirty="0"/>
              <a:t>单击此处编辑母版标题样式</a:t>
            </a:r>
          </a:p>
        </p:txBody>
      </p:sp>
      <p:sp>
        <p:nvSpPr>
          <p:cNvPr id="3" name="内容占位符 2"/>
          <p:cNvSpPr>
            <a:spLocks noGrp="1"/>
          </p:cNvSpPr>
          <p:nvPr>
            <p:ph idx="1"/>
          </p:nvPr>
        </p:nvSpPr>
        <p:spPr/>
        <p:txBody>
          <a:bodyPr/>
          <a:lstStyle>
            <a:lvl1pPr>
              <a:defRPr sz="2800"/>
            </a:lvl1pPr>
            <a:lvl2pPr>
              <a:defRPr sz="2400"/>
            </a:lvl2pPr>
            <a:lvl3pPr>
              <a:defRPr sz="2400"/>
            </a:lvl3pPr>
            <a:lvl4pPr>
              <a:defRPr sz="2000"/>
            </a:lvl4pPr>
            <a:lvl5pPr>
              <a:defRPr sz="200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transition>
    <p:fade/>
  </p:transition>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pic>
        <p:nvPicPr>
          <p:cNvPr id="4" name="Picture 24" descr="图片1副本"/>
          <p:cNvPicPr>
            <a:picLocks noChangeAspect="1" noChangeArrowheads="1"/>
          </p:cNvPicPr>
          <p:nvPr/>
        </p:nvPicPr>
        <p:blipFill>
          <a:blip/>
          <a:srcRect/>
          <a:stretch>
            <a:fillRect/>
          </a:stretch>
        </p:blipFill>
        <p:spPr bwMode="auto">
          <a:xfrm>
            <a:off x="0" y="2"/>
            <a:ext cx="12192000" cy="1196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pic>
        <p:nvPicPr>
          <p:cNvPr id="6" name="Picture 13" descr="E:\MY DOC\北航简介\LOGO\BUAA LOGO.gif"/>
          <p:cNvPicPr>
            <a:picLocks noChangeAspect="1" noChangeArrowheads="1"/>
          </p:cNvPicPr>
          <p:nvPr userDrawn="1"/>
        </p:nvPicPr>
        <p:blipFill>
          <a:blip/>
          <a:srcRect/>
          <a:stretch>
            <a:fillRect/>
          </a:stretch>
        </p:blipFill>
        <p:spPr bwMode="auto">
          <a:xfrm>
            <a:off x="10856386" y="133350"/>
            <a:ext cx="1246716" cy="9350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7" name="Rectangle 7"/>
          <p:cNvSpPr>
            <a:spLocks noGrp="1" noChangeArrowheads="1"/>
          </p:cNvSpPr>
          <p:nvPr>
            <p:ph type="sldNum" sz="quarter" idx="10"/>
          </p:nvPr>
        </p:nvSpPr>
        <p:spPr>
          <a:xfrm>
            <a:off x="11664953" y="6456364"/>
            <a:ext cx="527049" cy="401637"/>
          </a:xfrm>
        </p:spPr>
        <p:txBody>
          <a:bodyPr/>
          <a:lstStyle>
            <a:lvl1pPr>
              <a:defRPr/>
            </a:lvl1pPr>
          </a:lstStyle>
          <a:p>
            <a:pPr>
              <a:defRPr/>
            </a:pPr>
            <a:fld id="{DB288C77-C006-4A45-BB79-0C87CE8A5D8D}" type="slidenum">
              <a:rPr lang="zh-CN" altLang="en-US">
                <a:solidFill>
                  <a:srgbClr val="000000"/>
                </a:solidFill>
              </a:rPr>
              <a:t>‹#›</a:t>
            </a:fld>
            <a:endParaRPr lang="en-US" altLang="zh-CN">
              <a:solidFill>
                <a:srgbClr val="000000"/>
              </a:solidFill>
            </a:endParaRPr>
          </a:p>
        </p:txBody>
      </p:sp>
    </p:spTree>
  </p:cSld>
  <p:clrMapOvr>
    <a:masterClrMapping/>
  </p:clrMapOvr>
  <p:transition>
    <p:fade/>
  </p:transition>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woObj" preserve="1">
  <p:cSld name="两栏内容">
    <p:spTree>
      <p:nvGrpSpPr>
        <p:cNvPr id="1" name=""/>
        <p:cNvGrpSpPr/>
        <p:nvPr/>
      </p:nvGrpSpPr>
      <p:grpSpPr>
        <a:xfrm>
          <a:off x="0" y="0"/>
          <a:ext cx="0" cy="0"/>
          <a:chOff x="0" y="0"/>
          <a:chExt cx="0" cy="0"/>
        </a:xfrm>
      </p:grpSpPr>
      <p:pic>
        <p:nvPicPr>
          <p:cNvPr id="5" name="Picture 24" descr="图片1副本"/>
          <p:cNvPicPr>
            <a:picLocks noChangeAspect="1" noChangeArrowheads="1"/>
          </p:cNvPicPr>
          <p:nvPr/>
        </p:nvPicPr>
        <p:blipFill>
          <a:blip/>
          <a:srcRect/>
          <a:stretch>
            <a:fillRect/>
          </a:stretch>
        </p:blipFill>
        <p:spPr bwMode="auto">
          <a:xfrm>
            <a:off x="0" y="2"/>
            <a:ext cx="12192000" cy="1196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pic>
        <p:nvPicPr>
          <p:cNvPr id="7" name="Picture 13" descr="E:\MY DOC\北航简介\LOGO\BUAA LOGO.gif"/>
          <p:cNvPicPr>
            <a:picLocks noChangeAspect="1" noChangeArrowheads="1"/>
          </p:cNvPicPr>
          <p:nvPr userDrawn="1"/>
        </p:nvPicPr>
        <p:blipFill>
          <a:blip/>
          <a:srcRect/>
          <a:stretch>
            <a:fillRect/>
          </a:stretch>
        </p:blipFill>
        <p:spPr bwMode="auto">
          <a:xfrm>
            <a:off x="10856386" y="133350"/>
            <a:ext cx="1246716" cy="9350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239184" y="1341439"/>
            <a:ext cx="5755216" cy="52562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2" y="1341439"/>
            <a:ext cx="5755217" cy="52562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transition>
    <p:fade/>
  </p:transition>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twoTxTwoObj" preserve="1">
  <p:cSld name="比较">
    <p:spTree>
      <p:nvGrpSpPr>
        <p:cNvPr id="1" name=""/>
        <p:cNvGrpSpPr/>
        <p:nvPr/>
      </p:nvGrpSpPr>
      <p:grpSpPr>
        <a:xfrm>
          <a:off x="0" y="0"/>
          <a:ext cx="0" cy="0"/>
          <a:chOff x="0" y="0"/>
          <a:chExt cx="0" cy="0"/>
        </a:xfrm>
      </p:grpSpPr>
      <p:pic>
        <p:nvPicPr>
          <p:cNvPr id="7" name="Picture 24" descr="图片1副本"/>
          <p:cNvPicPr>
            <a:picLocks noChangeAspect="1" noChangeArrowheads="1"/>
          </p:cNvPicPr>
          <p:nvPr/>
        </p:nvPicPr>
        <p:blipFill>
          <a:blip/>
          <a:srcRect/>
          <a:stretch>
            <a:fillRect/>
          </a:stretch>
        </p:blipFill>
        <p:spPr bwMode="auto">
          <a:xfrm>
            <a:off x="0" y="2"/>
            <a:ext cx="12192000" cy="1196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pic>
        <p:nvPicPr>
          <p:cNvPr id="9" name="Picture 13" descr="E:\MY DOC\北航简介\LOGO\BUAA LOGO.gif"/>
          <p:cNvPicPr>
            <a:picLocks noChangeAspect="1" noChangeArrowheads="1"/>
          </p:cNvPicPr>
          <p:nvPr userDrawn="1"/>
        </p:nvPicPr>
        <p:blipFill>
          <a:blip/>
          <a:srcRect/>
          <a:stretch>
            <a:fillRect/>
          </a:stretch>
        </p:blipFill>
        <p:spPr bwMode="auto">
          <a:xfrm>
            <a:off x="10856386" y="133350"/>
            <a:ext cx="1246716" cy="9350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a:xfrm>
            <a:off x="609600" y="274639"/>
            <a:ext cx="109728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9" y="1535113"/>
            <a:ext cx="5389033"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 name="Rectangle 7"/>
          <p:cNvSpPr>
            <a:spLocks noGrp="1" noChangeArrowheads="1"/>
          </p:cNvSpPr>
          <p:nvPr>
            <p:ph type="sldNum" sz="quarter" idx="10"/>
          </p:nvPr>
        </p:nvSpPr>
        <p:spPr>
          <a:xfrm>
            <a:off x="11664953" y="6456364"/>
            <a:ext cx="527049" cy="401637"/>
          </a:xfrm>
        </p:spPr>
        <p:txBody>
          <a:bodyPr/>
          <a:lstStyle>
            <a:lvl1pPr>
              <a:defRPr/>
            </a:lvl1pPr>
          </a:lstStyle>
          <a:p>
            <a:pPr>
              <a:defRPr/>
            </a:pPr>
            <a:fld id="{CD8A56BF-FBAE-4EC2-9A17-B20C1EA6B666}" type="slidenum">
              <a:rPr lang="zh-CN" altLang="en-US">
                <a:solidFill>
                  <a:srgbClr val="000000"/>
                </a:solidFill>
              </a:rPr>
              <a:t>‹#›</a:t>
            </a:fld>
            <a:endParaRPr lang="en-US" altLang="zh-CN">
              <a:solidFill>
                <a:srgbClr val="000000"/>
              </a:solidFill>
            </a:endParaRPr>
          </a:p>
        </p:txBody>
      </p:sp>
    </p:spTree>
  </p:cSld>
  <p:clrMapOvr>
    <a:masterClrMapping/>
  </p:clrMapOvr>
  <p:transition>
    <p:fade/>
  </p:transition>
  <p:hf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仅标题">
    <p:spTree>
      <p:nvGrpSpPr>
        <p:cNvPr id="1" name=""/>
        <p:cNvGrpSpPr/>
        <p:nvPr/>
      </p:nvGrpSpPr>
      <p:grpSpPr>
        <a:xfrm>
          <a:off x="0" y="0"/>
          <a:ext cx="0" cy="0"/>
          <a:chOff x="0" y="0"/>
          <a:chExt cx="0" cy="0"/>
        </a:xfrm>
      </p:grpSpPr>
      <p:sp>
        <p:nvSpPr>
          <p:cNvPr id="6" name="Rectangle 7"/>
          <p:cNvSpPr>
            <a:spLocks noGrp="1" noChangeArrowheads="1"/>
          </p:cNvSpPr>
          <p:nvPr>
            <p:ph type="sldNum" sz="quarter" idx="10"/>
          </p:nvPr>
        </p:nvSpPr>
        <p:spPr>
          <a:xfrm>
            <a:off x="11664953" y="6456364"/>
            <a:ext cx="527049" cy="401637"/>
          </a:xfrm>
        </p:spPr>
        <p:txBody>
          <a:bodyPr/>
          <a:lstStyle>
            <a:lvl1pPr>
              <a:defRPr/>
            </a:lvl1pPr>
          </a:lstStyle>
          <a:p>
            <a:pPr>
              <a:defRPr/>
            </a:pPr>
            <a:fld id="{8562223F-EAE4-4709-90BF-19CB3D12D353}" type="slidenum">
              <a:rPr lang="zh-CN" altLang="en-US">
                <a:solidFill>
                  <a:srgbClr val="000000"/>
                </a:solidFill>
              </a:rPr>
              <a:t>‹#›</a:t>
            </a:fld>
            <a:endParaRPr lang="en-US" altLang="zh-CN">
              <a:solidFill>
                <a:srgbClr val="000000"/>
              </a:solidFill>
            </a:endParaRPr>
          </a:p>
        </p:txBody>
      </p:sp>
    </p:spTree>
  </p:cSld>
  <p:clrMapOvr>
    <a:masterClrMapping/>
  </p:clrMapOvr>
  <p:transition>
    <p:fade/>
  </p:transition>
  <p:hf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pic>
        <p:nvPicPr>
          <p:cNvPr id="2" name="Picture 24" descr="图片1副本"/>
          <p:cNvPicPr>
            <a:picLocks noChangeAspect="1" noChangeArrowheads="1"/>
          </p:cNvPicPr>
          <p:nvPr/>
        </p:nvPicPr>
        <p:blipFill>
          <a:blip/>
          <a:srcRect/>
          <a:stretch>
            <a:fillRect/>
          </a:stretch>
        </p:blipFill>
        <p:spPr bwMode="auto">
          <a:xfrm>
            <a:off x="0" y="2"/>
            <a:ext cx="12192000" cy="1196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pic>
        <p:nvPicPr>
          <p:cNvPr id="4" name="Picture 13" descr="E:\MY DOC\北航简介\LOGO\BUAA LOGO.gif"/>
          <p:cNvPicPr>
            <a:picLocks noChangeAspect="1" noChangeArrowheads="1"/>
          </p:cNvPicPr>
          <p:nvPr userDrawn="1"/>
        </p:nvPicPr>
        <p:blipFill>
          <a:blip/>
          <a:srcRect/>
          <a:stretch>
            <a:fillRect/>
          </a:stretch>
        </p:blipFill>
        <p:spPr bwMode="auto">
          <a:xfrm>
            <a:off x="10856386" y="133350"/>
            <a:ext cx="1246716" cy="9350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7"/>
          <p:cNvSpPr>
            <a:spLocks noGrp="1" noChangeArrowheads="1"/>
          </p:cNvSpPr>
          <p:nvPr>
            <p:ph type="sldNum" sz="quarter" idx="10"/>
          </p:nvPr>
        </p:nvSpPr>
        <p:spPr>
          <a:xfrm>
            <a:off x="11664953" y="6456364"/>
            <a:ext cx="527049" cy="401637"/>
          </a:xfrm>
        </p:spPr>
        <p:txBody>
          <a:bodyPr/>
          <a:lstStyle>
            <a:lvl1pPr>
              <a:defRPr/>
            </a:lvl1pPr>
          </a:lstStyle>
          <a:p>
            <a:pPr>
              <a:defRPr/>
            </a:pPr>
            <a:fld id="{6CA8B81E-3F13-46BA-9375-D4091E4C73BE}" type="slidenum">
              <a:rPr lang="zh-CN" altLang="en-US">
                <a:solidFill>
                  <a:srgbClr val="000000"/>
                </a:solidFill>
              </a:rPr>
              <a:t>‹#›</a:t>
            </a:fld>
            <a:endParaRPr lang="en-US" altLang="zh-CN">
              <a:solidFill>
                <a:srgbClr val="000000"/>
              </a:solidFill>
            </a:endParaRPr>
          </a:p>
        </p:txBody>
      </p:sp>
    </p:spTree>
  </p:cSld>
  <p:clrMapOvr>
    <a:masterClrMapping/>
  </p:clrMapOvr>
  <p:transition>
    <p:fade/>
  </p:transition>
  <p:hf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pic>
        <p:nvPicPr>
          <p:cNvPr id="5" name="Picture 24" descr="图片1副本"/>
          <p:cNvPicPr>
            <a:picLocks noChangeAspect="1" noChangeArrowheads="1"/>
          </p:cNvPicPr>
          <p:nvPr/>
        </p:nvPicPr>
        <p:blipFill>
          <a:blip/>
          <a:srcRect/>
          <a:stretch>
            <a:fillRect/>
          </a:stretch>
        </p:blipFill>
        <p:spPr bwMode="auto">
          <a:xfrm>
            <a:off x="0" y="2"/>
            <a:ext cx="12192000" cy="1196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pic>
        <p:nvPicPr>
          <p:cNvPr id="7" name="Picture 13" descr="E:\MY DOC\北航简介\LOGO\BUAA LOGO.gif"/>
          <p:cNvPicPr>
            <a:picLocks noChangeAspect="1" noChangeArrowheads="1"/>
          </p:cNvPicPr>
          <p:nvPr userDrawn="1"/>
        </p:nvPicPr>
        <p:blipFill>
          <a:blip/>
          <a:srcRect/>
          <a:stretch>
            <a:fillRect/>
          </a:stretch>
        </p:blipFill>
        <p:spPr bwMode="auto">
          <a:xfrm>
            <a:off x="10856386" y="133350"/>
            <a:ext cx="1246716" cy="9350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a:xfrm>
            <a:off x="609602" y="273049"/>
            <a:ext cx="4011084" cy="1162051"/>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2"/>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2" y="1435102"/>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cSld>
  <p:clrMapOvr>
    <a:masterClrMapping/>
  </p:clrMapOvr>
  <p:transition>
    <p:fade/>
  </p:transition>
  <p:hf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pic>
        <p:nvPicPr>
          <p:cNvPr id="5" name="Picture 24" descr="图片1副本"/>
          <p:cNvPicPr>
            <a:picLocks noChangeAspect="1" noChangeArrowheads="1"/>
          </p:cNvPicPr>
          <p:nvPr/>
        </p:nvPicPr>
        <p:blipFill>
          <a:blip/>
          <a:srcRect/>
          <a:stretch>
            <a:fillRect/>
          </a:stretch>
        </p:blipFill>
        <p:spPr bwMode="auto">
          <a:xfrm>
            <a:off x="0" y="2"/>
            <a:ext cx="12192000" cy="1196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pic>
        <p:nvPicPr>
          <p:cNvPr id="7" name="Picture 13" descr="E:\MY DOC\北航简介\LOGO\BUAA LOGO.gif"/>
          <p:cNvPicPr>
            <a:picLocks noChangeAspect="1" noChangeArrowheads="1"/>
          </p:cNvPicPr>
          <p:nvPr userDrawn="1"/>
        </p:nvPicPr>
        <p:blipFill>
          <a:blip/>
          <a:srcRect/>
          <a:stretch>
            <a:fillRect/>
          </a:stretch>
        </p:blipFill>
        <p:spPr bwMode="auto">
          <a:xfrm>
            <a:off x="10856386" y="133350"/>
            <a:ext cx="1246716" cy="9350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a:xfrm>
            <a:off x="2389717" y="4800600"/>
            <a:ext cx="7315200" cy="566739"/>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717" y="5367338"/>
            <a:ext cx="7315200" cy="8048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cSld>
  <p:clrMapOvr>
    <a:masterClrMapping/>
  </p:clrMapOvr>
  <p:transition>
    <p:fade/>
  </p:transition>
  <p:hf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vertTx" preserve="1">
  <p:cSld name="标题和竖排文字">
    <p:spTree>
      <p:nvGrpSpPr>
        <p:cNvPr id="1" name=""/>
        <p:cNvGrpSpPr/>
        <p:nvPr/>
      </p:nvGrpSpPr>
      <p:grpSpPr>
        <a:xfrm>
          <a:off x="0" y="0"/>
          <a:ext cx="0" cy="0"/>
          <a:chOff x="0" y="0"/>
          <a:chExt cx="0" cy="0"/>
        </a:xfrm>
      </p:grpSpPr>
      <p:pic>
        <p:nvPicPr>
          <p:cNvPr id="4" name="Picture 24" descr="图片1副本"/>
          <p:cNvPicPr>
            <a:picLocks noChangeAspect="1" noChangeArrowheads="1"/>
          </p:cNvPicPr>
          <p:nvPr/>
        </p:nvPicPr>
        <p:blipFill>
          <a:blip/>
          <a:srcRect/>
          <a:stretch>
            <a:fillRect/>
          </a:stretch>
        </p:blipFill>
        <p:spPr bwMode="auto">
          <a:xfrm>
            <a:off x="0" y="2"/>
            <a:ext cx="12192000" cy="1196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pic>
        <p:nvPicPr>
          <p:cNvPr id="6" name="Picture 13" descr="E:\MY DOC\北航简介\LOGO\BUAA LOGO.gif"/>
          <p:cNvPicPr>
            <a:picLocks noChangeAspect="1" noChangeArrowheads="1"/>
          </p:cNvPicPr>
          <p:nvPr userDrawn="1"/>
        </p:nvPicPr>
        <p:blipFill>
          <a:blip/>
          <a:srcRect/>
          <a:stretch>
            <a:fillRect/>
          </a:stretch>
        </p:blipFill>
        <p:spPr bwMode="auto">
          <a:xfrm>
            <a:off x="10856386" y="133350"/>
            <a:ext cx="1246716" cy="9350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transition>
    <p:fade/>
  </p:transition>
  <p:hf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文本">
    <p:spTree>
      <p:nvGrpSpPr>
        <p:cNvPr id="1" name=""/>
        <p:cNvGrpSpPr/>
        <p:nvPr/>
      </p:nvGrpSpPr>
      <p:grpSpPr>
        <a:xfrm>
          <a:off x="0" y="0"/>
          <a:ext cx="0" cy="0"/>
          <a:chOff x="0" y="0"/>
          <a:chExt cx="0" cy="0"/>
        </a:xfrm>
      </p:grpSpPr>
      <p:pic>
        <p:nvPicPr>
          <p:cNvPr id="4" name="Picture 24" descr="图片1副本"/>
          <p:cNvPicPr>
            <a:picLocks noChangeAspect="1" noChangeArrowheads="1"/>
          </p:cNvPicPr>
          <p:nvPr/>
        </p:nvPicPr>
        <p:blipFill>
          <a:blip/>
          <a:srcRect/>
          <a:stretch>
            <a:fillRect/>
          </a:stretch>
        </p:blipFill>
        <p:spPr bwMode="auto">
          <a:xfrm>
            <a:off x="0" y="2"/>
            <a:ext cx="12192000" cy="1196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pic>
        <p:nvPicPr>
          <p:cNvPr id="6" name="Picture 13" descr="E:\MY DOC\北航简介\LOGO\BUAA LOGO.gif"/>
          <p:cNvPicPr>
            <a:picLocks noChangeAspect="1" noChangeArrowheads="1"/>
          </p:cNvPicPr>
          <p:nvPr userDrawn="1"/>
        </p:nvPicPr>
        <p:blipFill>
          <a:blip/>
          <a:srcRect/>
          <a:stretch>
            <a:fillRect/>
          </a:stretch>
        </p:blipFill>
        <p:spPr bwMode="auto">
          <a:xfrm>
            <a:off x="10856386" y="133350"/>
            <a:ext cx="1246716" cy="9350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竖排标题 1"/>
          <p:cNvSpPr>
            <a:spLocks noGrp="1"/>
          </p:cNvSpPr>
          <p:nvPr>
            <p:ph type="title" orient="vert"/>
          </p:nvPr>
        </p:nvSpPr>
        <p:spPr>
          <a:xfrm>
            <a:off x="9025467" y="44451"/>
            <a:ext cx="2963333" cy="65532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131236" y="44451"/>
            <a:ext cx="8691033" cy="65532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transition>
    <p:fade/>
  </p:transition>
  <p:hf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objOnly" preserve="1">
  <p:cSld name="内容">
    <p:spTree>
      <p:nvGrpSpPr>
        <p:cNvPr id="1" name=""/>
        <p:cNvGrpSpPr/>
        <p:nvPr/>
      </p:nvGrpSpPr>
      <p:grpSpPr>
        <a:xfrm>
          <a:off x="0" y="0"/>
          <a:ext cx="0" cy="0"/>
          <a:chOff x="0" y="0"/>
          <a:chExt cx="0" cy="0"/>
        </a:xfrm>
      </p:grpSpPr>
      <p:pic>
        <p:nvPicPr>
          <p:cNvPr id="3" name="Picture 24" descr="图片1副本"/>
          <p:cNvPicPr>
            <a:picLocks noChangeAspect="1" noChangeArrowheads="1"/>
          </p:cNvPicPr>
          <p:nvPr/>
        </p:nvPicPr>
        <p:blipFill>
          <a:blip/>
          <a:srcRect/>
          <a:stretch>
            <a:fillRect/>
          </a:stretch>
        </p:blipFill>
        <p:spPr bwMode="auto">
          <a:xfrm>
            <a:off x="0" y="2"/>
            <a:ext cx="12192000" cy="1196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pic>
        <p:nvPicPr>
          <p:cNvPr id="5" name="Picture 13" descr="E:\MY DOC\北航简介\LOGO\BUAA LOGO.gif"/>
          <p:cNvPicPr>
            <a:picLocks noChangeAspect="1" noChangeArrowheads="1"/>
          </p:cNvPicPr>
          <p:nvPr userDrawn="1"/>
        </p:nvPicPr>
        <p:blipFill>
          <a:blip/>
          <a:srcRect/>
          <a:stretch>
            <a:fillRect/>
          </a:stretch>
        </p:blipFill>
        <p:spPr bwMode="auto">
          <a:xfrm>
            <a:off x="10856386" y="133350"/>
            <a:ext cx="1246716" cy="9350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内容占位符 1"/>
          <p:cNvSpPr>
            <a:spLocks noGrp="1"/>
          </p:cNvSpPr>
          <p:nvPr>
            <p:ph/>
          </p:nvPr>
        </p:nvSpPr>
        <p:spPr>
          <a:xfrm>
            <a:off x="131235" y="44451"/>
            <a:ext cx="11857567" cy="6553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transition>
    <p:fade/>
  </p:transition>
  <p:hf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2" name="灯片编号占位符 6"/>
          <p:cNvSpPr>
            <a:spLocks noGrp="1"/>
          </p:cNvSpPr>
          <p:nvPr>
            <p:ph type="sldNum" sz="quarter" idx="12"/>
          </p:nvPr>
        </p:nvSpPr>
        <p:spPr>
          <a:xfrm>
            <a:off x="11656764" y="6588087"/>
            <a:ext cx="535236" cy="269913"/>
          </a:xfrm>
          <a:prstGeom prst="rect">
            <a:avLst/>
          </a:prstGeom>
        </p:spPr>
        <p:txBody>
          <a:bodyPr/>
          <a:lstStyle>
            <a:lvl1pPr algn="ctr" fontAlgn="auto">
              <a:spcBef>
                <a:spcPts val="0"/>
              </a:spcBef>
              <a:spcAft>
                <a:spcPts val="0"/>
              </a:spcAft>
              <a:defRPr sz="1400">
                <a:latin typeface="+mn-lt"/>
                <a:ea typeface="+mn-ea"/>
              </a:defRPr>
            </a:lvl1pPr>
          </a:lstStyle>
          <a:p>
            <a:pPr>
              <a:defRPr/>
            </a:pPr>
            <a:fld id="{5143A64C-4748-49B6-9356-B4EA493437C3}" type="slidenum">
              <a:rPr lang="zh-CN" altLang="en-US" smtClean="0"/>
              <a:t>‹#›</a:t>
            </a:fld>
            <a:endParaRPr lang="zh-CN" altLang="en-US"/>
          </a:p>
        </p:txBody>
      </p:sp>
      <p:grpSp>
        <p:nvGrpSpPr>
          <p:cNvPr id="3" name="组合 2">
            <a:extLst>
              <a:ext uri="{FF2B5EF4-FFF2-40B4-BE49-F238E27FC236}">
                <a16:creationId xmlns:a16="http://schemas.microsoft.com/office/drawing/2014/main" id="{B7DA3770-9E03-A860-9D04-880E7E6BBFB9}"/>
              </a:ext>
            </a:extLst>
          </p:cNvPr>
          <p:cNvGrpSpPr>
            <a:grpSpLocks noChangeAspect="1"/>
          </p:cNvGrpSpPr>
          <p:nvPr userDrawn="1"/>
        </p:nvGrpSpPr>
        <p:grpSpPr>
          <a:xfrm>
            <a:off x="9139809" y="104073"/>
            <a:ext cx="2880000" cy="631558"/>
            <a:chOff x="8607266" y="0"/>
            <a:chExt cx="3387965" cy="742950"/>
          </a:xfrm>
        </p:grpSpPr>
        <p:pic>
          <p:nvPicPr>
            <p:cNvPr id="4" name="图片 3">
              <a:extLst>
                <a:ext uri="{FF2B5EF4-FFF2-40B4-BE49-F238E27FC236}">
                  <a16:creationId xmlns:a16="http://schemas.microsoft.com/office/drawing/2014/main" id="{74AFEA86-F1D6-CA32-CA75-665817EDBB22}"/>
                </a:ext>
              </a:extLst>
            </p:cNvPr>
            <p:cNvPicPr>
              <a:picLocks noChangeAspect="1"/>
            </p:cNvPicPr>
            <p:nvPr userDrawn="1"/>
          </p:nvPicPr>
          <p:blipFill>
            <a:blip r:embed="rId2"/>
            <a:srcRect t="11051" b="25495"/>
            <a:stretch/>
          </p:blipFill>
          <p:spPr>
            <a:xfrm>
              <a:off x="9323456" y="112225"/>
              <a:ext cx="2671775" cy="570599"/>
            </a:xfrm>
            <a:prstGeom prst="rect">
              <a:avLst/>
            </a:prstGeom>
          </p:spPr>
        </p:pic>
        <p:pic>
          <p:nvPicPr>
            <p:cNvPr id="5" name="图片 4">
              <a:extLst>
                <a:ext uri="{FF2B5EF4-FFF2-40B4-BE49-F238E27FC236}">
                  <a16:creationId xmlns:a16="http://schemas.microsoft.com/office/drawing/2014/main" id="{B67162D5-4CBA-FD7B-B398-6F0AE42BB59B}"/>
                </a:ext>
              </a:extLst>
            </p:cNvPr>
            <p:cNvPicPr>
              <a:picLocks noChangeAspect="1"/>
            </p:cNvPicPr>
            <p:nvPr userDrawn="1"/>
          </p:nvPicPr>
          <p:blipFill>
            <a:blip r:embed="rId3"/>
            <a:srcRect l="10985" t="9783" r="4067" b="16812"/>
            <a:stretch>
              <a:fillRect/>
            </a:stretch>
          </p:blipFill>
          <p:spPr>
            <a:xfrm>
              <a:off x="8607266" y="0"/>
              <a:ext cx="742950" cy="742950"/>
            </a:xfrm>
            <a:prstGeom prst="rect">
              <a:avLst/>
            </a:prstGeom>
          </p:spPr>
        </p:pic>
      </p:grpSp>
      <p:sp>
        <p:nvSpPr>
          <p:cNvPr id="6" name="文本框 5">
            <a:extLst>
              <a:ext uri="{FF2B5EF4-FFF2-40B4-BE49-F238E27FC236}">
                <a16:creationId xmlns:a16="http://schemas.microsoft.com/office/drawing/2014/main" id="{0CF7EF9A-6FA7-28C1-6046-DC983233F0ED}"/>
              </a:ext>
            </a:extLst>
          </p:cNvPr>
          <p:cNvSpPr txBox="1"/>
          <p:nvPr userDrawn="1"/>
        </p:nvSpPr>
        <p:spPr>
          <a:xfrm>
            <a:off x="0" y="6753927"/>
            <a:ext cx="12192635" cy="180000"/>
          </a:xfrm>
          <a:prstGeom prst="rect">
            <a:avLst/>
          </a:prstGeom>
          <a:solidFill>
            <a:srgbClr val="C00000"/>
          </a:solidFill>
          <a:ln w="12700" cap="flat" cmpd="sng" algn="ctr">
            <a:noFill/>
            <a:prstDash val="solid"/>
            <a:miter lim="800000"/>
          </a:ln>
          <a:effectLst/>
        </p:spPr>
        <p:txBody>
          <a:bodyPr lIns="36195" tIns="323850" rIns="36195" bIns="323850" rtlCol="0" anchor="ctr" anchorCtr="1"/>
          <a:lstStyle>
            <a:defPPr>
              <a:defRPr lang="zh-CN"/>
            </a:defPPr>
            <a:lvl1pPr marR="0" lvl="0" indent="0" algn="ctr" defTabSz="457200" fontAlgn="base">
              <a:lnSpc>
                <a:spcPct val="110000"/>
              </a:lnSpc>
              <a:spcBef>
                <a:spcPts val="0"/>
              </a:spcBef>
              <a:spcAft>
                <a:spcPts val="0"/>
              </a:spcAft>
              <a:buClrTx/>
              <a:buSzTx/>
              <a:buFontTx/>
              <a:buNone/>
              <a:defRPr kumimoji="0" sz="4400" b="1" i="0" u="none" strike="noStrike" cap="none" spc="0" normalizeH="0" baseline="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defRPr>
            </a:lvl1pPr>
          </a:lstStyle>
          <a:p>
            <a:pPr defTabSz="914400" fontAlgn="auto">
              <a:lnSpc>
                <a:spcPct val="100000"/>
              </a:lnSpc>
              <a:defRPr/>
            </a:pPr>
            <a:endParaRPr lang="zh-CN" altLang="en-US" sz="2400" dirty="0">
              <a:solidFill>
                <a:srgbClr val="FFFF00"/>
              </a:solidFill>
              <a:latin typeface="微软雅黑" panose="020B0503020204020204" pitchFamily="34" charset="-122"/>
              <a:sym typeface="Times New Roman" panose="02020603050405020304" pitchFamily="18" charset="0"/>
            </a:endParaRPr>
          </a:p>
        </p:txBody>
      </p:sp>
      <p:pic>
        <p:nvPicPr>
          <p:cNvPr id="7" name="图片 6">
            <a:extLst>
              <a:ext uri="{FF2B5EF4-FFF2-40B4-BE49-F238E27FC236}">
                <a16:creationId xmlns:a16="http://schemas.microsoft.com/office/drawing/2014/main" id="{2C5A882B-CFB1-5881-1F37-FAF481252D31}"/>
              </a:ext>
            </a:extLst>
          </p:cNvPr>
          <p:cNvPicPr>
            <a:picLocks noChangeAspect="1"/>
          </p:cNvPicPr>
          <p:nvPr userDrawn="1"/>
        </p:nvPicPr>
        <p:blipFill>
          <a:blip r:embed="rId4">
            <a:alphaModFix amt="20000"/>
            <a:clrChange>
              <a:clrFrom>
                <a:srgbClr val="FFFFFF">
                  <a:alpha val="100000"/>
                </a:srgbClr>
              </a:clrFrom>
              <a:clrTo>
                <a:srgbClr val="FFFFFF">
                  <a:alpha val="100000"/>
                  <a:alpha val="0"/>
                </a:srgbClr>
              </a:clrTo>
            </a:clrChange>
          </a:blip>
          <a:srcRect l="19844" b="-15182"/>
          <a:stretch>
            <a:fillRect/>
          </a:stretch>
        </p:blipFill>
        <p:spPr>
          <a:xfrm>
            <a:off x="5446395" y="5884638"/>
            <a:ext cx="6754495" cy="995680"/>
          </a:xfrm>
          <a:prstGeom prst="rect">
            <a:avLst/>
          </a:prstGeom>
        </p:spPr>
      </p:pic>
    </p:spTree>
  </p:cSld>
  <p:clrMapOvr>
    <a:masterClrMapping/>
  </p:clrMapOvr>
  <p:hf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10" name="灯片编号占位符 6"/>
          <p:cNvSpPr>
            <a:spLocks noGrp="1"/>
          </p:cNvSpPr>
          <p:nvPr>
            <p:ph type="sldNum" sz="quarter" idx="12"/>
          </p:nvPr>
        </p:nvSpPr>
        <p:spPr>
          <a:xfrm>
            <a:off x="11656764" y="6588087"/>
            <a:ext cx="535236" cy="269913"/>
          </a:xfrm>
          <a:prstGeom prst="rect">
            <a:avLst/>
          </a:prstGeom>
        </p:spPr>
        <p:txBody>
          <a:bodyPr/>
          <a:lstStyle>
            <a:lvl1pPr algn="ctr" fontAlgn="auto">
              <a:spcBef>
                <a:spcPts val="0"/>
              </a:spcBef>
              <a:spcAft>
                <a:spcPts val="0"/>
              </a:spcAft>
              <a:defRPr sz="1400">
                <a:latin typeface="+mn-lt"/>
                <a:ea typeface="+mn-ea"/>
              </a:defRPr>
            </a:lvl1pPr>
          </a:lstStyle>
          <a:p>
            <a:pPr>
              <a:defRPr/>
            </a:pPr>
            <a:fld id="{5143A64C-4748-49B6-9356-B4EA493437C3}" type="slidenum">
              <a:rPr lang="zh-CN" altLang="en-US" smtClean="0"/>
              <a:t>‹#›</a:t>
            </a:fld>
            <a:endParaRPr lang="zh-CN" altLang="en-US"/>
          </a:p>
        </p:txBody>
      </p:sp>
    </p:spTree>
  </p:cSld>
  <p:clrMapOvr>
    <a:masterClrMapping/>
  </p:clrMapOvr>
  <p:hf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4" name="灯片编号占位符 6"/>
          <p:cNvSpPr>
            <a:spLocks noGrp="1"/>
          </p:cNvSpPr>
          <p:nvPr>
            <p:ph type="sldNum" sz="quarter" idx="12"/>
          </p:nvPr>
        </p:nvSpPr>
        <p:spPr>
          <a:xfrm>
            <a:off x="11656764" y="6493220"/>
            <a:ext cx="535236" cy="269913"/>
          </a:xfrm>
          <a:prstGeom prst="rect">
            <a:avLst/>
          </a:prstGeom>
        </p:spPr>
        <p:txBody>
          <a:bodyPr/>
          <a:lstStyle>
            <a:lvl1pPr algn="ctr" fontAlgn="auto">
              <a:spcBef>
                <a:spcPts val="0"/>
              </a:spcBef>
              <a:spcAft>
                <a:spcPts val="0"/>
              </a:spcAft>
              <a:defRPr sz="1400">
                <a:latin typeface="+mn-lt"/>
                <a:ea typeface="+mn-ea"/>
              </a:defRPr>
            </a:lvl1pPr>
          </a:lstStyle>
          <a:p>
            <a:pPr>
              <a:defRPr/>
            </a:pPr>
            <a:fld id="{5143A64C-4748-49B6-9356-B4EA493437C3}" type="slidenum">
              <a:rPr lang="zh-CN" altLang="en-US" smtClean="0"/>
              <a:t>‹#›</a:t>
            </a:fld>
            <a:endParaRPr lang="zh-CN" altLang="en-US"/>
          </a:p>
        </p:txBody>
      </p:sp>
    </p:spTree>
  </p:cSld>
  <p:clrMapOvr>
    <a:masterClrMapping/>
  </p:clrMapOvr>
  <p:hf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
        <p:nvSpPr>
          <p:cNvPr id="3" name="内容占位符 2"/>
          <p:cNvSpPr>
            <a:spLocks noGrp="1"/>
          </p:cNvSpPr>
          <p:nvPr>
            <p:ph sz="half" idx="1" hasCustomPrompt="1"/>
          </p:nvPr>
        </p:nvSpPr>
        <p:spPr>
          <a:xfrm>
            <a:off x="838200" y="1825625"/>
            <a:ext cx="5181600" cy="4351338"/>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6172200" y="1825625"/>
            <a:ext cx="5181600" cy="4351338"/>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a:xfrm>
            <a:off x="838200" y="6356350"/>
            <a:ext cx="2743200" cy="365125"/>
          </a:xfrm>
          <a:prstGeom prst="rect">
            <a:avLst/>
          </a:prstGeom>
        </p:spPr>
        <p:txBody>
          <a:bodyPr/>
          <a:lstStyle>
            <a:lvl1pPr fontAlgn="auto">
              <a:spcBef>
                <a:spcPts val="0"/>
              </a:spcBef>
              <a:spcAft>
                <a:spcPts val="0"/>
              </a:spcAft>
              <a:defRPr>
                <a:latin typeface="+mn-lt"/>
                <a:ea typeface="+mn-ea"/>
              </a:defRPr>
            </a:lvl1pPr>
          </a:lstStyle>
          <a:p>
            <a:pPr>
              <a:defRPr/>
            </a:pPr>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vert="horz" wrap="square" lIns="91440" tIns="45720" rIns="91440" bIns="45720" numCol="1" anchor="t" anchorCtr="0" compatLnSpc="1"/>
          <a:lstStyle>
            <a:lvl1pPr>
              <a:defRPr>
                <a:ea typeface="微软雅黑" panose="020B0503020204020204" pitchFamily="34" charset="-122"/>
              </a:defRPr>
            </a:lvl1pPr>
          </a:lstStyle>
          <a:p>
            <a:pPr>
              <a:defRPr/>
            </a:pPr>
            <a:endParaRPr lang="en-US" altLang="zh-CN"/>
          </a:p>
        </p:txBody>
      </p:sp>
      <p:sp>
        <p:nvSpPr>
          <p:cNvPr id="15" name="灯片编号占位符 6"/>
          <p:cNvSpPr>
            <a:spLocks noGrp="1"/>
          </p:cNvSpPr>
          <p:nvPr>
            <p:ph type="sldNum" sz="quarter" idx="12"/>
          </p:nvPr>
        </p:nvSpPr>
        <p:spPr>
          <a:xfrm>
            <a:off x="11656764" y="6493220"/>
            <a:ext cx="535236" cy="269913"/>
          </a:xfrm>
          <a:prstGeom prst="rect">
            <a:avLst/>
          </a:prstGeom>
        </p:spPr>
        <p:txBody>
          <a:bodyPr/>
          <a:lstStyle>
            <a:lvl1pPr algn="ctr" fontAlgn="auto">
              <a:spcBef>
                <a:spcPts val="0"/>
              </a:spcBef>
              <a:spcAft>
                <a:spcPts val="0"/>
              </a:spcAft>
              <a:defRPr sz="1400">
                <a:latin typeface="+mn-lt"/>
                <a:ea typeface="+mn-ea"/>
              </a:defRPr>
            </a:lvl1pPr>
          </a:lstStyle>
          <a:p>
            <a:pPr>
              <a:defRPr/>
            </a:pPr>
            <a:fld id="{5143A64C-4748-49B6-9356-B4EA493437C3}" type="slidenum">
              <a:rPr lang="zh-CN" altLang="en-US" smtClean="0"/>
              <a:t>‹#›</a:t>
            </a:fld>
            <a:endParaRPr lang="zh-CN" altLang="en-US"/>
          </a:p>
        </p:txBody>
      </p:sp>
    </p:spTree>
  </p:cSld>
  <p:clrMapOvr>
    <a:masterClrMapping/>
  </p:clrMapOvr>
  <p:hf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a:prstGeom prst="rect">
            <a:avLst/>
          </a:prstGeom>
        </p:spPr>
        <p:txBody>
          <a:bodyPr/>
          <a:lstStyle/>
          <a:p>
            <a:r>
              <a:rPr lang="zh-CN" altLang="en-US"/>
              <a:t>单击此处编辑母版标题样式</a:t>
            </a:r>
          </a:p>
        </p:txBody>
      </p:sp>
      <p:sp>
        <p:nvSpPr>
          <p:cNvPr id="3" name="文本占位符 2"/>
          <p:cNvSpPr>
            <a:spLocks noGrp="1"/>
          </p:cNvSpPr>
          <p:nvPr>
            <p:ph type="body" idx="1" hasCustomPrompt="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839788" y="2505075"/>
            <a:ext cx="5157787" cy="3684588"/>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6172200" y="2505075"/>
            <a:ext cx="5183188" cy="3684588"/>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a:xfrm>
            <a:off x="838200" y="6356350"/>
            <a:ext cx="2743200" cy="365125"/>
          </a:xfrm>
          <a:prstGeom prst="rect">
            <a:avLst/>
          </a:prstGeom>
        </p:spPr>
        <p:txBody>
          <a:bodyPr/>
          <a:lstStyle>
            <a:lvl1pPr fontAlgn="auto">
              <a:spcBef>
                <a:spcPts val="0"/>
              </a:spcBef>
              <a:spcAft>
                <a:spcPts val="0"/>
              </a:spcAft>
              <a:defRPr>
                <a:latin typeface="+mn-lt"/>
                <a:ea typeface="+mn-ea"/>
              </a:defRPr>
            </a:lvl1pPr>
          </a:lstStyle>
          <a:p>
            <a:pPr>
              <a:defRPr/>
            </a:pPr>
            <a:endParaRPr lang="zh-CN" altLang="en-US"/>
          </a:p>
        </p:txBody>
      </p:sp>
      <p:sp>
        <p:nvSpPr>
          <p:cNvPr id="8" name="页脚占位符 7"/>
          <p:cNvSpPr>
            <a:spLocks noGrp="1"/>
          </p:cNvSpPr>
          <p:nvPr>
            <p:ph type="ftr" sz="quarter" idx="11"/>
          </p:nvPr>
        </p:nvSpPr>
        <p:spPr>
          <a:xfrm>
            <a:off x="4038600" y="6356350"/>
            <a:ext cx="4114800" cy="365125"/>
          </a:xfrm>
          <a:prstGeom prst="rect">
            <a:avLst/>
          </a:prstGeom>
        </p:spPr>
        <p:txBody>
          <a:bodyPr vert="horz" wrap="square" lIns="91440" tIns="45720" rIns="91440" bIns="45720" numCol="1" anchor="t" anchorCtr="0" compatLnSpc="1"/>
          <a:lstStyle>
            <a:lvl1pPr>
              <a:defRPr>
                <a:ea typeface="微软雅黑" panose="020B0503020204020204" pitchFamily="34" charset="-122"/>
              </a:defRPr>
            </a:lvl1pPr>
          </a:lstStyle>
          <a:p>
            <a:pPr>
              <a:defRPr/>
            </a:pPr>
            <a:endParaRPr lang="en-US" altLang="zh-CN"/>
          </a:p>
        </p:txBody>
      </p:sp>
      <p:sp>
        <p:nvSpPr>
          <p:cNvPr id="9" name="灯片编号占位符 8"/>
          <p:cNvSpPr>
            <a:spLocks noGrp="1"/>
          </p:cNvSpPr>
          <p:nvPr>
            <p:ph type="sldNum" sz="quarter" idx="12"/>
          </p:nvPr>
        </p:nvSpPr>
        <p:spPr>
          <a:xfrm>
            <a:off x="8610600" y="6356350"/>
            <a:ext cx="2743200" cy="365125"/>
          </a:xfrm>
          <a:prstGeom prst="rect">
            <a:avLst/>
          </a:prstGeom>
        </p:spPr>
        <p:txBody>
          <a:bodyPr/>
          <a:lstStyle>
            <a:lvl1pPr fontAlgn="auto">
              <a:spcBef>
                <a:spcPts val="0"/>
              </a:spcBef>
              <a:spcAft>
                <a:spcPts val="0"/>
              </a:spcAft>
              <a:defRPr>
                <a:latin typeface="+mn-lt"/>
                <a:ea typeface="+mn-ea"/>
              </a:defRPr>
            </a:lvl1pPr>
          </a:lstStyle>
          <a:p>
            <a:pPr>
              <a:defRPr/>
            </a:pPr>
            <a:fld id="{504D730F-6338-46F1-958D-BF9D560E37D7}" type="slidenum">
              <a:rPr lang="zh-CN" altLang="en-US"/>
              <a:t>‹#›</a:t>
            </a:fld>
            <a:endParaRPr lang="zh-CN" altLang="en-US"/>
          </a:p>
        </p:txBody>
      </p:sp>
      <p:sp>
        <p:nvSpPr>
          <p:cNvPr id="10" name="灯片编号占位符 6"/>
          <p:cNvSpPr txBox="1"/>
          <p:nvPr userDrawn="1"/>
        </p:nvSpPr>
        <p:spPr>
          <a:xfrm>
            <a:off x="11656764" y="6493220"/>
            <a:ext cx="535236" cy="269913"/>
          </a:xfrm>
          <a:prstGeom prst="rect">
            <a:avLst/>
          </a:prstGeom>
        </p:spPr>
        <p:txBody>
          <a:bodyPr/>
          <a:lstStyle>
            <a:defPPr>
              <a:defRPr lang="zh-CN"/>
            </a:defPPr>
            <a:lvl1pPr algn="ctr" rtl="0" fontAlgn="auto">
              <a:spcBef>
                <a:spcPts val="0"/>
              </a:spcBef>
              <a:spcAft>
                <a:spcPts val="0"/>
              </a:spcAft>
              <a:defRPr sz="1400" kern="1200">
                <a:solidFill>
                  <a:schemeClr val="tx1"/>
                </a:solidFill>
                <a:latin typeface="+mn-lt"/>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defRPr/>
            </a:pPr>
            <a:fld id="{5143A64C-4748-49B6-9356-B4EA493437C3}" type="slidenum">
              <a:rPr lang="zh-CN" altLang="en-US" smtClean="0"/>
              <a:t>‹#›</a:t>
            </a:fld>
            <a:endParaRPr lang="zh-CN" altLang="en-US"/>
          </a:p>
        </p:txBody>
      </p:sp>
    </p:spTree>
  </p:cSld>
  <p:clrMapOvr>
    <a:masterClrMapping/>
  </p:clrMapOvr>
  <p:hf hdr="0" ftr="0" dt="0"/>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
        <p:nvSpPr>
          <p:cNvPr id="3" name="日期占位符 2"/>
          <p:cNvSpPr>
            <a:spLocks noGrp="1"/>
          </p:cNvSpPr>
          <p:nvPr>
            <p:ph type="dt" sz="half" idx="10"/>
          </p:nvPr>
        </p:nvSpPr>
        <p:spPr>
          <a:xfrm>
            <a:off x="838200" y="6356350"/>
            <a:ext cx="2743200" cy="365125"/>
          </a:xfrm>
          <a:prstGeom prst="rect">
            <a:avLst/>
          </a:prstGeom>
        </p:spPr>
        <p:txBody>
          <a:bodyPr/>
          <a:lstStyle>
            <a:lvl1pPr fontAlgn="auto">
              <a:spcBef>
                <a:spcPts val="0"/>
              </a:spcBef>
              <a:spcAft>
                <a:spcPts val="0"/>
              </a:spcAft>
              <a:defRPr>
                <a:latin typeface="+mn-lt"/>
                <a:ea typeface="+mn-ea"/>
              </a:defRPr>
            </a:lvl1pPr>
          </a:lstStyle>
          <a:p>
            <a:pPr>
              <a:defRPr/>
            </a:pPr>
            <a:endParaRPr lang="zh-CN" altLang="en-US"/>
          </a:p>
        </p:txBody>
      </p:sp>
      <p:sp>
        <p:nvSpPr>
          <p:cNvPr id="4" name="页脚占位符 3"/>
          <p:cNvSpPr>
            <a:spLocks noGrp="1"/>
          </p:cNvSpPr>
          <p:nvPr>
            <p:ph type="ftr" sz="quarter" idx="11"/>
          </p:nvPr>
        </p:nvSpPr>
        <p:spPr>
          <a:xfrm>
            <a:off x="4038600" y="6356350"/>
            <a:ext cx="4114800" cy="365125"/>
          </a:xfrm>
          <a:prstGeom prst="rect">
            <a:avLst/>
          </a:prstGeom>
        </p:spPr>
        <p:txBody>
          <a:bodyPr vert="horz" wrap="square" lIns="91440" tIns="45720" rIns="91440" bIns="45720" numCol="1" anchor="t" anchorCtr="0" compatLnSpc="1"/>
          <a:lstStyle>
            <a:lvl1pPr>
              <a:defRPr>
                <a:ea typeface="微软雅黑" panose="020B0503020204020204" pitchFamily="34" charset="-122"/>
              </a:defRPr>
            </a:lvl1pPr>
          </a:lstStyle>
          <a:p>
            <a:pPr>
              <a:defRPr/>
            </a:pPr>
            <a:endParaRPr lang="en-US" altLang="zh-CN"/>
          </a:p>
        </p:txBody>
      </p:sp>
      <p:sp>
        <p:nvSpPr>
          <p:cNvPr id="5" name="灯片编号占位符 4"/>
          <p:cNvSpPr>
            <a:spLocks noGrp="1"/>
          </p:cNvSpPr>
          <p:nvPr>
            <p:ph type="sldNum" sz="quarter" idx="12"/>
          </p:nvPr>
        </p:nvSpPr>
        <p:spPr>
          <a:xfrm>
            <a:off x="8610600" y="6356350"/>
            <a:ext cx="2743200" cy="365125"/>
          </a:xfrm>
          <a:prstGeom prst="rect">
            <a:avLst/>
          </a:prstGeom>
        </p:spPr>
        <p:txBody>
          <a:bodyPr/>
          <a:lstStyle>
            <a:lvl1pPr fontAlgn="auto">
              <a:spcBef>
                <a:spcPts val="0"/>
              </a:spcBef>
              <a:spcAft>
                <a:spcPts val="0"/>
              </a:spcAft>
              <a:defRPr>
                <a:latin typeface="+mn-lt"/>
                <a:ea typeface="+mn-ea"/>
              </a:defRPr>
            </a:lvl1pPr>
          </a:lstStyle>
          <a:p>
            <a:pPr>
              <a:defRPr/>
            </a:pPr>
            <a:fld id="{5D0FE7D3-6373-4BB1-8896-75ADC101CC0F}" type="slidenum">
              <a:rPr lang="zh-CN" altLang="en-US"/>
              <a:t>‹#›</a:t>
            </a:fld>
            <a:endParaRPr lang="zh-CN" altLang="en-US"/>
          </a:p>
        </p:txBody>
      </p:sp>
      <p:sp>
        <p:nvSpPr>
          <p:cNvPr id="6" name="灯片编号占位符 6"/>
          <p:cNvSpPr txBox="1"/>
          <p:nvPr userDrawn="1"/>
        </p:nvSpPr>
        <p:spPr>
          <a:xfrm>
            <a:off x="11656764" y="6493220"/>
            <a:ext cx="535236" cy="269913"/>
          </a:xfrm>
          <a:prstGeom prst="rect">
            <a:avLst/>
          </a:prstGeom>
        </p:spPr>
        <p:txBody>
          <a:bodyPr/>
          <a:lstStyle>
            <a:defPPr>
              <a:defRPr lang="zh-CN"/>
            </a:defPPr>
            <a:lvl1pPr algn="ctr" rtl="0" fontAlgn="auto">
              <a:spcBef>
                <a:spcPts val="0"/>
              </a:spcBef>
              <a:spcAft>
                <a:spcPts val="0"/>
              </a:spcAft>
              <a:defRPr sz="1400" kern="1200">
                <a:solidFill>
                  <a:schemeClr val="tx1"/>
                </a:solidFill>
                <a:latin typeface="+mn-lt"/>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defRPr/>
            </a:pPr>
            <a:fld id="{5143A64C-4748-49B6-9356-B4EA493437C3}" type="slidenum">
              <a:rPr lang="zh-CN" altLang="en-US" smtClean="0"/>
              <a:t>‹#›</a:t>
            </a:fld>
            <a:endParaRPr lang="zh-CN" altLang="en-US"/>
          </a:p>
        </p:txBody>
      </p:sp>
    </p:spTree>
  </p:cSld>
  <p:clrMapOvr>
    <a:masterClrMapping/>
  </p:clrMapOvr>
  <p:hf hdr="0" ftr="0" dt="0"/>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a:prstGeom prst="rect">
            <a:avLst/>
          </a:prstGeom>
        </p:spPr>
        <p:txBody>
          <a:bodyPr/>
          <a:lstStyle>
            <a:lvl1pPr fontAlgn="auto">
              <a:spcBef>
                <a:spcPts val="0"/>
              </a:spcBef>
              <a:spcAft>
                <a:spcPts val="0"/>
              </a:spcAft>
              <a:defRPr>
                <a:latin typeface="+mn-lt"/>
                <a:ea typeface="+mn-ea"/>
              </a:defRPr>
            </a:lvl1pPr>
          </a:lstStyle>
          <a:p>
            <a:pPr>
              <a:defRPr/>
            </a:pPr>
            <a:endParaRPr lang="zh-CN" altLang="en-US"/>
          </a:p>
        </p:txBody>
      </p:sp>
      <p:sp>
        <p:nvSpPr>
          <p:cNvPr id="3" name="页脚占位符 2"/>
          <p:cNvSpPr>
            <a:spLocks noGrp="1"/>
          </p:cNvSpPr>
          <p:nvPr>
            <p:ph type="ftr" sz="quarter" idx="11"/>
          </p:nvPr>
        </p:nvSpPr>
        <p:spPr>
          <a:xfrm>
            <a:off x="4038600" y="6356350"/>
            <a:ext cx="4114800" cy="365125"/>
          </a:xfrm>
          <a:prstGeom prst="rect">
            <a:avLst/>
          </a:prstGeom>
        </p:spPr>
        <p:txBody>
          <a:bodyPr vert="horz" wrap="square" lIns="91440" tIns="45720" rIns="91440" bIns="45720" numCol="1" anchor="t" anchorCtr="0" compatLnSpc="1"/>
          <a:lstStyle>
            <a:lvl1pPr>
              <a:defRPr>
                <a:ea typeface="微软雅黑" panose="020B0503020204020204" pitchFamily="34" charset="-122"/>
              </a:defRPr>
            </a:lvl1pPr>
          </a:lstStyle>
          <a:p>
            <a:pPr>
              <a:defRPr/>
            </a:pPr>
            <a:endParaRPr lang="en-US" altLang="zh-CN"/>
          </a:p>
        </p:txBody>
      </p:sp>
      <p:sp>
        <p:nvSpPr>
          <p:cNvPr id="4" name="灯片编号占位符 3"/>
          <p:cNvSpPr>
            <a:spLocks noGrp="1"/>
          </p:cNvSpPr>
          <p:nvPr>
            <p:ph type="sldNum" sz="quarter" idx="12"/>
          </p:nvPr>
        </p:nvSpPr>
        <p:spPr>
          <a:xfrm>
            <a:off x="8610600" y="6356350"/>
            <a:ext cx="2743200" cy="365125"/>
          </a:xfrm>
          <a:prstGeom prst="rect">
            <a:avLst/>
          </a:prstGeom>
        </p:spPr>
        <p:txBody>
          <a:bodyPr/>
          <a:lstStyle>
            <a:lvl1pPr fontAlgn="auto">
              <a:spcBef>
                <a:spcPts val="0"/>
              </a:spcBef>
              <a:spcAft>
                <a:spcPts val="0"/>
              </a:spcAft>
              <a:defRPr>
                <a:latin typeface="+mn-lt"/>
                <a:ea typeface="+mn-ea"/>
              </a:defRPr>
            </a:lvl1pPr>
          </a:lstStyle>
          <a:p>
            <a:pPr>
              <a:defRPr/>
            </a:pPr>
            <a:fld id="{EA79E8E0-1A6B-4740-8481-A0325F90ADD8}" type="slidenum">
              <a:rPr lang="zh-CN" altLang="en-US"/>
              <a:t>‹#›</a:t>
            </a:fld>
            <a:endParaRPr lang="zh-CN" altLang="en-US"/>
          </a:p>
        </p:txBody>
      </p:sp>
      <p:sp>
        <p:nvSpPr>
          <p:cNvPr id="5" name="灯片编号占位符 6"/>
          <p:cNvSpPr txBox="1"/>
          <p:nvPr userDrawn="1"/>
        </p:nvSpPr>
        <p:spPr>
          <a:xfrm>
            <a:off x="11656764" y="6493220"/>
            <a:ext cx="535236" cy="269913"/>
          </a:xfrm>
          <a:prstGeom prst="rect">
            <a:avLst/>
          </a:prstGeom>
        </p:spPr>
        <p:txBody>
          <a:bodyPr/>
          <a:lstStyle>
            <a:defPPr>
              <a:defRPr lang="zh-CN"/>
            </a:defPPr>
            <a:lvl1pPr algn="ctr" rtl="0" fontAlgn="auto">
              <a:spcBef>
                <a:spcPts val="0"/>
              </a:spcBef>
              <a:spcAft>
                <a:spcPts val="0"/>
              </a:spcAft>
              <a:defRPr sz="1400" kern="1200">
                <a:solidFill>
                  <a:schemeClr val="tx1"/>
                </a:solidFill>
                <a:latin typeface="+mn-lt"/>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defRPr/>
            </a:pPr>
            <a:fld id="{5143A64C-4748-49B6-9356-B4EA493437C3}" type="slidenum">
              <a:rPr lang="zh-CN" altLang="en-US" smtClean="0"/>
              <a:t>‹#›</a:t>
            </a:fld>
            <a:endParaRPr lang="zh-CN" altLang="en-US"/>
          </a:p>
        </p:txBody>
      </p:sp>
    </p:spTree>
  </p:cSld>
  <p:clrMapOvr>
    <a:masterClrMapping/>
  </p:clrMapOvr>
  <p:hf hdr="0" ftr="0" dt="0"/>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a:xfrm>
            <a:off x="838200" y="6356350"/>
            <a:ext cx="2743200" cy="365125"/>
          </a:xfrm>
          <a:prstGeom prst="rect">
            <a:avLst/>
          </a:prstGeom>
        </p:spPr>
        <p:txBody>
          <a:bodyPr/>
          <a:lstStyle>
            <a:lvl1pPr fontAlgn="auto">
              <a:spcBef>
                <a:spcPts val="0"/>
              </a:spcBef>
              <a:spcAft>
                <a:spcPts val="0"/>
              </a:spcAft>
              <a:defRPr>
                <a:latin typeface="+mn-lt"/>
                <a:ea typeface="+mn-ea"/>
              </a:defRPr>
            </a:lvl1pPr>
          </a:lstStyle>
          <a:p>
            <a:pPr>
              <a:defRPr/>
            </a:pPr>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vert="horz" wrap="square" lIns="91440" tIns="45720" rIns="91440" bIns="45720" numCol="1" anchor="t" anchorCtr="0" compatLnSpc="1"/>
          <a:lstStyle>
            <a:lvl1pPr>
              <a:defRPr>
                <a:ea typeface="微软雅黑" panose="020B0503020204020204" pitchFamily="34" charset="-122"/>
              </a:defRPr>
            </a:lvl1pPr>
          </a:lstStyle>
          <a:p>
            <a:pPr>
              <a:defRPr/>
            </a:pPr>
            <a:endParaRPr lang="en-US" altLang="zh-CN"/>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lvl1pPr fontAlgn="auto">
              <a:spcBef>
                <a:spcPts val="0"/>
              </a:spcBef>
              <a:spcAft>
                <a:spcPts val="0"/>
              </a:spcAft>
              <a:defRPr>
                <a:latin typeface="+mn-lt"/>
                <a:ea typeface="+mn-ea"/>
              </a:defRPr>
            </a:lvl1pPr>
          </a:lstStyle>
          <a:p>
            <a:pPr>
              <a:defRPr/>
            </a:pPr>
            <a:fld id="{3DFF2471-60CC-4C4F-83F9-7A78F59B988F}" type="slidenum">
              <a:rPr lang="zh-CN" altLang="en-US"/>
              <a:t>‹#›</a:t>
            </a:fld>
            <a:endParaRPr lang="zh-CN" altLang="en-US"/>
          </a:p>
        </p:txBody>
      </p:sp>
      <p:sp>
        <p:nvSpPr>
          <p:cNvPr id="8" name="灯片编号占位符 6"/>
          <p:cNvSpPr txBox="1"/>
          <p:nvPr userDrawn="1"/>
        </p:nvSpPr>
        <p:spPr>
          <a:xfrm>
            <a:off x="11656764" y="6493220"/>
            <a:ext cx="535236" cy="269913"/>
          </a:xfrm>
          <a:prstGeom prst="rect">
            <a:avLst/>
          </a:prstGeom>
        </p:spPr>
        <p:txBody>
          <a:bodyPr/>
          <a:lstStyle>
            <a:defPPr>
              <a:defRPr lang="zh-CN"/>
            </a:defPPr>
            <a:lvl1pPr algn="ctr" rtl="0" fontAlgn="auto">
              <a:spcBef>
                <a:spcPts val="0"/>
              </a:spcBef>
              <a:spcAft>
                <a:spcPts val="0"/>
              </a:spcAft>
              <a:defRPr sz="1400" kern="1200">
                <a:solidFill>
                  <a:schemeClr val="tx1"/>
                </a:solidFill>
                <a:latin typeface="+mn-lt"/>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defRPr/>
            </a:pPr>
            <a:fld id="{5143A64C-4748-49B6-9356-B4EA493437C3}" type="slidenum">
              <a:rPr lang="zh-CN" altLang="en-US" smtClean="0"/>
              <a:t>‹#›</a:t>
            </a:fld>
            <a:endParaRPr lang="zh-CN" altLang="en-US"/>
          </a:p>
        </p:txBody>
      </p:sp>
    </p:spTree>
  </p:cSld>
  <p:clrMapOvr>
    <a:masterClrMapping/>
  </p:clrMapOvr>
  <p:hf hdr="0" ftr="0" dt="0"/>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hasCustomPrompt="1"/>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a:xfrm>
            <a:off x="838200" y="6356350"/>
            <a:ext cx="2743200" cy="365125"/>
          </a:xfrm>
          <a:prstGeom prst="rect">
            <a:avLst/>
          </a:prstGeom>
        </p:spPr>
        <p:txBody>
          <a:bodyPr/>
          <a:lstStyle>
            <a:lvl1pPr fontAlgn="auto">
              <a:spcBef>
                <a:spcPts val="0"/>
              </a:spcBef>
              <a:spcAft>
                <a:spcPts val="0"/>
              </a:spcAft>
              <a:defRPr>
                <a:latin typeface="+mn-lt"/>
                <a:ea typeface="+mn-ea"/>
              </a:defRPr>
            </a:lvl1pPr>
          </a:lstStyle>
          <a:p>
            <a:pPr>
              <a:defRPr/>
            </a:pPr>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vert="horz" wrap="square" lIns="91440" tIns="45720" rIns="91440" bIns="45720" numCol="1" anchor="t" anchorCtr="0" compatLnSpc="1"/>
          <a:lstStyle>
            <a:lvl1pPr>
              <a:defRPr>
                <a:ea typeface="微软雅黑" panose="020B0503020204020204" pitchFamily="34" charset="-122"/>
              </a:defRPr>
            </a:lvl1pPr>
          </a:lstStyle>
          <a:p>
            <a:pPr>
              <a:defRPr/>
            </a:pPr>
            <a:endParaRPr lang="en-US" altLang="zh-CN"/>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lvl1pPr fontAlgn="auto">
              <a:spcBef>
                <a:spcPts val="0"/>
              </a:spcBef>
              <a:spcAft>
                <a:spcPts val="0"/>
              </a:spcAft>
              <a:defRPr>
                <a:latin typeface="+mn-lt"/>
                <a:ea typeface="+mn-ea"/>
              </a:defRPr>
            </a:lvl1pPr>
          </a:lstStyle>
          <a:p>
            <a:pPr>
              <a:defRPr/>
            </a:pPr>
            <a:fld id="{1B47B1AD-96DE-4738-B476-17B13E9E58FB}" type="slidenum">
              <a:rPr lang="zh-CN" altLang="en-US"/>
              <a:t>‹#›</a:t>
            </a:fld>
            <a:endParaRPr lang="zh-CN" altLang="en-US"/>
          </a:p>
        </p:txBody>
      </p:sp>
      <p:sp>
        <p:nvSpPr>
          <p:cNvPr id="8" name="灯片编号占位符 6"/>
          <p:cNvSpPr txBox="1"/>
          <p:nvPr userDrawn="1"/>
        </p:nvSpPr>
        <p:spPr>
          <a:xfrm>
            <a:off x="11656764" y="6493220"/>
            <a:ext cx="535236" cy="269913"/>
          </a:xfrm>
          <a:prstGeom prst="rect">
            <a:avLst/>
          </a:prstGeom>
        </p:spPr>
        <p:txBody>
          <a:bodyPr/>
          <a:lstStyle>
            <a:defPPr>
              <a:defRPr lang="zh-CN"/>
            </a:defPPr>
            <a:lvl1pPr algn="ctr" rtl="0" fontAlgn="auto">
              <a:spcBef>
                <a:spcPts val="0"/>
              </a:spcBef>
              <a:spcAft>
                <a:spcPts val="0"/>
              </a:spcAft>
              <a:defRPr sz="1400" kern="1200">
                <a:solidFill>
                  <a:schemeClr val="tx1"/>
                </a:solidFill>
                <a:latin typeface="+mn-lt"/>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defRPr/>
            </a:pPr>
            <a:fld id="{5143A64C-4748-49B6-9356-B4EA493437C3}" type="slidenum">
              <a:rPr lang="zh-CN" altLang="en-US" smtClean="0"/>
              <a:t>‹#›</a:t>
            </a:fld>
            <a:endParaRPr lang="zh-CN" altLang="en-US"/>
          </a:p>
        </p:txBody>
      </p:sp>
    </p:spTree>
  </p:cSld>
  <p:clrMapOvr>
    <a:masterClrMapping/>
  </p:clrMapOvr>
  <p:hf hdr="0" ftr="0" dt="0"/>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a:xfrm>
            <a:off x="838200" y="1825625"/>
            <a:ext cx="10515600" cy="4351338"/>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838200" y="6356350"/>
            <a:ext cx="2743200" cy="365125"/>
          </a:xfrm>
          <a:prstGeom prst="rect">
            <a:avLst/>
          </a:prstGeom>
        </p:spPr>
        <p:txBody>
          <a:bodyPr/>
          <a:lstStyle>
            <a:lvl1pPr fontAlgn="auto">
              <a:spcBef>
                <a:spcPts val="0"/>
              </a:spcBef>
              <a:spcAft>
                <a:spcPts val="0"/>
              </a:spcAft>
              <a:defRPr>
                <a:latin typeface="+mn-lt"/>
                <a:ea typeface="+mn-ea"/>
              </a:defRPr>
            </a:lvl1pPr>
          </a:lstStyle>
          <a:p>
            <a:pPr>
              <a:defRPr/>
            </a:pPr>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vert="horz" wrap="square" lIns="91440" tIns="45720" rIns="91440" bIns="45720" numCol="1" anchor="t" anchorCtr="0" compatLnSpc="1"/>
          <a:lstStyle>
            <a:lvl1pPr>
              <a:defRPr>
                <a:ea typeface="微软雅黑" panose="020B0503020204020204" pitchFamily="34" charset="-122"/>
              </a:defRPr>
            </a:lvl1pPr>
          </a:lstStyle>
          <a:p>
            <a:pPr>
              <a:defRPr/>
            </a:pPr>
            <a:endParaRPr lang="en-US" altLang="zh-CN"/>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lvl1pPr fontAlgn="auto">
              <a:spcBef>
                <a:spcPts val="0"/>
              </a:spcBef>
              <a:spcAft>
                <a:spcPts val="0"/>
              </a:spcAft>
              <a:defRPr>
                <a:latin typeface="+mn-lt"/>
                <a:ea typeface="+mn-ea"/>
              </a:defRPr>
            </a:lvl1pPr>
          </a:lstStyle>
          <a:p>
            <a:pPr>
              <a:defRPr/>
            </a:pPr>
            <a:fld id="{FAB2EC56-0C3E-411B-B69F-DF9A37A7A715}" type="slidenum">
              <a:rPr lang="zh-CN" altLang="en-US"/>
              <a:t>‹#›</a:t>
            </a:fld>
            <a:endParaRPr lang="zh-CN" altLang="en-US"/>
          </a:p>
        </p:txBody>
      </p:sp>
      <p:sp>
        <p:nvSpPr>
          <p:cNvPr id="7" name="灯片编号占位符 6"/>
          <p:cNvSpPr txBox="1"/>
          <p:nvPr userDrawn="1"/>
        </p:nvSpPr>
        <p:spPr>
          <a:xfrm>
            <a:off x="11656764" y="6493220"/>
            <a:ext cx="535236" cy="269913"/>
          </a:xfrm>
          <a:prstGeom prst="rect">
            <a:avLst/>
          </a:prstGeom>
        </p:spPr>
        <p:txBody>
          <a:bodyPr/>
          <a:lstStyle>
            <a:defPPr>
              <a:defRPr lang="zh-CN"/>
            </a:defPPr>
            <a:lvl1pPr algn="ctr" rtl="0" fontAlgn="auto">
              <a:spcBef>
                <a:spcPts val="0"/>
              </a:spcBef>
              <a:spcAft>
                <a:spcPts val="0"/>
              </a:spcAft>
              <a:defRPr sz="1400" kern="1200">
                <a:solidFill>
                  <a:schemeClr val="tx1"/>
                </a:solidFill>
                <a:latin typeface="+mn-lt"/>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defRPr/>
            </a:pPr>
            <a:fld id="{5143A64C-4748-49B6-9356-B4EA493437C3}" type="slidenum">
              <a:rPr lang="zh-CN" altLang="en-US" smtClean="0"/>
              <a:t>‹#›</a:t>
            </a:fld>
            <a:endParaRPr lang="zh-CN" altLang="en-US"/>
          </a:p>
        </p:txBody>
      </p:sp>
    </p:spTree>
  </p:cSld>
  <p:clrMapOvr>
    <a:masterClrMapping/>
  </p:clrMapOvr>
  <p:hf hdr="0" ftr="0" dt="0"/>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838200" y="365125"/>
            <a:ext cx="7734300" cy="5811838"/>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838200" y="6356350"/>
            <a:ext cx="2743200" cy="365125"/>
          </a:xfrm>
          <a:prstGeom prst="rect">
            <a:avLst/>
          </a:prstGeom>
        </p:spPr>
        <p:txBody>
          <a:bodyPr/>
          <a:lstStyle>
            <a:lvl1pPr fontAlgn="auto">
              <a:spcBef>
                <a:spcPts val="0"/>
              </a:spcBef>
              <a:spcAft>
                <a:spcPts val="0"/>
              </a:spcAft>
              <a:defRPr>
                <a:latin typeface="+mn-lt"/>
                <a:ea typeface="+mn-ea"/>
              </a:defRPr>
            </a:lvl1pPr>
          </a:lstStyle>
          <a:p>
            <a:pPr>
              <a:defRPr/>
            </a:pPr>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vert="horz" wrap="square" lIns="91440" tIns="45720" rIns="91440" bIns="45720" numCol="1" anchor="t" anchorCtr="0" compatLnSpc="1"/>
          <a:lstStyle>
            <a:lvl1pPr>
              <a:defRPr>
                <a:ea typeface="微软雅黑" panose="020B0503020204020204" pitchFamily="34" charset="-122"/>
              </a:defRPr>
            </a:lvl1pPr>
          </a:lstStyle>
          <a:p>
            <a:pPr>
              <a:defRPr/>
            </a:pPr>
            <a:endParaRPr lang="en-US" altLang="zh-CN"/>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lvl1pPr fontAlgn="auto">
              <a:spcBef>
                <a:spcPts val="0"/>
              </a:spcBef>
              <a:spcAft>
                <a:spcPts val="0"/>
              </a:spcAft>
              <a:defRPr>
                <a:latin typeface="+mn-lt"/>
                <a:ea typeface="+mn-ea"/>
              </a:defRPr>
            </a:lvl1pPr>
          </a:lstStyle>
          <a:p>
            <a:pPr>
              <a:defRPr/>
            </a:pPr>
            <a:fld id="{41F1FC73-0583-4EB7-BED7-201D6D9B2F10}" type="slidenum">
              <a:rPr lang="zh-CN" altLang="en-US"/>
              <a:t>‹#›</a:t>
            </a:fld>
            <a:endParaRPr lang="zh-CN" altLang="en-US"/>
          </a:p>
        </p:txBody>
      </p:sp>
      <p:sp>
        <p:nvSpPr>
          <p:cNvPr id="7" name="灯片编号占位符 6"/>
          <p:cNvSpPr txBox="1"/>
          <p:nvPr userDrawn="1"/>
        </p:nvSpPr>
        <p:spPr>
          <a:xfrm>
            <a:off x="11656764" y="6493220"/>
            <a:ext cx="535236" cy="269913"/>
          </a:xfrm>
          <a:prstGeom prst="rect">
            <a:avLst/>
          </a:prstGeom>
        </p:spPr>
        <p:txBody>
          <a:bodyPr/>
          <a:lstStyle>
            <a:defPPr>
              <a:defRPr lang="zh-CN"/>
            </a:defPPr>
            <a:lvl1pPr algn="ctr" rtl="0" fontAlgn="auto">
              <a:spcBef>
                <a:spcPts val="0"/>
              </a:spcBef>
              <a:spcAft>
                <a:spcPts val="0"/>
              </a:spcAft>
              <a:defRPr sz="1400" kern="1200">
                <a:solidFill>
                  <a:schemeClr val="tx1"/>
                </a:solidFill>
                <a:latin typeface="+mn-lt"/>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defRPr/>
            </a:pPr>
            <a:fld id="{5143A64C-4748-49B6-9356-B4EA493437C3}" type="slidenum">
              <a:rPr lang="zh-CN" altLang="en-US" smtClean="0"/>
              <a:t>‹#›</a:t>
            </a:fld>
            <a:endParaRPr lang="zh-CN" altLang="en-US"/>
          </a:p>
        </p:txBody>
      </p:sp>
    </p:spTree>
  </p:cSld>
  <p:clrMapOvr>
    <a:masterClrMapping/>
  </p:clrMapOvr>
  <p:hf hdr="0" ftr="0" dt="0"/>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userDrawn="1">
  <p:cSld name="2_仅标题">
    <p:spTree>
      <p:nvGrpSpPr>
        <p:cNvPr id="1" name=""/>
        <p:cNvGrpSpPr/>
        <p:nvPr/>
      </p:nvGrpSpPr>
      <p:grpSpPr>
        <a:xfrm>
          <a:off x="0" y="0"/>
          <a:ext cx="0" cy="0"/>
          <a:chOff x="0" y="0"/>
          <a:chExt cx="0" cy="0"/>
        </a:xfrm>
      </p:grpSpPr>
    </p:spTree>
  </p:cSld>
  <p:clrMapOvr>
    <a:masterClrMapping/>
  </p:clrMapOvr>
  <p:transition>
    <p:fade/>
  </p:transition>
  <p:hf hdr="0" ftr="0" dt="0"/>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空白2">
    <p:spTree>
      <p:nvGrpSpPr>
        <p:cNvPr id="1" name=""/>
        <p:cNvGrpSpPr/>
        <p:nvPr/>
      </p:nvGrpSpPr>
      <p:grpSpPr>
        <a:xfrm>
          <a:off x="0" y="0"/>
          <a:ext cx="0" cy="0"/>
          <a:chOff x="0" y="0"/>
          <a:chExt cx="0" cy="0"/>
        </a:xfrm>
      </p:grpSpPr>
      <p:pic>
        <p:nvPicPr>
          <p:cNvPr id="15" name="图片 14"/>
          <p:cNvPicPr>
            <a:picLocks noChangeAspect="1"/>
          </p:cNvPicPr>
          <p:nvPr userDrawn="1"/>
        </p:nvPicPr>
        <p:blipFill rotWithShape="1">
          <a:blip r:embed="rId2" cstate="print">
            <a:extLst>
              <a:ext uri="{28A0092B-C50C-407E-A947-70E740481C1C}">
                <a14:useLocalDpi xmlns:a14="http://schemas.microsoft.com/office/drawing/2010/main" val="0"/>
              </a:ext>
            </a:extLst>
          </a:blip>
          <a:srcRect r="74000"/>
          <a:stretch>
            <a:fillRect/>
          </a:stretch>
        </p:blipFill>
        <p:spPr>
          <a:xfrm>
            <a:off x="11159755" y="36245"/>
            <a:ext cx="908953" cy="934344"/>
          </a:xfrm>
          <a:prstGeom prst="rect">
            <a:avLst/>
          </a:prstGeom>
        </p:spPr>
      </p:pic>
      <p:grpSp>
        <p:nvGrpSpPr>
          <p:cNvPr id="5" name="组合 4"/>
          <p:cNvGrpSpPr/>
          <p:nvPr userDrawn="1"/>
        </p:nvGrpSpPr>
        <p:grpSpPr>
          <a:xfrm>
            <a:off x="0" y="864000"/>
            <a:ext cx="8279130" cy="0"/>
            <a:chOff x="0" y="1642"/>
            <a:chExt cx="13038" cy="0"/>
          </a:xfrm>
        </p:grpSpPr>
        <p:cxnSp>
          <p:nvCxnSpPr>
            <p:cNvPr id="2" name="直接连接符 1"/>
            <p:cNvCxnSpPr/>
            <p:nvPr userDrawn="1"/>
          </p:nvCxnSpPr>
          <p:spPr bwMode="auto">
            <a:xfrm>
              <a:off x="0" y="1642"/>
              <a:ext cx="13039" cy="0"/>
            </a:xfrm>
            <a:prstGeom prst="line">
              <a:avLst/>
            </a:prstGeom>
            <a:noFill/>
            <a:ln w="28575" cap="flat" cmpd="sng" algn="ctr">
              <a:solidFill>
                <a:srgbClr val="7D1E2E"/>
              </a:solidFill>
              <a:prstDash val="solid"/>
              <a:round/>
              <a:headEnd type="none" w="med" len="med"/>
              <a:tailEnd type="none" w="med" len="med"/>
            </a:ln>
          </p:spPr>
        </p:cxnSp>
        <p:cxnSp>
          <p:nvCxnSpPr>
            <p:cNvPr id="4" name="直接连接符 3"/>
            <p:cNvCxnSpPr/>
            <p:nvPr userDrawn="1"/>
          </p:nvCxnSpPr>
          <p:spPr bwMode="auto">
            <a:xfrm>
              <a:off x="0" y="1642"/>
              <a:ext cx="7257" cy="0"/>
            </a:xfrm>
            <a:prstGeom prst="line">
              <a:avLst/>
            </a:prstGeom>
            <a:noFill/>
            <a:ln w="76200" cap="flat" cmpd="sng" algn="ctr">
              <a:solidFill>
                <a:srgbClr val="7D1E2E"/>
              </a:solidFill>
              <a:prstDash val="solid"/>
              <a:round/>
              <a:headEnd type="none" w="med" len="med"/>
              <a:tailEnd type="none" w="med" len="med"/>
            </a:ln>
          </p:spPr>
        </p:cxnSp>
      </p:grpSp>
      <p:sp>
        <p:nvSpPr>
          <p:cNvPr id="6" name="Rectangle 7"/>
          <p:cNvSpPr>
            <a:spLocks noGrp="1" noChangeArrowheads="1"/>
          </p:cNvSpPr>
          <p:nvPr>
            <p:ph type="sldNum" sz="quarter" idx="10"/>
          </p:nvPr>
        </p:nvSpPr>
        <p:spPr>
          <a:xfrm>
            <a:off x="11724221" y="6524099"/>
            <a:ext cx="527049" cy="401637"/>
          </a:xfrm>
        </p:spPr>
        <p:txBody>
          <a:bodyPr/>
          <a:lstStyle>
            <a:lvl1pPr>
              <a:defRPr sz="1400">
                <a:latin typeface="Times New Roman" panose="02020603050405020304" pitchFamily="18" charset="0"/>
                <a:cs typeface="Times New Roman" panose="02020603050405020304" pitchFamily="18" charset="0"/>
              </a:defRPr>
            </a:lvl1pPr>
          </a:lstStyle>
          <a:p>
            <a:pPr>
              <a:defRPr/>
            </a:pPr>
            <a:fld id="{8562223F-EAE4-4709-90BF-19CB3D12D353}" type="slidenum">
              <a:rPr lang="zh-CN" altLang="en-US" smtClean="0">
                <a:solidFill>
                  <a:srgbClr val="000000"/>
                </a:solidFill>
              </a:rPr>
              <a:t>‹#›</a:t>
            </a:fld>
            <a:endParaRPr lang="en-US" altLang="zh-CN" dirty="0">
              <a:solidFill>
                <a:srgbClr val="000000"/>
              </a:solidFill>
            </a:endParaRPr>
          </a:p>
        </p:txBody>
      </p:sp>
    </p:spTree>
  </p:cSld>
  <p:clrMapOvr>
    <a:masterClrMapping/>
  </p:clrMapOvr>
  <p:hf hdr="0" ftr="0" dt="0"/>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grpSp>
        <p:nvGrpSpPr>
          <p:cNvPr id="5" name="组合 4"/>
          <p:cNvGrpSpPr/>
          <p:nvPr userDrawn="1"/>
        </p:nvGrpSpPr>
        <p:grpSpPr>
          <a:xfrm>
            <a:off x="0" y="864000"/>
            <a:ext cx="8279130" cy="0"/>
            <a:chOff x="0" y="1642"/>
            <a:chExt cx="13038" cy="0"/>
          </a:xfrm>
        </p:grpSpPr>
        <p:cxnSp>
          <p:nvCxnSpPr>
            <p:cNvPr id="2" name="直接连接符 1"/>
            <p:cNvCxnSpPr/>
            <p:nvPr userDrawn="1"/>
          </p:nvCxnSpPr>
          <p:spPr bwMode="auto">
            <a:xfrm>
              <a:off x="0" y="1642"/>
              <a:ext cx="13039" cy="0"/>
            </a:xfrm>
            <a:prstGeom prst="line">
              <a:avLst/>
            </a:prstGeom>
            <a:noFill/>
            <a:ln w="28575" cap="flat" cmpd="sng" algn="ctr">
              <a:solidFill>
                <a:srgbClr val="7D1E2E"/>
              </a:solidFill>
              <a:prstDash val="solid"/>
              <a:round/>
              <a:headEnd type="none" w="med" len="med"/>
              <a:tailEnd type="none" w="med" len="med"/>
            </a:ln>
          </p:spPr>
        </p:cxnSp>
        <p:cxnSp>
          <p:nvCxnSpPr>
            <p:cNvPr id="4" name="直接连接符 3"/>
            <p:cNvCxnSpPr/>
            <p:nvPr userDrawn="1"/>
          </p:nvCxnSpPr>
          <p:spPr bwMode="auto">
            <a:xfrm>
              <a:off x="0" y="1642"/>
              <a:ext cx="7257" cy="0"/>
            </a:xfrm>
            <a:prstGeom prst="line">
              <a:avLst/>
            </a:prstGeom>
            <a:noFill/>
            <a:ln w="76200" cap="flat" cmpd="sng" algn="ctr">
              <a:solidFill>
                <a:srgbClr val="7D1E2E"/>
              </a:solidFill>
              <a:prstDash val="solid"/>
              <a:round/>
              <a:headEnd type="none" w="med" len="med"/>
              <a:tailEnd type="none" w="med" len="med"/>
            </a:ln>
          </p:spPr>
        </p:cxnSp>
      </p:grpSp>
      <p:pic>
        <p:nvPicPr>
          <p:cNvPr id="6" name="图片 5"/>
          <p:cNvPicPr>
            <a:picLocks noChangeAspect="1"/>
          </p:cNvPicPr>
          <p:nvPr userDrawn="1"/>
        </p:nvPicPr>
        <p:blipFill rotWithShape="1">
          <a:blip r:embed="rId2" cstate="print">
            <a:extLst>
              <a:ext uri="{28A0092B-C50C-407E-A947-70E740481C1C}">
                <a14:useLocalDpi xmlns:a14="http://schemas.microsoft.com/office/drawing/2010/main" val="0"/>
              </a:ext>
            </a:extLst>
          </a:blip>
          <a:srcRect r="74000"/>
          <a:stretch>
            <a:fillRect/>
          </a:stretch>
        </p:blipFill>
        <p:spPr>
          <a:xfrm>
            <a:off x="11424000" y="45000"/>
            <a:ext cx="696000" cy="698076"/>
          </a:xfrm>
          <a:prstGeom prst="rect">
            <a:avLst/>
          </a:prstGeom>
        </p:spPr>
      </p:pic>
      <p:sp>
        <p:nvSpPr>
          <p:cNvPr id="7" name="灯片编号占位符 5"/>
          <p:cNvSpPr>
            <a:spLocks noGrp="1"/>
          </p:cNvSpPr>
          <p:nvPr>
            <p:ph type="sldNum" sz="quarter" idx="12"/>
          </p:nvPr>
        </p:nvSpPr>
        <p:spPr>
          <a:xfrm>
            <a:off x="11772000" y="6492875"/>
            <a:ext cx="569177" cy="365125"/>
          </a:xfrm>
        </p:spPr>
        <p:txBody>
          <a:bodyPr/>
          <a:lstStyle>
            <a:lvl1pPr>
              <a:defRPr sz="1400">
                <a:ea typeface="微软雅黑" panose="020B0503020204020204" pitchFamily="34" charset="-122"/>
              </a:defRPr>
            </a:lvl1pPr>
          </a:lstStyle>
          <a:p>
            <a:fld id="{75112C01-BD07-451A-97DF-24AD4E6839FF}" type="slidenum">
              <a:rPr lang="zh-CN" altLang="en-US" smtClean="0"/>
              <a:t>‹#›</a:t>
            </a:fld>
            <a:endParaRPr lang="zh-CN" altLang="en-US" dirty="0"/>
          </a:p>
        </p:txBody>
      </p:sp>
      <p:sp>
        <p:nvSpPr>
          <p:cNvPr id="8" name="内容占位符 7"/>
          <p:cNvSpPr>
            <a:spLocks noGrp="1"/>
          </p:cNvSpPr>
          <p:nvPr>
            <p:ph sz="quarter" idx="13" hasCustomPrompt="1"/>
          </p:nvPr>
        </p:nvSpPr>
        <p:spPr>
          <a:xfrm>
            <a:off x="180000" y="0"/>
            <a:ext cx="8280400" cy="864000"/>
          </a:xfrm>
          <a:prstGeom prst="rect">
            <a:avLst/>
          </a:prstGeom>
        </p:spPr>
        <p:txBody>
          <a:bodyPr anchor="ctr"/>
          <a:lstStyle>
            <a:lvl1pPr marL="0" indent="0">
              <a:spcBef>
                <a:spcPts val="0"/>
              </a:spcBef>
              <a:buNone/>
              <a:defRPr sz="4000" b="1">
                <a:latin typeface="+mj-ea"/>
                <a:ea typeface="+mj-ea"/>
              </a:defRPr>
            </a:lvl1pPr>
          </a:lstStyle>
          <a:p>
            <a:pPr lvl="0"/>
            <a:r>
              <a:rPr lang="zh-CN" altLang="en-US" dirty="0"/>
              <a:t>编辑母版文本样式</a:t>
            </a:r>
          </a:p>
        </p:txBody>
      </p:sp>
    </p:spTree>
  </p:cSld>
  <p:clrMapOvr>
    <a:masterClrMapping/>
  </p:clrMapOvr>
  <p:hf hdr="0" ftr="0" dt="0"/>
</p:sldLayout>
</file>

<file path=ppt/slideLayouts/slideLayout39.xml><?xml version="1.0" encoding="utf-8"?>
<p:sldLayout xmlns:a="http://schemas.openxmlformats.org/drawingml/2006/main" xmlns:r="http://schemas.openxmlformats.org/officeDocument/2006/relationships" xmlns:p="http://schemas.openxmlformats.org/presentationml/2006/main" type="obj">
  <p:cSld name="2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4" name="日期占位符 3"/>
          <p:cNvSpPr>
            <a:spLocks noGrp="1"/>
          </p:cNvSpPr>
          <p:nvPr>
            <p:ph type="dt" sz="half" idx="10"/>
          </p:nvPr>
        </p:nvSpPr>
        <p:spPr/>
        <p:txBody>
          <a:bodyPr/>
          <a:lstStyle/>
          <a:p>
            <a:fld id="{8E99F42D-3C2B-435D-87A0-2DCCF789AFB5}" type="datetime1">
              <a:rPr lang="zh-CN" altLang="en-US" smtClean="0"/>
              <a:t>2025/10/28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BE1F791-D378-4982-92DB-B9DA87EEFF18}" type="slidenum">
              <a:rPr lang="zh-CN" altLang="en-US" smtClean="0"/>
              <a:t>‹#›</a:t>
            </a:fld>
            <a:endParaRPr lang="zh-CN" altLang="en-US" dirty="0"/>
          </a:p>
        </p:txBody>
      </p:sp>
    </p:spTree>
  </p:cSld>
  <p:clrMapOvr>
    <a:masterClrMapping/>
  </p:clrMapOvr>
  <p:hf hdr="0" ftr="0" dt="0"/>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空白1">
    <p:spTree>
      <p:nvGrpSpPr>
        <p:cNvPr id="1" name=""/>
        <p:cNvGrpSpPr/>
        <p:nvPr/>
      </p:nvGrpSpPr>
      <p:grpSpPr>
        <a:xfrm>
          <a:off x="0" y="0"/>
          <a:ext cx="0" cy="0"/>
          <a:chOff x="0" y="0"/>
          <a:chExt cx="0" cy="0"/>
        </a:xfrm>
      </p:grpSpPr>
      <p:sp>
        <p:nvSpPr>
          <p:cNvPr id="3" name="任意多边形: 形状 56"/>
          <p:cNvSpPr/>
          <p:nvPr userDrawn="1"/>
        </p:nvSpPr>
        <p:spPr>
          <a:xfrm>
            <a:off x="-9525" y="122238"/>
            <a:ext cx="560388" cy="700087"/>
          </a:xfrm>
          <a:custGeom>
            <a:avLst/>
            <a:gdLst>
              <a:gd name="connsiteX0" fmla="*/ 0 w 436410"/>
              <a:gd name="connsiteY0" fmla="*/ 0 h 895350"/>
              <a:gd name="connsiteX1" fmla="*/ 436410 w 436410"/>
              <a:gd name="connsiteY1" fmla="*/ 0 h 895350"/>
              <a:gd name="connsiteX2" fmla="*/ 250915 w 436410"/>
              <a:gd name="connsiteY2" fmla="*/ 895350 h 895350"/>
              <a:gd name="connsiteX3" fmla="*/ 0 w 436410"/>
              <a:gd name="connsiteY3" fmla="*/ 895350 h 895350"/>
            </a:gdLst>
            <a:ahLst/>
            <a:cxnLst>
              <a:cxn ang="0">
                <a:pos x="connsiteX0" y="connsiteY0"/>
              </a:cxn>
              <a:cxn ang="0">
                <a:pos x="connsiteX1" y="connsiteY1"/>
              </a:cxn>
              <a:cxn ang="0">
                <a:pos x="connsiteX2" y="connsiteY2"/>
              </a:cxn>
              <a:cxn ang="0">
                <a:pos x="connsiteX3" y="connsiteY3"/>
              </a:cxn>
            </a:cxnLst>
            <a:rect l="l" t="t" r="r" b="b"/>
            <a:pathLst>
              <a:path w="436410" h="895350">
                <a:moveTo>
                  <a:pt x="0" y="0"/>
                </a:moveTo>
                <a:lnTo>
                  <a:pt x="436410" y="0"/>
                </a:lnTo>
                <a:lnTo>
                  <a:pt x="250915" y="895350"/>
                </a:lnTo>
                <a:lnTo>
                  <a:pt x="0" y="895350"/>
                </a:lnTo>
                <a:close/>
              </a:path>
            </a:pathLst>
          </a:custGeom>
          <a:solidFill>
            <a:srgbClr val="BA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cxnSp>
        <p:nvCxnSpPr>
          <p:cNvPr id="4" name="直接连接符 86"/>
          <p:cNvCxnSpPr/>
          <p:nvPr userDrawn="1"/>
        </p:nvCxnSpPr>
        <p:spPr>
          <a:xfrm>
            <a:off x="442913" y="822325"/>
            <a:ext cx="11306175"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 name="矩形 4"/>
          <p:cNvSpPr/>
          <p:nvPr userDrawn="1"/>
        </p:nvSpPr>
        <p:spPr>
          <a:xfrm>
            <a:off x="12145963" y="336550"/>
            <a:ext cx="46037" cy="265113"/>
          </a:xfrm>
          <a:prstGeom prst="rect">
            <a:avLst/>
          </a:prstGeom>
          <a:solidFill>
            <a:srgbClr val="96050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Century Gothic" panose="020B0502020202020204" pitchFamily="34" charset="0"/>
                <a:ea typeface="微软雅黑" panose="020B0503020204020204" pitchFamily="34" charset="-122"/>
                <a:cs typeface="微软雅黑" panose="020B0503020204020204" pitchFamily="34" charset="-122"/>
              </a:defRPr>
            </a:lvl1pPr>
            <a:lvl2pPr marL="742950" indent="-285750">
              <a:defRPr>
                <a:solidFill>
                  <a:schemeClr val="tx1"/>
                </a:solidFill>
                <a:latin typeface="Century Gothic" panose="020B0502020202020204" pitchFamily="34" charset="0"/>
                <a:ea typeface="微软雅黑" panose="020B0503020204020204" pitchFamily="34" charset="-122"/>
                <a:cs typeface="微软雅黑" panose="020B0503020204020204" pitchFamily="34" charset="-122"/>
              </a:defRPr>
            </a:lvl2pPr>
            <a:lvl3pPr marL="1143000" indent="-228600">
              <a:defRPr>
                <a:solidFill>
                  <a:schemeClr val="tx1"/>
                </a:solidFill>
                <a:latin typeface="Century Gothic" panose="020B0502020202020204" pitchFamily="34" charset="0"/>
                <a:ea typeface="微软雅黑" panose="020B0503020204020204" pitchFamily="34" charset="-122"/>
                <a:cs typeface="微软雅黑" panose="020B0503020204020204" pitchFamily="34" charset="-122"/>
              </a:defRPr>
            </a:lvl3pPr>
            <a:lvl4pPr marL="1600200" indent="-228600">
              <a:defRPr>
                <a:solidFill>
                  <a:schemeClr val="tx1"/>
                </a:solidFill>
                <a:latin typeface="Century Gothic" panose="020B0502020202020204" pitchFamily="34" charset="0"/>
                <a:ea typeface="微软雅黑" panose="020B0503020204020204" pitchFamily="34" charset="-122"/>
                <a:cs typeface="微软雅黑" panose="020B0503020204020204" pitchFamily="34" charset="-122"/>
              </a:defRPr>
            </a:lvl4pPr>
            <a:lvl5pPr marL="2057400" indent="-228600">
              <a:defRPr>
                <a:solidFill>
                  <a:schemeClr val="tx1"/>
                </a:solidFill>
                <a:latin typeface="Century Gothic" panose="020B0502020202020204" pitchFamily="34" charset="0"/>
                <a:ea typeface="微软雅黑" panose="020B0503020204020204" pitchFamily="34" charset="-122"/>
                <a:cs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Century Gothic" panose="020B0502020202020204" pitchFamily="34" charset="0"/>
                <a:ea typeface="微软雅黑" panose="020B0503020204020204" pitchFamily="34" charset="-122"/>
                <a:cs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Century Gothic" panose="020B0502020202020204" pitchFamily="34" charset="0"/>
                <a:ea typeface="微软雅黑" panose="020B0503020204020204" pitchFamily="34" charset="-122"/>
                <a:cs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Century Gothic" panose="020B0502020202020204" pitchFamily="34" charset="0"/>
                <a:ea typeface="微软雅黑" panose="020B0503020204020204" pitchFamily="34" charset="-122"/>
                <a:cs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Century Gothic" panose="020B0502020202020204" pitchFamily="34" charset="0"/>
                <a:ea typeface="微软雅黑" panose="020B0503020204020204" pitchFamily="34" charset="-122"/>
                <a:cs typeface="微软雅黑" panose="020B0503020204020204" pitchFamily="34" charset="-122"/>
              </a:defRPr>
            </a:lvl9pPr>
          </a:lstStyle>
          <a:p>
            <a:pPr algn="ctr">
              <a:defRPr/>
            </a:pPr>
            <a:endParaRPr lang="zh-CN" altLang="en-US">
              <a:solidFill>
                <a:srgbClr val="FFFFFF"/>
              </a:solidFill>
              <a:latin typeface="微软雅黑" panose="020B0503020204020204" pitchFamily="34" charset="-122"/>
              <a:ea typeface="宋体" panose="02010600030101010101" pitchFamily="2" charset="-122"/>
            </a:endParaRPr>
          </a:p>
        </p:txBody>
      </p:sp>
      <p:sp>
        <p:nvSpPr>
          <p:cNvPr id="6" name="任意多边形: 形状 57"/>
          <p:cNvSpPr/>
          <p:nvPr userDrawn="1"/>
        </p:nvSpPr>
        <p:spPr>
          <a:xfrm>
            <a:off x="417513" y="379413"/>
            <a:ext cx="96837" cy="222250"/>
          </a:xfrm>
          <a:custGeom>
            <a:avLst/>
            <a:gdLst>
              <a:gd name="connsiteX0" fmla="*/ 144879 w 185359"/>
              <a:gd name="connsiteY0" fmla="*/ 0 h 699303"/>
              <a:gd name="connsiteX1" fmla="*/ 185359 w 185359"/>
              <a:gd name="connsiteY1" fmla="*/ 0 h 699303"/>
              <a:gd name="connsiteX2" fmla="*/ 40480 w 185359"/>
              <a:gd name="connsiteY2" fmla="*/ 699303 h 699303"/>
              <a:gd name="connsiteX3" fmla="*/ 0 w 185359"/>
              <a:gd name="connsiteY3" fmla="*/ 699303 h 699303"/>
            </a:gdLst>
            <a:ahLst/>
            <a:cxnLst>
              <a:cxn ang="0">
                <a:pos x="connsiteX0" y="connsiteY0"/>
              </a:cxn>
              <a:cxn ang="0">
                <a:pos x="connsiteX1" y="connsiteY1"/>
              </a:cxn>
              <a:cxn ang="0">
                <a:pos x="connsiteX2" y="connsiteY2"/>
              </a:cxn>
              <a:cxn ang="0">
                <a:pos x="connsiteX3" y="connsiteY3"/>
              </a:cxn>
            </a:cxnLst>
            <a:rect l="l" t="t" r="r" b="b"/>
            <a:pathLst>
              <a:path w="185359" h="699303">
                <a:moveTo>
                  <a:pt x="144879" y="0"/>
                </a:moveTo>
                <a:lnTo>
                  <a:pt x="185359" y="0"/>
                </a:lnTo>
                <a:lnTo>
                  <a:pt x="40480" y="699303"/>
                </a:lnTo>
                <a:lnTo>
                  <a:pt x="0" y="699303"/>
                </a:lnTo>
                <a:close/>
              </a:path>
            </a:pathLst>
          </a:custGeom>
          <a:solidFill>
            <a:schemeClr val="accent4"/>
          </a:solidFill>
          <a:ln w="38100">
            <a:solidFill>
              <a:srgbClr val="78060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7" name="Rectangle 7"/>
          <p:cNvSpPr>
            <a:spLocks noGrp="1" noChangeArrowheads="1"/>
          </p:cNvSpPr>
          <p:nvPr>
            <p:ph type="sldNum" sz="quarter" idx="10"/>
          </p:nvPr>
        </p:nvSpPr>
        <p:spPr>
          <a:xfrm>
            <a:off x="11664953" y="6456364"/>
            <a:ext cx="527049" cy="401637"/>
          </a:xfrm>
        </p:spPr>
        <p:txBody>
          <a:bodyPr/>
          <a:lstStyle>
            <a:lvl1pPr>
              <a:defRPr/>
            </a:lvl1pPr>
          </a:lstStyle>
          <a:p>
            <a:pPr>
              <a:defRPr/>
            </a:pPr>
            <a:fld id="{8562223F-EAE4-4709-90BF-19CB3D12D353}" type="slidenum">
              <a:rPr lang="zh-CN" altLang="en-US">
                <a:solidFill>
                  <a:srgbClr val="000000"/>
                </a:solidFill>
              </a:rPr>
              <a:t>‹#›</a:t>
            </a:fld>
            <a:endParaRPr lang="en-US" altLang="zh-CN" dirty="0">
              <a:solidFill>
                <a:srgbClr val="000000"/>
              </a:solidFill>
            </a:endParaRPr>
          </a:p>
        </p:txBody>
      </p:sp>
    </p:spTree>
  </p:cSld>
  <p:clrMapOvr>
    <a:masterClrMapping/>
  </p:clrMapOvr>
  <p:hf hdr="0" ftr="0" dt="0"/>
</p:sldLayout>
</file>

<file path=ppt/slideLayouts/slideLayout41.xml><?xml version="1.0" encoding="utf-8"?>
<p:sldLayout xmlns:a="http://schemas.openxmlformats.org/drawingml/2006/main" xmlns:r="http://schemas.openxmlformats.org/officeDocument/2006/relationships" xmlns:p="http://schemas.openxmlformats.org/presentationml/2006/main">
  <p:cSld name="BLANK">
    <p:spTree>
      <p:nvGrpSpPr>
        <p:cNvPr id="1" name=""/>
        <p:cNvGrpSpPr/>
        <p:nvPr/>
      </p:nvGrpSpPr>
      <p:grpSpPr>
        <a:xfrm>
          <a:off x="0" y="0"/>
          <a:ext cx="0" cy="0"/>
          <a:chOff x="0" y="0"/>
          <a:chExt cx="0" cy="0"/>
        </a:xfrm>
      </p:grpSpPr>
    </p:spTree>
  </p:cSld>
  <p:clrMapOvr>
    <a:masterClrMapping/>
  </p:clrMapOvr>
  <p:hf hdr="0" ftr="0" dt="0"/>
</p:sldLayout>
</file>

<file path=ppt/slideLayouts/slideLayout42.xml><?xml version="1.0" encoding="utf-8"?>
<p:sldLayout xmlns:a="http://schemas.openxmlformats.org/drawingml/2006/main" xmlns:r="http://schemas.openxmlformats.org/officeDocument/2006/relationships" xmlns:p="http://schemas.openxmlformats.org/presentationml/2006/main" type="title">
  <p:cSld name="1_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a:xfrm>
            <a:off x="838200" y="6356350"/>
            <a:ext cx="2743200" cy="365125"/>
          </a:xfrm>
        </p:spPr>
        <p:txBody>
          <a:bodyPr/>
          <a:lstStyle/>
          <a:p>
            <a:fld id="{AC1B7B3F-A56B-4310-A966-BD55D80449F1}" type="datetimeFigureOut">
              <a:rPr lang="zh-CN" altLang="en-US" smtClean="0"/>
              <a:t>2025/10/28</a:t>
            </a:fld>
            <a:endParaRPr lang="zh-CN" altLang="en-US"/>
          </a:p>
        </p:txBody>
      </p:sp>
      <p:sp>
        <p:nvSpPr>
          <p:cNvPr id="5" name="页脚占位符 4"/>
          <p:cNvSpPr>
            <a:spLocks noGrp="1"/>
          </p:cNvSpPr>
          <p:nvPr>
            <p:ph type="ftr" sz="quarter" idx="11"/>
          </p:nvPr>
        </p:nvSpPr>
        <p:spPr>
          <a:xfrm>
            <a:off x="4038600" y="6356350"/>
            <a:ext cx="4114800" cy="365125"/>
          </a:xfrm>
        </p:spPr>
        <p:txBody>
          <a:bodyPr/>
          <a:lstStyle/>
          <a:p>
            <a:endParaRPr lang="zh-CN" altLang="en-US"/>
          </a:p>
        </p:txBody>
      </p:sp>
      <p:sp>
        <p:nvSpPr>
          <p:cNvPr id="6" name="灯片编号占位符 5"/>
          <p:cNvSpPr>
            <a:spLocks noGrp="1"/>
          </p:cNvSpPr>
          <p:nvPr>
            <p:ph type="sldNum" sz="quarter" idx="12"/>
          </p:nvPr>
        </p:nvSpPr>
        <p:spPr/>
        <p:txBody>
          <a:bodyPr/>
          <a:lstStyle/>
          <a:p>
            <a:pPr>
              <a:defRPr/>
            </a:pPr>
            <a:fld id="{8562223F-EAE4-4709-90BF-19CB3D12D353}" type="slidenum">
              <a:rPr lang="zh-CN" altLang="en-US">
                <a:solidFill>
                  <a:srgbClr val="000000"/>
                </a:solidFill>
              </a:rPr>
              <a:t>‹#›</a:t>
            </a:fld>
            <a:endParaRPr lang="en-US" altLang="zh-CN" dirty="0">
              <a:solidFill>
                <a:srgbClr val="000000"/>
              </a:solidFill>
            </a:endParaRPr>
          </a:p>
        </p:txBody>
      </p:sp>
    </p:spTree>
  </p:cSld>
  <p:clrMapOvr>
    <a:masterClrMapping/>
  </p:clrMapOvr>
  <p:transition/>
  <p:hf hdr="0" ftr="0" dt="0"/>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1_竖排标题与文本">
    <p:spTree>
      <p:nvGrpSpPr>
        <p:cNvPr id="1" name=""/>
        <p:cNvGrpSpPr/>
        <p:nvPr/>
      </p:nvGrpSpPr>
      <p:grpSpPr>
        <a:xfrm>
          <a:off x="0" y="0"/>
          <a:ext cx="0" cy="0"/>
          <a:chOff x="0" y="0"/>
          <a:chExt cx="0" cy="0"/>
        </a:xfrm>
      </p:grpSpPr>
    </p:spTree>
  </p:cSld>
  <p:clrMapOvr>
    <a:masterClrMapping/>
  </p:clrMapOvr>
  <p:hf hdr="0" ftr="0" dt="0"/>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Cover Slide">
    <p:spTree>
      <p:nvGrpSpPr>
        <p:cNvPr id="1" name=""/>
        <p:cNvGrpSpPr/>
        <p:nvPr/>
      </p:nvGrpSpPr>
      <p:grpSpPr>
        <a:xfrm>
          <a:off x="0" y="0"/>
          <a:ext cx="0" cy="0"/>
          <a:chOff x="0" y="0"/>
          <a:chExt cx="0" cy="0"/>
        </a:xfrm>
      </p:grpSpPr>
      <p:sp>
        <p:nvSpPr>
          <p:cNvPr id="18" name="矩形 17">
            <a:extLst>
              <a:ext uri="{FF2B5EF4-FFF2-40B4-BE49-F238E27FC236}">
                <a16:creationId xmlns:a16="http://schemas.microsoft.com/office/drawing/2014/main" id="{9FEA1067-7412-BE26-DFF4-948DE58778F4}"/>
              </a:ext>
            </a:extLst>
          </p:cNvPr>
          <p:cNvSpPr/>
          <p:nvPr userDrawn="1"/>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pic>
        <p:nvPicPr>
          <p:cNvPr id="2" name="图片 1">
            <a:extLst>
              <a:ext uri="{FF2B5EF4-FFF2-40B4-BE49-F238E27FC236}">
                <a16:creationId xmlns:a16="http://schemas.microsoft.com/office/drawing/2014/main" id="{F42ACC81-99B0-2B3E-E0A3-2CAFB7D03BA0}"/>
              </a:ext>
            </a:extLst>
          </p:cNvPr>
          <p:cNvPicPr>
            <a:picLocks noChangeAspect="1"/>
          </p:cNvPicPr>
          <p:nvPr userDrawn="1"/>
        </p:nvPicPr>
        <p:blipFill rotWithShape="1">
          <a:blip r:embed="rId2">
            <a:alphaModFix amt="5000"/>
            <a:duotone>
              <a:srgbClr val="EC5F74">
                <a:shade val="45000"/>
                <a:satMod val="135000"/>
              </a:srgbClr>
              <a:prstClr val="white"/>
            </a:duotone>
            <a:extLst>
              <a:ext uri="{BEBA8EAE-BF5A-486C-A8C5-ECC9F3942E4B}">
                <a14:imgProps xmlns:a14="http://schemas.microsoft.com/office/drawing/2010/main">
                  <a14:imgLayer r:embed="rId3">
                    <a14:imgEffect>
                      <a14:artisticGlowEdges/>
                    </a14:imgEffect>
                    <a14:imgEffect>
                      <a14:backgroundRemoval t="21653" b="79287" l="20795" r="79952">
                        <a14:foregroundMark x1="51094" y1="38906" x2="51094" y2="38906"/>
                      </a14:backgroundRemoval>
                    </a14:imgEffect>
                    <a14:imgEffect>
                      <a14:brightnessContrast bright="40000" contrast="40000"/>
                    </a14:imgEffect>
                    <a14:imgEffect>
                      <a14:colorTemperature colorTemp="7200"/>
                    </a14:imgEffect>
                    <a14:imgEffect>
                      <a14:saturation sat="200000"/>
                    </a14:imgEffect>
                    <a14:imgEffect>
                      <a14:sharpenSoften amount="50000"/>
                    </a14:imgEffect>
                  </a14:imgLayer>
                </a14:imgProps>
              </a:ext>
              <a:ext uri="{28A0092B-C50C-407E-A947-70E740481C1C}">
                <a14:useLocalDpi xmlns:a14="http://schemas.microsoft.com/office/drawing/2010/main" val="0"/>
              </a:ext>
            </a:extLst>
          </a:blip>
          <a:srcRect l="13400" t="14448" r="12653" b="13509"/>
          <a:stretch>
            <a:fillRect/>
          </a:stretch>
        </p:blipFill>
        <p:spPr>
          <a:xfrm rot="321821">
            <a:off x="-4319905" y="840105"/>
            <a:ext cx="8543290" cy="8323580"/>
          </a:xfrm>
          <a:prstGeom prst="ellipse">
            <a:avLst/>
          </a:prstGeom>
        </p:spPr>
      </p:pic>
      <p:pic>
        <p:nvPicPr>
          <p:cNvPr id="3" name="图片 2">
            <a:extLst>
              <a:ext uri="{FF2B5EF4-FFF2-40B4-BE49-F238E27FC236}">
                <a16:creationId xmlns:a16="http://schemas.microsoft.com/office/drawing/2014/main" id="{146EC82B-B6A4-BDE2-D807-5785E6BD5DF5}"/>
              </a:ext>
            </a:extLst>
          </p:cNvPr>
          <p:cNvPicPr>
            <a:picLocks noChangeAspect="1"/>
          </p:cNvPicPr>
          <p:nvPr userDrawn="1"/>
        </p:nvPicPr>
        <p:blipFill rotWithShape="1">
          <a:blip r:embed="rId2">
            <a:alphaModFix amt="5000"/>
            <a:duotone>
              <a:srgbClr val="EC5F74">
                <a:shade val="45000"/>
                <a:satMod val="135000"/>
              </a:srgbClr>
              <a:prstClr val="white"/>
            </a:duotone>
            <a:extLst>
              <a:ext uri="{BEBA8EAE-BF5A-486C-A8C5-ECC9F3942E4B}">
                <a14:imgProps xmlns:a14="http://schemas.microsoft.com/office/drawing/2010/main">
                  <a14:imgLayer r:embed="rId3">
                    <a14:imgEffect>
                      <a14:artisticGlowEdges/>
                    </a14:imgEffect>
                    <a14:imgEffect>
                      <a14:backgroundRemoval t="21653" b="79287" l="20795" r="79952">
                        <a14:foregroundMark x1="51094" y1="38906" x2="51094" y2="38906"/>
                      </a14:backgroundRemoval>
                    </a14:imgEffect>
                    <a14:imgEffect>
                      <a14:brightnessContrast bright="40000" contrast="40000"/>
                    </a14:imgEffect>
                    <a14:imgEffect>
                      <a14:colorTemperature colorTemp="7200"/>
                    </a14:imgEffect>
                    <a14:imgEffect>
                      <a14:saturation sat="200000"/>
                    </a14:imgEffect>
                    <a14:imgEffect>
                      <a14:sharpenSoften amount="50000"/>
                    </a14:imgEffect>
                  </a14:imgLayer>
                </a14:imgProps>
              </a:ext>
              <a:ext uri="{28A0092B-C50C-407E-A947-70E740481C1C}">
                <a14:useLocalDpi xmlns:a14="http://schemas.microsoft.com/office/drawing/2010/main" val="0"/>
              </a:ext>
            </a:extLst>
          </a:blip>
          <a:srcRect l="13400" t="14448" r="12653" b="13509"/>
          <a:stretch>
            <a:fillRect/>
          </a:stretch>
        </p:blipFill>
        <p:spPr>
          <a:xfrm rot="321821">
            <a:off x="8206740" y="-2151380"/>
            <a:ext cx="8543290" cy="8323580"/>
          </a:xfrm>
          <a:prstGeom prst="ellipse">
            <a:avLst/>
          </a:prstGeom>
        </p:spPr>
      </p:pic>
    </p:spTree>
    <p:extLst>
      <p:ext uri="{BB962C8B-B14F-4D97-AF65-F5344CB8AC3E}">
        <p14:creationId xmlns:p14="http://schemas.microsoft.com/office/powerpoint/2010/main" val="69750054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p:txBody>
          <a:bodyPr/>
          <a:lstStyle/>
          <a:p>
            <a:fld id="{760FBDFE-C587-4B4C-A407-44438C67B59E}" type="datetimeFigureOut">
              <a:rPr lang="zh-CN" altLang="en-US" smtClean="0"/>
              <a:t>2025/10/28</a:t>
            </a:fld>
            <a:endParaRPr lang="zh-CN" altLang="en-US"/>
          </a:p>
        </p:txBody>
      </p:sp>
      <p:sp>
        <p:nvSpPr>
          <p:cNvPr id="3" name="页脚占位符 2"/>
          <p:cNvSpPr>
            <a:spLocks noGrp="1"/>
          </p:cNvSpPr>
          <p:nvPr>
            <p:ph type="ftr" sz="quarter" idx="11"/>
            <p:custDataLst>
              <p:tags r:id="rId2"/>
            </p:custDataLst>
          </p:nvPr>
        </p:nvSpPr>
        <p:spPr/>
        <p:txBody>
          <a:bodyPr/>
          <a:lstStyle/>
          <a:p>
            <a:endParaRPr lang="zh-CN" altLang="en-US"/>
          </a:p>
        </p:txBody>
      </p:sp>
      <p:sp>
        <p:nvSpPr>
          <p:cNvPr id="4" name="灯片编号占位符 3"/>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pic>
        <p:nvPicPr>
          <p:cNvPr id="23" name="图片 22"/>
          <p:cNvPicPr>
            <a:picLocks noChangeAspect="1"/>
          </p:cNvPicPr>
          <p:nvPr userDrawn="1"/>
        </p:nvPicPr>
        <p:blipFill rotWithShape="1">
          <a:blip r:embed="rId5" cstate="screen">
            <a:lum bright="6000"/>
            <a:extLst>
              <a:ext uri="{BEBA8EAE-BF5A-486C-A8C5-ECC9F3942E4B}">
                <a14:imgProps xmlns:a14="http://schemas.microsoft.com/office/drawing/2010/main">
                  <a14:imgLayer r:embed="rId6">
                    <a14:imgEffect>
                      <a14:brightnessContrast contrast="-20000"/>
                    </a14:imgEffect>
                    <a14:imgEffect>
                      <a14:sharpenSoften amount="25000"/>
                    </a14:imgEffect>
                  </a14:imgLayer>
                </a14:imgProps>
              </a:ext>
            </a:extLst>
          </a:blip>
          <a:srcRect b="42024"/>
          <a:stretch>
            <a:fillRect/>
          </a:stretch>
        </p:blipFill>
        <p:spPr>
          <a:xfrm>
            <a:off x="-240030" y="-126365"/>
            <a:ext cx="12578715" cy="4102100"/>
          </a:xfrm>
          <a:prstGeom prst="rect">
            <a:avLst/>
          </a:prstGeom>
          <a:effectLst>
            <a:softEdge rad="317500"/>
          </a:effectLst>
        </p:spPr>
      </p:pic>
      <p:sp>
        <p:nvSpPr>
          <p:cNvPr id="24" name="矩形 23"/>
          <p:cNvSpPr/>
          <p:nvPr userDrawn="1"/>
        </p:nvSpPr>
        <p:spPr>
          <a:xfrm>
            <a:off x="0" y="0"/>
            <a:ext cx="12192000" cy="6858000"/>
          </a:xfrm>
          <a:prstGeom prst="rect">
            <a:avLst/>
          </a:prstGeom>
          <a:gradFill>
            <a:gsLst>
              <a:gs pos="30000">
                <a:schemeClr val="bg1">
                  <a:alpha val="71000"/>
                </a:schemeClr>
              </a:gs>
              <a:gs pos="100000">
                <a:schemeClr val="bg1">
                  <a:alpha val="0"/>
                </a:schemeClr>
              </a:gs>
            </a:gsLst>
            <a:lin ang="5400000" scaled="1"/>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Segoe UI" panose="020B0502040204020203"/>
              <a:ea typeface="方正悠黑体" panose="02010600010101010101" charset="-122"/>
              <a:cs typeface="+mn-cs"/>
            </a:endParaRPr>
          </a:p>
        </p:txBody>
      </p:sp>
      <p:pic>
        <p:nvPicPr>
          <p:cNvPr id="8" name="图片 7"/>
          <p:cNvPicPr>
            <a:picLocks noChangeAspect="1"/>
          </p:cNvPicPr>
          <p:nvPr userDrawn="1"/>
        </p:nvPicPr>
        <p:blipFill rotWithShape="1">
          <a:blip r:embed="rId7">
            <a:alphaModFix amt="5000"/>
            <a:duotone>
              <a:srgbClr val="EC5F74">
                <a:shade val="45000"/>
                <a:satMod val="135000"/>
              </a:srgbClr>
              <a:prstClr val="white"/>
            </a:duotone>
            <a:extLst>
              <a:ext uri="{BEBA8EAE-BF5A-486C-A8C5-ECC9F3942E4B}">
                <a14:imgProps xmlns:a14="http://schemas.microsoft.com/office/drawing/2010/main">
                  <a14:imgLayer r:embed="rId8">
                    <a14:imgEffect>
                      <a14:artisticGlowEdges/>
                    </a14:imgEffect>
                    <a14:imgEffect>
                      <a14:backgroundRemoval t="21653" b="79287" l="20795" r="79952">
                        <a14:foregroundMark x1="51094" y1="38906" x2="51094" y2="38906"/>
                      </a14:backgroundRemoval>
                    </a14:imgEffect>
                    <a14:imgEffect>
                      <a14:brightnessContrast bright="40000" contrast="40000"/>
                    </a14:imgEffect>
                    <a14:imgEffect>
                      <a14:colorTemperature colorTemp="7200"/>
                    </a14:imgEffect>
                    <a14:imgEffect>
                      <a14:saturation sat="200000"/>
                    </a14:imgEffect>
                    <a14:imgEffect>
                      <a14:sharpenSoften amount="50000"/>
                    </a14:imgEffect>
                  </a14:imgLayer>
                </a14:imgProps>
              </a:ext>
              <a:ext uri="{28A0092B-C50C-407E-A947-70E740481C1C}">
                <a14:useLocalDpi xmlns:a14="http://schemas.microsoft.com/office/drawing/2010/main" val="0"/>
              </a:ext>
            </a:extLst>
          </a:blip>
          <a:srcRect l="13400" t="14448" r="12653" b="13509"/>
          <a:stretch>
            <a:fillRect/>
          </a:stretch>
        </p:blipFill>
        <p:spPr>
          <a:xfrm rot="321821">
            <a:off x="-4319905" y="840105"/>
            <a:ext cx="8543290" cy="8323580"/>
          </a:xfrm>
          <a:prstGeom prst="ellipse">
            <a:avLst/>
          </a:prstGeom>
        </p:spPr>
      </p:pic>
      <p:pic>
        <p:nvPicPr>
          <p:cNvPr id="9" name="图片 8"/>
          <p:cNvPicPr>
            <a:picLocks noChangeAspect="1"/>
          </p:cNvPicPr>
          <p:nvPr userDrawn="1"/>
        </p:nvPicPr>
        <p:blipFill rotWithShape="1">
          <a:blip r:embed="rId7">
            <a:alphaModFix amt="5000"/>
            <a:duotone>
              <a:srgbClr val="EC5F74">
                <a:shade val="45000"/>
                <a:satMod val="135000"/>
              </a:srgbClr>
              <a:prstClr val="white"/>
            </a:duotone>
            <a:extLst>
              <a:ext uri="{BEBA8EAE-BF5A-486C-A8C5-ECC9F3942E4B}">
                <a14:imgProps xmlns:a14="http://schemas.microsoft.com/office/drawing/2010/main">
                  <a14:imgLayer r:embed="rId8">
                    <a14:imgEffect>
                      <a14:artisticGlowEdges/>
                    </a14:imgEffect>
                    <a14:imgEffect>
                      <a14:backgroundRemoval t="21653" b="79287" l="20795" r="79952">
                        <a14:foregroundMark x1="51094" y1="38906" x2="51094" y2="38906"/>
                      </a14:backgroundRemoval>
                    </a14:imgEffect>
                    <a14:imgEffect>
                      <a14:brightnessContrast bright="40000" contrast="40000"/>
                    </a14:imgEffect>
                    <a14:imgEffect>
                      <a14:colorTemperature colorTemp="7200"/>
                    </a14:imgEffect>
                    <a14:imgEffect>
                      <a14:saturation sat="200000"/>
                    </a14:imgEffect>
                    <a14:imgEffect>
                      <a14:sharpenSoften amount="50000"/>
                    </a14:imgEffect>
                  </a14:imgLayer>
                </a14:imgProps>
              </a:ext>
              <a:ext uri="{28A0092B-C50C-407E-A947-70E740481C1C}">
                <a14:useLocalDpi xmlns:a14="http://schemas.microsoft.com/office/drawing/2010/main" val="0"/>
              </a:ext>
            </a:extLst>
          </a:blip>
          <a:srcRect l="13400" t="14448" r="12653" b="13509"/>
          <a:stretch>
            <a:fillRect/>
          </a:stretch>
        </p:blipFill>
        <p:spPr>
          <a:xfrm rot="321821">
            <a:off x="8206740" y="-2151380"/>
            <a:ext cx="8543290" cy="8323580"/>
          </a:xfrm>
          <a:prstGeom prst="ellipse">
            <a:avLst/>
          </a:prstGeom>
        </p:spPr>
      </p:pic>
    </p:spTree>
  </p:cSld>
  <p:clrMapOvr>
    <a:masterClrMapping/>
  </p:clrMapOvr>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2_仅标题">
    <p:bg>
      <p:bgPr>
        <a:solidFill>
          <a:schemeClr val="bg1"/>
        </a:solidFill>
        <a:effectLst/>
      </p:bgPr>
    </p:bg>
    <p:spTree>
      <p:nvGrpSpPr>
        <p:cNvPr id="1" name=""/>
        <p:cNvGrpSpPr/>
        <p:nvPr/>
      </p:nvGrpSpPr>
      <p:grpSpPr>
        <a:xfrm>
          <a:off x="0" y="0"/>
          <a:ext cx="0" cy="0"/>
          <a:chOff x="0" y="0"/>
          <a:chExt cx="0" cy="0"/>
        </a:xfrm>
      </p:grpSpPr>
      <p:sp>
        <p:nvSpPr>
          <p:cNvPr id="6" name="日期占位符 2"/>
          <p:cNvSpPr>
            <a:spLocks noGrp="1"/>
          </p:cNvSpPr>
          <p:nvPr>
            <p:ph type="dt" sz="half" idx="10"/>
          </p:nvPr>
        </p:nvSpPr>
        <p:spPr>
          <a:xfrm>
            <a:off x="609601" y="6356352"/>
            <a:ext cx="2844800" cy="365125"/>
          </a:xfrm>
          <a:prstGeom prst="rect">
            <a:avLst/>
          </a:prstGeom>
        </p:spPr>
        <p:txBody>
          <a:bodyPr/>
          <a:lstStyle>
            <a:lvl1pPr>
              <a:defRPr/>
            </a:lvl1pPr>
          </a:lstStyle>
          <a:p>
            <a:pPr>
              <a:defRPr/>
            </a:pPr>
            <a:fld id="{2062C1E6-100B-44D2-A1C7-A34E3BD9A12C}" type="datetimeFigureOut">
              <a:rPr lang="zh-CN" altLang="en-US"/>
              <a:t>2025/10/28</a:t>
            </a:fld>
            <a:endParaRPr lang="zh-CN" altLang="en-US"/>
          </a:p>
        </p:txBody>
      </p:sp>
      <p:sp>
        <p:nvSpPr>
          <p:cNvPr id="7" name="页脚占位符 3"/>
          <p:cNvSpPr>
            <a:spLocks noGrp="1"/>
          </p:cNvSpPr>
          <p:nvPr>
            <p:ph type="ftr" sz="quarter" idx="11"/>
          </p:nvPr>
        </p:nvSpPr>
        <p:spPr>
          <a:xfrm>
            <a:off x="4165601" y="6356352"/>
            <a:ext cx="3860800" cy="365125"/>
          </a:xfrm>
          <a:prstGeom prst="rect">
            <a:avLst/>
          </a:prstGeom>
        </p:spPr>
        <p:txBody>
          <a:bodyPr/>
          <a:lstStyle>
            <a:lvl1pPr>
              <a:defRPr/>
            </a:lvl1pPr>
          </a:lstStyle>
          <a:p>
            <a:pPr>
              <a:defRPr/>
            </a:pPr>
            <a:endParaRPr lang="zh-CN" altLang="en-US"/>
          </a:p>
        </p:txBody>
      </p:sp>
      <p:sp>
        <p:nvSpPr>
          <p:cNvPr id="8" name="灯片编号占位符 4"/>
          <p:cNvSpPr>
            <a:spLocks noGrp="1"/>
          </p:cNvSpPr>
          <p:nvPr>
            <p:ph type="sldNum" sz="quarter" idx="12"/>
          </p:nvPr>
        </p:nvSpPr>
        <p:spPr>
          <a:xfrm>
            <a:off x="8737601" y="6356352"/>
            <a:ext cx="2844800" cy="365125"/>
          </a:xfrm>
          <a:prstGeom prst="rect">
            <a:avLst/>
          </a:prstGeom>
        </p:spPr>
        <p:txBody>
          <a:bodyPr/>
          <a:lstStyle>
            <a:lvl1pPr>
              <a:defRPr/>
            </a:lvl1pPr>
          </a:lstStyle>
          <a:p>
            <a:pPr>
              <a:defRPr/>
            </a:pPr>
            <a:fld id="{C14A6F88-39AC-442E-B372-2FEBDC340D1D}" type="slidenum">
              <a:rPr lang="zh-CN" altLang="en-US"/>
              <a:t>‹#›</a:t>
            </a:fld>
            <a:endParaRPr lang="zh-CN" altLang="en-US"/>
          </a:p>
        </p:txBody>
      </p:sp>
    </p:spTree>
  </p:cSld>
  <p:clrMapOvr>
    <a:masterClrMapping/>
  </p:clrMapOvr>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AF1D4331-42DF-4261-9157-D6028F3F8674}" type="datetimeFigureOut">
              <a:rPr lang="zh-CN" altLang="en-US" smtClean="0"/>
              <a:t>2025/10/28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0F34229-65D2-4279-ADBB-D1459B287AAE}" type="slidenum">
              <a:rPr lang="zh-CN" altLang="en-US" smtClean="0"/>
              <a:t>‹#›</a:t>
            </a:fld>
            <a:endParaRPr lang="zh-CN" altLang="en-US"/>
          </a:p>
        </p:txBody>
      </p:sp>
    </p:spTree>
  </p:cSld>
  <p:clrMapOvr>
    <a:masterClrMapping/>
  </p:clrMapOvr>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41EE77A9-B8E5-4485-A78D-ADBDE6F236D6}" type="datetimeFigureOut">
              <a:rPr lang="zh-CN" altLang="en-US" smtClean="0"/>
              <a:t>2025/10/28</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A6173D10-3B98-425A-B4F6-45A60A42CF76}" type="slidenum">
              <a:rPr lang="zh-CN" altLang="en-US" smtClean="0"/>
              <a:t>‹#›</a:t>
            </a:fld>
            <a:endParaRPr lang="zh-CN" altLang="en-US"/>
          </a:p>
        </p:txBody>
      </p:sp>
    </p:spTree>
  </p:cSld>
  <p:clrMapOvr>
    <a:masterClrMapping/>
  </p:clrMapOvr>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A5660F7-6ED0-8506-4FC7-4A4D1AED65A8}"/>
              </a:ext>
            </a:extLst>
          </p:cNvPr>
          <p:cNvSpPr>
            <a:spLocks noGrp="1"/>
          </p:cNvSpPr>
          <p:nvPr>
            <p:ph type="ctrTitle"/>
          </p:nvPr>
        </p:nvSpPr>
        <p:spPr>
          <a:xfrm>
            <a:off x="1524000" y="1122363"/>
            <a:ext cx="9144000" cy="2387600"/>
          </a:xfrm>
        </p:spPr>
        <p:txBody>
          <a:bodyPr anchor="b"/>
          <a:lstStyle>
            <a:lvl1pPr algn="ctr">
              <a:defRPr sz="6000"/>
            </a:lvl1pPr>
          </a:lstStyle>
          <a:p>
            <a:r>
              <a:rPr kumimoji="1" lang="zh-CN" altLang="en-US"/>
              <a:t>单击此处编辑母版标题样式</a:t>
            </a:r>
          </a:p>
        </p:txBody>
      </p:sp>
      <p:sp>
        <p:nvSpPr>
          <p:cNvPr id="3" name="副标题 2">
            <a:extLst>
              <a:ext uri="{FF2B5EF4-FFF2-40B4-BE49-F238E27FC236}">
                <a16:creationId xmlns:a16="http://schemas.microsoft.com/office/drawing/2014/main" id="{CBBC836A-56F0-4CFC-3671-857EA9C642D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a:t>单击此处编辑母版副标题样式</a:t>
            </a:r>
          </a:p>
        </p:txBody>
      </p:sp>
      <p:sp>
        <p:nvSpPr>
          <p:cNvPr id="4" name="日期占位符 3">
            <a:extLst>
              <a:ext uri="{FF2B5EF4-FFF2-40B4-BE49-F238E27FC236}">
                <a16:creationId xmlns:a16="http://schemas.microsoft.com/office/drawing/2014/main" id="{E8469480-E87B-1A18-E6E8-1B6C96C21CDE}"/>
              </a:ext>
            </a:extLst>
          </p:cNvPr>
          <p:cNvSpPr>
            <a:spLocks noGrp="1"/>
          </p:cNvSpPr>
          <p:nvPr>
            <p:ph type="dt" sz="half" idx="10"/>
          </p:nvPr>
        </p:nvSpPr>
        <p:spPr/>
        <p:txBody>
          <a:bodyPr/>
          <a:lstStyle/>
          <a:p>
            <a:fld id="{D06DA9EB-9BDC-4844-8EE8-A25BF5A15C4D}" type="datetimeFigureOut">
              <a:rPr kumimoji="1" lang="zh-CN" altLang="en-US" smtClean="0"/>
              <a:t>2025/10/28</a:t>
            </a:fld>
            <a:endParaRPr kumimoji="1" lang="zh-CN" altLang="en-US"/>
          </a:p>
        </p:txBody>
      </p:sp>
      <p:sp>
        <p:nvSpPr>
          <p:cNvPr id="5" name="页脚占位符 4">
            <a:extLst>
              <a:ext uri="{FF2B5EF4-FFF2-40B4-BE49-F238E27FC236}">
                <a16:creationId xmlns:a16="http://schemas.microsoft.com/office/drawing/2014/main" id="{E35E8EA7-4BD1-8D80-1AE8-DA4FC40A9DDD}"/>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AC1C6F5C-203D-A3A7-D8E1-0B3F8080D57E}"/>
              </a:ext>
            </a:extLst>
          </p:cNvPr>
          <p:cNvSpPr>
            <a:spLocks noGrp="1"/>
          </p:cNvSpPr>
          <p:nvPr>
            <p:ph type="sldNum" sz="quarter" idx="12"/>
          </p:nvPr>
        </p:nvSpPr>
        <p:spPr/>
        <p:txBody>
          <a:bodyPr/>
          <a:lstStyle/>
          <a:p>
            <a:fld id="{CC71EE5D-3253-3445-A816-14145269BB94}" type="slidenum">
              <a:rPr kumimoji="1" lang="zh-CN" altLang="en-US" smtClean="0"/>
              <a:t>‹#›</a:t>
            </a:fld>
            <a:endParaRPr kumimoji="1" lang="zh-CN" altLang="en-US"/>
          </a:p>
        </p:txBody>
      </p:sp>
    </p:spTree>
    <p:extLst>
      <p:ext uri="{BB962C8B-B14F-4D97-AF65-F5344CB8AC3E}">
        <p14:creationId xmlns:p14="http://schemas.microsoft.com/office/powerpoint/2010/main" val="3604056314"/>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DEDD965-0358-0098-179F-9E450A037ABF}"/>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F9E67F04-90E6-D705-4878-C9F8D5CFADC8}"/>
              </a:ext>
            </a:extLst>
          </p:cNvPr>
          <p:cNvSpPr>
            <a:spLocks noGrp="1"/>
          </p:cNvSpPr>
          <p:nvPr>
            <p:ph idx="1"/>
          </p:nvPr>
        </p:nvSpPr>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58FF70DC-E6AD-F5D8-9D87-D546D67052FA}"/>
              </a:ext>
            </a:extLst>
          </p:cNvPr>
          <p:cNvSpPr>
            <a:spLocks noGrp="1"/>
          </p:cNvSpPr>
          <p:nvPr>
            <p:ph type="dt" sz="half" idx="10"/>
          </p:nvPr>
        </p:nvSpPr>
        <p:spPr/>
        <p:txBody>
          <a:bodyPr/>
          <a:lstStyle/>
          <a:p>
            <a:fld id="{D06DA9EB-9BDC-4844-8EE8-A25BF5A15C4D}" type="datetimeFigureOut">
              <a:rPr kumimoji="1" lang="zh-CN" altLang="en-US" smtClean="0"/>
              <a:t>2025/10/28</a:t>
            </a:fld>
            <a:endParaRPr kumimoji="1" lang="zh-CN" altLang="en-US"/>
          </a:p>
        </p:txBody>
      </p:sp>
      <p:sp>
        <p:nvSpPr>
          <p:cNvPr id="5" name="页脚占位符 4">
            <a:extLst>
              <a:ext uri="{FF2B5EF4-FFF2-40B4-BE49-F238E27FC236}">
                <a16:creationId xmlns:a16="http://schemas.microsoft.com/office/drawing/2014/main" id="{C9732911-DDFB-D5A6-5FB6-91742362FF40}"/>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8CCB06E1-3051-3E61-46EB-5DDB051FAD63}"/>
              </a:ext>
            </a:extLst>
          </p:cNvPr>
          <p:cNvSpPr>
            <a:spLocks noGrp="1"/>
          </p:cNvSpPr>
          <p:nvPr>
            <p:ph type="sldNum" sz="quarter" idx="12"/>
          </p:nvPr>
        </p:nvSpPr>
        <p:spPr/>
        <p:txBody>
          <a:bodyPr/>
          <a:lstStyle/>
          <a:p>
            <a:fld id="{CC71EE5D-3253-3445-A816-14145269BB94}" type="slidenum">
              <a:rPr kumimoji="1" lang="zh-CN" altLang="en-US" smtClean="0"/>
              <a:t>‹#›</a:t>
            </a:fld>
            <a:endParaRPr kumimoji="1" lang="zh-CN" altLang="en-US"/>
          </a:p>
        </p:txBody>
      </p:sp>
    </p:spTree>
    <p:extLst>
      <p:ext uri="{BB962C8B-B14F-4D97-AF65-F5344CB8AC3E}">
        <p14:creationId xmlns:p14="http://schemas.microsoft.com/office/powerpoint/2010/main" val="1648625631"/>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68091B8-3C7F-5139-5A3B-D92D87BC44D8}"/>
              </a:ext>
            </a:extLst>
          </p:cNvPr>
          <p:cNvSpPr>
            <a:spLocks noGrp="1"/>
          </p:cNvSpPr>
          <p:nvPr>
            <p:ph type="title"/>
          </p:nvPr>
        </p:nvSpPr>
        <p:spPr>
          <a:xfrm>
            <a:off x="831850" y="1709738"/>
            <a:ext cx="10515600" cy="2852737"/>
          </a:xfrm>
        </p:spPr>
        <p:txBody>
          <a:bodyPr anchor="b"/>
          <a:lstStyle>
            <a:lvl1pPr>
              <a:defRPr sz="6000"/>
            </a:lvl1pPr>
          </a:lstStyle>
          <a:p>
            <a:r>
              <a:rPr kumimoji="1" lang="zh-CN" altLang="en-US"/>
              <a:t>单击此处编辑母版标题样式</a:t>
            </a:r>
          </a:p>
        </p:txBody>
      </p:sp>
      <p:sp>
        <p:nvSpPr>
          <p:cNvPr id="3" name="文本占位符 2">
            <a:extLst>
              <a:ext uri="{FF2B5EF4-FFF2-40B4-BE49-F238E27FC236}">
                <a16:creationId xmlns:a16="http://schemas.microsoft.com/office/drawing/2014/main" id="{2E0B6FE1-E77B-3677-C4DF-45678EF9D50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CN" altLang="en-US"/>
              <a:t>单击此处编辑母版文本样式</a:t>
            </a:r>
          </a:p>
        </p:txBody>
      </p:sp>
      <p:sp>
        <p:nvSpPr>
          <p:cNvPr id="4" name="日期占位符 3">
            <a:extLst>
              <a:ext uri="{FF2B5EF4-FFF2-40B4-BE49-F238E27FC236}">
                <a16:creationId xmlns:a16="http://schemas.microsoft.com/office/drawing/2014/main" id="{46681BE3-29A8-410B-D2E5-49B63D959EC3}"/>
              </a:ext>
            </a:extLst>
          </p:cNvPr>
          <p:cNvSpPr>
            <a:spLocks noGrp="1"/>
          </p:cNvSpPr>
          <p:nvPr>
            <p:ph type="dt" sz="half" idx="10"/>
          </p:nvPr>
        </p:nvSpPr>
        <p:spPr/>
        <p:txBody>
          <a:bodyPr/>
          <a:lstStyle/>
          <a:p>
            <a:fld id="{D06DA9EB-9BDC-4844-8EE8-A25BF5A15C4D}" type="datetimeFigureOut">
              <a:rPr kumimoji="1" lang="zh-CN" altLang="en-US" smtClean="0"/>
              <a:t>2025/10/28</a:t>
            </a:fld>
            <a:endParaRPr kumimoji="1" lang="zh-CN" altLang="en-US"/>
          </a:p>
        </p:txBody>
      </p:sp>
      <p:sp>
        <p:nvSpPr>
          <p:cNvPr id="5" name="页脚占位符 4">
            <a:extLst>
              <a:ext uri="{FF2B5EF4-FFF2-40B4-BE49-F238E27FC236}">
                <a16:creationId xmlns:a16="http://schemas.microsoft.com/office/drawing/2014/main" id="{624D9956-3504-EF4A-234F-A9D3B8DB80E6}"/>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226D298E-04C6-A6E6-F033-4008AA1395E3}"/>
              </a:ext>
            </a:extLst>
          </p:cNvPr>
          <p:cNvSpPr>
            <a:spLocks noGrp="1"/>
          </p:cNvSpPr>
          <p:nvPr>
            <p:ph type="sldNum" sz="quarter" idx="12"/>
          </p:nvPr>
        </p:nvSpPr>
        <p:spPr/>
        <p:txBody>
          <a:bodyPr/>
          <a:lstStyle/>
          <a:p>
            <a:fld id="{CC71EE5D-3253-3445-A816-14145269BB94}" type="slidenum">
              <a:rPr kumimoji="1" lang="zh-CN" altLang="en-US" smtClean="0"/>
              <a:t>‹#›</a:t>
            </a:fld>
            <a:endParaRPr kumimoji="1" lang="zh-CN" altLang="en-US"/>
          </a:p>
        </p:txBody>
      </p:sp>
    </p:spTree>
    <p:extLst>
      <p:ext uri="{BB962C8B-B14F-4D97-AF65-F5344CB8AC3E}">
        <p14:creationId xmlns:p14="http://schemas.microsoft.com/office/powerpoint/2010/main" val="372856759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872E848-58F6-B7E5-9020-6C9BFF285997}"/>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FB78698B-E3F9-F5EB-3020-A29B2FB3A624}"/>
              </a:ext>
            </a:extLst>
          </p:cNvPr>
          <p:cNvSpPr>
            <a:spLocks noGrp="1"/>
          </p:cNvSpPr>
          <p:nvPr>
            <p:ph sz="half" idx="1"/>
          </p:nvPr>
        </p:nvSpPr>
        <p:spPr>
          <a:xfrm>
            <a:off x="838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内容占位符 3">
            <a:extLst>
              <a:ext uri="{FF2B5EF4-FFF2-40B4-BE49-F238E27FC236}">
                <a16:creationId xmlns:a16="http://schemas.microsoft.com/office/drawing/2014/main" id="{EC4FEBF8-0285-10A3-2B8A-466F9BD33016}"/>
              </a:ext>
            </a:extLst>
          </p:cNvPr>
          <p:cNvSpPr>
            <a:spLocks noGrp="1"/>
          </p:cNvSpPr>
          <p:nvPr>
            <p:ph sz="half" idx="2"/>
          </p:nvPr>
        </p:nvSpPr>
        <p:spPr>
          <a:xfrm>
            <a:off x="6172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日期占位符 4">
            <a:extLst>
              <a:ext uri="{FF2B5EF4-FFF2-40B4-BE49-F238E27FC236}">
                <a16:creationId xmlns:a16="http://schemas.microsoft.com/office/drawing/2014/main" id="{A24649ED-A277-2E09-991E-434677CA4191}"/>
              </a:ext>
            </a:extLst>
          </p:cNvPr>
          <p:cNvSpPr>
            <a:spLocks noGrp="1"/>
          </p:cNvSpPr>
          <p:nvPr>
            <p:ph type="dt" sz="half" idx="10"/>
          </p:nvPr>
        </p:nvSpPr>
        <p:spPr/>
        <p:txBody>
          <a:bodyPr/>
          <a:lstStyle/>
          <a:p>
            <a:fld id="{D06DA9EB-9BDC-4844-8EE8-A25BF5A15C4D}" type="datetimeFigureOut">
              <a:rPr kumimoji="1" lang="zh-CN" altLang="en-US" smtClean="0"/>
              <a:t>2025/10/28</a:t>
            </a:fld>
            <a:endParaRPr kumimoji="1" lang="zh-CN" altLang="en-US"/>
          </a:p>
        </p:txBody>
      </p:sp>
      <p:sp>
        <p:nvSpPr>
          <p:cNvPr id="6" name="页脚占位符 5">
            <a:extLst>
              <a:ext uri="{FF2B5EF4-FFF2-40B4-BE49-F238E27FC236}">
                <a16:creationId xmlns:a16="http://schemas.microsoft.com/office/drawing/2014/main" id="{355C7AAE-C89D-1E51-33B6-EBD792164F53}"/>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C1258715-FA18-8450-280C-F0632C81C578}"/>
              </a:ext>
            </a:extLst>
          </p:cNvPr>
          <p:cNvSpPr>
            <a:spLocks noGrp="1"/>
          </p:cNvSpPr>
          <p:nvPr>
            <p:ph type="sldNum" sz="quarter" idx="12"/>
          </p:nvPr>
        </p:nvSpPr>
        <p:spPr/>
        <p:txBody>
          <a:bodyPr/>
          <a:lstStyle/>
          <a:p>
            <a:fld id="{CC71EE5D-3253-3445-A816-14145269BB94}" type="slidenum">
              <a:rPr kumimoji="1" lang="zh-CN" altLang="en-US" smtClean="0"/>
              <a:t>‹#›</a:t>
            </a:fld>
            <a:endParaRPr kumimoji="1" lang="zh-CN" altLang="en-US"/>
          </a:p>
        </p:txBody>
      </p:sp>
    </p:spTree>
    <p:extLst>
      <p:ext uri="{BB962C8B-B14F-4D97-AF65-F5344CB8AC3E}">
        <p14:creationId xmlns:p14="http://schemas.microsoft.com/office/powerpoint/2010/main" val="151422398"/>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0798F87-2C4F-1F92-E464-39A9CFF909CE}"/>
              </a:ext>
            </a:extLst>
          </p:cNvPr>
          <p:cNvSpPr>
            <a:spLocks noGrp="1"/>
          </p:cNvSpPr>
          <p:nvPr>
            <p:ph type="title"/>
          </p:nvPr>
        </p:nvSpPr>
        <p:spPr>
          <a:xfrm>
            <a:off x="839788" y="365125"/>
            <a:ext cx="10515600" cy="1325563"/>
          </a:xfrm>
        </p:spPr>
        <p:txBody>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29664C04-055E-6CCC-0734-9D107E40313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4" name="内容占位符 3">
            <a:extLst>
              <a:ext uri="{FF2B5EF4-FFF2-40B4-BE49-F238E27FC236}">
                <a16:creationId xmlns:a16="http://schemas.microsoft.com/office/drawing/2014/main" id="{C0458517-3DF2-C6A0-A403-5057AABACE63}"/>
              </a:ext>
            </a:extLst>
          </p:cNvPr>
          <p:cNvSpPr>
            <a:spLocks noGrp="1"/>
          </p:cNvSpPr>
          <p:nvPr>
            <p:ph sz="half" idx="2"/>
          </p:nvPr>
        </p:nvSpPr>
        <p:spPr>
          <a:xfrm>
            <a:off x="839788" y="2505075"/>
            <a:ext cx="5157787"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文本占位符 4">
            <a:extLst>
              <a:ext uri="{FF2B5EF4-FFF2-40B4-BE49-F238E27FC236}">
                <a16:creationId xmlns:a16="http://schemas.microsoft.com/office/drawing/2014/main" id="{33E0A5A7-29CF-2B83-7B30-4216008A56D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6" name="内容占位符 5">
            <a:extLst>
              <a:ext uri="{FF2B5EF4-FFF2-40B4-BE49-F238E27FC236}">
                <a16:creationId xmlns:a16="http://schemas.microsoft.com/office/drawing/2014/main" id="{40AD563F-521A-D92D-30C1-5845A3E0B52B}"/>
              </a:ext>
            </a:extLst>
          </p:cNvPr>
          <p:cNvSpPr>
            <a:spLocks noGrp="1"/>
          </p:cNvSpPr>
          <p:nvPr>
            <p:ph sz="quarter" idx="4"/>
          </p:nvPr>
        </p:nvSpPr>
        <p:spPr>
          <a:xfrm>
            <a:off x="6172200" y="2505075"/>
            <a:ext cx="5183188"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7" name="日期占位符 6">
            <a:extLst>
              <a:ext uri="{FF2B5EF4-FFF2-40B4-BE49-F238E27FC236}">
                <a16:creationId xmlns:a16="http://schemas.microsoft.com/office/drawing/2014/main" id="{7691718D-314C-1DFF-46F6-C2BF248FB124}"/>
              </a:ext>
            </a:extLst>
          </p:cNvPr>
          <p:cNvSpPr>
            <a:spLocks noGrp="1"/>
          </p:cNvSpPr>
          <p:nvPr>
            <p:ph type="dt" sz="half" idx="10"/>
          </p:nvPr>
        </p:nvSpPr>
        <p:spPr/>
        <p:txBody>
          <a:bodyPr/>
          <a:lstStyle/>
          <a:p>
            <a:fld id="{D06DA9EB-9BDC-4844-8EE8-A25BF5A15C4D}" type="datetimeFigureOut">
              <a:rPr kumimoji="1" lang="zh-CN" altLang="en-US" smtClean="0"/>
              <a:t>2025/10/28</a:t>
            </a:fld>
            <a:endParaRPr kumimoji="1" lang="zh-CN" altLang="en-US"/>
          </a:p>
        </p:txBody>
      </p:sp>
      <p:sp>
        <p:nvSpPr>
          <p:cNvPr id="8" name="页脚占位符 7">
            <a:extLst>
              <a:ext uri="{FF2B5EF4-FFF2-40B4-BE49-F238E27FC236}">
                <a16:creationId xmlns:a16="http://schemas.microsoft.com/office/drawing/2014/main" id="{0C197CA8-B336-C0C7-52F4-08BDFEC9B7FC}"/>
              </a:ext>
            </a:extLst>
          </p:cNvPr>
          <p:cNvSpPr>
            <a:spLocks noGrp="1"/>
          </p:cNvSpPr>
          <p:nvPr>
            <p:ph type="ftr" sz="quarter" idx="11"/>
          </p:nvPr>
        </p:nvSpPr>
        <p:spPr/>
        <p:txBody>
          <a:bodyPr/>
          <a:lstStyle/>
          <a:p>
            <a:endParaRPr kumimoji="1" lang="zh-CN" altLang="en-US"/>
          </a:p>
        </p:txBody>
      </p:sp>
      <p:sp>
        <p:nvSpPr>
          <p:cNvPr id="9" name="灯片编号占位符 8">
            <a:extLst>
              <a:ext uri="{FF2B5EF4-FFF2-40B4-BE49-F238E27FC236}">
                <a16:creationId xmlns:a16="http://schemas.microsoft.com/office/drawing/2014/main" id="{8F0C32C9-D121-1FBB-571D-312166F2A705}"/>
              </a:ext>
            </a:extLst>
          </p:cNvPr>
          <p:cNvSpPr>
            <a:spLocks noGrp="1"/>
          </p:cNvSpPr>
          <p:nvPr>
            <p:ph type="sldNum" sz="quarter" idx="12"/>
          </p:nvPr>
        </p:nvSpPr>
        <p:spPr/>
        <p:txBody>
          <a:bodyPr/>
          <a:lstStyle/>
          <a:p>
            <a:fld id="{CC71EE5D-3253-3445-A816-14145269BB94}" type="slidenum">
              <a:rPr kumimoji="1" lang="zh-CN" altLang="en-US" smtClean="0"/>
              <a:t>‹#›</a:t>
            </a:fld>
            <a:endParaRPr kumimoji="1" lang="zh-CN" altLang="en-US"/>
          </a:p>
        </p:txBody>
      </p:sp>
    </p:spTree>
    <p:extLst>
      <p:ext uri="{BB962C8B-B14F-4D97-AF65-F5344CB8AC3E}">
        <p14:creationId xmlns:p14="http://schemas.microsoft.com/office/powerpoint/2010/main" val="3458339589"/>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3F94009-FF76-EA84-93BE-DBA4BE41D148}"/>
              </a:ext>
            </a:extLst>
          </p:cNvPr>
          <p:cNvSpPr>
            <a:spLocks noGrp="1"/>
          </p:cNvSpPr>
          <p:nvPr>
            <p:ph type="title"/>
          </p:nvPr>
        </p:nvSpPr>
        <p:spPr/>
        <p:txBody>
          <a:bodyPr/>
          <a:lstStyle/>
          <a:p>
            <a:r>
              <a:rPr kumimoji="1" lang="zh-CN" altLang="en-US"/>
              <a:t>单击此处编辑母版标题样式</a:t>
            </a:r>
          </a:p>
        </p:txBody>
      </p:sp>
      <p:sp>
        <p:nvSpPr>
          <p:cNvPr id="3" name="日期占位符 2">
            <a:extLst>
              <a:ext uri="{FF2B5EF4-FFF2-40B4-BE49-F238E27FC236}">
                <a16:creationId xmlns:a16="http://schemas.microsoft.com/office/drawing/2014/main" id="{09D57B18-0A4B-D260-F1D8-B7DCE2DB7DCF}"/>
              </a:ext>
            </a:extLst>
          </p:cNvPr>
          <p:cNvSpPr>
            <a:spLocks noGrp="1"/>
          </p:cNvSpPr>
          <p:nvPr>
            <p:ph type="dt" sz="half" idx="10"/>
          </p:nvPr>
        </p:nvSpPr>
        <p:spPr/>
        <p:txBody>
          <a:bodyPr/>
          <a:lstStyle/>
          <a:p>
            <a:fld id="{D06DA9EB-9BDC-4844-8EE8-A25BF5A15C4D}" type="datetimeFigureOut">
              <a:rPr kumimoji="1" lang="zh-CN" altLang="en-US" smtClean="0"/>
              <a:t>2025/10/28</a:t>
            </a:fld>
            <a:endParaRPr kumimoji="1" lang="zh-CN" altLang="en-US"/>
          </a:p>
        </p:txBody>
      </p:sp>
      <p:sp>
        <p:nvSpPr>
          <p:cNvPr id="4" name="页脚占位符 3">
            <a:extLst>
              <a:ext uri="{FF2B5EF4-FFF2-40B4-BE49-F238E27FC236}">
                <a16:creationId xmlns:a16="http://schemas.microsoft.com/office/drawing/2014/main" id="{A91E5EFF-18A0-E194-445E-9B75F6635D9D}"/>
              </a:ext>
            </a:extLst>
          </p:cNvPr>
          <p:cNvSpPr>
            <a:spLocks noGrp="1"/>
          </p:cNvSpPr>
          <p:nvPr>
            <p:ph type="ftr" sz="quarter" idx="11"/>
          </p:nvPr>
        </p:nvSpPr>
        <p:spPr/>
        <p:txBody>
          <a:bodyPr/>
          <a:lstStyle/>
          <a:p>
            <a:endParaRPr kumimoji="1" lang="zh-CN" altLang="en-US"/>
          </a:p>
        </p:txBody>
      </p:sp>
      <p:sp>
        <p:nvSpPr>
          <p:cNvPr id="5" name="灯片编号占位符 4">
            <a:extLst>
              <a:ext uri="{FF2B5EF4-FFF2-40B4-BE49-F238E27FC236}">
                <a16:creationId xmlns:a16="http://schemas.microsoft.com/office/drawing/2014/main" id="{D01F5293-2BC3-A276-BE50-19973E6A9789}"/>
              </a:ext>
            </a:extLst>
          </p:cNvPr>
          <p:cNvSpPr>
            <a:spLocks noGrp="1"/>
          </p:cNvSpPr>
          <p:nvPr>
            <p:ph type="sldNum" sz="quarter" idx="12"/>
          </p:nvPr>
        </p:nvSpPr>
        <p:spPr/>
        <p:txBody>
          <a:bodyPr/>
          <a:lstStyle/>
          <a:p>
            <a:fld id="{CC71EE5D-3253-3445-A816-14145269BB94}" type="slidenum">
              <a:rPr kumimoji="1" lang="zh-CN" altLang="en-US" smtClean="0"/>
              <a:t>‹#›</a:t>
            </a:fld>
            <a:endParaRPr kumimoji="1" lang="zh-CN" altLang="en-US"/>
          </a:p>
        </p:txBody>
      </p:sp>
    </p:spTree>
    <p:extLst>
      <p:ext uri="{BB962C8B-B14F-4D97-AF65-F5344CB8AC3E}">
        <p14:creationId xmlns:p14="http://schemas.microsoft.com/office/powerpoint/2010/main" val="1272316872"/>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42F556A-D944-7009-C422-2E23824457A6}"/>
              </a:ext>
            </a:extLst>
          </p:cNvPr>
          <p:cNvSpPr>
            <a:spLocks noGrp="1"/>
          </p:cNvSpPr>
          <p:nvPr>
            <p:ph type="dt" sz="half" idx="10"/>
          </p:nvPr>
        </p:nvSpPr>
        <p:spPr/>
        <p:txBody>
          <a:bodyPr/>
          <a:lstStyle/>
          <a:p>
            <a:fld id="{D06DA9EB-9BDC-4844-8EE8-A25BF5A15C4D}" type="datetimeFigureOut">
              <a:rPr kumimoji="1" lang="zh-CN" altLang="en-US" smtClean="0"/>
              <a:t>2025/10/28</a:t>
            </a:fld>
            <a:endParaRPr kumimoji="1" lang="zh-CN" altLang="en-US"/>
          </a:p>
        </p:txBody>
      </p:sp>
      <p:sp>
        <p:nvSpPr>
          <p:cNvPr id="3" name="页脚占位符 2">
            <a:extLst>
              <a:ext uri="{FF2B5EF4-FFF2-40B4-BE49-F238E27FC236}">
                <a16:creationId xmlns:a16="http://schemas.microsoft.com/office/drawing/2014/main" id="{1465D258-F4F7-6441-DD28-E3B251EF9E90}"/>
              </a:ext>
            </a:extLst>
          </p:cNvPr>
          <p:cNvSpPr>
            <a:spLocks noGrp="1"/>
          </p:cNvSpPr>
          <p:nvPr>
            <p:ph type="ftr" sz="quarter" idx="11"/>
          </p:nvPr>
        </p:nvSpPr>
        <p:spPr/>
        <p:txBody>
          <a:bodyPr/>
          <a:lstStyle/>
          <a:p>
            <a:endParaRPr kumimoji="1" lang="zh-CN" altLang="en-US"/>
          </a:p>
        </p:txBody>
      </p:sp>
      <p:sp>
        <p:nvSpPr>
          <p:cNvPr id="4" name="灯片编号占位符 3">
            <a:extLst>
              <a:ext uri="{FF2B5EF4-FFF2-40B4-BE49-F238E27FC236}">
                <a16:creationId xmlns:a16="http://schemas.microsoft.com/office/drawing/2014/main" id="{1415D4AC-6D12-61C2-09EE-F80FCEB72057}"/>
              </a:ext>
            </a:extLst>
          </p:cNvPr>
          <p:cNvSpPr>
            <a:spLocks noGrp="1"/>
          </p:cNvSpPr>
          <p:nvPr>
            <p:ph type="sldNum" sz="quarter" idx="12"/>
          </p:nvPr>
        </p:nvSpPr>
        <p:spPr/>
        <p:txBody>
          <a:bodyPr/>
          <a:lstStyle/>
          <a:p>
            <a:fld id="{CC71EE5D-3253-3445-A816-14145269BB94}" type="slidenum">
              <a:rPr kumimoji="1" lang="zh-CN" altLang="en-US" smtClean="0"/>
              <a:t>‹#›</a:t>
            </a:fld>
            <a:endParaRPr kumimoji="1" lang="zh-CN" altLang="en-US"/>
          </a:p>
        </p:txBody>
      </p:sp>
    </p:spTree>
    <p:extLst>
      <p:ext uri="{BB962C8B-B14F-4D97-AF65-F5344CB8AC3E}">
        <p14:creationId xmlns:p14="http://schemas.microsoft.com/office/powerpoint/2010/main" val="2159158003"/>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539B11C-F52F-6C8E-6756-C6F2A0CEEDC8}"/>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内容占位符 2">
            <a:extLst>
              <a:ext uri="{FF2B5EF4-FFF2-40B4-BE49-F238E27FC236}">
                <a16:creationId xmlns:a16="http://schemas.microsoft.com/office/drawing/2014/main" id="{FA66482F-4308-028F-A51D-A4B02F599F8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文本占位符 3">
            <a:extLst>
              <a:ext uri="{FF2B5EF4-FFF2-40B4-BE49-F238E27FC236}">
                <a16:creationId xmlns:a16="http://schemas.microsoft.com/office/drawing/2014/main" id="{5919B5A8-2E2A-26B5-41E8-84BBB2FB901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1D921E03-6F8F-B10B-C5EC-D7E8D58892B0}"/>
              </a:ext>
            </a:extLst>
          </p:cNvPr>
          <p:cNvSpPr>
            <a:spLocks noGrp="1"/>
          </p:cNvSpPr>
          <p:nvPr>
            <p:ph type="dt" sz="half" idx="10"/>
          </p:nvPr>
        </p:nvSpPr>
        <p:spPr/>
        <p:txBody>
          <a:bodyPr/>
          <a:lstStyle/>
          <a:p>
            <a:fld id="{D06DA9EB-9BDC-4844-8EE8-A25BF5A15C4D}" type="datetimeFigureOut">
              <a:rPr kumimoji="1" lang="zh-CN" altLang="en-US" smtClean="0"/>
              <a:t>2025/10/28</a:t>
            </a:fld>
            <a:endParaRPr kumimoji="1" lang="zh-CN" altLang="en-US"/>
          </a:p>
        </p:txBody>
      </p:sp>
      <p:sp>
        <p:nvSpPr>
          <p:cNvPr id="6" name="页脚占位符 5">
            <a:extLst>
              <a:ext uri="{FF2B5EF4-FFF2-40B4-BE49-F238E27FC236}">
                <a16:creationId xmlns:a16="http://schemas.microsoft.com/office/drawing/2014/main" id="{4DA405EA-595A-42FE-775C-3765F75BFAA8}"/>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9EA1217E-1B03-0430-8BF0-0DF285B861A5}"/>
              </a:ext>
            </a:extLst>
          </p:cNvPr>
          <p:cNvSpPr>
            <a:spLocks noGrp="1"/>
          </p:cNvSpPr>
          <p:nvPr>
            <p:ph type="sldNum" sz="quarter" idx="12"/>
          </p:nvPr>
        </p:nvSpPr>
        <p:spPr/>
        <p:txBody>
          <a:bodyPr/>
          <a:lstStyle/>
          <a:p>
            <a:fld id="{CC71EE5D-3253-3445-A816-14145269BB94}" type="slidenum">
              <a:rPr kumimoji="1" lang="zh-CN" altLang="en-US" smtClean="0"/>
              <a:t>‹#›</a:t>
            </a:fld>
            <a:endParaRPr kumimoji="1" lang="zh-CN" altLang="en-US"/>
          </a:p>
        </p:txBody>
      </p:sp>
    </p:spTree>
    <p:extLst>
      <p:ext uri="{BB962C8B-B14F-4D97-AF65-F5344CB8AC3E}">
        <p14:creationId xmlns:p14="http://schemas.microsoft.com/office/powerpoint/2010/main" val="4013764312"/>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DFA2043-F42D-F1B1-F607-909A7653A009}"/>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图片占位符 2">
            <a:extLst>
              <a:ext uri="{FF2B5EF4-FFF2-40B4-BE49-F238E27FC236}">
                <a16:creationId xmlns:a16="http://schemas.microsoft.com/office/drawing/2014/main" id="{14B04D86-09B4-49E2-AB4A-D6C692570A8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a:extLst>
              <a:ext uri="{FF2B5EF4-FFF2-40B4-BE49-F238E27FC236}">
                <a16:creationId xmlns:a16="http://schemas.microsoft.com/office/drawing/2014/main" id="{2201E268-5EE7-24F7-6AF0-E9EA1C0FD7A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BF8D95A5-313C-2541-F864-953CDD614219}"/>
              </a:ext>
            </a:extLst>
          </p:cNvPr>
          <p:cNvSpPr>
            <a:spLocks noGrp="1"/>
          </p:cNvSpPr>
          <p:nvPr>
            <p:ph type="dt" sz="half" idx="10"/>
          </p:nvPr>
        </p:nvSpPr>
        <p:spPr/>
        <p:txBody>
          <a:bodyPr/>
          <a:lstStyle/>
          <a:p>
            <a:fld id="{D06DA9EB-9BDC-4844-8EE8-A25BF5A15C4D}" type="datetimeFigureOut">
              <a:rPr kumimoji="1" lang="zh-CN" altLang="en-US" smtClean="0"/>
              <a:t>2025/10/28</a:t>
            </a:fld>
            <a:endParaRPr kumimoji="1" lang="zh-CN" altLang="en-US"/>
          </a:p>
        </p:txBody>
      </p:sp>
      <p:sp>
        <p:nvSpPr>
          <p:cNvPr id="6" name="页脚占位符 5">
            <a:extLst>
              <a:ext uri="{FF2B5EF4-FFF2-40B4-BE49-F238E27FC236}">
                <a16:creationId xmlns:a16="http://schemas.microsoft.com/office/drawing/2014/main" id="{4BB05D3D-C2BE-1427-7BC1-0A3FD76F7DB5}"/>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AC7A1376-7570-14F0-B902-E1E28B6B358F}"/>
              </a:ext>
            </a:extLst>
          </p:cNvPr>
          <p:cNvSpPr>
            <a:spLocks noGrp="1"/>
          </p:cNvSpPr>
          <p:nvPr>
            <p:ph type="sldNum" sz="quarter" idx="12"/>
          </p:nvPr>
        </p:nvSpPr>
        <p:spPr/>
        <p:txBody>
          <a:bodyPr/>
          <a:lstStyle/>
          <a:p>
            <a:fld id="{CC71EE5D-3253-3445-A816-14145269BB94}" type="slidenum">
              <a:rPr kumimoji="1" lang="zh-CN" altLang="en-US" smtClean="0"/>
              <a:t>‹#›</a:t>
            </a:fld>
            <a:endParaRPr kumimoji="1" lang="zh-CN" altLang="en-US"/>
          </a:p>
        </p:txBody>
      </p:sp>
    </p:spTree>
    <p:extLst>
      <p:ext uri="{BB962C8B-B14F-4D97-AF65-F5344CB8AC3E}">
        <p14:creationId xmlns:p14="http://schemas.microsoft.com/office/powerpoint/2010/main" val="1858502673"/>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AFC49B7-3DB3-D9AB-34EA-E2D404B0E534}"/>
              </a:ext>
            </a:extLst>
          </p:cNvPr>
          <p:cNvSpPr>
            <a:spLocks noGrp="1"/>
          </p:cNvSpPr>
          <p:nvPr>
            <p:ph type="title"/>
          </p:nvPr>
        </p:nvSpPr>
        <p:spPr/>
        <p:txBody>
          <a:bodyPr/>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52B76439-907A-252D-2024-4C9CFEF55420}"/>
              </a:ext>
            </a:extLst>
          </p:cNvPr>
          <p:cNvSpPr>
            <a:spLocks noGrp="1"/>
          </p:cNvSpPr>
          <p:nvPr>
            <p:ph type="body" orient="vert" idx="1"/>
          </p:nvPr>
        </p:nvSpPr>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3906A311-3FCB-3A76-BAD7-DBC8F4A94623}"/>
              </a:ext>
            </a:extLst>
          </p:cNvPr>
          <p:cNvSpPr>
            <a:spLocks noGrp="1"/>
          </p:cNvSpPr>
          <p:nvPr>
            <p:ph type="dt" sz="half" idx="10"/>
          </p:nvPr>
        </p:nvSpPr>
        <p:spPr/>
        <p:txBody>
          <a:bodyPr/>
          <a:lstStyle/>
          <a:p>
            <a:fld id="{D06DA9EB-9BDC-4844-8EE8-A25BF5A15C4D}" type="datetimeFigureOut">
              <a:rPr kumimoji="1" lang="zh-CN" altLang="en-US" smtClean="0"/>
              <a:t>2025/10/28</a:t>
            </a:fld>
            <a:endParaRPr kumimoji="1" lang="zh-CN" altLang="en-US"/>
          </a:p>
        </p:txBody>
      </p:sp>
      <p:sp>
        <p:nvSpPr>
          <p:cNvPr id="5" name="页脚占位符 4">
            <a:extLst>
              <a:ext uri="{FF2B5EF4-FFF2-40B4-BE49-F238E27FC236}">
                <a16:creationId xmlns:a16="http://schemas.microsoft.com/office/drawing/2014/main" id="{1AE076E3-63FD-B6F7-39CA-C52F1A735BCC}"/>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71EABF38-68E3-D002-28C7-EFC9C61A3CB6}"/>
              </a:ext>
            </a:extLst>
          </p:cNvPr>
          <p:cNvSpPr>
            <a:spLocks noGrp="1"/>
          </p:cNvSpPr>
          <p:nvPr>
            <p:ph type="sldNum" sz="quarter" idx="12"/>
          </p:nvPr>
        </p:nvSpPr>
        <p:spPr/>
        <p:txBody>
          <a:bodyPr/>
          <a:lstStyle/>
          <a:p>
            <a:fld id="{CC71EE5D-3253-3445-A816-14145269BB94}" type="slidenum">
              <a:rPr kumimoji="1" lang="zh-CN" altLang="en-US" smtClean="0"/>
              <a:t>‹#›</a:t>
            </a:fld>
            <a:endParaRPr kumimoji="1" lang="zh-CN" altLang="en-US"/>
          </a:p>
        </p:txBody>
      </p:sp>
    </p:spTree>
    <p:extLst>
      <p:ext uri="{BB962C8B-B14F-4D97-AF65-F5344CB8AC3E}">
        <p14:creationId xmlns:p14="http://schemas.microsoft.com/office/powerpoint/2010/main" val="1899638632"/>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D320619B-3DAC-0257-79AE-DDA17F22D41C}"/>
              </a:ext>
            </a:extLst>
          </p:cNvPr>
          <p:cNvSpPr>
            <a:spLocks noGrp="1"/>
          </p:cNvSpPr>
          <p:nvPr>
            <p:ph type="title" orient="vert"/>
          </p:nvPr>
        </p:nvSpPr>
        <p:spPr>
          <a:xfrm>
            <a:off x="8724900" y="365125"/>
            <a:ext cx="2628900" cy="5811838"/>
          </a:xfrm>
        </p:spPr>
        <p:txBody>
          <a:bodyPr vert="eaVert"/>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16A46990-A21D-0311-4924-503E42378291}"/>
              </a:ext>
            </a:extLst>
          </p:cNvPr>
          <p:cNvSpPr>
            <a:spLocks noGrp="1"/>
          </p:cNvSpPr>
          <p:nvPr>
            <p:ph type="body" orient="vert" idx="1"/>
          </p:nvPr>
        </p:nvSpPr>
        <p:spPr>
          <a:xfrm>
            <a:off x="838200" y="365125"/>
            <a:ext cx="7734300" cy="5811838"/>
          </a:xfrm>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4853BC99-6C27-6272-76BC-107DEC122FED}"/>
              </a:ext>
            </a:extLst>
          </p:cNvPr>
          <p:cNvSpPr>
            <a:spLocks noGrp="1"/>
          </p:cNvSpPr>
          <p:nvPr>
            <p:ph type="dt" sz="half" idx="10"/>
          </p:nvPr>
        </p:nvSpPr>
        <p:spPr/>
        <p:txBody>
          <a:bodyPr/>
          <a:lstStyle/>
          <a:p>
            <a:fld id="{D06DA9EB-9BDC-4844-8EE8-A25BF5A15C4D}" type="datetimeFigureOut">
              <a:rPr kumimoji="1" lang="zh-CN" altLang="en-US" smtClean="0"/>
              <a:t>2025/10/28</a:t>
            </a:fld>
            <a:endParaRPr kumimoji="1" lang="zh-CN" altLang="en-US"/>
          </a:p>
        </p:txBody>
      </p:sp>
      <p:sp>
        <p:nvSpPr>
          <p:cNvPr id="5" name="页脚占位符 4">
            <a:extLst>
              <a:ext uri="{FF2B5EF4-FFF2-40B4-BE49-F238E27FC236}">
                <a16:creationId xmlns:a16="http://schemas.microsoft.com/office/drawing/2014/main" id="{2D00C046-BAD4-23ED-8DAB-A99A59F3E95E}"/>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E95376E2-5315-BFBA-B8FC-E68234014A27}"/>
              </a:ext>
            </a:extLst>
          </p:cNvPr>
          <p:cNvSpPr>
            <a:spLocks noGrp="1"/>
          </p:cNvSpPr>
          <p:nvPr>
            <p:ph type="sldNum" sz="quarter" idx="12"/>
          </p:nvPr>
        </p:nvSpPr>
        <p:spPr/>
        <p:txBody>
          <a:bodyPr/>
          <a:lstStyle/>
          <a:p>
            <a:fld id="{CC71EE5D-3253-3445-A816-14145269BB94}" type="slidenum">
              <a:rPr kumimoji="1" lang="zh-CN" altLang="en-US" smtClean="0"/>
              <a:t>‹#›</a:t>
            </a:fld>
            <a:endParaRPr kumimoji="1" lang="zh-CN" altLang="en-US"/>
          </a:p>
        </p:txBody>
      </p:sp>
    </p:spTree>
    <p:extLst>
      <p:ext uri="{BB962C8B-B14F-4D97-AF65-F5344CB8AC3E}">
        <p14:creationId xmlns:p14="http://schemas.microsoft.com/office/powerpoint/2010/main" val="3702669695"/>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1"/>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p>
        </p:txBody>
      </p:sp>
      <p:sp>
        <p:nvSpPr>
          <p:cNvPr id="3" name="副标题 2"/>
          <p:cNvSpPr>
            <a:spLocks noGrp="1"/>
          </p:cNvSpPr>
          <p:nvPr>
            <p:ph type="subTitle" idx="1"/>
            <p:custDataLst>
              <p:tags r:id="rId2"/>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p>
        </p:txBody>
      </p:sp>
      <p:sp>
        <p:nvSpPr>
          <p:cNvPr id="16" name="日期占位符 15"/>
          <p:cNvSpPr>
            <a:spLocks noGrp="1"/>
          </p:cNvSpPr>
          <p:nvPr>
            <p:ph type="dt" sz="half" idx="10"/>
            <p:custDataLst>
              <p:tags r:id="rId3"/>
            </p:custDataLst>
          </p:nvPr>
        </p:nvSpPr>
        <p:spPr/>
        <p:txBody>
          <a:bodyPr/>
          <a:lstStyle/>
          <a:p>
            <a:fld id="{760FBDFE-C587-4B4C-A407-44438C67B59E}" type="datetimeFigureOut">
              <a:rPr lang="zh-CN" altLang="en-US" smtClean="0"/>
              <a:t>2025/10/28</a:t>
            </a:fld>
            <a:endParaRPr lang="zh-CN" altLang="en-US"/>
          </a:p>
        </p:txBody>
      </p:sp>
      <p:sp>
        <p:nvSpPr>
          <p:cNvPr id="17" name="页脚占位符 16"/>
          <p:cNvSpPr>
            <a:spLocks noGrp="1"/>
          </p:cNvSpPr>
          <p:nvPr>
            <p:ph type="ftr" sz="quarter" idx="11"/>
            <p:custDataLst>
              <p:tags r:id="rId4"/>
            </p:custDataLst>
          </p:nvPr>
        </p:nvSpPr>
        <p:spPr/>
        <p:txBody>
          <a:bodyPr/>
          <a:lstStyle/>
          <a:p>
            <a:endParaRPr lang="zh-CN" altLang="en-US" dirty="0"/>
          </a:p>
        </p:txBody>
      </p:sp>
      <p:sp>
        <p:nvSpPr>
          <p:cNvPr id="18" name="灯片编号占位符 17"/>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1500"/>
    </mc:Choice>
    <mc:Fallback xmlns="">
      <p:transition spd="slow"/>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p>
        </p:txBody>
      </p:sp>
      <p:sp>
        <p:nvSpPr>
          <p:cNvPr id="3" name="内容占位符 2"/>
          <p:cNvSpPr>
            <a:spLocks noGrp="1"/>
          </p:cNvSpPr>
          <p:nvPr>
            <p:ph idx="1"/>
            <p:custDataLst>
              <p:tags r:id="rId2"/>
            </p:custDataLst>
          </p:nvPr>
        </p:nvSpPr>
        <p:spPr>
          <a:xfrm>
            <a:off x="608400" y="1490400"/>
            <a:ext cx="10969200" cy="4759200"/>
          </a:xfrm>
        </p:spPr>
        <p:txBody>
          <a:bodyPr vert="horz" lIns="90000" tIns="46800" rIns="90000" bIns="4680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2025/10/28</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mc:Choice>
    <mc:Fallback xmlns="">
      <p:transition spd="slow"/>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1"/>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p>
        </p:txBody>
      </p:sp>
      <p:sp>
        <p:nvSpPr>
          <p:cNvPr id="3" name="文本占位符 2"/>
          <p:cNvSpPr>
            <a:spLocks noGrp="1"/>
          </p:cNvSpPr>
          <p:nvPr>
            <p:ph type="body" idx="1" hasCustomPrompt="1"/>
            <p:custDataLst>
              <p:tags r:id="rId2"/>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2025/10/28</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mc:Choice>
    <mc:Fallback xmlns="">
      <p:transition spd="slow"/>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p>
        </p:txBody>
      </p:sp>
      <p:sp>
        <p:nvSpPr>
          <p:cNvPr id="3" name="内容占位符 2"/>
          <p:cNvSpPr>
            <a:spLocks noGrp="1"/>
          </p:cNvSpPr>
          <p:nvPr>
            <p:ph sz="half" idx="1"/>
            <p:custDataLst>
              <p:tags r:id="rId2"/>
            </p:custDataLst>
          </p:nvPr>
        </p:nvSpPr>
        <p:spPr>
          <a:xfrm>
            <a:off x="608400" y="1501200"/>
            <a:ext cx="5176800" cy="4748400"/>
          </a:xfrm>
        </p:spPr>
        <p:txBody>
          <a:bodyPr vert="horz" lIns="90000" tIns="46800" rIns="90000" bIns="4680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custDataLst>
              <p:tags r:id="rId3"/>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custDataLst>
              <p:tags r:id="rId4"/>
            </p:custDataLst>
          </p:nvPr>
        </p:nvSpPr>
        <p:spPr/>
        <p:txBody>
          <a:bodyPr/>
          <a:lstStyle/>
          <a:p>
            <a:fld id="{760FBDFE-C587-4B4C-A407-44438C67B59E}" type="datetimeFigureOut">
              <a:rPr lang="zh-CN" altLang="en-US" smtClean="0"/>
              <a:t>2025/10/28</a:t>
            </a:fld>
            <a:endParaRPr lang="zh-CN" altLang="en-US"/>
          </a:p>
        </p:txBody>
      </p:sp>
      <p:sp>
        <p:nvSpPr>
          <p:cNvPr id="6" name="页脚占位符 5"/>
          <p:cNvSpPr>
            <a:spLocks noGrp="1"/>
          </p:cNvSpPr>
          <p:nvPr>
            <p:ph type="ftr" sz="quarter" idx="11"/>
            <p:custDataLst>
              <p:tags r:id="rId5"/>
            </p:custDataLst>
          </p:nvPr>
        </p:nvSpPr>
        <p:spPr/>
        <p:txBody>
          <a:bodyPr/>
          <a:lstStyle/>
          <a:p>
            <a:endParaRPr lang="zh-CN" altLang="en-US"/>
          </a:p>
        </p:txBody>
      </p:sp>
      <p:sp>
        <p:nvSpPr>
          <p:cNvPr id="7" name="灯片编号占位符 6"/>
          <p:cNvSpPr>
            <a:spLocks noGrp="1"/>
          </p:cNvSpPr>
          <p:nvPr>
            <p:ph type="sldNum" sz="quarter" idx="12"/>
            <p:custDataLst>
              <p:tags r:id="rId6"/>
            </p:custDataLst>
          </p:nvPr>
        </p:nvSpPr>
        <p:spPr/>
        <p:txBody>
          <a:bodyPr/>
          <a:lstStyle/>
          <a:p>
            <a:fld id="{49AE70B2-8BF9-45C0-BB95-33D1B9D3A85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mc:Choice>
    <mc:Fallback xmlns="">
      <p:transition spd="slow"/>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p>
        </p:txBody>
      </p:sp>
      <p:sp>
        <p:nvSpPr>
          <p:cNvPr id="3" name="文本占位符 2"/>
          <p:cNvSpPr>
            <a:spLocks noGrp="1"/>
          </p:cNvSpPr>
          <p:nvPr>
            <p:ph type="body" idx="1" hasCustomPrompt="1"/>
            <p:custDataLst>
              <p:tags r:id="rId2"/>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p>
        </p:txBody>
      </p:sp>
      <p:sp>
        <p:nvSpPr>
          <p:cNvPr id="4" name="内容占位符 3"/>
          <p:cNvSpPr>
            <a:spLocks noGrp="1"/>
          </p:cNvSpPr>
          <p:nvPr>
            <p:ph sz="half" idx="2"/>
            <p:custDataLst>
              <p:tags r:id="rId3"/>
            </p:custDataLst>
          </p:nvPr>
        </p:nvSpPr>
        <p:spPr>
          <a:xfrm>
            <a:off x="608400" y="1854000"/>
            <a:ext cx="5342400" cy="4395600"/>
          </a:xfrm>
        </p:spPr>
        <p:txBody>
          <a:bodyPr vert="horz" lIns="101600" tIns="0" rIns="82550" bIns="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custDataLst>
              <p:tags r:id="rId4"/>
            </p:custDataLst>
          </p:nvPr>
        </p:nvSpPr>
        <p:spPr>
          <a:xfrm>
            <a:off x="6235751"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单击此处编辑文本</a:t>
            </a:r>
          </a:p>
        </p:txBody>
      </p:sp>
      <p:sp>
        <p:nvSpPr>
          <p:cNvPr id="6" name="内容占位符 5"/>
          <p:cNvSpPr>
            <a:spLocks noGrp="1"/>
          </p:cNvSpPr>
          <p:nvPr>
            <p:ph sz="quarter" idx="4"/>
            <p:custDataLst>
              <p:tags r:id="rId5"/>
            </p:custDataLst>
          </p:nvPr>
        </p:nvSpPr>
        <p:spPr>
          <a:xfrm>
            <a:off x="6235751" y="1854000"/>
            <a:ext cx="5342400" cy="4395600"/>
          </a:xfrm>
        </p:spPr>
        <p:txBody>
          <a:bodyPr vert="horz" lIns="101600" tIns="0" rIns="82550" bIns="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custDataLst>
              <p:tags r:id="rId6"/>
            </p:custDataLst>
          </p:nvPr>
        </p:nvSpPr>
        <p:spPr/>
        <p:txBody>
          <a:bodyPr/>
          <a:lstStyle/>
          <a:p>
            <a:fld id="{760FBDFE-C587-4B4C-A407-44438C67B59E}" type="datetimeFigureOut">
              <a:rPr lang="zh-CN" altLang="en-US" smtClean="0"/>
              <a:t>2025/10/28</a:t>
            </a:fld>
            <a:endParaRPr lang="zh-CN" altLang="en-US"/>
          </a:p>
        </p:txBody>
      </p:sp>
      <p:sp>
        <p:nvSpPr>
          <p:cNvPr id="8" name="页脚占位符 7"/>
          <p:cNvSpPr>
            <a:spLocks noGrp="1"/>
          </p:cNvSpPr>
          <p:nvPr>
            <p:ph type="ftr" sz="quarter" idx="11"/>
            <p:custDataLst>
              <p:tags r:id="rId7"/>
            </p:custDataLst>
          </p:nvPr>
        </p:nvSpPr>
        <p:spPr/>
        <p:txBody>
          <a:bodyPr/>
          <a:lstStyle/>
          <a:p>
            <a:endParaRPr lang="zh-CN" altLang="en-US"/>
          </a:p>
        </p:txBody>
      </p:sp>
      <p:sp>
        <p:nvSpPr>
          <p:cNvPr id="9" name="灯片编号占位符 8"/>
          <p:cNvSpPr>
            <a:spLocks noGrp="1"/>
          </p:cNvSpPr>
          <p:nvPr>
            <p:ph type="sldNum" sz="quarter" idx="12"/>
            <p:custDataLst>
              <p:tags r:id="rId8"/>
            </p:custDataLst>
          </p:nvPr>
        </p:nvSpPr>
        <p:spPr/>
        <p:txBody>
          <a:bodyPr/>
          <a:lstStyle/>
          <a:p>
            <a:fld id="{49AE70B2-8BF9-45C0-BB95-33D1B9D3A85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mc:Choice>
    <mc:Fallback xmlns="">
      <p:transition spd="slow"/>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p>
        </p:txBody>
      </p:sp>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t>2025/10/28</a:t>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mc:Choice>
    <mc:Fallback xmlns="">
      <p:transition spd="slow"/>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p:txBody>
          <a:bodyPr/>
          <a:lstStyle/>
          <a:p>
            <a:fld id="{760FBDFE-C587-4B4C-A407-44438C67B59E}" type="datetimeFigureOut">
              <a:rPr lang="zh-CN" altLang="en-US" smtClean="0"/>
              <a:t>2025/10/28</a:t>
            </a:fld>
            <a:endParaRPr lang="zh-CN" altLang="en-US"/>
          </a:p>
        </p:txBody>
      </p:sp>
      <p:sp>
        <p:nvSpPr>
          <p:cNvPr id="3" name="页脚占位符 2"/>
          <p:cNvSpPr>
            <a:spLocks noGrp="1"/>
          </p:cNvSpPr>
          <p:nvPr>
            <p:ph type="ftr" sz="quarter" idx="11"/>
            <p:custDataLst>
              <p:tags r:id="rId2"/>
            </p:custDataLst>
          </p:nvPr>
        </p:nvSpPr>
        <p:spPr/>
        <p:txBody>
          <a:bodyPr/>
          <a:lstStyle/>
          <a:p>
            <a:endParaRPr lang="zh-CN" altLang="en-US"/>
          </a:p>
        </p:txBody>
      </p:sp>
      <p:sp>
        <p:nvSpPr>
          <p:cNvPr id="4" name="灯片编号占位符 3"/>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mc:Choice>
    <mc:Fallback xmlns="">
      <p:transition spd="slow"/>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1"/>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2"/>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a:t>单击此处编辑母版文本样式</a:t>
            </a:r>
          </a:p>
        </p:txBody>
      </p:sp>
      <p:sp>
        <p:nvSpPr>
          <p:cNvPr id="5" name="日期占位符 4"/>
          <p:cNvSpPr>
            <a:spLocks noGrp="1"/>
          </p:cNvSpPr>
          <p:nvPr>
            <p:ph type="dt" sz="half" idx="10"/>
            <p:custDataLst>
              <p:tags r:id="rId3"/>
            </p:custDataLst>
          </p:nvPr>
        </p:nvSpPr>
        <p:spPr/>
        <p:txBody>
          <a:bodyPr/>
          <a:lstStyle/>
          <a:p>
            <a:fld id="{9EFD9D74-47D9-4702-A33C-335B63B48DBF}" type="datetimeFigureOut">
              <a:rPr lang="zh-CN" altLang="en-US" smtClean="0"/>
              <a:t>2025/10/28</a:t>
            </a:fld>
            <a:endParaRPr lang="zh-CN" altLang="en-US" dirty="0"/>
          </a:p>
        </p:txBody>
      </p:sp>
      <p:sp>
        <p:nvSpPr>
          <p:cNvPr id="6" name="页脚占位符 5"/>
          <p:cNvSpPr>
            <a:spLocks noGrp="1"/>
          </p:cNvSpPr>
          <p:nvPr>
            <p:ph type="ftr" sz="quarter" idx="11"/>
            <p:custDataLst>
              <p:tags r:id="rId4"/>
            </p:custDataLst>
          </p:nvPr>
        </p:nvSpPr>
        <p:spPr/>
        <p:txBody>
          <a:bodyPr/>
          <a:lstStyle/>
          <a:p>
            <a:endParaRPr lang="zh-CN" altLang="en-US" dirty="0"/>
          </a:p>
        </p:txBody>
      </p:sp>
      <p:sp>
        <p:nvSpPr>
          <p:cNvPr id="7" name="灯片编号占位符 6"/>
          <p:cNvSpPr>
            <a:spLocks noGrp="1"/>
          </p:cNvSpPr>
          <p:nvPr>
            <p:ph type="sldNum" sz="quarter" idx="12"/>
            <p:custDataLst>
              <p:tags r:id="rId5"/>
            </p:custDataLst>
          </p:nvPr>
        </p:nvSpPr>
        <p:spPr/>
        <p:txBody>
          <a:bodyPr/>
          <a:lstStyle/>
          <a:p>
            <a:fld id="{FABC47A4-756D-490B-A52F-7D9E2C9FC05F}" type="slidenum">
              <a:rPr lang="zh-CN" altLang="en-US" smtClean="0"/>
              <a:t>‹#›</a:t>
            </a:fld>
            <a:endParaRPr lang="zh-CN" altLang="en-US"/>
          </a:p>
        </p:txBody>
      </p:sp>
      <p:sp>
        <p:nvSpPr>
          <p:cNvPr id="9" name="标题 8"/>
          <p:cNvSpPr>
            <a:spLocks noGrp="1"/>
          </p:cNvSpPr>
          <p:nvPr>
            <p:ph type="title"/>
            <p:custDataLst>
              <p:tags r:id="rId6"/>
            </p:custDataLst>
          </p:nvPr>
        </p:nvSpPr>
        <p:spPr/>
        <p:txBody>
          <a:bodyPr/>
          <a:lstStyle/>
          <a:p>
            <a:r>
              <a:rPr lang="zh-CN" altLang="en-US"/>
              <a:t>单击此处编辑母版标题样式</a:t>
            </a:r>
          </a:p>
        </p:txBody>
      </p:sp>
    </p:spTree>
  </p:cSld>
  <p:clrMapOvr>
    <a:masterClrMapping/>
  </p:clrMapOvr>
  <mc:AlternateContent xmlns:mc="http://schemas.openxmlformats.org/markup-compatibility/2006" xmlns:p14="http://schemas.microsoft.com/office/powerpoint/2010/main">
    <mc:Choice Requires="p14">
      <p:transition spd="slow" p14:dur="1500"/>
    </mc:Choice>
    <mc:Fallback xmlns="">
      <p:transition spd="slow"/>
    </mc:Fallback>
  </mc:AlternateContent>
</p:sldLayout>
</file>

<file path=ppt/slideLayouts/slideLayout68.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1"/>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a:t>单击此处编辑标题</a:t>
            </a:r>
          </a:p>
        </p:txBody>
      </p:sp>
      <p:sp>
        <p:nvSpPr>
          <p:cNvPr id="3" name="竖排文字占位符 2"/>
          <p:cNvSpPr>
            <a:spLocks noGrp="1"/>
          </p:cNvSpPr>
          <p:nvPr>
            <p:ph type="body" orient="vert" idx="1"/>
            <p:custDataLst>
              <p:tags r:id="rId2"/>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2025/10/28</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mc:Choice>
    <mc:Fallback xmlns="">
      <p:transition spd="slow"/>
    </mc:Fallback>
  </mc:AlternateConten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2025/10/28</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7" name="内容占位符 6"/>
          <p:cNvSpPr>
            <a:spLocks noGrp="1"/>
          </p:cNvSpPr>
          <p:nvPr>
            <p:ph sz="quarter" idx="13"/>
            <p:custDataLst>
              <p:tags r:id="rId4"/>
            </p:custDataLst>
          </p:nvPr>
        </p:nvSpPr>
        <p:spPr>
          <a:xfrm>
            <a:off x="608400" y="774000"/>
            <a:ext cx="10972800" cy="5482800"/>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mc:AlternateContent xmlns:mc="http://schemas.openxmlformats.org/markup-compatibility/2006" xmlns:p14="http://schemas.microsoft.com/office/powerpoint/2010/main">
    <mc:Choice Requires="p14">
      <p:transition spd="slow" p14:dur="1500"/>
    </mc:Choice>
    <mc:Fallback xmlns="">
      <p:transition spd="slow"/>
    </mc:Fallback>
  </mc:AlternateConten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2025/10/28</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2" name="标题 1"/>
          <p:cNvSpPr>
            <a:spLocks noGrp="1"/>
          </p:cNvSpPr>
          <p:nvPr>
            <p:ph type="title" hasCustomPrompt="1"/>
            <p:custDataLst>
              <p:tags r:id="rId4"/>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a:t>单击此处编辑标题</a:t>
            </a:r>
          </a:p>
        </p:txBody>
      </p:sp>
      <p:sp>
        <p:nvSpPr>
          <p:cNvPr id="7" name="文本占位符 6"/>
          <p:cNvSpPr>
            <a:spLocks noGrp="1"/>
          </p:cNvSpPr>
          <p:nvPr>
            <p:ph type="body" sz="quarter" idx="13"/>
            <p:custDataLst>
              <p:tags r:id="rId5"/>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p>
        </p:txBody>
      </p:sp>
    </p:spTree>
  </p:cSld>
  <p:clrMapOvr>
    <a:masterClrMapping/>
  </p:clrMapOvr>
  <mc:AlternateContent xmlns:mc="http://schemas.openxmlformats.org/markup-compatibility/2006" xmlns:p14="http://schemas.microsoft.com/office/powerpoint/2010/main">
    <mc:Choice Requires="p14">
      <p:transition spd="slow" p14:dur="1500"/>
    </mc:Choice>
    <mc:Fallback xmlns="">
      <p:transition spd="slow"/>
    </mc:Fallback>
  </mc:AlternateConten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7" name="Rectangle 7"/>
          <p:cNvSpPr txBox="1">
            <a:spLocks noChangeArrowheads="1"/>
          </p:cNvSpPr>
          <p:nvPr userDrawn="1"/>
        </p:nvSpPr>
        <p:spPr bwMode="auto">
          <a:xfrm>
            <a:off x="11164077" y="6525000"/>
            <a:ext cx="1008001" cy="184666"/>
          </a:xfrm>
          <a:prstGeom prst="rect">
            <a:avLst/>
          </a:prstGeom>
          <a:noFill/>
        </p:spPr>
        <p:txBody>
          <a:bodyPr vert="horz" wrap="square" lIns="0" tIns="0" rIns="0" bIns="0" numCol="1" anchor="t" anchorCtr="0" compatLnSpc="1">
            <a:spAutoFit/>
          </a:bodyPr>
          <a:lstStyle>
            <a:defPPr>
              <a:defRPr lang="zh-CN"/>
            </a:defPPr>
            <a:lvl1pPr algn="r" rtl="0" eaLnBrk="0" fontAlgn="base" hangingPunct="0">
              <a:spcBef>
                <a:spcPct val="0"/>
              </a:spcBef>
              <a:spcAft>
                <a:spcPct val="0"/>
              </a:spcAft>
              <a:defRPr b="1" kern="1200">
                <a:solidFill>
                  <a:srgbClr val="000000"/>
                </a:solidFill>
                <a:latin typeface="Arial" panose="020B0604020202020204" pitchFamily="34" charset="0"/>
                <a:ea typeface="黑体" panose="0201060906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ctr"/>
            <a:fld id="{B24A132B-BBED-4CCE-87A9-3ADBB4210DD3}" type="slidenum">
              <a:rPr lang="zh-CN" altLang="en-US" sz="1200" smtClean="0">
                <a:solidFill>
                  <a:schemeClr val="tx1">
                    <a:lumMod val="65000"/>
                    <a:lumOff val="35000"/>
                  </a:schemeClr>
                </a:solidFill>
                <a:latin typeface="微软雅黑" panose="020B0503020204020204" pitchFamily="34" charset="-122"/>
                <a:ea typeface="微软雅黑" panose="020B0503020204020204" pitchFamily="34" charset="-122"/>
                <a:cs typeface="阿里巴巴普惠体 H" panose="00020600040101010101" pitchFamily="18" charset="-122"/>
              </a:rPr>
              <a:t>‹#›</a:t>
            </a:fld>
            <a:endParaRPr lang="en-US" altLang="zh-CN" sz="1200" dirty="0">
              <a:solidFill>
                <a:schemeClr val="tx1">
                  <a:lumMod val="65000"/>
                  <a:lumOff val="35000"/>
                </a:schemeClr>
              </a:solidFill>
              <a:latin typeface="微软雅黑" panose="020B0503020204020204" pitchFamily="34" charset="-122"/>
              <a:ea typeface="微软雅黑" panose="020B0503020204020204" pitchFamily="34" charset="-122"/>
              <a:cs typeface="阿里巴巴普惠体 H" panose="00020600040101010101" pitchFamily="18" charset="-122"/>
            </a:endParaRPr>
          </a:p>
        </p:txBody>
      </p:sp>
      <p:sp>
        <p:nvSpPr>
          <p:cNvPr id="8" name="矩形 21"/>
          <p:cNvSpPr/>
          <p:nvPr userDrawn="1"/>
        </p:nvSpPr>
        <p:spPr bwMode="auto">
          <a:xfrm>
            <a:off x="0" y="6786000"/>
            <a:ext cx="12193200" cy="72000"/>
          </a:xfrm>
          <a:prstGeom prst="rect">
            <a:avLst/>
          </a:prstGeom>
          <a:solidFill>
            <a:srgbClr val="0070C0"/>
          </a:solidFill>
          <a:ln w="3175" cap="flat" cmpd="sng" algn="ctr">
            <a:noFill/>
            <a:prstDash val="solid"/>
            <a:round/>
            <a:headEnd type="none" w="med" len="med"/>
            <a:tailEnd type="none" w="med" len="med"/>
          </a:ln>
        </p:spPr>
        <p:txBody>
          <a:bodyPr vert="horz" wrap="square" lIns="90000" tIns="46800" rIns="90000" bIns="46800" numCol="1" rtlCol="0" anchor="t" anchorCtr="1" compatLnSpc="1">
            <a:spAutoFit/>
          </a:bodyPr>
          <a:lstStyle/>
          <a:p>
            <a:pPr marL="0" marR="0" indent="0" algn="ctr" defTabSz="914400" rtl="0" eaLnBrk="1" fontAlgn="base" latinLnBrk="0" hangingPunct="1">
              <a:lnSpc>
                <a:spcPct val="100000"/>
              </a:lnSpc>
              <a:spcBef>
                <a:spcPct val="0"/>
              </a:spcBef>
              <a:spcAft>
                <a:spcPct val="0"/>
              </a:spcAft>
              <a:buClrTx/>
              <a:buSzTx/>
              <a:buFontTx/>
              <a:buNone/>
            </a:pPr>
            <a:endParaRPr kumimoji="0" lang="zh-CN" altLang="en-US" sz="2800" b="0" i="0" u="none" strike="noStrike" cap="none" normalizeH="0" baseline="0">
              <a:ln>
                <a:noFill/>
              </a:ln>
              <a:solidFill>
                <a:schemeClr val="tx1"/>
              </a:solidFill>
              <a:effectLst/>
              <a:latin typeface="Arial" panose="020B0604020202020204" pitchFamily="34" charset="0"/>
              <a:ea typeface="黑体" panose="02010609060101010101" pitchFamily="2" charset="-122"/>
            </a:endParaRPr>
          </a:p>
        </p:txBody>
      </p:sp>
      <p:pic>
        <p:nvPicPr>
          <p:cNvPr id="9" name="图片 22" descr="logo-01"/>
          <p:cNvPicPr>
            <a:picLocks noChangeAspect="1"/>
          </p:cNvPicPr>
          <p:nvPr userDrawn="1"/>
        </p:nvPicPr>
        <p:blipFill rotWithShape="1">
          <a:blip r:embed="rId2"/>
          <a:srcRect t="50818" r="55608" b="10704"/>
          <a:stretch>
            <a:fillRect/>
          </a:stretch>
        </p:blipFill>
        <p:spPr>
          <a:xfrm>
            <a:off x="9940558" y="265858"/>
            <a:ext cx="2122170" cy="544705"/>
          </a:xfrm>
          <a:prstGeom prst="rect">
            <a:avLst/>
          </a:prstGeom>
        </p:spPr>
      </p:pic>
      <p:sp>
        <p:nvSpPr>
          <p:cNvPr id="10" name="等腰三角形 23"/>
          <p:cNvSpPr/>
          <p:nvPr userDrawn="1"/>
        </p:nvSpPr>
        <p:spPr bwMode="auto">
          <a:xfrm rot="5400000">
            <a:off x="-132073" y="379617"/>
            <a:ext cx="476360" cy="212212"/>
          </a:xfrm>
          <a:prstGeom prst="triangle">
            <a:avLst/>
          </a:prstGeom>
          <a:solidFill>
            <a:srgbClr val="0070C0">
              <a:alpha val="69804"/>
            </a:srgbClr>
          </a:solidFill>
          <a:ln w="3175" cap="flat" cmpd="sng" algn="ctr">
            <a:noFill/>
            <a:prstDash val="solid"/>
            <a:round/>
            <a:headEnd type="none" w="med" len="med"/>
            <a:tailEnd type="none" w="med" len="med"/>
          </a:ln>
        </p:spPr>
        <p:txBody>
          <a:bodyPr vert="horz" wrap="square" lIns="90000" tIns="46800" rIns="90000" bIns="46800" numCol="1" rtlCol="0" anchor="t" anchorCtr="1" compatLnSpc="1">
            <a:spAutoFit/>
          </a:bodyPr>
          <a:lstStyle/>
          <a:p>
            <a:pPr marL="0" marR="0" indent="0" algn="ctr" defTabSz="914400" rtl="0" eaLnBrk="1" fontAlgn="base" latinLnBrk="0" hangingPunct="1">
              <a:lnSpc>
                <a:spcPct val="100000"/>
              </a:lnSpc>
              <a:spcBef>
                <a:spcPct val="0"/>
              </a:spcBef>
              <a:spcAft>
                <a:spcPct val="0"/>
              </a:spcAft>
              <a:buClrTx/>
              <a:buSzTx/>
              <a:buFontTx/>
              <a:buNone/>
            </a:pPr>
            <a:endParaRPr kumimoji="0" lang="zh-CN" altLang="en-US" sz="2800" b="0" i="0" u="none" strike="noStrike" cap="none" normalizeH="0" baseline="0">
              <a:ln>
                <a:noFill/>
              </a:ln>
              <a:solidFill>
                <a:schemeClr val="tx1"/>
              </a:solidFill>
              <a:effectLst/>
              <a:latin typeface="Arial" panose="020B0604020202020204" pitchFamily="34" charset="0"/>
              <a:ea typeface="黑体" panose="02010609060101010101" pitchFamily="2" charset="-122"/>
            </a:endParaRPr>
          </a:p>
        </p:txBody>
      </p:sp>
      <p:sp>
        <p:nvSpPr>
          <p:cNvPr id="11" name="矩形 26"/>
          <p:cNvSpPr/>
          <p:nvPr userDrawn="1"/>
        </p:nvSpPr>
        <p:spPr>
          <a:xfrm>
            <a:off x="3694903" y="813405"/>
            <a:ext cx="8241355" cy="34350"/>
          </a:xfrm>
          <a:prstGeom prst="rect">
            <a:avLst/>
          </a:prstGeom>
          <a:solidFill>
            <a:schemeClr val="bg1">
              <a:lumMod val="85000"/>
            </a:schemeClr>
          </a:solidFill>
          <a:ln w="3175" cap="flat" cmpd="sng" algn="ctr">
            <a:noFill/>
            <a:prstDash val="solid"/>
            <a:round/>
            <a:headEnd type="none" w="med" len="med"/>
            <a:tailEnd type="none" w="med" len="med"/>
          </a:ln>
        </p:spPr>
        <p:txBody>
          <a:bodyPr vert="horz" wrap="square" lIns="90000" tIns="46800" rIns="90000" bIns="46800" numCol="1" anchor="t" anchorCtr="1" compatLnSpc="1">
            <a:spAutoFit/>
          </a:bodyPr>
          <a:lstStyle/>
          <a:p>
            <a:pPr marL="0" marR="0" indent="0" algn="ctr" defTabSz="914400" rtl="0" eaLnBrk="1" fontAlgn="base" latinLnBrk="0" hangingPunct="1">
              <a:lnSpc>
                <a:spcPct val="100000"/>
              </a:lnSpc>
              <a:spcBef>
                <a:spcPct val="0"/>
              </a:spcBef>
              <a:spcAft>
                <a:spcPct val="0"/>
              </a:spcAft>
              <a:buClrTx/>
              <a:buSzTx/>
              <a:buFontTx/>
              <a:buNone/>
            </a:pPr>
            <a:endParaRPr kumimoji="0" lang="zh-CN" altLang="en-US" sz="2800" b="0" i="0" u="none" strike="noStrike" cap="none" normalizeH="0" baseline="0">
              <a:ln>
                <a:noFill/>
              </a:ln>
              <a:solidFill>
                <a:schemeClr val="tx1"/>
              </a:solidFill>
              <a:effectLst/>
              <a:latin typeface="Arial" panose="020B0604020202020204" pitchFamily="34" charset="0"/>
              <a:ea typeface="黑体" panose="02010609060101010101" pitchFamily="2" charset="-122"/>
            </a:endParaRPr>
          </a:p>
        </p:txBody>
      </p:sp>
      <p:sp>
        <p:nvSpPr>
          <p:cNvPr id="12" name="矩形 25"/>
          <p:cNvSpPr/>
          <p:nvPr userDrawn="1"/>
        </p:nvSpPr>
        <p:spPr>
          <a:xfrm>
            <a:off x="359409" y="813405"/>
            <a:ext cx="9618029" cy="34350"/>
          </a:xfrm>
          <a:prstGeom prst="rect">
            <a:avLst/>
          </a:prstGeom>
          <a:solidFill>
            <a:srgbClr val="0070C0"/>
          </a:solidFill>
          <a:ln w="3175" cap="flat" cmpd="sng" algn="ctr">
            <a:noFill/>
            <a:prstDash val="solid"/>
            <a:round/>
            <a:headEnd type="none" w="med" len="med"/>
            <a:tailEnd type="none" w="med" len="med"/>
          </a:ln>
        </p:spPr>
        <p:txBody>
          <a:bodyPr vert="horz" wrap="square" lIns="90000" tIns="46800" rIns="90000" bIns="46800" numCol="1" anchor="t" anchorCtr="1" compatLnSpc="1">
            <a:spAutoFit/>
          </a:bodyPr>
          <a:lstStyle/>
          <a:p>
            <a:pPr marL="0" marR="0" indent="0" algn="ctr" defTabSz="914400" rtl="0" eaLnBrk="1" fontAlgn="base" latinLnBrk="0" hangingPunct="1">
              <a:lnSpc>
                <a:spcPct val="100000"/>
              </a:lnSpc>
              <a:spcBef>
                <a:spcPct val="0"/>
              </a:spcBef>
              <a:spcAft>
                <a:spcPct val="0"/>
              </a:spcAft>
              <a:buClrTx/>
              <a:buSzTx/>
              <a:buFontTx/>
              <a:buNone/>
            </a:pPr>
            <a:endParaRPr kumimoji="0" lang="zh-CN" altLang="en-US" sz="2800" b="0" i="0" u="none" strike="noStrike" cap="none" normalizeH="0" baseline="0">
              <a:ln>
                <a:noFill/>
              </a:ln>
              <a:solidFill>
                <a:schemeClr val="tx1"/>
              </a:solidFill>
              <a:effectLst/>
              <a:latin typeface="Arial" panose="020B0604020202020204" pitchFamily="34" charset="0"/>
              <a:ea typeface="黑体" panose="02010609060101010101" pitchFamily="2" charset="-122"/>
            </a:endParaRP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pic>
        <p:nvPicPr>
          <p:cNvPr id="7" name="图片 6"/>
          <p:cNvPicPr>
            <a:picLocks noChangeAspect="1"/>
          </p:cNvPicPr>
          <p:nvPr userDrawn="1"/>
        </p:nvPicPr>
        <p:blipFill rotWithShape="1">
          <a:blip r:embed="rId2" cstate="print">
            <a:extLst>
              <a:ext uri="{28A0092B-C50C-407E-A947-70E740481C1C}">
                <a14:useLocalDpi xmlns:a14="http://schemas.microsoft.com/office/drawing/2010/main" val="0"/>
              </a:ext>
            </a:extLst>
          </a:blip>
          <a:srcRect l="31241" r="29541" b="7261"/>
          <a:stretch>
            <a:fillRect/>
          </a:stretch>
        </p:blipFill>
        <p:spPr>
          <a:xfrm>
            <a:off x="5377" y="0"/>
            <a:ext cx="3084182" cy="6858000"/>
          </a:xfrm>
          <a:prstGeom prst="rect">
            <a:avLst/>
          </a:prstGeom>
        </p:spPr>
      </p:pic>
      <p:sp>
        <p:nvSpPr>
          <p:cNvPr id="8" name="矩形 7"/>
          <p:cNvSpPr/>
          <p:nvPr userDrawn="1"/>
        </p:nvSpPr>
        <p:spPr bwMode="auto">
          <a:xfrm rot="5400000" flipV="1">
            <a:off x="8313906" y="2979909"/>
            <a:ext cx="6858001" cy="898186"/>
          </a:xfrm>
          <a:prstGeom prst="rect">
            <a:avLst/>
          </a:prstGeom>
          <a:gradFill>
            <a:gsLst>
              <a:gs pos="0">
                <a:srgbClr val="0070C0"/>
              </a:gs>
              <a:gs pos="100000">
                <a:srgbClr val="342275">
                  <a:alpha val="8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p:txBody>
      </p:sp>
      <p:pic>
        <p:nvPicPr>
          <p:cNvPr id="9" name="图片 1"/>
          <p:cNvPicPr>
            <a:picLocks noChangeAspect="1"/>
          </p:cNvPicPr>
          <p:nvPr userDrawn="1"/>
        </p:nvPicPr>
        <p:blipFill>
          <a:blip r:embed="rId3" cstate="print"/>
          <a:srcRect r="74001"/>
          <a:stretch>
            <a:fillRect/>
          </a:stretch>
        </p:blipFill>
        <p:spPr bwMode="auto">
          <a:xfrm>
            <a:off x="11505048" y="749532"/>
            <a:ext cx="475715" cy="480307"/>
          </a:xfrm>
          <a:prstGeom prst="rect">
            <a:avLst/>
          </a:prstGeom>
          <a:noFill/>
          <a:ln w="9525">
            <a:noFill/>
            <a:miter lim="800000"/>
            <a:headEnd/>
            <a:tailEnd/>
          </a:ln>
        </p:spPr>
      </p:pic>
      <p:grpSp>
        <p:nvGrpSpPr>
          <p:cNvPr id="10" name="组合 9"/>
          <p:cNvGrpSpPr/>
          <p:nvPr userDrawn="1"/>
        </p:nvGrpSpPr>
        <p:grpSpPr>
          <a:xfrm>
            <a:off x="11397288" y="3004518"/>
            <a:ext cx="617544" cy="3567002"/>
            <a:chOff x="11320469" y="3004518"/>
            <a:chExt cx="617544" cy="3567002"/>
          </a:xfrm>
        </p:grpSpPr>
        <p:sp>
          <p:nvSpPr>
            <p:cNvPr id="11" name="文本框 10"/>
            <p:cNvSpPr txBox="1"/>
            <p:nvPr userDrawn="1"/>
          </p:nvSpPr>
          <p:spPr>
            <a:xfrm>
              <a:off x="11320469" y="4984994"/>
              <a:ext cx="495299" cy="1569660"/>
            </a:xfrm>
            <a:prstGeom prst="rect">
              <a:avLst/>
            </a:prstGeom>
            <a:noFill/>
          </p:spPr>
          <p:txBody>
            <a:bodyPr wrap="squar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prstClr val="white">
                      <a:alpha val="50000"/>
                    </a:prstClr>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北京理工大学</a:t>
              </a:r>
            </a:p>
          </p:txBody>
        </p:sp>
        <p:sp>
          <p:nvSpPr>
            <p:cNvPr id="12" name="文本框 11"/>
            <p:cNvSpPr txBox="1"/>
            <p:nvPr userDrawn="1"/>
          </p:nvSpPr>
          <p:spPr>
            <a:xfrm rot="5400000">
              <a:off x="10039096" y="4672603"/>
              <a:ext cx="3567002" cy="230832"/>
            </a:xfrm>
            <a:prstGeom prst="rect">
              <a:avLst/>
            </a:prstGeom>
            <a:noFill/>
          </p:spPr>
          <p:txBody>
            <a:bodyPr wrap="non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900" b="1" i="0" u="none" strike="noStrike" kern="1200" cap="none" spc="300" normalizeH="0" baseline="0" noProof="0" dirty="0">
                  <a:ln>
                    <a:noFill/>
                  </a:ln>
                  <a:solidFill>
                    <a:prstClr val="white">
                      <a:alpha val="50000"/>
                    </a:prstClr>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BEIJING INSTITUTE OF TECHNOLOGY</a:t>
              </a:r>
              <a:endParaRPr kumimoji="0" lang="zh-CN" altLang="en-US" sz="900" b="1" i="0" u="none" strike="noStrike" kern="1200" cap="none" spc="300" normalizeH="0" baseline="0" noProof="0" dirty="0">
                <a:ln>
                  <a:noFill/>
                </a:ln>
                <a:solidFill>
                  <a:prstClr val="white">
                    <a:alpha val="50000"/>
                  </a:prstClr>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p:txBody>
        </p:sp>
      </p:grpSp>
      <p:cxnSp>
        <p:nvCxnSpPr>
          <p:cNvPr id="13" name="直接连接符 12"/>
          <p:cNvCxnSpPr/>
          <p:nvPr userDrawn="1"/>
        </p:nvCxnSpPr>
        <p:spPr>
          <a:xfrm>
            <a:off x="11533093" y="1486357"/>
            <a:ext cx="419624" cy="1"/>
          </a:xfrm>
          <a:prstGeom prst="line">
            <a:avLst/>
          </a:prstGeom>
          <a:ln>
            <a:solidFill>
              <a:schemeClr val="bg1">
                <a:alpha val="50000"/>
              </a:schemeClr>
            </a:solidFill>
          </a:ln>
        </p:spPr>
        <p:style>
          <a:lnRef idx="1">
            <a:schemeClr val="accent1"/>
          </a:lnRef>
          <a:fillRef idx="0">
            <a:schemeClr val="accent1"/>
          </a:fillRef>
          <a:effectRef idx="0">
            <a:schemeClr val="accent1"/>
          </a:effectRef>
          <a:fontRef idx="minor">
            <a:schemeClr val="tx1"/>
          </a:fontRef>
        </p:style>
      </p:cxnSp>
      <p:sp>
        <p:nvSpPr>
          <p:cNvPr id="14" name="文本框 13"/>
          <p:cNvSpPr txBox="1"/>
          <p:nvPr userDrawn="1"/>
        </p:nvSpPr>
        <p:spPr>
          <a:xfrm>
            <a:off x="623878" y="528020"/>
            <a:ext cx="1944000" cy="923330"/>
          </a:xfrm>
          <a:prstGeom prst="rect">
            <a:avLst/>
          </a:prstGeom>
          <a:noFill/>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5400" b="1" i="0" u="none" strike="noStrike" kern="1200" cap="none" spc="60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目录</a:t>
            </a:r>
          </a:p>
        </p:txBody>
      </p:sp>
      <p:sp>
        <p:nvSpPr>
          <p:cNvPr id="15" name="文本框 14"/>
          <p:cNvSpPr txBox="1"/>
          <p:nvPr userDrawn="1"/>
        </p:nvSpPr>
        <p:spPr>
          <a:xfrm>
            <a:off x="3291434" y="793530"/>
            <a:ext cx="576623" cy="5677160"/>
          </a:xfrm>
          <a:prstGeom prst="rect">
            <a:avLst/>
          </a:prstGeom>
          <a:noFill/>
        </p:spPr>
        <p:txBody>
          <a:bodyPr wrap="square" rtlCol="0">
            <a:noAutofit/>
          </a:bodyPr>
          <a:lstStyle>
            <a:defPPr>
              <a:defRPr lang="zh-CN"/>
            </a:defPPr>
            <a:lvl1pPr marR="0" lvl="0" indent="0" algn="r" fontAlgn="auto">
              <a:lnSpc>
                <a:spcPct val="100000"/>
              </a:lnSpc>
              <a:spcBef>
                <a:spcPts val="0"/>
              </a:spcBef>
              <a:spcAft>
                <a:spcPts val="0"/>
              </a:spcAft>
              <a:buClrTx/>
              <a:buSzTx/>
              <a:buFontTx/>
              <a:buNone/>
              <a:defRPr kumimoji="0" sz="2800" b="1" i="0" u="none" strike="noStrike" cap="none" spc="0" normalizeH="0" baseline="0">
                <a:ln>
                  <a:noFill/>
                </a:ln>
                <a:solidFill>
                  <a:prstClr val="white"/>
                </a:solidFill>
                <a:effectLst/>
                <a:uLnTx/>
                <a:uFillTx/>
                <a:latin typeface="微软雅黑" panose="020B0503020204020204" pitchFamily="34" charset="-122"/>
                <a:ea typeface="微软雅黑" panose="020B0503020204020204" pitchFamily="34" charset="-122"/>
              </a:defRPr>
            </a:lvl1p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0" normalizeH="0" baseline="0" noProof="0" dirty="0">
                <a:ln>
                  <a:noFill/>
                </a:ln>
                <a:solidFill>
                  <a:srgbClr val="C00000"/>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延安根</a:t>
            </a:r>
            <a:endParaRPr kumimoji="0" lang="en-US" altLang="zh-CN" sz="3200" b="1" i="0" u="none" strike="noStrike" kern="1200" cap="none" spc="0" normalizeH="0" baseline="0" noProof="0" dirty="0">
              <a:ln>
                <a:noFill/>
              </a:ln>
              <a:solidFill>
                <a:srgbClr val="C00000"/>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a:p>
            <a:pPr marL="0" marR="0" lvl="0" indent="0" algn="r" defTabSz="914400" rtl="0" eaLnBrk="1" fontAlgn="auto" latinLnBrk="0" hangingPunct="1">
              <a:lnSpc>
                <a:spcPct val="100000"/>
              </a:lnSpc>
              <a:spcBef>
                <a:spcPts val="0"/>
              </a:spcBef>
              <a:spcAft>
                <a:spcPts val="0"/>
              </a:spcAft>
              <a:buClrTx/>
              <a:buSzTx/>
              <a:buFontTx/>
              <a:buNone/>
              <a:defRPr/>
            </a:pPr>
            <a:endParaRPr lang="en-US" altLang="zh-CN" sz="3200"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endParaRPr>
          </a:p>
          <a:p>
            <a:pPr marL="0" marR="0" lvl="0" indent="0" algn="r" defTabSz="914400" rtl="0" eaLnBrk="1" fontAlgn="auto" latinLnBrk="0" hangingPunct="1">
              <a:lnSpc>
                <a:spcPct val="100000"/>
              </a:lnSpc>
              <a:spcBef>
                <a:spcPts val="0"/>
              </a:spcBef>
              <a:spcAft>
                <a:spcPts val="0"/>
              </a:spcAft>
              <a:buClrTx/>
              <a:buSzTx/>
              <a:buFontTx/>
              <a:buNone/>
              <a:defRPr/>
            </a:pPr>
            <a:r>
              <a:rPr lang="zh-CN" altLang="en-US" sz="3200"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军工魂</a:t>
            </a:r>
            <a:endParaRPr lang="en-US" altLang="zh-CN" sz="3200"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endParaRPr>
          </a:p>
          <a:p>
            <a:pPr marL="0" marR="0" lvl="0" indent="0" algn="r" defTabSz="914400" rtl="0" eaLnBrk="1" fontAlgn="auto" latinLnBrk="0" hangingPunct="1">
              <a:lnSpc>
                <a:spcPct val="100000"/>
              </a:lnSpc>
              <a:spcBef>
                <a:spcPts val="0"/>
              </a:spcBef>
              <a:spcAft>
                <a:spcPts val="0"/>
              </a:spcAft>
              <a:buClrTx/>
              <a:buSzTx/>
              <a:buFontTx/>
              <a:buNone/>
              <a:defRPr/>
            </a:pPr>
            <a:endParaRPr kumimoji="0" lang="en-US" altLang="zh-CN" sz="3200" b="1" i="0" u="none" strike="noStrike" kern="1200" cap="none" spc="0" normalizeH="0" baseline="0" noProof="0" dirty="0">
              <a:ln>
                <a:noFill/>
              </a:ln>
              <a:solidFill>
                <a:srgbClr val="C00000"/>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0" normalizeH="0" baseline="0" noProof="0" dirty="0">
                <a:ln>
                  <a:noFill/>
                </a:ln>
                <a:solidFill>
                  <a:srgbClr val="C00000"/>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领军人</a:t>
            </a:r>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FB4875C4-16A6-4332-8ADF-C6D29E04E7CB}" type="datetimeFigureOut">
              <a:rPr lang="zh-CN" altLang="en-US" smtClean="0"/>
              <a:t>2025/10/28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1B345A04-FA53-47DD-9DC3-86F870A93F1A}" type="slidenum">
              <a:rPr lang="zh-CN" altLang="en-US" smtClean="0"/>
              <a:t>‹#›</a:t>
            </a:fld>
            <a:endParaRPr lang="zh-CN" altLang="en-US"/>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FB4875C4-16A6-4332-8ADF-C6D29E04E7CB}" type="datetimeFigureOut">
              <a:rPr lang="zh-CN" altLang="en-US" smtClean="0"/>
              <a:t>2025/10/28</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1B345A04-FA53-47DD-9DC3-86F870A93F1A}" type="slidenum">
              <a:rPr lang="zh-CN" altLang="en-US" smtClean="0"/>
              <a:t>‹#›</a:t>
            </a:fld>
            <a:endParaRPr lang="zh-CN" altLang="en-US"/>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FB4875C4-16A6-4332-8ADF-C6D29E04E7CB}" type="datetimeFigureOut">
              <a:rPr lang="zh-CN" altLang="en-US" smtClean="0"/>
              <a:t>2025/10/28</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1B345A04-FA53-47DD-9DC3-86F870A93F1A}" type="slidenum">
              <a:rPr lang="zh-CN" altLang="en-US" smtClean="0"/>
              <a:t>‹#›</a:t>
            </a:fld>
            <a:endParaRPr lang="zh-CN" altLang="en-US"/>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FB4875C4-16A6-4332-8ADF-C6D29E04E7CB}" type="datetimeFigureOut">
              <a:rPr lang="zh-CN" altLang="en-US" smtClean="0"/>
              <a:t>2025/10/28</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1B345A04-FA53-47DD-9DC3-86F870A93F1A}" type="slidenum">
              <a:rPr lang="zh-CN" altLang="en-US" smtClean="0"/>
              <a:t>‹#›</a:t>
            </a:fld>
            <a:endParaRPr lang="zh-CN" altLang="en-US"/>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FB4875C4-16A6-4332-8ADF-C6D29E04E7CB}" type="datetimeFigureOut">
              <a:rPr lang="zh-CN" altLang="en-US" smtClean="0"/>
              <a:t>2025/10/28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1B345A04-FA53-47DD-9DC3-86F870A93F1A}" type="slidenum">
              <a:rPr lang="zh-CN" altLang="en-US" smtClean="0"/>
              <a:t>‹#›</a:t>
            </a:fld>
            <a:endParaRPr lang="zh-CN" altLang="en-US"/>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FB4875C4-16A6-4332-8ADF-C6D29E04E7CB}" type="datetimeFigureOut">
              <a:rPr lang="zh-CN" altLang="en-US" smtClean="0"/>
              <a:t>2025/10/28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1B345A04-FA53-47DD-9DC3-86F870A93F1A}" type="slidenum">
              <a:rPr lang="zh-CN" altLang="en-US" smtClean="0"/>
              <a:t>‹#›</a:t>
            </a:fld>
            <a:endParaRPr lang="zh-CN" altLang="en-US"/>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FB4875C4-16A6-4332-8ADF-C6D29E04E7CB}" type="datetimeFigureOut">
              <a:rPr lang="zh-CN" altLang="en-US" smtClean="0"/>
              <a:t>2025/10/28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B345A04-FA53-47DD-9DC3-86F870A93F1A}" type="slidenum">
              <a:rPr lang="zh-CN" altLang="en-US" smtClean="0"/>
              <a:t>‹#›</a:t>
            </a:fld>
            <a:endParaRPr lang="zh-CN" altLang="en-US"/>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FB4875C4-16A6-4332-8ADF-C6D29E04E7CB}" type="datetimeFigureOut">
              <a:rPr lang="zh-CN" altLang="en-US" smtClean="0"/>
              <a:t>2025/10/28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B345A04-FA53-47DD-9DC3-86F870A93F1A}" type="slidenum">
              <a:rPr lang="zh-CN" altLang="en-US" smtClean="0"/>
              <a:t>‹#›</a:t>
            </a:fld>
            <a:endParaRPr lang="zh-CN" altLang="en-US"/>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userDrawn="1">
  <p:cSld name="2_自定义版式">
    <p:spTree>
      <p:nvGrpSpPr>
        <p:cNvPr id="1" name=""/>
        <p:cNvGrpSpPr/>
        <p:nvPr/>
      </p:nvGrpSpPr>
      <p:grpSpPr>
        <a:xfrm>
          <a:off x="0" y="0"/>
          <a:ext cx="0" cy="0"/>
          <a:chOff x="0" y="0"/>
          <a:chExt cx="0" cy="0"/>
        </a:xfrm>
      </p:grpSpPr>
      <p:sp>
        <p:nvSpPr>
          <p:cNvPr id="1048647" name="Rectangle 7"/>
          <p:cNvSpPr txBox="1">
            <a:spLocks noChangeArrowheads="1"/>
          </p:cNvSpPr>
          <p:nvPr userDrawn="1"/>
        </p:nvSpPr>
        <p:spPr bwMode="auto">
          <a:xfrm>
            <a:off x="11164077" y="6525000"/>
            <a:ext cx="1008001" cy="184666"/>
          </a:xfrm>
          <a:prstGeom prst="rect">
            <a:avLst/>
          </a:prstGeom>
          <a:noFill/>
        </p:spPr>
        <p:txBody>
          <a:bodyPr vert="horz" wrap="square" lIns="0" tIns="0" rIns="0" bIns="0" numCol="1" anchor="t" anchorCtr="0" compatLnSpc="1">
            <a:spAutoFit/>
          </a:bodyPr>
          <a:lstStyle>
            <a:defPPr>
              <a:defRPr lang="zh-CN"/>
            </a:defPPr>
            <a:lvl1pPr algn="r" rtl="0" eaLnBrk="0" fontAlgn="base" hangingPunct="0">
              <a:spcBef>
                <a:spcPct val="0"/>
              </a:spcBef>
              <a:spcAft>
                <a:spcPct val="0"/>
              </a:spcAft>
              <a:defRPr b="1" kern="1200">
                <a:solidFill>
                  <a:srgbClr val="000000"/>
                </a:solidFill>
                <a:latin typeface="Arial" panose="020B0604020202020204" pitchFamily="34" charset="0"/>
                <a:ea typeface="黑体" panose="0201060906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ctr"/>
            <a:fld id="{B24A132B-BBED-4CCE-87A9-3ADBB4210DD3}" type="slidenum">
              <a:rPr lang="zh-CN" altLang="en-US" sz="1200" smtClean="0">
                <a:solidFill>
                  <a:schemeClr val="tx1">
                    <a:lumMod val="65000"/>
                    <a:lumOff val="35000"/>
                  </a:schemeClr>
                </a:solidFill>
                <a:latin typeface="微软雅黑" panose="020B0503020204020204" pitchFamily="34" charset="-122"/>
                <a:ea typeface="微软雅黑" panose="020B0503020204020204" pitchFamily="34" charset="-122"/>
                <a:cs typeface="阿里巴巴普惠体 H" panose="00020600040101010101" pitchFamily="18" charset="-122"/>
              </a:rPr>
              <a:t>‹#›</a:t>
            </a:fld>
            <a:endParaRPr lang="en-US" altLang="zh-CN" sz="1200" dirty="0">
              <a:solidFill>
                <a:schemeClr val="tx1">
                  <a:lumMod val="65000"/>
                  <a:lumOff val="35000"/>
                </a:schemeClr>
              </a:solidFill>
              <a:latin typeface="微软雅黑" panose="020B0503020204020204" pitchFamily="34" charset="-122"/>
              <a:ea typeface="微软雅黑" panose="020B0503020204020204" pitchFamily="34" charset="-122"/>
              <a:cs typeface="阿里巴巴普惠体 H" panose="00020600040101010101" pitchFamily="18" charset="-122"/>
            </a:endParaRPr>
          </a:p>
        </p:txBody>
      </p:sp>
      <p:sp>
        <p:nvSpPr>
          <p:cNvPr id="1048648" name="矩形 21"/>
          <p:cNvSpPr/>
          <p:nvPr userDrawn="1"/>
        </p:nvSpPr>
        <p:spPr bwMode="auto">
          <a:xfrm>
            <a:off x="0" y="6786000"/>
            <a:ext cx="12193200" cy="72000"/>
          </a:xfrm>
          <a:prstGeom prst="rect">
            <a:avLst/>
          </a:prstGeom>
          <a:solidFill>
            <a:srgbClr val="0070C0"/>
          </a:solidFill>
          <a:ln w="3175" cap="flat" cmpd="sng" algn="ctr">
            <a:noFill/>
            <a:prstDash val="solid"/>
            <a:round/>
            <a:headEnd type="none" w="med" len="med"/>
            <a:tailEnd type="none" w="med" len="med"/>
          </a:ln>
        </p:spPr>
        <p:txBody>
          <a:bodyPr vert="horz" wrap="square" lIns="90000" tIns="46800" rIns="90000" bIns="46800" numCol="1" rtlCol="0" anchor="t" anchorCtr="1" compatLnSpc="1">
            <a:spAutoFit/>
          </a:bodyPr>
          <a:lstStyle/>
          <a:p>
            <a:pPr marL="0" marR="0" indent="0" algn="ctr" defTabSz="914400" rtl="0" eaLnBrk="1" fontAlgn="base" latinLnBrk="0" hangingPunct="1">
              <a:lnSpc>
                <a:spcPct val="100000"/>
              </a:lnSpc>
              <a:spcBef>
                <a:spcPct val="0"/>
              </a:spcBef>
              <a:spcAft>
                <a:spcPct val="0"/>
              </a:spcAft>
              <a:buClrTx/>
              <a:buSzTx/>
              <a:buFontTx/>
              <a:buNone/>
            </a:pPr>
            <a:endParaRPr kumimoji="0" lang="zh-CN" altLang="en-US" sz="2800" b="0" i="0" u="none" strike="noStrike" cap="none" normalizeH="0" baseline="0">
              <a:ln>
                <a:noFill/>
              </a:ln>
              <a:solidFill>
                <a:schemeClr val="tx1"/>
              </a:solidFill>
              <a:effectLst/>
              <a:latin typeface="Arial" panose="020B0604020202020204" pitchFamily="34" charset="0"/>
              <a:ea typeface="黑体" panose="02010609060101010101" pitchFamily="2" charset="-122"/>
            </a:endParaRPr>
          </a:p>
        </p:txBody>
      </p:sp>
      <p:pic>
        <p:nvPicPr>
          <p:cNvPr id="2097152" name="图片 22" descr="logo-01"/>
          <p:cNvPicPr>
            <a:picLocks noChangeAspect="1"/>
          </p:cNvPicPr>
          <p:nvPr userDrawn="1"/>
        </p:nvPicPr>
        <p:blipFill rotWithShape="1">
          <a:blip r:embed="rId2"/>
          <a:srcRect t="50818" r="55608" b="10704"/>
          <a:stretch>
            <a:fillRect/>
          </a:stretch>
        </p:blipFill>
        <p:spPr>
          <a:xfrm>
            <a:off x="9940558" y="265858"/>
            <a:ext cx="2122170" cy="544705"/>
          </a:xfrm>
          <a:prstGeom prst="rect">
            <a:avLst/>
          </a:prstGeom>
        </p:spPr>
      </p:pic>
      <p:sp>
        <p:nvSpPr>
          <p:cNvPr id="1048649" name="等腰三角形 23"/>
          <p:cNvSpPr/>
          <p:nvPr userDrawn="1"/>
        </p:nvSpPr>
        <p:spPr bwMode="auto">
          <a:xfrm rot="5400000">
            <a:off x="-132073" y="379617"/>
            <a:ext cx="476360" cy="212212"/>
          </a:xfrm>
          <a:prstGeom prst="triangle">
            <a:avLst/>
          </a:prstGeom>
          <a:solidFill>
            <a:srgbClr val="0070C0">
              <a:alpha val="69804"/>
            </a:srgbClr>
          </a:solidFill>
          <a:ln w="3175" cap="flat" cmpd="sng" algn="ctr">
            <a:noFill/>
            <a:prstDash val="solid"/>
            <a:round/>
            <a:headEnd type="none" w="med" len="med"/>
            <a:tailEnd type="none" w="med" len="med"/>
          </a:ln>
        </p:spPr>
        <p:txBody>
          <a:bodyPr vert="horz" wrap="square" lIns="90000" tIns="46800" rIns="90000" bIns="46800" numCol="1" rtlCol="0" anchor="t" anchorCtr="1" compatLnSpc="1">
            <a:spAutoFit/>
          </a:bodyPr>
          <a:lstStyle/>
          <a:p>
            <a:pPr marL="0" marR="0" indent="0" algn="ctr" defTabSz="914400" rtl="0" eaLnBrk="1" fontAlgn="base" latinLnBrk="0" hangingPunct="1">
              <a:lnSpc>
                <a:spcPct val="100000"/>
              </a:lnSpc>
              <a:spcBef>
                <a:spcPct val="0"/>
              </a:spcBef>
              <a:spcAft>
                <a:spcPct val="0"/>
              </a:spcAft>
              <a:buClrTx/>
              <a:buSzTx/>
              <a:buFontTx/>
              <a:buNone/>
            </a:pPr>
            <a:endParaRPr kumimoji="0" lang="zh-CN" altLang="en-US" sz="2800" b="0" i="0" u="none" strike="noStrike" cap="none" normalizeH="0" baseline="0">
              <a:ln>
                <a:noFill/>
              </a:ln>
              <a:solidFill>
                <a:schemeClr val="tx1"/>
              </a:solidFill>
              <a:effectLst/>
              <a:latin typeface="Arial" panose="020B0604020202020204" pitchFamily="34" charset="0"/>
              <a:ea typeface="黑体" panose="02010609060101010101" pitchFamily="2" charset="-122"/>
            </a:endParaRPr>
          </a:p>
        </p:txBody>
      </p:sp>
      <p:sp>
        <p:nvSpPr>
          <p:cNvPr id="1048650" name="矩形 26"/>
          <p:cNvSpPr/>
          <p:nvPr/>
        </p:nvSpPr>
        <p:spPr>
          <a:xfrm>
            <a:off x="3694903" y="813405"/>
            <a:ext cx="8241355" cy="34350"/>
          </a:xfrm>
          <a:prstGeom prst="rect">
            <a:avLst/>
          </a:prstGeom>
          <a:solidFill>
            <a:schemeClr val="bg1">
              <a:lumMod val="85000"/>
            </a:schemeClr>
          </a:solidFill>
          <a:ln w="3175" cap="flat" cmpd="sng" algn="ctr">
            <a:noFill/>
            <a:prstDash val="solid"/>
            <a:round/>
            <a:headEnd type="none" w="med" len="med"/>
            <a:tailEnd type="none" w="med" len="med"/>
          </a:ln>
        </p:spPr>
        <p:txBody>
          <a:bodyPr vert="horz" wrap="square" lIns="90000" tIns="46800" rIns="90000" bIns="46800" numCol="1" anchor="t" anchorCtr="1" compatLnSpc="1">
            <a:spAutoFit/>
          </a:bodyPr>
          <a:lstStyle/>
          <a:p>
            <a:pPr marL="0" marR="0" indent="0" algn="ctr" defTabSz="914400" rtl="0" eaLnBrk="1" fontAlgn="base" latinLnBrk="0" hangingPunct="1">
              <a:lnSpc>
                <a:spcPct val="100000"/>
              </a:lnSpc>
              <a:spcBef>
                <a:spcPct val="0"/>
              </a:spcBef>
              <a:spcAft>
                <a:spcPct val="0"/>
              </a:spcAft>
              <a:buClrTx/>
              <a:buSzTx/>
              <a:buFontTx/>
              <a:buNone/>
            </a:pPr>
            <a:endParaRPr kumimoji="0" lang="zh-CN" altLang="en-US" sz="2800" b="0" i="0" u="none" strike="noStrike" cap="none" normalizeH="0" baseline="0">
              <a:ln>
                <a:noFill/>
              </a:ln>
              <a:solidFill>
                <a:schemeClr val="tx1"/>
              </a:solidFill>
              <a:effectLst/>
              <a:latin typeface="Arial" panose="020B0604020202020204" pitchFamily="34" charset="0"/>
              <a:ea typeface="黑体" panose="02010609060101010101" pitchFamily="2" charset="-122"/>
            </a:endParaRPr>
          </a:p>
        </p:txBody>
      </p:sp>
      <p:sp>
        <p:nvSpPr>
          <p:cNvPr id="1048651" name="矩形 25"/>
          <p:cNvSpPr/>
          <p:nvPr/>
        </p:nvSpPr>
        <p:spPr>
          <a:xfrm>
            <a:off x="359409" y="813405"/>
            <a:ext cx="9618029" cy="34350"/>
          </a:xfrm>
          <a:prstGeom prst="rect">
            <a:avLst/>
          </a:prstGeom>
          <a:solidFill>
            <a:srgbClr val="0070C0"/>
          </a:solidFill>
          <a:ln w="3175" cap="flat" cmpd="sng" algn="ctr">
            <a:noFill/>
            <a:prstDash val="solid"/>
            <a:round/>
            <a:headEnd type="none" w="med" len="med"/>
            <a:tailEnd type="none" w="med" len="med"/>
          </a:ln>
        </p:spPr>
        <p:txBody>
          <a:bodyPr vert="horz" wrap="square" lIns="90000" tIns="46800" rIns="90000" bIns="46800" numCol="1" anchor="t" anchorCtr="1" compatLnSpc="1">
            <a:spAutoFit/>
          </a:bodyPr>
          <a:lstStyle/>
          <a:p>
            <a:pPr marL="0" marR="0" indent="0" algn="ctr" defTabSz="914400" rtl="0" eaLnBrk="1" fontAlgn="base" latinLnBrk="0" hangingPunct="1">
              <a:lnSpc>
                <a:spcPct val="100000"/>
              </a:lnSpc>
              <a:spcBef>
                <a:spcPct val="0"/>
              </a:spcBef>
              <a:spcAft>
                <a:spcPct val="0"/>
              </a:spcAft>
              <a:buClrTx/>
              <a:buSzTx/>
              <a:buFontTx/>
              <a:buNone/>
            </a:pPr>
            <a:endParaRPr kumimoji="0" lang="zh-CN" altLang="en-US" sz="2800" b="0" i="0" u="none" strike="noStrike" cap="none" normalizeH="0" baseline="0">
              <a:ln>
                <a:noFill/>
              </a:ln>
              <a:solidFill>
                <a:schemeClr val="tx1"/>
              </a:solidFill>
              <a:effectLst/>
              <a:latin typeface="Arial" panose="020B0604020202020204" pitchFamily="34" charset="0"/>
              <a:ea typeface="黑体" panose="0201060906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p14:dur="0" advClick="0" advTm="2000"/>
    </mc:Choice>
    <mc:Fallback xmlns="">
      <p:transition advClick="0" advTm="2000"/>
    </mc:Fallback>
  </mc:AlternateConten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空白2">
    <p:spTree>
      <p:nvGrpSpPr>
        <p:cNvPr id="1" name=""/>
        <p:cNvGrpSpPr/>
        <p:nvPr/>
      </p:nvGrpSpPr>
      <p:grpSpPr>
        <a:xfrm>
          <a:off x="0" y="0"/>
          <a:ext cx="0" cy="0"/>
          <a:chOff x="0" y="0"/>
          <a:chExt cx="0" cy="0"/>
        </a:xfrm>
      </p:grpSpPr>
      <p:pic>
        <p:nvPicPr>
          <p:cNvPr id="15" name="图片 14"/>
          <p:cNvPicPr>
            <a:picLocks noChangeAspect="1"/>
          </p:cNvPicPr>
          <p:nvPr userDrawn="1"/>
        </p:nvPicPr>
        <p:blipFill rotWithShape="1">
          <a:blip r:embed="rId2" cstate="print">
            <a:extLst>
              <a:ext uri="{28A0092B-C50C-407E-A947-70E740481C1C}">
                <a14:useLocalDpi xmlns:a14="http://schemas.microsoft.com/office/drawing/2010/main" val="0"/>
              </a:ext>
            </a:extLst>
          </a:blip>
          <a:srcRect r="74000"/>
          <a:stretch>
            <a:fillRect/>
          </a:stretch>
        </p:blipFill>
        <p:spPr>
          <a:xfrm>
            <a:off x="11159755" y="36245"/>
            <a:ext cx="908953" cy="934344"/>
          </a:xfrm>
          <a:prstGeom prst="rect">
            <a:avLst/>
          </a:prstGeom>
        </p:spPr>
      </p:pic>
      <p:grpSp>
        <p:nvGrpSpPr>
          <p:cNvPr id="5" name="组合 4"/>
          <p:cNvGrpSpPr/>
          <p:nvPr userDrawn="1"/>
        </p:nvGrpSpPr>
        <p:grpSpPr>
          <a:xfrm>
            <a:off x="0" y="864000"/>
            <a:ext cx="8279130" cy="0"/>
            <a:chOff x="0" y="1642"/>
            <a:chExt cx="13038" cy="0"/>
          </a:xfrm>
        </p:grpSpPr>
        <p:cxnSp>
          <p:nvCxnSpPr>
            <p:cNvPr id="2" name="直接连接符 1"/>
            <p:cNvCxnSpPr/>
            <p:nvPr userDrawn="1"/>
          </p:nvCxnSpPr>
          <p:spPr bwMode="auto">
            <a:xfrm>
              <a:off x="0" y="1642"/>
              <a:ext cx="13039" cy="0"/>
            </a:xfrm>
            <a:prstGeom prst="line">
              <a:avLst/>
            </a:prstGeom>
            <a:noFill/>
            <a:ln w="28575" cap="flat" cmpd="sng" algn="ctr">
              <a:solidFill>
                <a:srgbClr val="7D1E2E"/>
              </a:solidFill>
              <a:prstDash val="solid"/>
              <a:round/>
              <a:headEnd type="none" w="med" len="med"/>
              <a:tailEnd type="none" w="med" len="med"/>
            </a:ln>
          </p:spPr>
        </p:cxnSp>
        <p:cxnSp>
          <p:nvCxnSpPr>
            <p:cNvPr id="4" name="直接连接符 3"/>
            <p:cNvCxnSpPr/>
            <p:nvPr userDrawn="1"/>
          </p:nvCxnSpPr>
          <p:spPr bwMode="auto">
            <a:xfrm>
              <a:off x="0" y="1642"/>
              <a:ext cx="7257" cy="0"/>
            </a:xfrm>
            <a:prstGeom prst="line">
              <a:avLst/>
            </a:prstGeom>
            <a:noFill/>
            <a:ln w="76200" cap="flat" cmpd="sng" algn="ctr">
              <a:solidFill>
                <a:srgbClr val="7D1E2E"/>
              </a:solidFill>
              <a:prstDash val="solid"/>
              <a:round/>
              <a:headEnd type="none" w="med" len="med"/>
              <a:tailEnd type="none" w="med" len="med"/>
            </a:ln>
          </p:spPr>
        </p:cxnSp>
      </p:grpSp>
      <p:sp>
        <p:nvSpPr>
          <p:cNvPr id="6" name="Rectangle 7"/>
          <p:cNvSpPr>
            <a:spLocks noGrp="1" noChangeArrowheads="1"/>
          </p:cNvSpPr>
          <p:nvPr>
            <p:ph type="sldNum" sz="quarter" idx="10"/>
          </p:nvPr>
        </p:nvSpPr>
        <p:spPr>
          <a:xfrm>
            <a:off x="11664953" y="6456364"/>
            <a:ext cx="527049" cy="401637"/>
          </a:xfrm>
        </p:spPr>
        <p:txBody>
          <a:bodyPr/>
          <a:lstStyle>
            <a:lvl1pPr>
              <a:defRPr/>
            </a:lvl1pPr>
          </a:lstStyle>
          <a:p>
            <a:pPr>
              <a:defRPr/>
            </a:pPr>
            <a:fld id="{8562223F-EAE4-4709-90BF-19CB3D12D353}" type="slidenum">
              <a:rPr lang="zh-CN" altLang="en-US">
                <a:solidFill>
                  <a:srgbClr val="000000"/>
                </a:solidFill>
              </a:rPr>
              <a:t>‹#›</a:t>
            </a:fld>
            <a:endParaRPr lang="en-US" altLang="zh-CN" dirty="0">
              <a:solidFill>
                <a:srgbClr val="000000"/>
              </a:solidFill>
            </a:endParaRPr>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showMasterSp="0" userDrawn="1">
  <p:cSld name="1_仅标题">
    <p:spTree>
      <p:nvGrpSpPr>
        <p:cNvPr id="1" name=""/>
        <p:cNvGrpSpPr/>
        <p:nvPr/>
      </p:nvGrpSpPr>
      <p:grpSpPr>
        <a:xfrm>
          <a:off x="0" y="0"/>
          <a:ext cx="0" cy="0"/>
          <a:chOff x="0" y="0"/>
          <a:chExt cx="0" cy="0"/>
        </a:xfrm>
      </p:grpSpPr>
      <p:sp>
        <p:nvSpPr>
          <p:cNvPr id="6" name="Rectangle 7"/>
          <p:cNvSpPr>
            <a:spLocks noGrp="1" noChangeArrowheads="1"/>
          </p:cNvSpPr>
          <p:nvPr>
            <p:ph type="sldNum" sz="quarter" idx="10"/>
          </p:nvPr>
        </p:nvSpPr>
        <p:spPr>
          <a:xfrm>
            <a:off x="11664953" y="6456364"/>
            <a:ext cx="527049" cy="401637"/>
          </a:xfrm>
        </p:spPr>
        <p:txBody>
          <a:bodyPr/>
          <a:lstStyle>
            <a:lvl1pPr>
              <a:defRPr/>
            </a:lvl1pPr>
          </a:lstStyle>
          <a:p>
            <a:pPr>
              <a:defRPr/>
            </a:pPr>
            <a:fld id="{8562223F-EAE4-4709-90BF-19CB3D12D353}" type="slidenum">
              <a:rPr lang="zh-CN" altLang="en-US">
                <a:solidFill>
                  <a:srgbClr val="000000"/>
                </a:solidFill>
              </a:rPr>
              <a:t>‹#›</a:t>
            </a:fld>
            <a:endParaRPr lang="en-US" altLang="zh-CN" dirty="0">
              <a:solidFill>
                <a:srgbClr val="000000"/>
              </a:solidFill>
            </a:endParaRPr>
          </a:p>
        </p:txBody>
      </p:sp>
    </p:spTree>
  </p:cSld>
  <p:clrMapOvr>
    <a:masterClrMapping/>
  </p:clrMapOvr>
  <p:transition>
    <p:fade/>
  </p:transition>
</p:sldLayout>
</file>

<file path=ppt/slideLayouts/slideLayout85.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p14:dur="0" advClick="0" advTm="2000"/>
    </mc:Choice>
    <mc:Fallback xmlns="">
      <p:transition advClick="0" advTm="2000"/>
    </mc:Fallback>
  </mc:AlternateConten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空白1">
    <p:spTree>
      <p:nvGrpSpPr>
        <p:cNvPr id="1" name=""/>
        <p:cNvGrpSpPr/>
        <p:nvPr/>
      </p:nvGrpSpPr>
      <p:grpSpPr>
        <a:xfrm>
          <a:off x="0" y="0"/>
          <a:ext cx="0" cy="0"/>
          <a:chOff x="0" y="0"/>
          <a:chExt cx="0" cy="0"/>
        </a:xfrm>
      </p:grpSpPr>
      <p:sp>
        <p:nvSpPr>
          <p:cNvPr id="3" name="任意多边形: 形状 56"/>
          <p:cNvSpPr/>
          <p:nvPr userDrawn="1"/>
        </p:nvSpPr>
        <p:spPr>
          <a:xfrm>
            <a:off x="-9525" y="122238"/>
            <a:ext cx="560388" cy="700087"/>
          </a:xfrm>
          <a:custGeom>
            <a:avLst/>
            <a:gdLst>
              <a:gd name="connsiteX0" fmla="*/ 0 w 436410"/>
              <a:gd name="connsiteY0" fmla="*/ 0 h 895350"/>
              <a:gd name="connsiteX1" fmla="*/ 436410 w 436410"/>
              <a:gd name="connsiteY1" fmla="*/ 0 h 895350"/>
              <a:gd name="connsiteX2" fmla="*/ 250915 w 436410"/>
              <a:gd name="connsiteY2" fmla="*/ 895350 h 895350"/>
              <a:gd name="connsiteX3" fmla="*/ 0 w 436410"/>
              <a:gd name="connsiteY3" fmla="*/ 895350 h 895350"/>
            </a:gdLst>
            <a:ahLst/>
            <a:cxnLst>
              <a:cxn ang="0">
                <a:pos x="connsiteX0" y="connsiteY0"/>
              </a:cxn>
              <a:cxn ang="0">
                <a:pos x="connsiteX1" y="connsiteY1"/>
              </a:cxn>
              <a:cxn ang="0">
                <a:pos x="connsiteX2" y="connsiteY2"/>
              </a:cxn>
              <a:cxn ang="0">
                <a:pos x="connsiteX3" y="connsiteY3"/>
              </a:cxn>
            </a:cxnLst>
            <a:rect l="l" t="t" r="r" b="b"/>
            <a:pathLst>
              <a:path w="436410" h="895350">
                <a:moveTo>
                  <a:pt x="0" y="0"/>
                </a:moveTo>
                <a:lnTo>
                  <a:pt x="436410" y="0"/>
                </a:lnTo>
                <a:lnTo>
                  <a:pt x="250915" y="895350"/>
                </a:lnTo>
                <a:lnTo>
                  <a:pt x="0" y="895350"/>
                </a:lnTo>
                <a:close/>
              </a:path>
            </a:pathLst>
          </a:custGeom>
          <a:solidFill>
            <a:srgbClr val="BA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cxnSp>
        <p:nvCxnSpPr>
          <p:cNvPr id="4" name="直接连接符 86"/>
          <p:cNvCxnSpPr/>
          <p:nvPr userDrawn="1"/>
        </p:nvCxnSpPr>
        <p:spPr>
          <a:xfrm>
            <a:off x="442913" y="822325"/>
            <a:ext cx="11306175"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 name="矩形 4"/>
          <p:cNvSpPr/>
          <p:nvPr userDrawn="1"/>
        </p:nvSpPr>
        <p:spPr>
          <a:xfrm>
            <a:off x="12145963" y="336550"/>
            <a:ext cx="46037" cy="265113"/>
          </a:xfrm>
          <a:prstGeom prst="rect">
            <a:avLst/>
          </a:prstGeom>
          <a:solidFill>
            <a:srgbClr val="96050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Century Gothic" panose="020B0502020202020204" pitchFamily="34" charset="0"/>
                <a:ea typeface="微软雅黑" panose="020B0503020204020204" pitchFamily="34" charset="-122"/>
                <a:cs typeface="微软雅黑" panose="020B0503020204020204" pitchFamily="34" charset="-122"/>
              </a:defRPr>
            </a:lvl1pPr>
            <a:lvl2pPr marL="742950" indent="-285750">
              <a:defRPr>
                <a:solidFill>
                  <a:schemeClr val="tx1"/>
                </a:solidFill>
                <a:latin typeface="Century Gothic" panose="020B0502020202020204" pitchFamily="34" charset="0"/>
                <a:ea typeface="微软雅黑" panose="020B0503020204020204" pitchFamily="34" charset="-122"/>
                <a:cs typeface="微软雅黑" panose="020B0503020204020204" pitchFamily="34" charset="-122"/>
              </a:defRPr>
            </a:lvl2pPr>
            <a:lvl3pPr marL="1143000" indent="-228600">
              <a:defRPr>
                <a:solidFill>
                  <a:schemeClr val="tx1"/>
                </a:solidFill>
                <a:latin typeface="Century Gothic" panose="020B0502020202020204" pitchFamily="34" charset="0"/>
                <a:ea typeface="微软雅黑" panose="020B0503020204020204" pitchFamily="34" charset="-122"/>
                <a:cs typeface="微软雅黑" panose="020B0503020204020204" pitchFamily="34" charset="-122"/>
              </a:defRPr>
            </a:lvl3pPr>
            <a:lvl4pPr marL="1600200" indent="-228600">
              <a:defRPr>
                <a:solidFill>
                  <a:schemeClr val="tx1"/>
                </a:solidFill>
                <a:latin typeface="Century Gothic" panose="020B0502020202020204" pitchFamily="34" charset="0"/>
                <a:ea typeface="微软雅黑" panose="020B0503020204020204" pitchFamily="34" charset="-122"/>
                <a:cs typeface="微软雅黑" panose="020B0503020204020204" pitchFamily="34" charset="-122"/>
              </a:defRPr>
            </a:lvl4pPr>
            <a:lvl5pPr marL="2057400" indent="-228600">
              <a:defRPr>
                <a:solidFill>
                  <a:schemeClr val="tx1"/>
                </a:solidFill>
                <a:latin typeface="Century Gothic" panose="020B0502020202020204" pitchFamily="34" charset="0"/>
                <a:ea typeface="微软雅黑" panose="020B0503020204020204" pitchFamily="34" charset="-122"/>
                <a:cs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Century Gothic" panose="020B0502020202020204" pitchFamily="34" charset="0"/>
                <a:ea typeface="微软雅黑" panose="020B0503020204020204" pitchFamily="34" charset="-122"/>
                <a:cs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Century Gothic" panose="020B0502020202020204" pitchFamily="34" charset="0"/>
                <a:ea typeface="微软雅黑" panose="020B0503020204020204" pitchFamily="34" charset="-122"/>
                <a:cs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Century Gothic" panose="020B0502020202020204" pitchFamily="34" charset="0"/>
                <a:ea typeface="微软雅黑" panose="020B0503020204020204" pitchFamily="34" charset="-122"/>
                <a:cs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Century Gothic" panose="020B0502020202020204" pitchFamily="34" charset="0"/>
                <a:ea typeface="微软雅黑" panose="020B0503020204020204" pitchFamily="34" charset="-122"/>
                <a:cs typeface="微软雅黑" panose="020B0503020204020204" pitchFamily="34" charset="-122"/>
              </a:defRPr>
            </a:lvl9pPr>
          </a:lstStyle>
          <a:p>
            <a:pPr algn="ctr">
              <a:defRPr/>
            </a:pPr>
            <a:endParaRPr lang="zh-CN" altLang="en-US">
              <a:solidFill>
                <a:srgbClr val="FFFFFF"/>
              </a:solidFill>
              <a:latin typeface="微软雅黑" panose="020B0503020204020204" pitchFamily="34" charset="-122"/>
              <a:ea typeface="宋体" panose="02010600030101010101" pitchFamily="2" charset="-122"/>
            </a:endParaRPr>
          </a:p>
        </p:txBody>
      </p:sp>
      <p:sp>
        <p:nvSpPr>
          <p:cNvPr id="6" name="任意多边形: 形状 57"/>
          <p:cNvSpPr/>
          <p:nvPr userDrawn="1"/>
        </p:nvSpPr>
        <p:spPr>
          <a:xfrm>
            <a:off x="417513" y="379413"/>
            <a:ext cx="96837" cy="222250"/>
          </a:xfrm>
          <a:custGeom>
            <a:avLst/>
            <a:gdLst>
              <a:gd name="connsiteX0" fmla="*/ 144879 w 185359"/>
              <a:gd name="connsiteY0" fmla="*/ 0 h 699303"/>
              <a:gd name="connsiteX1" fmla="*/ 185359 w 185359"/>
              <a:gd name="connsiteY1" fmla="*/ 0 h 699303"/>
              <a:gd name="connsiteX2" fmla="*/ 40480 w 185359"/>
              <a:gd name="connsiteY2" fmla="*/ 699303 h 699303"/>
              <a:gd name="connsiteX3" fmla="*/ 0 w 185359"/>
              <a:gd name="connsiteY3" fmla="*/ 699303 h 699303"/>
            </a:gdLst>
            <a:ahLst/>
            <a:cxnLst>
              <a:cxn ang="0">
                <a:pos x="connsiteX0" y="connsiteY0"/>
              </a:cxn>
              <a:cxn ang="0">
                <a:pos x="connsiteX1" y="connsiteY1"/>
              </a:cxn>
              <a:cxn ang="0">
                <a:pos x="connsiteX2" y="connsiteY2"/>
              </a:cxn>
              <a:cxn ang="0">
                <a:pos x="connsiteX3" y="connsiteY3"/>
              </a:cxn>
            </a:cxnLst>
            <a:rect l="l" t="t" r="r" b="b"/>
            <a:pathLst>
              <a:path w="185359" h="699303">
                <a:moveTo>
                  <a:pt x="144879" y="0"/>
                </a:moveTo>
                <a:lnTo>
                  <a:pt x="185359" y="0"/>
                </a:lnTo>
                <a:lnTo>
                  <a:pt x="40480" y="699303"/>
                </a:lnTo>
                <a:lnTo>
                  <a:pt x="0" y="699303"/>
                </a:lnTo>
                <a:close/>
              </a:path>
            </a:pathLst>
          </a:custGeom>
          <a:solidFill>
            <a:schemeClr val="accent4"/>
          </a:solidFill>
          <a:ln w="38100">
            <a:solidFill>
              <a:srgbClr val="78060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7" name="Rectangle 7"/>
          <p:cNvSpPr>
            <a:spLocks noGrp="1" noChangeArrowheads="1"/>
          </p:cNvSpPr>
          <p:nvPr>
            <p:ph type="sldNum" sz="quarter" idx="10"/>
          </p:nvPr>
        </p:nvSpPr>
        <p:spPr>
          <a:xfrm>
            <a:off x="11664953" y="6456364"/>
            <a:ext cx="527049" cy="401637"/>
          </a:xfrm>
        </p:spPr>
        <p:txBody>
          <a:bodyPr/>
          <a:lstStyle>
            <a:lvl1pPr>
              <a:defRPr/>
            </a:lvl1pPr>
          </a:lstStyle>
          <a:p>
            <a:pPr>
              <a:defRPr/>
            </a:pPr>
            <a:fld id="{8562223F-EAE4-4709-90BF-19CB3D12D353}" type="slidenum">
              <a:rPr lang="zh-CN" altLang="en-US">
                <a:solidFill>
                  <a:srgbClr val="000000"/>
                </a:solidFill>
              </a:rPr>
              <a:t>‹#›</a:t>
            </a:fld>
            <a:endParaRPr lang="en-US" altLang="zh-CN" dirty="0">
              <a:solidFill>
                <a:srgbClr val="000000"/>
              </a:solidFill>
            </a:endParaRPr>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3" name="图片 2"/>
          <p:cNvPicPr>
            <a:picLocks noChangeAspect="1"/>
          </p:cNvPicPr>
          <p:nvPr userDrawn="1"/>
        </p:nvPicPr>
        <p:blipFill>
          <a:blip r:embed="rId2"/>
          <a:srcRect b="38935"/>
          <a:stretch>
            <a:fillRect/>
          </a:stretch>
        </p:blipFill>
        <p:spPr>
          <a:xfrm>
            <a:off x="0" y="-1"/>
            <a:ext cx="12192000" cy="857252"/>
          </a:xfrm>
          <a:prstGeom prst="rect">
            <a:avLst/>
          </a:prstGeom>
        </p:spPr>
      </p:pic>
      <p:sp>
        <p:nvSpPr>
          <p:cNvPr id="7" name="Rectangle 7"/>
          <p:cNvSpPr txBox="1">
            <a:spLocks noChangeArrowheads="1"/>
          </p:cNvSpPr>
          <p:nvPr userDrawn="1"/>
        </p:nvSpPr>
        <p:spPr bwMode="auto">
          <a:xfrm>
            <a:off x="11836131" y="6525000"/>
            <a:ext cx="209993" cy="184666"/>
          </a:xfrm>
          <a:prstGeom prst="rect">
            <a:avLst/>
          </a:prstGeom>
          <a:noFill/>
        </p:spPr>
        <p:txBody>
          <a:bodyPr vert="horz" wrap="none" lIns="0" tIns="0" rIns="0" bIns="0" numCol="1" anchor="t" anchorCtr="0" compatLnSpc="1">
            <a:noAutofit/>
          </a:bodyPr>
          <a:lstStyle>
            <a:defPPr>
              <a:defRPr lang="zh-CN"/>
            </a:defPPr>
            <a:lvl1pPr algn="r" rtl="0" eaLnBrk="0" fontAlgn="base" hangingPunct="0">
              <a:spcBef>
                <a:spcPct val="0"/>
              </a:spcBef>
              <a:spcAft>
                <a:spcPct val="0"/>
              </a:spcAft>
              <a:defRPr b="1" kern="1200">
                <a:solidFill>
                  <a:srgbClr val="000000"/>
                </a:solidFill>
                <a:latin typeface="Arial" panose="020B0604020202020204" pitchFamily="34" charset="0"/>
                <a:ea typeface="黑体" panose="0201060906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ctr"/>
            <a:fld id="{B24A132B-BBED-4CCE-87A9-3ADBB4210DD3}" type="slidenum">
              <a:rPr lang="zh-CN" altLang="en-US" sz="1200" smtClean="0">
                <a:solidFill>
                  <a:schemeClr val="tx1">
                    <a:lumMod val="65000"/>
                    <a:lumOff val="35000"/>
                  </a:schemeClr>
                </a:solidFill>
                <a:latin typeface="微软雅黑" panose="020B0503020204020204" pitchFamily="34" charset="-122"/>
                <a:ea typeface="微软雅黑" panose="020B0503020204020204" pitchFamily="34" charset="-122"/>
                <a:cs typeface="阿里巴巴普惠体 H" panose="00020600040101010101" pitchFamily="18" charset="-122"/>
              </a:rPr>
              <a:t>‹#›</a:t>
            </a:fld>
            <a:endParaRPr lang="en-US" altLang="zh-CN" sz="1200" dirty="0">
              <a:solidFill>
                <a:schemeClr val="tx1">
                  <a:lumMod val="65000"/>
                  <a:lumOff val="35000"/>
                </a:schemeClr>
              </a:solidFill>
              <a:latin typeface="微软雅黑" panose="020B0503020204020204" pitchFamily="34" charset="-122"/>
              <a:ea typeface="微软雅黑" panose="020B0503020204020204" pitchFamily="34" charset="-122"/>
              <a:cs typeface="阿里巴巴普惠体 H" panose="00020600040101010101" pitchFamily="18" charset="-122"/>
            </a:endParaRPr>
          </a:p>
        </p:txBody>
      </p:sp>
      <p:sp>
        <p:nvSpPr>
          <p:cNvPr id="8" name="矩形 21"/>
          <p:cNvSpPr/>
          <p:nvPr userDrawn="1"/>
        </p:nvSpPr>
        <p:spPr bwMode="auto">
          <a:xfrm>
            <a:off x="0" y="6786000"/>
            <a:ext cx="12193200" cy="72000"/>
          </a:xfrm>
          <a:prstGeom prst="rect">
            <a:avLst/>
          </a:prstGeom>
          <a:solidFill>
            <a:srgbClr val="0070C0"/>
          </a:solidFill>
          <a:ln w="3175" cap="flat" cmpd="sng" algn="ctr">
            <a:noFill/>
            <a:prstDash val="solid"/>
            <a:round/>
            <a:headEnd type="none" w="med" len="med"/>
            <a:tailEnd type="none" w="med" len="med"/>
          </a:ln>
        </p:spPr>
        <p:txBody>
          <a:bodyPr vert="horz" wrap="square" lIns="90000" tIns="46800" rIns="90000" bIns="46800" numCol="1" rtlCol="0" anchor="t" anchorCtr="1" compatLnSpc="1">
            <a:spAutoFit/>
          </a:bodyPr>
          <a:lstStyle/>
          <a:p>
            <a:pPr marL="0" marR="0" indent="0" algn="ctr" defTabSz="914400" rtl="0" eaLnBrk="1" fontAlgn="base" latinLnBrk="0" hangingPunct="1">
              <a:lnSpc>
                <a:spcPct val="100000"/>
              </a:lnSpc>
              <a:spcBef>
                <a:spcPct val="0"/>
              </a:spcBef>
              <a:spcAft>
                <a:spcPct val="0"/>
              </a:spcAft>
              <a:buClrTx/>
              <a:buSzTx/>
              <a:buFontTx/>
              <a:buNone/>
            </a:pPr>
            <a:endParaRPr kumimoji="0" lang="zh-CN" altLang="en-US" sz="2800" b="0" i="0" u="none" strike="noStrike" cap="none" normalizeH="0" baseline="0">
              <a:ln>
                <a:noFill/>
              </a:ln>
              <a:solidFill>
                <a:schemeClr val="tx1"/>
              </a:solidFill>
              <a:effectLst/>
              <a:latin typeface="Arial" panose="020B0604020202020204" pitchFamily="34" charset="0"/>
              <a:ea typeface="黑体" panose="02010609060101010101" pitchFamily="2" charset="-122"/>
            </a:endParaRPr>
          </a:p>
        </p:txBody>
      </p:sp>
      <p:sp>
        <p:nvSpPr>
          <p:cNvPr id="10" name="等腰三角形 23"/>
          <p:cNvSpPr/>
          <p:nvPr userDrawn="1"/>
        </p:nvSpPr>
        <p:spPr bwMode="auto">
          <a:xfrm rot="5400000">
            <a:off x="-132073" y="379617"/>
            <a:ext cx="476360" cy="212212"/>
          </a:xfrm>
          <a:prstGeom prst="triangle">
            <a:avLst/>
          </a:prstGeom>
          <a:solidFill>
            <a:srgbClr val="0070C0">
              <a:alpha val="69804"/>
            </a:srgbClr>
          </a:solidFill>
          <a:ln w="3175" cap="flat" cmpd="sng" algn="ctr">
            <a:noFill/>
            <a:prstDash val="solid"/>
            <a:round/>
            <a:headEnd type="none" w="med" len="med"/>
            <a:tailEnd type="none" w="med" len="med"/>
          </a:ln>
        </p:spPr>
        <p:txBody>
          <a:bodyPr vert="horz" wrap="square" lIns="90000" tIns="46800" rIns="90000" bIns="46800" numCol="1" rtlCol="0" anchor="t" anchorCtr="1" compatLnSpc="1">
            <a:spAutoFit/>
          </a:bodyPr>
          <a:lstStyle/>
          <a:p>
            <a:pPr marL="0" marR="0" indent="0" algn="ctr" defTabSz="914400" rtl="0" eaLnBrk="1" fontAlgn="base" latinLnBrk="0" hangingPunct="1">
              <a:lnSpc>
                <a:spcPct val="100000"/>
              </a:lnSpc>
              <a:spcBef>
                <a:spcPct val="0"/>
              </a:spcBef>
              <a:spcAft>
                <a:spcPct val="0"/>
              </a:spcAft>
              <a:buClrTx/>
              <a:buSzTx/>
              <a:buFontTx/>
              <a:buNone/>
            </a:pPr>
            <a:endParaRPr kumimoji="0" lang="zh-CN" altLang="en-US" sz="2800" b="0" i="0" u="none" strike="noStrike" cap="none" normalizeH="0" baseline="0">
              <a:ln>
                <a:noFill/>
              </a:ln>
              <a:solidFill>
                <a:schemeClr val="tx1"/>
              </a:solidFill>
              <a:effectLst/>
              <a:latin typeface="Arial" panose="020B0604020202020204" pitchFamily="34" charset="0"/>
              <a:ea typeface="黑体" panose="02010609060101010101" pitchFamily="2" charset="-122"/>
            </a:endParaRPr>
          </a:p>
        </p:txBody>
      </p:sp>
      <p:sp>
        <p:nvSpPr>
          <p:cNvPr id="11" name="矩形 26"/>
          <p:cNvSpPr/>
          <p:nvPr userDrawn="1"/>
        </p:nvSpPr>
        <p:spPr>
          <a:xfrm>
            <a:off x="3652195" y="813405"/>
            <a:ext cx="8241355" cy="34350"/>
          </a:xfrm>
          <a:prstGeom prst="rect">
            <a:avLst/>
          </a:prstGeom>
          <a:solidFill>
            <a:schemeClr val="bg1">
              <a:lumMod val="85000"/>
            </a:schemeClr>
          </a:solidFill>
          <a:ln w="3175" cap="flat" cmpd="sng" algn="ctr">
            <a:noFill/>
            <a:prstDash val="solid"/>
            <a:round/>
            <a:headEnd type="none" w="med" len="med"/>
            <a:tailEnd type="none" w="med" len="med"/>
          </a:ln>
        </p:spPr>
        <p:txBody>
          <a:bodyPr vert="horz" wrap="square" lIns="90000" tIns="46800" rIns="90000" bIns="46800" numCol="1" anchor="t" anchorCtr="1" compatLnSpc="1">
            <a:spAutoFit/>
          </a:bodyPr>
          <a:lstStyle/>
          <a:p>
            <a:pPr marL="0" marR="0" indent="0" algn="ctr" defTabSz="914400" rtl="0" eaLnBrk="1" fontAlgn="base" latinLnBrk="0" hangingPunct="1">
              <a:lnSpc>
                <a:spcPct val="100000"/>
              </a:lnSpc>
              <a:spcBef>
                <a:spcPct val="0"/>
              </a:spcBef>
              <a:spcAft>
                <a:spcPct val="0"/>
              </a:spcAft>
              <a:buClrTx/>
              <a:buSzTx/>
              <a:buFontTx/>
              <a:buNone/>
            </a:pPr>
            <a:endParaRPr kumimoji="0" lang="zh-CN" altLang="en-US" sz="2800" b="0" i="0" u="none" strike="noStrike" cap="none" normalizeH="0" baseline="0">
              <a:ln>
                <a:noFill/>
              </a:ln>
              <a:solidFill>
                <a:schemeClr val="tx1"/>
              </a:solidFill>
              <a:effectLst/>
              <a:latin typeface="Arial" panose="020B0604020202020204" pitchFamily="34" charset="0"/>
              <a:ea typeface="黑体" panose="02010609060101010101" pitchFamily="2" charset="-122"/>
            </a:endParaRPr>
          </a:p>
        </p:txBody>
      </p:sp>
      <p:sp>
        <p:nvSpPr>
          <p:cNvPr id="12" name="矩形 25"/>
          <p:cNvSpPr/>
          <p:nvPr userDrawn="1"/>
        </p:nvSpPr>
        <p:spPr>
          <a:xfrm>
            <a:off x="359409" y="813405"/>
            <a:ext cx="9618029" cy="34350"/>
          </a:xfrm>
          <a:prstGeom prst="rect">
            <a:avLst/>
          </a:prstGeom>
          <a:solidFill>
            <a:srgbClr val="0070C0"/>
          </a:solidFill>
          <a:ln w="3175" cap="flat" cmpd="sng" algn="ctr">
            <a:noFill/>
            <a:prstDash val="solid"/>
            <a:round/>
            <a:headEnd type="none" w="med" len="med"/>
            <a:tailEnd type="none" w="med" len="med"/>
          </a:ln>
        </p:spPr>
        <p:txBody>
          <a:bodyPr vert="horz" wrap="square" lIns="90000" tIns="46800" rIns="90000" bIns="46800" numCol="1" anchor="t" anchorCtr="1" compatLnSpc="1">
            <a:spAutoFit/>
          </a:bodyPr>
          <a:lstStyle/>
          <a:p>
            <a:pPr marL="0" marR="0" indent="0" algn="ctr" defTabSz="914400" rtl="0" eaLnBrk="1" fontAlgn="base" latinLnBrk="0" hangingPunct="1">
              <a:lnSpc>
                <a:spcPct val="100000"/>
              </a:lnSpc>
              <a:spcBef>
                <a:spcPct val="0"/>
              </a:spcBef>
              <a:spcAft>
                <a:spcPct val="0"/>
              </a:spcAft>
              <a:buClrTx/>
              <a:buSzTx/>
              <a:buFontTx/>
              <a:buNone/>
            </a:pPr>
            <a:endParaRPr kumimoji="0" lang="zh-CN" altLang="en-US" sz="2800" b="0" i="0" u="none" strike="noStrike" cap="none" normalizeH="0" baseline="0">
              <a:ln>
                <a:noFill/>
              </a:ln>
              <a:solidFill>
                <a:schemeClr val="tx1"/>
              </a:solidFill>
              <a:effectLst/>
              <a:latin typeface="Arial" panose="020B0604020202020204" pitchFamily="34" charset="0"/>
              <a:ea typeface="黑体" panose="02010609060101010101" pitchFamily="2" charset="-122"/>
            </a:endParaRPr>
          </a:p>
        </p:txBody>
      </p:sp>
      <p:pic>
        <p:nvPicPr>
          <p:cNvPr id="2" name="图片 6"/>
          <p:cNvPicPr>
            <a:picLocks noChangeAspect="1"/>
          </p:cNvPicPr>
          <p:nvPr userDrawn="1"/>
        </p:nvPicPr>
        <p:blipFill>
          <a:blip r:embed="rId3" cstate="print">
            <a:extLst>
              <a:ext uri="{28A0092B-C50C-407E-A947-70E740481C1C}">
                <a14:useLocalDpi xmlns:a14="http://schemas.microsoft.com/office/drawing/2010/main" val="0"/>
              </a:ext>
            </a:extLst>
          </a:blip>
          <a:srcRect r="74001"/>
          <a:stretch>
            <a:fillRect/>
          </a:stretch>
        </p:blipFill>
        <p:spPr bwMode="auto">
          <a:xfrm>
            <a:off x="11266805" y="74930"/>
            <a:ext cx="669290" cy="6870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srcRect b="38935"/>
          <a:stretch>
            <a:fillRect/>
          </a:stretch>
        </p:blipFill>
        <p:spPr>
          <a:xfrm>
            <a:off x="0" y="-2"/>
            <a:ext cx="12192000" cy="6858001"/>
          </a:xfrm>
          <a:prstGeom prst="rect">
            <a:avLst/>
          </a:prstGeom>
        </p:spPr>
      </p:pic>
      <p:pic>
        <p:nvPicPr>
          <p:cNvPr id="7" name="图片 6"/>
          <p:cNvPicPr>
            <a:picLocks noChangeAspect="1"/>
          </p:cNvPicPr>
          <p:nvPr userDrawn="1"/>
        </p:nvPicPr>
        <p:blipFill rotWithShape="1">
          <a:blip r:embed="rId3" cstate="print">
            <a:extLst>
              <a:ext uri="{28A0092B-C50C-407E-A947-70E740481C1C}">
                <a14:useLocalDpi xmlns:a14="http://schemas.microsoft.com/office/drawing/2010/main" val="0"/>
              </a:ext>
            </a:extLst>
          </a:blip>
          <a:srcRect l="31241" r="29541" b="7261"/>
          <a:stretch>
            <a:fillRect/>
          </a:stretch>
        </p:blipFill>
        <p:spPr>
          <a:xfrm>
            <a:off x="5377" y="0"/>
            <a:ext cx="3084182" cy="6858000"/>
          </a:xfrm>
          <a:prstGeom prst="rect">
            <a:avLst/>
          </a:prstGeom>
        </p:spPr>
      </p:pic>
      <p:sp>
        <p:nvSpPr>
          <p:cNvPr id="8" name="矩形 7"/>
          <p:cNvSpPr/>
          <p:nvPr userDrawn="1"/>
        </p:nvSpPr>
        <p:spPr bwMode="auto">
          <a:xfrm rot="5400000" flipV="1">
            <a:off x="8313906" y="2979909"/>
            <a:ext cx="6858001" cy="898186"/>
          </a:xfrm>
          <a:prstGeom prst="rect">
            <a:avLst/>
          </a:prstGeom>
          <a:gradFill>
            <a:gsLst>
              <a:gs pos="0">
                <a:srgbClr val="0070C0"/>
              </a:gs>
              <a:gs pos="100000">
                <a:srgbClr val="342275">
                  <a:alpha val="8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p:txBody>
      </p:sp>
      <p:pic>
        <p:nvPicPr>
          <p:cNvPr id="9" name="图片 1"/>
          <p:cNvPicPr>
            <a:picLocks noChangeAspect="1"/>
          </p:cNvPicPr>
          <p:nvPr userDrawn="1"/>
        </p:nvPicPr>
        <p:blipFill>
          <a:blip r:embed="rId4" cstate="print"/>
          <a:srcRect r="74001"/>
          <a:stretch>
            <a:fillRect/>
          </a:stretch>
        </p:blipFill>
        <p:spPr bwMode="auto">
          <a:xfrm>
            <a:off x="11505048" y="749532"/>
            <a:ext cx="475715" cy="480307"/>
          </a:xfrm>
          <a:prstGeom prst="rect">
            <a:avLst/>
          </a:prstGeom>
          <a:noFill/>
          <a:ln w="9525">
            <a:noFill/>
            <a:miter lim="800000"/>
            <a:headEnd/>
            <a:tailEnd/>
          </a:ln>
        </p:spPr>
      </p:pic>
      <p:grpSp>
        <p:nvGrpSpPr>
          <p:cNvPr id="10" name="组合 9"/>
          <p:cNvGrpSpPr/>
          <p:nvPr userDrawn="1"/>
        </p:nvGrpSpPr>
        <p:grpSpPr>
          <a:xfrm>
            <a:off x="11397288" y="3004518"/>
            <a:ext cx="617544" cy="3567002"/>
            <a:chOff x="11320469" y="3004518"/>
            <a:chExt cx="617544" cy="3567002"/>
          </a:xfrm>
        </p:grpSpPr>
        <p:sp>
          <p:nvSpPr>
            <p:cNvPr id="11" name="文本框 10"/>
            <p:cNvSpPr txBox="1"/>
            <p:nvPr userDrawn="1"/>
          </p:nvSpPr>
          <p:spPr>
            <a:xfrm>
              <a:off x="11320469" y="4984994"/>
              <a:ext cx="495299" cy="1569660"/>
            </a:xfrm>
            <a:prstGeom prst="rect">
              <a:avLst/>
            </a:prstGeom>
            <a:noFill/>
          </p:spPr>
          <p:txBody>
            <a:bodyPr wrap="squar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prstClr val="white">
                      <a:alpha val="50000"/>
                    </a:prstClr>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北京理工大学</a:t>
              </a:r>
            </a:p>
          </p:txBody>
        </p:sp>
        <p:sp>
          <p:nvSpPr>
            <p:cNvPr id="12" name="文本框 11"/>
            <p:cNvSpPr txBox="1"/>
            <p:nvPr userDrawn="1"/>
          </p:nvSpPr>
          <p:spPr>
            <a:xfrm rot="5400000">
              <a:off x="10039096" y="4672603"/>
              <a:ext cx="3567002" cy="230832"/>
            </a:xfrm>
            <a:prstGeom prst="rect">
              <a:avLst/>
            </a:prstGeom>
            <a:noFill/>
          </p:spPr>
          <p:txBody>
            <a:bodyPr wrap="non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900" b="1" i="0" u="none" strike="noStrike" kern="1200" cap="none" spc="300" normalizeH="0" baseline="0" noProof="0" dirty="0">
                  <a:ln>
                    <a:noFill/>
                  </a:ln>
                  <a:solidFill>
                    <a:prstClr val="white">
                      <a:alpha val="50000"/>
                    </a:prstClr>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BEIJING INSTITUTE OF TECHNOLOGY</a:t>
              </a:r>
              <a:endParaRPr kumimoji="0" lang="zh-CN" altLang="en-US" sz="900" b="1" i="0" u="none" strike="noStrike" kern="1200" cap="none" spc="300" normalizeH="0" baseline="0" noProof="0" dirty="0">
                <a:ln>
                  <a:noFill/>
                </a:ln>
                <a:solidFill>
                  <a:prstClr val="white">
                    <a:alpha val="50000"/>
                  </a:prstClr>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p:txBody>
        </p:sp>
      </p:grpSp>
      <p:cxnSp>
        <p:nvCxnSpPr>
          <p:cNvPr id="13" name="直接连接符 12"/>
          <p:cNvCxnSpPr/>
          <p:nvPr userDrawn="1"/>
        </p:nvCxnSpPr>
        <p:spPr>
          <a:xfrm>
            <a:off x="11533093" y="1486357"/>
            <a:ext cx="419624" cy="1"/>
          </a:xfrm>
          <a:prstGeom prst="line">
            <a:avLst/>
          </a:prstGeom>
          <a:ln>
            <a:solidFill>
              <a:schemeClr val="bg1">
                <a:alpha val="50000"/>
              </a:schemeClr>
            </a:solidFill>
          </a:ln>
        </p:spPr>
        <p:style>
          <a:lnRef idx="1">
            <a:schemeClr val="accent1"/>
          </a:lnRef>
          <a:fillRef idx="0">
            <a:schemeClr val="accent1"/>
          </a:fillRef>
          <a:effectRef idx="0">
            <a:schemeClr val="accent1"/>
          </a:effectRef>
          <a:fontRef idx="minor">
            <a:schemeClr val="tx1"/>
          </a:fontRef>
        </p:style>
      </p:cxnSp>
      <p:sp>
        <p:nvSpPr>
          <p:cNvPr id="14" name="文本框 13"/>
          <p:cNvSpPr txBox="1"/>
          <p:nvPr userDrawn="1"/>
        </p:nvSpPr>
        <p:spPr>
          <a:xfrm>
            <a:off x="623878" y="528020"/>
            <a:ext cx="1944000" cy="923330"/>
          </a:xfrm>
          <a:prstGeom prst="rect">
            <a:avLst/>
          </a:prstGeom>
          <a:noFill/>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5400" b="1" i="0" u="none" strike="noStrike" kern="1200" cap="none" spc="60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目录</a:t>
            </a:r>
          </a:p>
        </p:txBody>
      </p:sp>
      <p:sp>
        <p:nvSpPr>
          <p:cNvPr id="15" name="文本框 14"/>
          <p:cNvSpPr txBox="1"/>
          <p:nvPr userDrawn="1"/>
        </p:nvSpPr>
        <p:spPr>
          <a:xfrm>
            <a:off x="3291434" y="793530"/>
            <a:ext cx="576623" cy="5677160"/>
          </a:xfrm>
          <a:prstGeom prst="rect">
            <a:avLst/>
          </a:prstGeom>
          <a:noFill/>
        </p:spPr>
        <p:txBody>
          <a:bodyPr wrap="square" rtlCol="0">
            <a:noAutofit/>
          </a:bodyPr>
          <a:lstStyle>
            <a:defPPr>
              <a:defRPr lang="zh-CN"/>
            </a:defPPr>
            <a:lvl1pPr marR="0" lvl="0" indent="0" algn="r" fontAlgn="auto">
              <a:lnSpc>
                <a:spcPct val="100000"/>
              </a:lnSpc>
              <a:spcBef>
                <a:spcPts val="0"/>
              </a:spcBef>
              <a:spcAft>
                <a:spcPts val="0"/>
              </a:spcAft>
              <a:buClrTx/>
              <a:buSzTx/>
              <a:buFontTx/>
              <a:buNone/>
              <a:defRPr kumimoji="0" sz="2800" b="1" i="0" u="none" strike="noStrike" cap="none" spc="0" normalizeH="0" baseline="0">
                <a:ln>
                  <a:noFill/>
                </a:ln>
                <a:solidFill>
                  <a:prstClr val="white"/>
                </a:solidFill>
                <a:effectLst/>
                <a:uLnTx/>
                <a:uFillTx/>
                <a:latin typeface="微软雅黑" panose="020B0503020204020204" pitchFamily="34" charset="-122"/>
                <a:ea typeface="微软雅黑" panose="020B0503020204020204" pitchFamily="34" charset="-122"/>
              </a:defRPr>
            </a:lvl1p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0" normalizeH="0" baseline="0" noProof="0" dirty="0">
                <a:ln>
                  <a:noFill/>
                </a:ln>
                <a:solidFill>
                  <a:srgbClr val="C00000"/>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延安根</a:t>
            </a:r>
            <a:endParaRPr kumimoji="0" lang="en-US" altLang="zh-CN" sz="3200" b="1" i="0" u="none" strike="noStrike" kern="1200" cap="none" spc="0" normalizeH="0" baseline="0" noProof="0" dirty="0">
              <a:ln>
                <a:noFill/>
              </a:ln>
              <a:solidFill>
                <a:srgbClr val="C00000"/>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a:p>
            <a:pPr marL="0" marR="0" lvl="0" indent="0" algn="r" defTabSz="914400" rtl="0" eaLnBrk="1" fontAlgn="auto" latinLnBrk="0" hangingPunct="1">
              <a:lnSpc>
                <a:spcPct val="100000"/>
              </a:lnSpc>
              <a:spcBef>
                <a:spcPts val="0"/>
              </a:spcBef>
              <a:spcAft>
                <a:spcPts val="0"/>
              </a:spcAft>
              <a:buClrTx/>
              <a:buSzTx/>
              <a:buFontTx/>
              <a:buNone/>
              <a:defRPr/>
            </a:pPr>
            <a:endParaRPr lang="en-US" altLang="zh-CN" sz="3200"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endParaRPr>
          </a:p>
          <a:p>
            <a:pPr marL="0" marR="0" lvl="0" indent="0" algn="r" defTabSz="914400" rtl="0" eaLnBrk="1" fontAlgn="auto" latinLnBrk="0" hangingPunct="1">
              <a:lnSpc>
                <a:spcPct val="100000"/>
              </a:lnSpc>
              <a:spcBef>
                <a:spcPts val="0"/>
              </a:spcBef>
              <a:spcAft>
                <a:spcPts val="0"/>
              </a:spcAft>
              <a:buClrTx/>
              <a:buSzTx/>
              <a:buFontTx/>
              <a:buNone/>
              <a:defRPr/>
            </a:pPr>
            <a:r>
              <a:rPr lang="zh-CN" altLang="en-US" sz="3200"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军工魂</a:t>
            </a:r>
            <a:endParaRPr lang="en-US" altLang="zh-CN" sz="3200"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endParaRPr>
          </a:p>
          <a:p>
            <a:pPr marL="0" marR="0" lvl="0" indent="0" algn="r" defTabSz="914400" rtl="0" eaLnBrk="1" fontAlgn="auto" latinLnBrk="0" hangingPunct="1">
              <a:lnSpc>
                <a:spcPct val="100000"/>
              </a:lnSpc>
              <a:spcBef>
                <a:spcPts val="0"/>
              </a:spcBef>
              <a:spcAft>
                <a:spcPts val="0"/>
              </a:spcAft>
              <a:buClrTx/>
              <a:buSzTx/>
              <a:buFontTx/>
              <a:buNone/>
              <a:defRPr/>
            </a:pPr>
            <a:endParaRPr kumimoji="0" lang="en-US" altLang="zh-CN" sz="3200" b="1" i="0" u="none" strike="noStrike" kern="1200" cap="none" spc="0" normalizeH="0" baseline="0" noProof="0" dirty="0">
              <a:ln>
                <a:noFill/>
              </a:ln>
              <a:solidFill>
                <a:srgbClr val="C00000"/>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0" normalizeH="0" baseline="0" noProof="0" dirty="0">
                <a:ln>
                  <a:noFill/>
                </a:ln>
                <a:solidFill>
                  <a:srgbClr val="C00000"/>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领军人</a:t>
            </a:r>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userDrawn="1">
  <p:cSld name="2_自定义版式">
    <p:spTree>
      <p:nvGrpSpPr>
        <p:cNvPr id="1" name=""/>
        <p:cNvGrpSpPr/>
        <p:nvPr/>
      </p:nvGrpSpPr>
      <p:grpSpPr>
        <a:xfrm>
          <a:off x="0" y="0"/>
          <a:ext cx="0" cy="0"/>
          <a:chOff x="0" y="0"/>
          <a:chExt cx="0" cy="0"/>
        </a:xfrm>
      </p:grpSpPr>
      <p:sp>
        <p:nvSpPr>
          <p:cNvPr id="1048647" name="Rectangle 7"/>
          <p:cNvSpPr txBox="1">
            <a:spLocks noChangeArrowheads="1"/>
          </p:cNvSpPr>
          <p:nvPr userDrawn="1"/>
        </p:nvSpPr>
        <p:spPr bwMode="auto">
          <a:xfrm>
            <a:off x="11164077" y="6525000"/>
            <a:ext cx="1008001" cy="184666"/>
          </a:xfrm>
          <a:prstGeom prst="rect">
            <a:avLst/>
          </a:prstGeom>
          <a:noFill/>
        </p:spPr>
        <p:txBody>
          <a:bodyPr vert="horz" wrap="square" lIns="0" tIns="0" rIns="0" bIns="0" numCol="1" anchor="t" anchorCtr="0" compatLnSpc="1">
            <a:spAutoFit/>
          </a:bodyPr>
          <a:lstStyle>
            <a:defPPr>
              <a:defRPr lang="zh-CN"/>
            </a:defPPr>
            <a:lvl1pPr algn="r" rtl="0" eaLnBrk="0" fontAlgn="base" hangingPunct="0">
              <a:spcBef>
                <a:spcPct val="0"/>
              </a:spcBef>
              <a:spcAft>
                <a:spcPct val="0"/>
              </a:spcAft>
              <a:defRPr b="1" kern="1200">
                <a:solidFill>
                  <a:srgbClr val="000000"/>
                </a:solidFill>
                <a:latin typeface="Arial" panose="020B0604020202020204" pitchFamily="34" charset="0"/>
                <a:ea typeface="黑体" panose="0201060906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ctr"/>
            <a:fld id="{B24A132B-BBED-4CCE-87A9-3ADBB4210DD3}" type="slidenum">
              <a:rPr lang="zh-CN" altLang="en-US" sz="1200" smtClean="0">
                <a:solidFill>
                  <a:schemeClr val="tx1">
                    <a:lumMod val="65000"/>
                    <a:lumOff val="35000"/>
                  </a:schemeClr>
                </a:solidFill>
                <a:latin typeface="微软雅黑" panose="020B0503020204020204" pitchFamily="34" charset="-122"/>
                <a:ea typeface="微软雅黑" panose="020B0503020204020204" pitchFamily="34" charset="-122"/>
                <a:cs typeface="阿里巴巴普惠体 H" panose="00020600040101010101" pitchFamily="18" charset="-122"/>
              </a:rPr>
              <a:t>‹#›</a:t>
            </a:fld>
            <a:endParaRPr lang="en-US" altLang="zh-CN" sz="1200" dirty="0">
              <a:solidFill>
                <a:schemeClr val="tx1">
                  <a:lumMod val="65000"/>
                  <a:lumOff val="35000"/>
                </a:schemeClr>
              </a:solidFill>
              <a:latin typeface="微软雅黑" panose="020B0503020204020204" pitchFamily="34" charset="-122"/>
              <a:ea typeface="微软雅黑" panose="020B0503020204020204" pitchFamily="34" charset="-122"/>
              <a:cs typeface="阿里巴巴普惠体 H" panose="00020600040101010101" pitchFamily="18" charset="-122"/>
            </a:endParaRPr>
          </a:p>
        </p:txBody>
      </p:sp>
      <p:sp>
        <p:nvSpPr>
          <p:cNvPr id="1048648" name="矩形 21"/>
          <p:cNvSpPr/>
          <p:nvPr userDrawn="1"/>
        </p:nvSpPr>
        <p:spPr bwMode="auto">
          <a:xfrm>
            <a:off x="0" y="6786000"/>
            <a:ext cx="12193200" cy="72000"/>
          </a:xfrm>
          <a:prstGeom prst="rect">
            <a:avLst/>
          </a:prstGeom>
          <a:solidFill>
            <a:srgbClr val="0070C0"/>
          </a:solidFill>
          <a:ln w="3175" cap="flat" cmpd="sng" algn="ctr">
            <a:noFill/>
            <a:prstDash val="solid"/>
            <a:round/>
            <a:headEnd type="none" w="med" len="med"/>
            <a:tailEnd type="none" w="med" len="med"/>
          </a:ln>
        </p:spPr>
        <p:txBody>
          <a:bodyPr vert="horz" wrap="square" lIns="90000" tIns="46800" rIns="90000" bIns="46800" numCol="1" rtlCol="0" anchor="t" anchorCtr="1" compatLnSpc="1">
            <a:spAutoFit/>
          </a:bodyPr>
          <a:lstStyle/>
          <a:p>
            <a:pPr marL="0" marR="0" indent="0" algn="ctr" defTabSz="914400" rtl="0" eaLnBrk="1" fontAlgn="base" latinLnBrk="0" hangingPunct="1">
              <a:lnSpc>
                <a:spcPct val="100000"/>
              </a:lnSpc>
              <a:spcBef>
                <a:spcPct val="0"/>
              </a:spcBef>
              <a:spcAft>
                <a:spcPct val="0"/>
              </a:spcAft>
              <a:buClrTx/>
              <a:buSzTx/>
              <a:buFontTx/>
              <a:buNone/>
            </a:pPr>
            <a:endParaRPr kumimoji="0" lang="zh-CN" altLang="en-US" sz="2800" b="0" i="0" u="none" strike="noStrike" cap="none" normalizeH="0" baseline="0">
              <a:ln>
                <a:noFill/>
              </a:ln>
              <a:solidFill>
                <a:schemeClr val="tx1"/>
              </a:solidFill>
              <a:effectLst/>
              <a:latin typeface="Arial" panose="020B0604020202020204" pitchFamily="34" charset="0"/>
              <a:ea typeface="黑体" panose="02010609060101010101" pitchFamily="2" charset="-122"/>
            </a:endParaRPr>
          </a:p>
        </p:txBody>
      </p:sp>
      <p:sp>
        <p:nvSpPr>
          <p:cNvPr id="1048649" name="等腰三角形 23"/>
          <p:cNvSpPr/>
          <p:nvPr userDrawn="1"/>
        </p:nvSpPr>
        <p:spPr bwMode="auto">
          <a:xfrm rot="5400000">
            <a:off x="-132073" y="379617"/>
            <a:ext cx="476360" cy="212212"/>
          </a:xfrm>
          <a:prstGeom prst="triangle">
            <a:avLst/>
          </a:prstGeom>
          <a:solidFill>
            <a:srgbClr val="0070C0">
              <a:alpha val="69804"/>
            </a:srgbClr>
          </a:solidFill>
          <a:ln w="3175" cap="flat" cmpd="sng" algn="ctr">
            <a:noFill/>
            <a:prstDash val="solid"/>
            <a:round/>
            <a:headEnd type="none" w="med" len="med"/>
            <a:tailEnd type="none" w="med" len="med"/>
          </a:ln>
        </p:spPr>
        <p:txBody>
          <a:bodyPr vert="horz" wrap="square" lIns="90000" tIns="46800" rIns="90000" bIns="46800" numCol="1" rtlCol="0" anchor="t" anchorCtr="1" compatLnSpc="1">
            <a:spAutoFit/>
          </a:bodyPr>
          <a:lstStyle/>
          <a:p>
            <a:pPr marL="0" marR="0" indent="0" algn="ctr" defTabSz="914400" rtl="0" eaLnBrk="1" fontAlgn="base" latinLnBrk="0" hangingPunct="1">
              <a:lnSpc>
                <a:spcPct val="100000"/>
              </a:lnSpc>
              <a:spcBef>
                <a:spcPct val="0"/>
              </a:spcBef>
              <a:spcAft>
                <a:spcPct val="0"/>
              </a:spcAft>
              <a:buClrTx/>
              <a:buSzTx/>
              <a:buFontTx/>
              <a:buNone/>
            </a:pPr>
            <a:endParaRPr kumimoji="0" lang="zh-CN" altLang="en-US" sz="2800" b="0" i="0" u="none" strike="noStrike" cap="none" normalizeH="0" baseline="0">
              <a:ln>
                <a:noFill/>
              </a:ln>
              <a:solidFill>
                <a:schemeClr val="tx1"/>
              </a:solidFill>
              <a:effectLst/>
              <a:latin typeface="Arial" panose="020B0604020202020204" pitchFamily="34" charset="0"/>
              <a:ea typeface="黑体" panose="02010609060101010101" pitchFamily="2" charset="-122"/>
            </a:endParaRPr>
          </a:p>
        </p:txBody>
      </p:sp>
      <p:sp>
        <p:nvSpPr>
          <p:cNvPr id="1048650" name="矩形 26"/>
          <p:cNvSpPr/>
          <p:nvPr userDrawn="1"/>
        </p:nvSpPr>
        <p:spPr>
          <a:xfrm>
            <a:off x="3694903" y="813405"/>
            <a:ext cx="8241355" cy="34350"/>
          </a:xfrm>
          <a:prstGeom prst="rect">
            <a:avLst/>
          </a:prstGeom>
          <a:solidFill>
            <a:schemeClr val="bg1">
              <a:lumMod val="85000"/>
            </a:schemeClr>
          </a:solidFill>
          <a:ln w="3175" cap="flat" cmpd="sng" algn="ctr">
            <a:noFill/>
            <a:prstDash val="solid"/>
            <a:round/>
            <a:headEnd type="none" w="med" len="med"/>
            <a:tailEnd type="none" w="med" len="med"/>
          </a:ln>
        </p:spPr>
        <p:txBody>
          <a:bodyPr vert="horz" wrap="square" lIns="90000" tIns="46800" rIns="90000" bIns="46800" numCol="1" anchor="t" anchorCtr="1" compatLnSpc="1">
            <a:spAutoFit/>
          </a:bodyPr>
          <a:lstStyle/>
          <a:p>
            <a:pPr marL="0" marR="0" indent="0" algn="ctr" defTabSz="914400" rtl="0" eaLnBrk="1" fontAlgn="base" latinLnBrk="0" hangingPunct="1">
              <a:lnSpc>
                <a:spcPct val="100000"/>
              </a:lnSpc>
              <a:spcBef>
                <a:spcPct val="0"/>
              </a:spcBef>
              <a:spcAft>
                <a:spcPct val="0"/>
              </a:spcAft>
              <a:buClrTx/>
              <a:buSzTx/>
              <a:buFontTx/>
              <a:buNone/>
            </a:pPr>
            <a:endParaRPr kumimoji="0" lang="zh-CN" altLang="en-US" sz="2800" b="0" i="0" u="none" strike="noStrike" cap="none" normalizeH="0" baseline="0">
              <a:ln>
                <a:noFill/>
              </a:ln>
              <a:solidFill>
                <a:schemeClr val="tx1"/>
              </a:solidFill>
              <a:effectLst/>
              <a:latin typeface="Arial" panose="020B0604020202020204" pitchFamily="34" charset="0"/>
              <a:ea typeface="黑体" panose="02010609060101010101" pitchFamily="2" charset="-122"/>
            </a:endParaRPr>
          </a:p>
        </p:txBody>
      </p:sp>
      <p:sp>
        <p:nvSpPr>
          <p:cNvPr id="1048651" name="矩形 25"/>
          <p:cNvSpPr/>
          <p:nvPr userDrawn="1"/>
        </p:nvSpPr>
        <p:spPr>
          <a:xfrm>
            <a:off x="359409" y="813405"/>
            <a:ext cx="9618029" cy="34350"/>
          </a:xfrm>
          <a:prstGeom prst="rect">
            <a:avLst/>
          </a:prstGeom>
          <a:solidFill>
            <a:srgbClr val="0070C0"/>
          </a:solidFill>
          <a:ln w="3175" cap="flat" cmpd="sng" algn="ctr">
            <a:noFill/>
            <a:prstDash val="solid"/>
            <a:round/>
            <a:headEnd type="none" w="med" len="med"/>
            <a:tailEnd type="none" w="med" len="med"/>
          </a:ln>
        </p:spPr>
        <p:txBody>
          <a:bodyPr vert="horz" wrap="square" lIns="90000" tIns="46800" rIns="90000" bIns="46800" numCol="1" anchor="t" anchorCtr="1" compatLnSpc="1">
            <a:spAutoFit/>
          </a:bodyPr>
          <a:lstStyle/>
          <a:p>
            <a:pPr marL="0" marR="0" indent="0" algn="ctr" defTabSz="914400" rtl="0" eaLnBrk="1" fontAlgn="base" latinLnBrk="0" hangingPunct="1">
              <a:lnSpc>
                <a:spcPct val="100000"/>
              </a:lnSpc>
              <a:spcBef>
                <a:spcPct val="0"/>
              </a:spcBef>
              <a:spcAft>
                <a:spcPct val="0"/>
              </a:spcAft>
              <a:buClrTx/>
              <a:buSzTx/>
              <a:buFontTx/>
              <a:buNone/>
            </a:pPr>
            <a:endParaRPr kumimoji="0" lang="zh-CN" altLang="en-US" sz="2800" b="0" i="0" u="none" strike="noStrike" cap="none" normalizeH="0" baseline="0">
              <a:ln>
                <a:noFill/>
              </a:ln>
              <a:solidFill>
                <a:schemeClr val="tx1"/>
              </a:solidFill>
              <a:effectLst/>
              <a:latin typeface="Arial" panose="020B0604020202020204" pitchFamily="34" charset="0"/>
              <a:ea typeface="黑体" panose="02010609060101010101" pitchFamily="2" charset="-122"/>
            </a:endParaRPr>
          </a:p>
        </p:txBody>
      </p:sp>
      <p:pic>
        <p:nvPicPr>
          <p:cNvPr id="2" name="图片 6"/>
          <p:cNvPicPr>
            <a:picLocks noChangeAspect="1"/>
          </p:cNvPicPr>
          <p:nvPr userDrawn="1"/>
        </p:nvPicPr>
        <p:blipFill>
          <a:blip r:embed="rId2" cstate="print">
            <a:extLst>
              <a:ext uri="{28A0092B-C50C-407E-A947-70E740481C1C}">
                <a14:useLocalDpi xmlns:a14="http://schemas.microsoft.com/office/drawing/2010/main" val="0"/>
              </a:ext>
            </a:extLst>
          </a:blip>
          <a:srcRect r="74001"/>
          <a:stretch>
            <a:fillRect/>
          </a:stretch>
        </p:blipFill>
        <p:spPr bwMode="auto">
          <a:xfrm>
            <a:off x="11266805" y="74930"/>
            <a:ext cx="669290" cy="6870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p14:dur="0" advClick="0" advTm="2000"/>
    </mc:Choice>
    <mc:Fallback xmlns="">
      <p:transition advClick="0" advTm="2000"/>
    </mc:Fallback>
  </mc:AlternateConten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空白1">
    <p:spTree>
      <p:nvGrpSpPr>
        <p:cNvPr id="1" name=""/>
        <p:cNvGrpSpPr/>
        <p:nvPr/>
      </p:nvGrpSpPr>
      <p:grpSpPr>
        <a:xfrm>
          <a:off x="0" y="0"/>
          <a:ext cx="0" cy="0"/>
          <a:chOff x="0" y="0"/>
          <a:chExt cx="0" cy="0"/>
        </a:xfrm>
      </p:grpSpPr>
      <p:sp>
        <p:nvSpPr>
          <p:cNvPr id="3" name="任意多边形: 形状 56"/>
          <p:cNvSpPr/>
          <p:nvPr userDrawn="1"/>
        </p:nvSpPr>
        <p:spPr>
          <a:xfrm>
            <a:off x="-9525" y="122238"/>
            <a:ext cx="560388" cy="700087"/>
          </a:xfrm>
          <a:custGeom>
            <a:avLst/>
            <a:gdLst>
              <a:gd name="connsiteX0" fmla="*/ 0 w 436410"/>
              <a:gd name="connsiteY0" fmla="*/ 0 h 895350"/>
              <a:gd name="connsiteX1" fmla="*/ 436410 w 436410"/>
              <a:gd name="connsiteY1" fmla="*/ 0 h 895350"/>
              <a:gd name="connsiteX2" fmla="*/ 250915 w 436410"/>
              <a:gd name="connsiteY2" fmla="*/ 895350 h 895350"/>
              <a:gd name="connsiteX3" fmla="*/ 0 w 436410"/>
              <a:gd name="connsiteY3" fmla="*/ 895350 h 895350"/>
            </a:gdLst>
            <a:ahLst/>
            <a:cxnLst>
              <a:cxn ang="0">
                <a:pos x="connsiteX0" y="connsiteY0"/>
              </a:cxn>
              <a:cxn ang="0">
                <a:pos x="connsiteX1" y="connsiteY1"/>
              </a:cxn>
              <a:cxn ang="0">
                <a:pos x="connsiteX2" y="connsiteY2"/>
              </a:cxn>
              <a:cxn ang="0">
                <a:pos x="connsiteX3" y="connsiteY3"/>
              </a:cxn>
            </a:cxnLst>
            <a:rect l="l" t="t" r="r" b="b"/>
            <a:pathLst>
              <a:path w="436410" h="895350">
                <a:moveTo>
                  <a:pt x="0" y="0"/>
                </a:moveTo>
                <a:lnTo>
                  <a:pt x="436410" y="0"/>
                </a:lnTo>
                <a:lnTo>
                  <a:pt x="250915" y="895350"/>
                </a:lnTo>
                <a:lnTo>
                  <a:pt x="0" y="895350"/>
                </a:lnTo>
                <a:close/>
              </a:path>
            </a:pathLst>
          </a:custGeom>
          <a:solidFill>
            <a:srgbClr val="BA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cxnSp>
        <p:nvCxnSpPr>
          <p:cNvPr id="4" name="直接连接符 86"/>
          <p:cNvCxnSpPr/>
          <p:nvPr userDrawn="1"/>
        </p:nvCxnSpPr>
        <p:spPr>
          <a:xfrm>
            <a:off x="442913" y="822325"/>
            <a:ext cx="11306175"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 name="矩形 4"/>
          <p:cNvSpPr/>
          <p:nvPr userDrawn="1"/>
        </p:nvSpPr>
        <p:spPr>
          <a:xfrm>
            <a:off x="12145963" y="336550"/>
            <a:ext cx="46037" cy="265113"/>
          </a:xfrm>
          <a:prstGeom prst="rect">
            <a:avLst/>
          </a:prstGeom>
          <a:solidFill>
            <a:srgbClr val="96050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Century Gothic" panose="020B0502020202020204" pitchFamily="34" charset="0"/>
                <a:ea typeface="微软雅黑" panose="020B0503020204020204" pitchFamily="34" charset="-122"/>
                <a:cs typeface="微软雅黑" panose="020B0503020204020204" pitchFamily="34" charset="-122"/>
              </a:defRPr>
            </a:lvl1pPr>
            <a:lvl2pPr marL="742950" indent="-285750">
              <a:defRPr>
                <a:solidFill>
                  <a:schemeClr val="tx1"/>
                </a:solidFill>
                <a:latin typeface="Century Gothic" panose="020B0502020202020204" pitchFamily="34" charset="0"/>
                <a:ea typeface="微软雅黑" panose="020B0503020204020204" pitchFamily="34" charset="-122"/>
                <a:cs typeface="微软雅黑" panose="020B0503020204020204" pitchFamily="34" charset="-122"/>
              </a:defRPr>
            </a:lvl2pPr>
            <a:lvl3pPr marL="1143000" indent="-228600">
              <a:defRPr>
                <a:solidFill>
                  <a:schemeClr val="tx1"/>
                </a:solidFill>
                <a:latin typeface="Century Gothic" panose="020B0502020202020204" pitchFamily="34" charset="0"/>
                <a:ea typeface="微软雅黑" panose="020B0503020204020204" pitchFamily="34" charset="-122"/>
                <a:cs typeface="微软雅黑" panose="020B0503020204020204" pitchFamily="34" charset="-122"/>
              </a:defRPr>
            </a:lvl3pPr>
            <a:lvl4pPr marL="1600200" indent="-228600">
              <a:defRPr>
                <a:solidFill>
                  <a:schemeClr val="tx1"/>
                </a:solidFill>
                <a:latin typeface="Century Gothic" panose="020B0502020202020204" pitchFamily="34" charset="0"/>
                <a:ea typeface="微软雅黑" panose="020B0503020204020204" pitchFamily="34" charset="-122"/>
                <a:cs typeface="微软雅黑" panose="020B0503020204020204" pitchFamily="34" charset="-122"/>
              </a:defRPr>
            </a:lvl4pPr>
            <a:lvl5pPr marL="2057400" indent="-228600">
              <a:defRPr>
                <a:solidFill>
                  <a:schemeClr val="tx1"/>
                </a:solidFill>
                <a:latin typeface="Century Gothic" panose="020B0502020202020204" pitchFamily="34" charset="0"/>
                <a:ea typeface="微软雅黑" panose="020B0503020204020204" pitchFamily="34" charset="-122"/>
                <a:cs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Century Gothic" panose="020B0502020202020204" pitchFamily="34" charset="0"/>
                <a:ea typeface="微软雅黑" panose="020B0503020204020204" pitchFamily="34" charset="-122"/>
                <a:cs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Century Gothic" panose="020B0502020202020204" pitchFamily="34" charset="0"/>
                <a:ea typeface="微软雅黑" panose="020B0503020204020204" pitchFamily="34" charset="-122"/>
                <a:cs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Century Gothic" panose="020B0502020202020204" pitchFamily="34" charset="0"/>
                <a:ea typeface="微软雅黑" panose="020B0503020204020204" pitchFamily="34" charset="-122"/>
                <a:cs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Century Gothic" panose="020B0502020202020204" pitchFamily="34" charset="0"/>
                <a:ea typeface="微软雅黑" panose="020B0503020204020204" pitchFamily="34" charset="-122"/>
                <a:cs typeface="微软雅黑" panose="020B0503020204020204" pitchFamily="34" charset="-122"/>
              </a:defRPr>
            </a:lvl9pPr>
          </a:lstStyle>
          <a:p>
            <a:pPr algn="ctr">
              <a:defRPr/>
            </a:pPr>
            <a:endParaRPr lang="zh-CN" altLang="en-US">
              <a:solidFill>
                <a:srgbClr val="FFFFFF"/>
              </a:solidFill>
              <a:latin typeface="微软雅黑" panose="020B0503020204020204" pitchFamily="34" charset="-122"/>
              <a:ea typeface="宋体" panose="02010600030101010101" pitchFamily="2" charset="-122"/>
            </a:endParaRPr>
          </a:p>
        </p:txBody>
      </p:sp>
      <p:sp>
        <p:nvSpPr>
          <p:cNvPr id="6" name="任意多边形: 形状 57"/>
          <p:cNvSpPr/>
          <p:nvPr userDrawn="1"/>
        </p:nvSpPr>
        <p:spPr>
          <a:xfrm>
            <a:off x="417513" y="379413"/>
            <a:ext cx="96837" cy="222250"/>
          </a:xfrm>
          <a:custGeom>
            <a:avLst/>
            <a:gdLst>
              <a:gd name="connsiteX0" fmla="*/ 144879 w 185359"/>
              <a:gd name="connsiteY0" fmla="*/ 0 h 699303"/>
              <a:gd name="connsiteX1" fmla="*/ 185359 w 185359"/>
              <a:gd name="connsiteY1" fmla="*/ 0 h 699303"/>
              <a:gd name="connsiteX2" fmla="*/ 40480 w 185359"/>
              <a:gd name="connsiteY2" fmla="*/ 699303 h 699303"/>
              <a:gd name="connsiteX3" fmla="*/ 0 w 185359"/>
              <a:gd name="connsiteY3" fmla="*/ 699303 h 699303"/>
            </a:gdLst>
            <a:ahLst/>
            <a:cxnLst>
              <a:cxn ang="0">
                <a:pos x="connsiteX0" y="connsiteY0"/>
              </a:cxn>
              <a:cxn ang="0">
                <a:pos x="connsiteX1" y="connsiteY1"/>
              </a:cxn>
              <a:cxn ang="0">
                <a:pos x="connsiteX2" y="connsiteY2"/>
              </a:cxn>
              <a:cxn ang="0">
                <a:pos x="connsiteX3" y="connsiteY3"/>
              </a:cxn>
            </a:cxnLst>
            <a:rect l="l" t="t" r="r" b="b"/>
            <a:pathLst>
              <a:path w="185359" h="699303">
                <a:moveTo>
                  <a:pt x="144879" y="0"/>
                </a:moveTo>
                <a:lnTo>
                  <a:pt x="185359" y="0"/>
                </a:lnTo>
                <a:lnTo>
                  <a:pt x="40480" y="699303"/>
                </a:lnTo>
                <a:lnTo>
                  <a:pt x="0" y="699303"/>
                </a:lnTo>
                <a:close/>
              </a:path>
            </a:pathLst>
          </a:custGeom>
          <a:solidFill>
            <a:schemeClr val="accent4"/>
          </a:solidFill>
          <a:ln w="38100">
            <a:solidFill>
              <a:srgbClr val="78060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7" name="Rectangle 7"/>
          <p:cNvSpPr>
            <a:spLocks noGrp="1" noChangeArrowheads="1"/>
          </p:cNvSpPr>
          <p:nvPr>
            <p:ph type="sldNum" sz="quarter" idx="10"/>
          </p:nvPr>
        </p:nvSpPr>
        <p:spPr>
          <a:xfrm>
            <a:off x="11664953" y="6456364"/>
            <a:ext cx="527049" cy="401637"/>
          </a:xfrm>
        </p:spPr>
        <p:txBody>
          <a:bodyPr/>
          <a:lstStyle>
            <a:lvl1pPr>
              <a:defRPr/>
            </a:lvl1pPr>
          </a:lstStyle>
          <a:p>
            <a:pPr>
              <a:defRPr/>
            </a:pPr>
            <a:fld id="{8562223F-EAE4-4709-90BF-19CB3D12D353}" type="slidenum">
              <a:rPr lang="zh-CN" altLang="en-US">
                <a:solidFill>
                  <a:srgbClr val="000000"/>
                </a:solidFill>
              </a:rPr>
              <a:t>‹#›</a:t>
            </a:fld>
            <a:endParaRPr lang="en-US" altLang="zh-CN" dirty="0">
              <a:solidFill>
                <a:srgbClr val="000000"/>
              </a:solidFill>
            </a:endParaRPr>
          </a:p>
        </p:txBody>
      </p:sp>
    </p:spTree>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slideLayout" Target="../slideLayouts/slideLayout37.xml"/><Relationship Id="rId18" Type="http://schemas.openxmlformats.org/officeDocument/2006/relationships/slideLayout" Target="../slideLayouts/slideLayout42.xml"/><Relationship Id="rId3" Type="http://schemas.openxmlformats.org/officeDocument/2006/relationships/slideLayout" Target="../slideLayouts/slideLayout27.xml"/><Relationship Id="rId21" Type="http://schemas.openxmlformats.org/officeDocument/2006/relationships/theme" Target="../theme/theme3.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17" Type="http://schemas.openxmlformats.org/officeDocument/2006/relationships/slideLayout" Target="../slideLayouts/slideLayout41.xml"/><Relationship Id="rId2" Type="http://schemas.openxmlformats.org/officeDocument/2006/relationships/slideLayout" Target="../slideLayouts/slideLayout26.xml"/><Relationship Id="rId16" Type="http://schemas.openxmlformats.org/officeDocument/2006/relationships/slideLayout" Target="../slideLayouts/slideLayout40.xml"/><Relationship Id="rId20" Type="http://schemas.openxmlformats.org/officeDocument/2006/relationships/slideLayout" Target="../slideLayouts/slideLayout44.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5" Type="http://schemas.openxmlformats.org/officeDocument/2006/relationships/slideLayout" Target="../slideLayouts/slideLayout39.xml"/><Relationship Id="rId10" Type="http://schemas.openxmlformats.org/officeDocument/2006/relationships/slideLayout" Target="../slideLayouts/slideLayout34.xml"/><Relationship Id="rId19" Type="http://schemas.openxmlformats.org/officeDocument/2006/relationships/slideLayout" Target="../slideLayouts/slideLayout43.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slideLayout" Target="../slideLayouts/slideLayout38.xml"/><Relationship Id="rId22" Type="http://schemas.openxmlformats.org/officeDocument/2006/relationships/image" Target="../media/image1.png"/></Relationships>
</file>

<file path=ppt/slideMasters/_rels/slideMaster4.xml.rels><?xml version="1.0" encoding="UTF-8" standalone="yes"?>
<Relationships xmlns="http://schemas.openxmlformats.org/package/2006/relationships"><Relationship Id="rId8" Type="http://schemas.openxmlformats.org/officeDocument/2006/relationships/tags" Target="../tags/tag4.xml"/><Relationship Id="rId3" Type="http://schemas.openxmlformats.org/officeDocument/2006/relationships/slideLayout" Target="../slideLayouts/slideLayout47.xml"/><Relationship Id="rId7" Type="http://schemas.openxmlformats.org/officeDocument/2006/relationships/tags" Target="../tags/tag3.xml"/><Relationship Id="rId2" Type="http://schemas.openxmlformats.org/officeDocument/2006/relationships/slideLayout" Target="../slideLayouts/slideLayout46.xml"/><Relationship Id="rId1" Type="http://schemas.openxmlformats.org/officeDocument/2006/relationships/slideLayout" Target="../slideLayouts/slideLayout45.xml"/><Relationship Id="rId6" Type="http://schemas.openxmlformats.org/officeDocument/2006/relationships/tags" Target="../tags/tag2.xml"/><Relationship Id="rId11" Type="http://schemas.openxmlformats.org/officeDocument/2006/relationships/tags" Target="../tags/tag7.xml"/><Relationship Id="rId5" Type="http://schemas.openxmlformats.org/officeDocument/2006/relationships/theme" Target="../theme/theme4.xml"/><Relationship Id="rId10" Type="http://schemas.openxmlformats.org/officeDocument/2006/relationships/tags" Target="../tags/tag6.xml"/><Relationship Id="rId4" Type="http://schemas.openxmlformats.org/officeDocument/2006/relationships/slideLayout" Target="../slideLayouts/slideLayout48.xml"/><Relationship Id="rId9" Type="http://schemas.openxmlformats.org/officeDocument/2006/relationships/tags" Target="../tags/tag5.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6.xml"/><Relationship Id="rId3" Type="http://schemas.openxmlformats.org/officeDocument/2006/relationships/slideLayout" Target="../slideLayouts/slideLayout51.xml"/><Relationship Id="rId7" Type="http://schemas.openxmlformats.org/officeDocument/2006/relationships/slideLayout" Target="../slideLayouts/slideLayout55.xml"/><Relationship Id="rId12" Type="http://schemas.openxmlformats.org/officeDocument/2006/relationships/theme" Target="../theme/theme5.xml"/><Relationship Id="rId2" Type="http://schemas.openxmlformats.org/officeDocument/2006/relationships/slideLayout" Target="../slideLayouts/slideLayout50.xml"/><Relationship Id="rId1" Type="http://schemas.openxmlformats.org/officeDocument/2006/relationships/slideLayout" Target="../slideLayouts/slideLayout49.xml"/><Relationship Id="rId6" Type="http://schemas.openxmlformats.org/officeDocument/2006/relationships/slideLayout" Target="../slideLayouts/slideLayout54.xml"/><Relationship Id="rId11" Type="http://schemas.openxmlformats.org/officeDocument/2006/relationships/slideLayout" Target="../slideLayouts/slideLayout59.xml"/><Relationship Id="rId5" Type="http://schemas.openxmlformats.org/officeDocument/2006/relationships/slideLayout" Target="../slideLayouts/slideLayout53.xml"/><Relationship Id="rId10" Type="http://schemas.openxmlformats.org/officeDocument/2006/relationships/slideLayout" Target="../slideLayouts/slideLayout58.xml"/><Relationship Id="rId4" Type="http://schemas.openxmlformats.org/officeDocument/2006/relationships/slideLayout" Target="../slideLayouts/slideLayout52.xml"/><Relationship Id="rId9" Type="http://schemas.openxmlformats.org/officeDocument/2006/relationships/slideLayout" Target="../slideLayouts/slideLayout57.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7.xml"/><Relationship Id="rId13" Type="http://schemas.openxmlformats.org/officeDocument/2006/relationships/tags" Target="../tags/tag11.xml"/><Relationship Id="rId18" Type="http://schemas.openxmlformats.org/officeDocument/2006/relationships/tags" Target="../tags/tag16.xml"/><Relationship Id="rId3" Type="http://schemas.openxmlformats.org/officeDocument/2006/relationships/slideLayout" Target="../slideLayouts/slideLayout62.xml"/><Relationship Id="rId7" Type="http://schemas.openxmlformats.org/officeDocument/2006/relationships/slideLayout" Target="../slideLayouts/slideLayout66.xml"/><Relationship Id="rId12" Type="http://schemas.openxmlformats.org/officeDocument/2006/relationships/theme" Target="../theme/theme6.xml"/><Relationship Id="rId17" Type="http://schemas.openxmlformats.org/officeDocument/2006/relationships/tags" Target="../tags/tag15.xml"/><Relationship Id="rId2" Type="http://schemas.openxmlformats.org/officeDocument/2006/relationships/slideLayout" Target="../slideLayouts/slideLayout61.xml"/><Relationship Id="rId16" Type="http://schemas.openxmlformats.org/officeDocument/2006/relationships/tags" Target="../tags/tag14.xml"/><Relationship Id="rId1" Type="http://schemas.openxmlformats.org/officeDocument/2006/relationships/slideLayout" Target="../slideLayouts/slideLayout60.xml"/><Relationship Id="rId6" Type="http://schemas.openxmlformats.org/officeDocument/2006/relationships/slideLayout" Target="../slideLayouts/slideLayout65.xml"/><Relationship Id="rId11" Type="http://schemas.openxmlformats.org/officeDocument/2006/relationships/slideLayout" Target="../slideLayouts/slideLayout70.xml"/><Relationship Id="rId5" Type="http://schemas.openxmlformats.org/officeDocument/2006/relationships/slideLayout" Target="../slideLayouts/slideLayout64.xml"/><Relationship Id="rId15" Type="http://schemas.openxmlformats.org/officeDocument/2006/relationships/tags" Target="../tags/tag13.xml"/><Relationship Id="rId10" Type="http://schemas.openxmlformats.org/officeDocument/2006/relationships/slideLayout" Target="../slideLayouts/slideLayout69.xml"/><Relationship Id="rId4" Type="http://schemas.openxmlformats.org/officeDocument/2006/relationships/slideLayout" Target="../slideLayouts/slideLayout63.xml"/><Relationship Id="rId9" Type="http://schemas.openxmlformats.org/officeDocument/2006/relationships/slideLayout" Target="../slideLayouts/slideLayout68.xml"/><Relationship Id="rId14" Type="http://schemas.openxmlformats.org/officeDocument/2006/relationships/tags" Target="../tags/tag12.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78.xml"/><Relationship Id="rId13" Type="http://schemas.openxmlformats.org/officeDocument/2006/relationships/slideLayout" Target="../slideLayouts/slideLayout83.xml"/><Relationship Id="rId3" Type="http://schemas.openxmlformats.org/officeDocument/2006/relationships/slideLayout" Target="../slideLayouts/slideLayout73.xml"/><Relationship Id="rId7" Type="http://schemas.openxmlformats.org/officeDocument/2006/relationships/slideLayout" Target="../slideLayouts/slideLayout77.xml"/><Relationship Id="rId12" Type="http://schemas.openxmlformats.org/officeDocument/2006/relationships/slideLayout" Target="../slideLayouts/slideLayout82.xml"/><Relationship Id="rId17" Type="http://schemas.openxmlformats.org/officeDocument/2006/relationships/theme" Target="../theme/theme7.xml"/><Relationship Id="rId2" Type="http://schemas.openxmlformats.org/officeDocument/2006/relationships/slideLayout" Target="../slideLayouts/slideLayout72.xml"/><Relationship Id="rId16" Type="http://schemas.openxmlformats.org/officeDocument/2006/relationships/slideLayout" Target="../slideLayouts/slideLayout86.xml"/><Relationship Id="rId1" Type="http://schemas.openxmlformats.org/officeDocument/2006/relationships/slideLayout" Target="../slideLayouts/slideLayout71.xml"/><Relationship Id="rId6" Type="http://schemas.openxmlformats.org/officeDocument/2006/relationships/slideLayout" Target="../slideLayouts/slideLayout76.xml"/><Relationship Id="rId11" Type="http://schemas.openxmlformats.org/officeDocument/2006/relationships/slideLayout" Target="../slideLayouts/slideLayout81.xml"/><Relationship Id="rId5" Type="http://schemas.openxmlformats.org/officeDocument/2006/relationships/slideLayout" Target="../slideLayouts/slideLayout75.xml"/><Relationship Id="rId15" Type="http://schemas.openxmlformats.org/officeDocument/2006/relationships/slideLayout" Target="../slideLayouts/slideLayout85.xml"/><Relationship Id="rId10" Type="http://schemas.openxmlformats.org/officeDocument/2006/relationships/slideLayout" Target="../slideLayouts/slideLayout80.xml"/><Relationship Id="rId4" Type="http://schemas.openxmlformats.org/officeDocument/2006/relationships/slideLayout" Target="../slideLayouts/slideLayout74.xml"/><Relationship Id="rId9" Type="http://schemas.openxmlformats.org/officeDocument/2006/relationships/slideLayout" Target="../slideLayouts/slideLayout79.xml"/><Relationship Id="rId14" Type="http://schemas.openxmlformats.org/officeDocument/2006/relationships/slideLayout" Target="../slideLayouts/slideLayout84.xml"/></Relationships>
</file>

<file path=ppt/slideMasters/_rels/slideMaster8.xml.rels><?xml version="1.0" encoding="UTF-8" standalone="yes"?>
<Relationships xmlns="http://schemas.openxmlformats.org/package/2006/relationships"><Relationship Id="rId3" Type="http://schemas.openxmlformats.org/officeDocument/2006/relationships/slideLayout" Target="../slideLayouts/slideLayout89.xml"/><Relationship Id="rId2" Type="http://schemas.openxmlformats.org/officeDocument/2006/relationships/slideLayout" Target="../slideLayouts/slideLayout88.xml"/><Relationship Id="rId1" Type="http://schemas.openxmlformats.org/officeDocument/2006/relationships/slideLayout" Target="../slideLayouts/slideLayout87.xml"/><Relationship Id="rId6" Type="http://schemas.openxmlformats.org/officeDocument/2006/relationships/theme" Target="../theme/theme8.xml"/><Relationship Id="rId5" Type="http://schemas.openxmlformats.org/officeDocument/2006/relationships/slideLayout" Target="../slideLayouts/slideLayout91.xml"/><Relationship Id="rId4" Type="http://schemas.openxmlformats.org/officeDocument/2006/relationships/slideLayout" Target="../slideLayouts/slideLayout9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Picture 24" descr="图片1副本"/>
          <p:cNvPicPr>
            <a:picLocks noChangeAspect="1" noChangeArrowheads="1"/>
          </p:cNvPicPr>
          <p:nvPr/>
        </p:nvPicPr>
        <p:blipFill>
          <a:blip/>
          <a:srcRect/>
          <a:stretch>
            <a:fillRect/>
          </a:stretch>
        </p:blipFill>
        <p:spPr bwMode="auto">
          <a:xfrm>
            <a:off x="0" y="2"/>
            <a:ext cx="12192000" cy="1196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sp>
        <p:nvSpPr>
          <p:cNvPr id="1028" name="Rectangle 3"/>
          <p:cNvSpPr>
            <a:spLocks noGrp="1" noChangeArrowheads="1"/>
          </p:cNvSpPr>
          <p:nvPr>
            <p:ph type="body" idx="1"/>
          </p:nvPr>
        </p:nvSpPr>
        <p:spPr bwMode="auto">
          <a:xfrm>
            <a:off x="334436" y="1268414"/>
            <a:ext cx="11713633" cy="5256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9" name="Rectangle 22"/>
          <p:cNvSpPr>
            <a:spLocks noGrp="1" noChangeArrowheads="1"/>
          </p:cNvSpPr>
          <p:nvPr>
            <p:ph type="title"/>
          </p:nvPr>
        </p:nvSpPr>
        <p:spPr bwMode="auto">
          <a:xfrm>
            <a:off x="131235" y="44451"/>
            <a:ext cx="11857567" cy="1143000"/>
          </a:xfrm>
          <a:prstGeom prst="rect">
            <a:avLst/>
          </a:prstGeom>
          <a:noFill/>
          <a:ln>
            <a:noFill/>
          </a:ln>
          <a:effectLst>
            <a:outerShdw dist="45791" dir="2021404"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a:t>单击此处编辑母版标题样式</a:t>
            </a:r>
          </a:p>
        </p:txBody>
      </p:sp>
      <p:pic>
        <p:nvPicPr>
          <p:cNvPr id="1030" name="Picture 13" descr="E:\MY DOC\北航简介\LOGO\BUAA LOGO.gif"/>
          <p:cNvPicPr>
            <a:picLocks noChangeAspect="1" noChangeArrowheads="1"/>
          </p:cNvPicPr>
          <p:nvPr/>
        </p:nvPicPr>
        <p:blipFill>
          <a:blip/>
          <a:srcRect/>
          <a:stretch>
            <a:fillRect/>
          </a:stretch>
        </p:blipFill>
        <p:spPr bwMode="auto">
          <a:xfrm>
            <a:off x="10856386" y="133350"/>
            <a:ext cx="1246716" cy="9350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7"/>
          <p:cNvSpPr>
            <a:spLocks noGrp="1" noChangeArrowheads="1"/>
          </p:cNvSpPr>
          <p:nvPr>
            <p:ph type="sldNum" sz="quarter" idx="4"/>
          </p:nvPr>
        </p:nvSpPr>
        <p:spPr bwMode="auto">
          <a:xfrm>
            <a:off x="11279717" y="6456364"/>
            <a:ext cx="912283" cy="401637"/>
          </a:xfrm>
          <a:prstGeom prst="rect">
            <a:avLst/>
          </a:prstGeom>
          <a:noFill/>
        </p:spPr>
        <p:txBody>
          <a:bodyPr vert="horz" wrap="square" lIns="91440" tIns="45720" rIns="91440" bIns="45720" numCol="1" anchor="t" anchorCtr="0" compatLnSpc="1"/>
          <a:lstStyle>
            <a:lvl1pPr algn="r">
              <a:defRPr sz="1400" b="1">
                <a:ea typeface="黑体" panose="02010609060101010101" pitchFamily="2" charset="-122"/>
              </a:defRPr>
            </a:lvl1pPr>
          </a:lstStyle>
          <a:p>
            <a:pPr eaLnBrk="0" fontAlgn="base" hangingPunct="0">
              <a:spcBef>
                <a:spcPct val="0"/>
              </a:spcBef>
              <a:spcAft>
                <a:spcPct val="0"/>
              </a:spcAft>
              <a:defRPr/>
            </a:pPr>
            <a:fld id="{238D1401-9681-4A45-B59E-CA37BCD033E3}" type="slidenum">
              <a:rPr lang="zh-CN" altLang="en-US">
                <a:solidFill>
                  <a:srgbClr val="000000"/>
                </a:solidFill>
              </a:rPr>
              <a:t>‹#›</a:t>
            </a:fld>
            <a:endParaRPr lang="en-US" altLang="zh-CN">
              <a:solidFill>
                <a:srgbClr val="000000"/>
              </a:solidFill>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p:fade/>
  </p:transition>
  <p:hf hdr="0" ftr="0" dt="0"/>
  <p:txStyles>
    <p:titleStyle>
      <a:lvl1pPr algn="ctr" rtl="0" eaLnBrk="0" fontAlgn="base" hangingPunct="0">
        <a:spcBef>
          <a:spcPct val="0"/>
        </a:spcBef>
        <a:spcAft>
          <a:spcPct val="0"/>
        </a:spcAft>
        <a:defRPr sz="4000">
          <a:solidFill>
            <a:schemeClr val="bg1"/>
          </a:solidFill>
          <a:latin typeface="+mj-lt"/>
          <a:ea typeface="+mj-ea"/>
          <a:cs typeface="+mj-cs"/>
        </a:defRPr>
      </a:lvl1pPr>
      <a:lvl2pPr algn="ctr" rtl="0" eaLnBrk="0" fontAlgn="base" hangingPunct="0">
        <a:spcBef>
          <a:spcPct val="0"/>
        </a:spcBef>
        <a:spcAft>
          <a:spcPct val="0"/>
        </a:spcAft>
        <a:defRPr sz="4000">
          <a:solidFill>
            <a:schemeClr val="bg1"/>
          </a:solidFill>
          <a:latin typeface="Arial" panose="020B0604020202020204" pitchFamily="34" charset="0"/>
          <a:ea typeface="黑体" panose="02010609060101010101" pitchFamily="2" charset="-122"/>
        </a:defRPr>
      </a:lvl2pPr>
      <a:lvl3pPr algn="ctr" rtl="0" eaLnBrk="0" fontAlgn="base" hangingPunct="0">
        <a:spcBef>
          <a:spcPct val="0"/>
        </a:spcBef>
        <a:spcAft>
          <a:spcPct val="0"/>
        </a:spcAft>
        <a:defRPr sz="4000">
          <a:solidFill>
            <a:schemeClr val="bg1"/>
          </a:solidFill>
          <a:latin typeface="Arial" panose="020B0604020202020204" pitchFamily="34" charset="0"/>
          <a:ea typeface="黑体" panose="02010609060101010101" pitchFamily="2" charset="-122"/>
        </a:defRPr>
      </a:lvl3pPr>
      <a:lvl4pPr algn="ctr" rtl="0" eaLnBrk="0" fontAlgn="base" hangingPunct="0">
        <a:spcBef>
          <a:spcPct val="0"/>
        </a:spcBef>
        <a:spcAft>
          <a:spcPct val="0"/>
        </a:spcAft>
        <a:defRPr sz="4000">
          <a:solidFill>
            <a:schemeClr val="bg1"/>
          </a:solidFill>
          <a:latin typeface="Arial" panose="020B0604020202020204" pitchFamily="34" charset="0"/>
          <a:ea typeface="黑体" panose="02010609060101010101" pitchFamily="2" charset="-122"/>
        </a:defRPr>
      </a:lvl4pPr>
      <a:lvl5pPr algn="ctr" rtl="0" eaLnBrk="0" fontAlgn="base" hangingPunct="0">
        <a:spcBef>
          <a:spcPct val="0"/>
        </a:spcBef>
        <a:spcAft>
          <a:spcPct val="0"/>
        </a:spcAft>
        <a:defRPr sz="4000">
          <a:solidFill>
            <a:schemeClr val="bg1"/>
          </a:solidFill>
          <a:latin typeface="Arial" panose="020B0604020202020204" pitchFamily="34" charset="0"/>
          <a:ea typeface="黑体" panose="02010609060101010101" pitchFamily="2" charset="-122"/>
        </a:defRPr>
      </a:lvl5pPr>
      <a:lvl6pPr marL="457200" algn="ctr" rtl="0" fontAlgn="base">
        <a:spcBef>
          <a:spcPct val="0"/>
        </a:spcBef>
        <a:spcAft>
          <a:spcPct val="0"/>
        </a:spcAft>
        <a:defRPr sz="5200">
          <a:solidFill>
            <a:schemeClr val="bg1"/>
          </a:solidFill>
          <a:latin typeface="Arial" panose="020B0604020202020204" pitchFamily="34" charset="0"/>
          <a:ea typeface="黑体" panose="02010609060101010101" pitchFamily="2" charset="-122"/>
        </a:defRPr>
      </a:lvl6pPr>
      <a:lvl7pPr marL="914400" algn="ctr" rtl="0" fontAlgn="base">
        <a:spcBef>
          <a:spcPct val="0"/>
        </a:spcBef>
        <a:spcAft>
          <a:spcPct val="0"/>
        </a:spcAft>
        <a:defRPr sz="5200">
          <a:solidFill>
            <a:schemeClr val="bg1"/>
          </a:solidFill>
          <a:latin typeface="Arial" panose="020B0604020202020204" pitchFamily="34" charset="0"/>
          <a:ea typeface="黑体" panose="02010609060101010101" pitchFamily="2" charset="-122"/>
        </a:defRPr>
      </a:lvl7pPr>
      <a:lvl8pPr marL="1371600" algn="ctr" rtl="0" fontAlgn="base">
        <a:spcBef>
          <a:spcPct val="0"/>
        </a:spcBef>
        <a:spcAft>
          <a:spcPct val="0"/>
        </a:spcAft>
        <a:defRPr sz="5200">
          <a:solidFill>
            <a:schemeClr val="bg1"/>
          </a:solidFill>
          <a:latin typeface="Arial" panose="020B0604020202020204" pitchFamily="34" charset="0"/>
          <a:ea typeface="黑体" panose="02010609060101010101" pitchFamily="2" charset="-122"/>
        </a:defRPr>
      </a:lvl8pPr>
      <a:lvl9pPr marL="1828800" algn="ctr" rtl="0" fontAlgn="base">
        <a:spcBef>
          <a:spcPct val="0"/>
        </a:spcBef>
        <a:spcAft>
          <a:spcPct val="0"/>
        </a:spcAft>
        <a:defRPr sz="5200">
          <a:solidFill>
            <a:schemeClr val="bg1"/>
          </a:solidFill>
          <a:latin typeface="Arial" panose="020B0604020202020204" pitchFamily="34" charset="0"/>
          <a:ea typeface="黑体" panose="02010609060101010101" pitchFamily="2" charset="-122"/>
        </a:defRPr>
      </a:lvl9pPr>
    </p:titleStyle>
    <p:bodyStyle>
      <a:lvl1pPr marL="342900" indent="-342900" algn="l" rtl="0" eaLnBrk="0" fontAlgn="base" hangingPunct="0">
        <a:lnSpc>
          <a:spcPct val="150000"/>
        </a:lnSpc>
        <a:spcBef>
          <a:spcPct val="20000"/>
        </a:spcBef>
        <a:spcAft>
          <a:spcPct val="0"/>
        </a:spcAft>
        <a:buClr>
          <a:srgbClr val="0000FF"/>
        </a:buClr>
        <a:buSzPct val="75000"/>
        <a:buFont typeface="Wingdings" panose="05000000000000000000" pitchFamily="2" charset="2"/>
        <a:buChar char="n"/>
        <a:defRPr sz="2400">
          <a:solidFill>
            <a:schemeClr val="tx1"/>
          </a:solidFill>
          <a:latin typeface="+mn-lt"/>
          <a:ea typeface="+mn-ea"/>
          <a:cs typeface="+mn-cs"/>
        </a:defRPr>
      </a:lvl1pPr>
      <a:lvl2pPr marL="742950" indent="-285750" algn="l" rtl="0" eaLnBrk="0" fontAlgn="base" hangingPunct="0">
        <a:lnSpc>
          <a:spcPct val="150000"/>
        </a:lnSpc>
        <a:spcBef>
          <a:spcPct val="20000"/>
        </a:spcBef>
        <a:spcAft>
          <a:spcPct val="0"/>
        </a:spcAft>
        <a:buClr>
          <a:srgbClr val="0000FF"/>
        </a:buClr>
        <a:buSzPct val="60000"/>
        <a:buFont typeface="Wingdings" panose="05000000000000000000" pitchFamily="2" charset="2"/>
        <a:buChar char="Ø"/>
        <a:defRPr sz="2000">
          <a:solidFill>
            <a:schemeClr val="tx1"/>
          </a:solidFill>
          <a:latin typeface="+mn-lt"/>
          <a:ea typeface="+mn-ea"/>
        </a:defRPr>
      </a:lvl2pPr>
      <a:lvl3pPr marL="1143000" indent="-228600" algn="l" rtl="0" eaLnBrk="0" fontAlgn="base" hangingPunct="0">
        <a:lnSpc>
          <a:spcPct val="150000"/>
        </a:lnSpc>
        <a:spcBef>
          <a:spcPct val="20000"/>
        </a:spcBef>
        <a:spcAft>
          <a:spcPct val="0"/>
        </a:spcAft>
        <a:buClr>
          <a:srgbClr val="0000FF"/>
        </a:buClr>
        <a:buChar char="•"/>
        <a:defRPr sz="2400">
          <a:solidFill>
            <a:schemeClr val="tx1"/>
          </a:solidFill>
          <a:latin typeface="+mn-lt"/>
          <a:ea typeface="+mn-ea"/>
        </a:defRPr>
      </a:lvl3pPr>
      <a:lvl4pPr marL="1600200" indent="-228600" algn="l" rtl="0" eaLnBrk="0" fontAlgn="base" hangingPunct="0">
        <a:lnSpc>
          <a:spcPct val="150000"/>
        </a:lnSpc>
        <a:spcBef>
          <a:spcPct val="20000"/>
        </a:spcBef>
        <a:spcAft>
          <a:spcPct val="0"/>
        </a:spcAft>
        <a:buClr>
          <a:srgbClr val="0000FF"/>
        </a:buClr>
        <a:buFont typeface="Arial" panose="020B0604020202020204" pitchFamily="34" charset="0"/>
        <a:buChar char="–"/>
        <a:defRPr sz="1600">
          <a:solidFill>
            <a:schemeClr val="tx1"/>
          </a:solidFill>
          <a:latin typeface="+mn-lt"/>
          <a:ea typeface="+mn-ea"/>
        </a:defRPr>
      </a:lvl4pPr>
      <a:lvl5pPr marL="2057400" indent="-228600" algn="l" rtl="0" eaLnBrk="0" fontAlgn="base" hangingPunct="0">
        <a:lnSpc>
          <a:spcPct val="125000"/>
        </a:lnSpc>
        <a:spcBef>
          <a:spcPct val="20000"/>
        </a:spcBef>
        <a:spcAft>
          <a:spcPct val="0"/>
        </a:spcAft>
        <a:buClr>
          <a:srgbClr val="0000FF"/>
        </a:buClr>
        <a:buFont typeface="Arial" panose="020B0604020202020204" pitchFamily="34" charset="0"/>
        <a:buChar char="»"/>
        <a:defRPr sz="1400">
          <a:solidFill>
            <a:schemeClr val="tx1"/>
          </a:solidFill>
          <a:latin typeface="+mn-lt"/>
          <a:ea typeface="+mn-ea"/>
        </a:defRPr>
      </a:lvl5pPr>
      <a:lvl6pPr marL="2514600" indent="-228600" algn="l" rtl="0" fontAlgn="base">
        <a:lnSpc>
          <a:spcPct val="90000"/>
        </a:lnSpc>
        <a:spcBef>
          <a:spcPct val="20000"/>
        </a:spcBef>
        <a:spcAft>
          <a:spcPct val="0"/>
        </a:spcAft>
        <a:buClr>
          <a:srgbClr val="042672"/>
        </a:buClr>
        <a:buChar char="»"/>
        <a:defRPr sz="2400">
          <a:solidFill>
            <a:schemeClr val="tx1"/>
          </a:solidFill>
          <a:latin typeface="+mn-lt"/>
          <a:ea typeface="+mn-ea"/>
        </a:defRPr>
      </a:lvl6pPr>
      <a:lvl7pPr marL="2971800" indent="-228600" algn="l" rtl="0" fontAlgn="base">
        <a:lnSpc>
          <a:spcPct val="90000"/>
        </a:lnSpc>
        <a:spcBef>
          <a:spcPct val="20000"/>
        </a:spcBef>
        <a:spcAft>
          <a:spcPct val="0"/>
        </a:spcAft>
        <a:buClr>
          <a:srgbClr val="042672"/>
        </a:buClr>
        <a:buChar char="»"/>
        <a:defRPr sz="2400">
          <a:solidFill>
            <a:schemeClr val="tx1"/>
          </a:solidFill>
          <a:latin typeface="+mn-lt"/>
          <a:ea typeface="+mn-ea"/>
        </a:defRPr>
      </a:lvl7pPr>
      <a:lvl8pPr marL="3429000" indent="-228600" algn="l" rtl="0" fontAlgn="base">
        <a:lnSpc>
          <a:spcPct val="90000"/>
        </a:lnSpc>
        <a:spcBef>
          <a:spcPct val="20000"/>
        </a:spcBef>
        <a:spcAft>
          <a:spcPct val="0"/>
        </a:spcAft>
        <a:buClr>
          <a:srgbClr val="042672"/>
        </a:buClr>
        <a:buChar char="»"/>
        <a:defRPr sz="2400">
          <a:solidFill>
            <a:schemeClr val="tx1"/>
          </a:solidFill>
          <a:latin typeface="+mn-lt"/>
          <a:ea typeface="+mn-ea"/>
        </a:defRPr>
      </a:lvl8pPr>
      <a:lvl9pPr marL="3886200" indent="-228600" algn="l" rtl="0" fontAlgn="base">
        <a:lnSpc>
          <a:spcPct val="90000"/>
        </a:lnSpc>
        <a:spcBef>
          <a:spcPct val="20000"/>
        </a:spcBef>
        <a:spcAft>
          <a:spcPct val="0"/>
        </a:spcAft>
        <a:buClr>
          <a:srgbClr val="042672"/>
        </a:buClr>
        <a:buChar char="»"/>
        <a:defRPr sz="24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Picture 24" descr="图片1副本"/>
          <p:cNvPicPr>
            <a:picLocks noChangeAspect="1" noChangeArrowheads="1"/>
          </p:cNvPicPr>
          <p:nvPr/>
        </p:nvPicPr>
        <p:blipFill>
          <a:blip/>
          <a:srcRect/>
          <a:stretch>
            <a:fillRect/>
          </a:stretch>
        </p:blipFill>
        <p:spPr bwMode="auto">
          <a:xfrm>
            <a:off x="0" y="2"/>
            <a:ext cx="12192000" cy="1196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sp>
        <p:nvSpPr>
          <p:cNvPr id="1028" name="Rectangle 3"/>
          <p:cNvSpPr>
            <a:spLocks noGrp="1" noChangeArrowheads="1"/>
          </p:cNvSpPr>
          <p:nvPr>
            <p:ph type="body" idx="1"/>
          </p:nvPr>
        </p:nvSpPr>
        <p:spPr bwMode="auto">
          <a:xfrm>
            <a:off x="334436" y="1268414"/>
            <a:ext cx="11713633" cy="5256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9" name="Rectangle 22"/>
          <p:cNvSpPr>
            <a:spLocks noGrp="1" noChangeArrowheads="1"/>
          </p:cNvSpPr>
          <p:nvPr>
            <p:ph type="title"/>
          </p:nvPr>
        </p:nvSpPr>
        <p:spPr bwMode="auto">
          <a:xfrm>
            <a:off x="131235" y="44451"/>
            <a:ext cx="11857567" cy="1143000"/>
          </a:xfrm>
          <a:prstGeom prst="rect">
            <a:avLst/>
          </a:prstGeom>
          <a:noFill/>
          <a:ln>
            <a:noFill/>
          </a:ln>
          <a:effectLst>
            <a:outerShdw dist="45791" dir="2021404"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a:t>单击此处编辑母版标题样式</a:t>
            </a:r>
          </a:p>
        </p:txBody>
      </p:sp>
      <p:pic>
        <p:nvPicPr>
          <p:cNvPr id="1030" name="Picture 13" descr="E:\MY DOC\北航简介\LOGO\BUAA LOGO.gif"/>
          <p:cNvPicPr>
            <a:picLocks noChangeAspect="1" noChangeArrowheads="1"/>
          </p:cNvPicPr>
          <p:nvPr/>
        </p:nvPicPr>
        <p:blipFill>
          <a:blip/>
          <a:srcRect/>
          <a:stretch>
            <a:fillRect/>
          </a:stretch>
        </p:blipFill>
        <p:spPr bwMode="auto">
          <a:xfrm>
            <a:off x="10856386" y="133350"/>
            <a:ext cx="1246716" cy="9350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7"/>
          <p:cNvSpPr>
            <a:spLocks noGrp="1" noChangeArrowheads="1"/>
          </p:cNvSpPr>
          <p:nvPr>
            <p:ph type="sldNum" sz="quarter" idx="4"/>
          </p:nvPr>
        </p:nvSpPr>
        <p:spPr bwMode="auto">
          <a:xfrm>
            <a:off x="11279717" y="6456364"/>
            <a:ext cx="912283" cy="401637"/>
          </a:xfrm>
          <a:prstGeom prst="rect">
            <a:avLst/>
          </a:prstGeom>
          <a:noFill/>
        </p:spPr>
        <p:txBody>
          <a:bodyPr vert="horz" wrap="square" lIns="91440" tIns="45720" rIns="91440" bIns="45720" numCol="1" anchor="t" anchorCtr="0" compatLnSpc="1"/>
          <a:lstStyle>
            <a:lvl1pPr algn="r">
              <a:defRPr sz="1400" b="1">
                <a:ea typeface="黑体" panose="02010609060101010101" pitchFamily="2" charset="-122"/>
              </a:defRPr>
            </a:lvl1pPr>
          </a:lstStyle>
          <a:p>
            <a:pPr eaLnBrk="0" fontAlgn="base" hangingPunct="0">
              <a:spcBef>
                <a:spcPct val="0"/>
              </a:spcBef>
              <a:spcAft>
                <a:spcPct val="0"/>
              </a:spcAft>
              <a:defRPr/>
            </a:pPr>
            <a:fld id="{238D1401-9681-4A45-B59E-CA37BCD033E3}" type="slidenum">
              <a:rPr lang="zh-CN" altLang="en-US">
                <a:solidFill>
                  <a:srgbClr val="000000"/>
                </a:solidFill>
              </a:rPr>
              <a:t>‹#›</a:t>
            </a:fld>
            <a:endParaRPr lang="en-US" altLang="zh-CN">
              <a:solidFill>
                <a:srgbClr val="000000"/>
              </a:solidFill>
            </a:endParaRP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ransition>
    <p:fade/>
  </p:transition>
  <p:hf hdr="0" ftr="0" dt="0"/>
  <p:txStyles>
    <p:titleStyle>
      <a:lvl1pPr algn="ctr" rtl="0" eaLnBrk="0" fontAlgn="base" hangingPunct="0">
        <a:spcBef>
          <a:spcPct val="0"/>
        </a:spcBef>
        <a:spcAft>
          <a:spcPct val="0"/>
        </a:spcAft>
        <a:defRPr sz="4000">
          <a:solidFill>
            <a:schemeClr val="bg1"/>
          </a:solidFill>
          <a:latin typeface="+mj-lt"/>
          <a:ea typeface="+mj-ea"/>
          <a:cs typeface="+mj-cs"/>
        </a:defRPr>
      </a:lvl1pPr>
      <a:lvl2pPr algn="ctr" rtl="0" eaLnBrk="0" fontAlgn="base" hangingPunct="0">
        <a:spcBef>
          <a:spcPct val="0"/>
        </a:spcBef>
        <a:spcAft>
          <a:spcPct val="0"/>
        </a:spcAft>
        <a:defRPr sz="4000">
          <a:solidFill>
            <a:schemeClr val="bg1"/>
          </a:solidFill>
          <a:latin typeface="Arial" panose="020B0604020202020204" pitchFamily="34" charset="0"/>
          <a:ea typeface="黑体" panose="02010609060101010101" pitchFamily="2" charset="-122"/>
        </a:defRPr>
      </a:lvl2pPr>
      <a:lvl3pPr algn="ctr" rtl="0" eaLnBrk="0" fontAlgn="base" hangingPunct="0">
        <a:spcBef>
          <a:spcPct val="0"/>
        </a:spcBef>
        <a:spcAft>
          <a:spcPct val="0"/>
        </a:spcAft>
        <a:defRPr sz="4000">
          <a:solidFill>
            <a:schemeClr val="bg1"/>
          </a:solidFill>
          <a:latin typeface="Arial" panose="020B0604020202020204" pitchFamily="34" charset="0"/>
          <a:ea typeface="黑体" panose="02010609060101010101" pitchFamily="2" charset="-122"/>
        </a:defRPr>
      </a:lvl3pPr>
      <a:lvl4pPr algn="ctr" rtl="0" eaLnBrk="0" fontAlgn="base" hangingPunct="0">
        <a:spcBef>
          <a:spcPct val="0"/>
        </a:spcBef>
        <a:spcAft>
          <a:spcPct val="0"/>
        </a:spcAft>
        <a:defRPr sz="4000">
          <a:solidFill>
            <a:schemeClr val="bg1"/>
          </a:solidFill>
          <a:latin typeface="Arial" panose="020B0604020202020204" pitchFamily="34" charset="0"/>
          <a:ea typeface="黑体" panose="02010609060101010101" pitchFamily="2" charset="-122"/>
        </a:defRPr>
      </a:lvl4pPr>
      <a:lvl5pPr algn="ctr" rtl="0" eaLnBrk="0" fontAlgn="base" hangingPunct="0">
        <a:spcBef>
          <a:spcPct val="0"/>
        </a:spcBef>
        <a:spcAft>
          <a:spcPct val="0"/>
        </a:spcAft>
        <a:defRPr sz="4000">
          <a:solidFill>
            <a:schemeClr val="bg1"/>
          </a:solidFill>
          <a:latin typeface="Arial" panose="020B0604020202020204" pitchFamily="34" charset="0"/>
          <a:ea typeface="黑体" panose="02010609060101010101" pitchFamily="2" charset="-122"/>
        </a:defRPr>
      </a:lvl5pPr>
      <a:lvl6pPr marL="457200" algn="ctr" rtl="0" fontAlgn="base">
        <a:spcBef>
          <a:spcPct val="0"/>
        </a:spcBef>
        <a:spcAft>
          <a:spcPct val="0"/>
        </a:spcAft>
        <a:defRPr sz="5200">
          <a:solidFill>
            <a:schemeClr val="bg1"/>
          </a:solidFill>
          <a:latin typeface="Arial" panose="020B0604020202020204" pitchFamily="34" charset="0"/>
          <a:ea typeface="黑体" panose="02010609060101010101" pitchFamily="2" charset="-122"/>
        </a:defRPr>
      </a:lvl6pPr>
      <a:lvl7pPr marL="914400" algn="ctr" rtl="0" fontAlgn="base">
        <a:spcBef>
          <a:spcPct val="0"/>
        </a:spcBef>
        <a:spcAft>
          <a:spcPct val="0"/>
        </a:spcAft>
        <a:defRPr sz="5200">
          <a:solidFill>
            <a:schemeClr val="bg1"/>
          </a:solidFill>
          <a:latin typeface="Arial" panose="020B0604020202020204" pitchFamily="34" charset="0"/>
          <a:ea typeface="黑体" panose="02010609060101010101" pitchFamily="2" charset="-122"/>
        </a:defRPr>
      </a:lvl7pPr>
      <a:lvl8pPr marL="1371600" algn="ctr" rtl="0" fontAlgn="base">
        <a:spcBef>
          <a:spcPct val="0"/>
        </a:spcBef>
        <a:spcAft>
          <a:spcPct val="0"/>
        </a:spcAft>
        <a:defRPr sz="5200">
          <a:solidFill>
            <a:schemeClr val="bg1"/>
          </a:solidFill>
          <a:latin typeface="Arial" panose="020B0604020202020204" pitchFamily="34" charset="0"/>
          <a:ea typeface="黑体" panose="02010609060101010101" pitchFamily="2" charset="-122"/>
        </a:defRPr>
      </a:lvl8pPr>
      <a:lvl9pPr marL="1828800" algn="ctr" rtl="0" fontAlgn="base">
        <a:spcBef>
          <a:spcPct val="0"/>
        </a:spcBef>
        <a:spcAft>
          <a:spcPct val="0"/>
        </a:spcAft>
        <a:defRPr sz="5200">
          <a:solidFill>
            <a:schemeClr val="bg1"/>
          </a:solidFill>
          <a:latin typeface="Arial" panose="020B0604020202020204" pitchFamily="34" charset="0"/>
          <a:ea typeface="黑体" panose="02010609060101010101" pitchFamily="2" charset="-122"/>
        </a:defRPr>
      </a:lvl9pPr>
    </p:titleStyle>
    <p:bodyStyle>
      <a:lvl1pPr marL="342900" indent="-342900" algn="l" rtl="0" eaLnBrk="0" fontAlgn="base" hangingPunct="0">
        <a:lnSpc>
          <a:spcPct val="150000"/>
        </a:lnSpc>
        <a:spcBef>
          <a:spcPct val="20000"/>
        </a:spcBef>
        <a:spcAft>
          <a:spcPct val="0"/>
        </a:spcAft>
        <a:buClr>
          <a:srgbClr val="0000FF"/>
        </a:buClr>
        <a:buSzPct val="75000"/>
        <a:buFont typeface="Wingdings" panose="05000000000000000000" pitchFamily="2" charset="2"/>
        <a:buChar char="n"/>
        <a:defRPr sz="2400">
          <a:solidFill>
            <a:schemeClr val="tx1"/>
          </a:solidFill>
          <a:latin typeface="+mn-lt"/>
          <a:ea typeface="+mn-ea"/>
          <a:cs typeface="+mn-cs"/>
        </a:defRPr>
      </a:lvl1pPr>
      <a:lvl2pPr marL="742950" indent="-285750" algn="l" rtl="0" eaLnBrk="0" fontAlgn="base" hangingPunct="0">
        <a:lnSpc>
          <a:spcPct val="150000"/>
        </a:lnSpc>
        <a:spcBef>
          <a:spcPct val="20000"/>
        </a:spcBef>
        <a:spcAft>
          <a:spcPct val="0"/>
        </a:spcAft>
        <a:buClr>
          <a:srgbClr val="0000FF"/>
        </a:buClr>
        <a:buSzPct val="60000"/>
        <a:buFont typeface="Wingdings" panose="05000000000000000000" pitchFamily="2" charset="2"/>
        <a:buChar char="Ø"/>
        <a:defRPr sz="2000">
          <a:solidFill>
            <a:schemeClr val="tx1"/>
          </a:solidFill>
          <a:latin typeface="+mn-lt"/>
          <a:ea typeface="+mn-ea"/>
        </a:defRPr>
      </a:lvl2pPr>
      <a:lvl3pPr marL="1143000" indent="-228600" algn="l" rtl="0" eaLnBrk="0" fontAlgn="base" hangingPunct="0">
        <a:lnSpc>
          <a:spcPct val="150000"/>
        </a:lnSpc>
        <a:spcBef>
          <a:spcPct val="20000"/>
        </a:spcBef>
        <a:spcAft>
          <a:spcPct val="0"/>
        </a:spcAft>
        <a:buClr>
          <a:srgbClr val="0000FF"/>
        </a:buClr>
        <a:buChar char="•"/>
        <a:defRPr sz="2400">
          <a:solidFill>
            <a:schemeClr val="tx1"/>
          </a:solidFill>
          <a:latin typeface="+mn-lt"/>
          <a:ea typeface="+mn-ea"/>
        </a:defRPr>
      </a:lvl3pPr>
      <a:lvl4pPr marL="1600200" indent="-228600" algn="l" rtl="0" eaLnBrk="0" fontAlgn="base" hangingPunct="0">
        <a:lnSpc>
          <a:spcPct val="150000"/>
        </a:lnSpc>
        <a:spcBef>
          <a:spcPct val="20000"/>
        </a:spcBef>
        <a:spcAft>
          <a:spcPct val="0"/>
        </a:spcAft>
        <a:buClr>
          <a:srgbClr val="0000FF"/>
        </a:buClr>
        <a:buFont typeface="Arial" panose="020B0604020202020204" pitchFamily="34" charset="0"/>
        <a:buChar char="–"/>
        <a:defRPr sz="1600">
          <a:solidFill>
            <a:schemeClr val="tx1"/>
          </a:solidFill>
          <a:latin typeface="+mn-lt"/>
          <a:ea typeface="+mn-ea"/>
        </a:defRPr>
      </a:lvl4pPr>
      <a:lvl5pPr marL="2057400" indent="-228600" algn="l" rtl="0" eaLnBrk="0" fontAlgn="base" hangingPunct="0">
        <a:lnSpc>
          <a:spcPct val="125000"/>
        </a:lnSpc>
        <a:spcBef>
          <a:spcPct val="20000"/>
        </a:spcBef>
        <a:spcAft>
          <a:spcPct val="0"/>
        </a:spcAft>
        <a:buClr>
          <a:srgbClr val="0000FF"/>
        </a:buClr>
        <a:buFont typeface="Arial" panose="020B0604020202020204" pitchFamily="34" charset="0"/>
        <a:buChar char="»"/>
        <a:defRPr sz="1400">
          <a:solidFill>
            <a:schemeClr val="tx1"/>
          </a:solidFill>
          <a:latin typeface="+mn-lt"/>
          <a:ea typeface="+mn-ea"/>
        </a:defRPr>
      </a:lvl5pPr>
      <a:lvl6pPr marL="2514600" indent="-228600" algn="l" rtl="0" fontAlgn="base">
        <a:lnSpc>
          <a:spcPct val="90000"/>
        </a:lnSpc>
        <a:spcBef>
          <a:spcPct val="20000"/>
        </a:spcBef>
        <a:spcAft>
          <a:spcPct val="0"/>
        </a:spcAft>
        <a:buClr>
          <a:srgbClr val="042672"/>
        </a:buClr>
        <a:buChar char="»"/>
        <a:defRPr sz="2400">
          <a:solidFill>
            <a:schemeClr val="tx1"/>
          </a:solidFill>
          <a:latin typeface="+mn-lt"/>
          <a:ea typeface="+mn-ea"/>
        </a:defRPr>
      </a:lvl6pPr>
      <a:lvl7pPr marL="2971800" indent="-228600" algn="l" rtl="0" fontAlgn="base">
        <a:lnSpc>
          <a:spcPct val="90000"/>
        </a:lnSpc>
        <a:spcBef>
          <a:spcPct val="20000"/>
        </a:spcBef>
        <a:spcAft>
          <a:spcPct val="0"/>
        </a:spcAft>
        <a:buClr>
          <a:srgbClr val="042672"/>
        </a:buClr>
        <a:buChar char="»"/>
        <a:defRPr sz="2400">
          <a:solidFill>
            <a:schemeClr val="tx1"/>
          </a:solidFill>
          <a:latin typeface="+mn-lt"/>
          <a:ea typeface="+mn-ea"/>
        </a:defRPr>
      </a:lvl7pPr>
      <a:lvl8pPr marL="3429000" indent="-228600" algn="l" rtl="0" fontAlgn="base">
        <a:lnSpc>
          <a:spcPct val="90000"/>
        </a:lnSpc>
        <a:spcBef>
          <a:spcPct val="20000"/>
        </a:spcBef>
        <a:spcAft>
          <a:spcPct val="0"/>
        </a:spcAft>
        <a:buClr>
          <a:srgbClr val="042672"/>
        </a:buClr>
        <a:buChar char="»"/>
        <a:defRPr sz="2400">
          <a:solidFill>
            <a:schemeClr val="tx1"/>
          </a:solidFill>
          <a:latin typeface="+mn-lt"/>
          <a:ea typeface="+mn-ea"/>
        </a:defRPr>
      </a:lvl8pPr>
      <a:lvl9pPr marL="3886200" indent="-228600" algn="l" rtl="0" fontAlgn="base">
        <a:lnSpc>
          <a:spcPct val="90000"/>
        </a:lnSpc>
        <a:spcBef>
          <a:spcPct val="20000"/>
        </a:spcBef>
        <a:spcAft>
          <a:spcPct val="0"/>
        </a:spcAft>
        <a:buClr>
          <a:srgbClr val="042672"/>
        </a:buClr>
        <a:buChar char="»"/>
        <a:defRPr sz="24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AutoShape 10"/>
          <p:cNvSpPr>
            <a:spLocks noChangeArrowheads="1"/>
          </p:cNvSpPr>
          <p:nvPr userDrawn="1"/>
        </p:nvSpPr>
        <p:spPr bwMode="auto">
          <a:xfrm rot="5400000">
            <a:off x="172027" y="-188697"/>
            <a:ext cx="769937" cy="1147329"/>
          </a:xfrm>
          <a:prstGeom prst="flowChartManualInput">
            <a:avLst/>
          </a:prstGeom>
          <a:solidFill>
            <a:srgbClr val="C00000"/>
          </a:solidFill>
          <a:ln w="9525">
            <a:noFill/>
            <a:miter lim="800000"/>
          </a:ln>
          <a:effectLst>
            <a:innerShdw blurRad="63500" dist="50800" dir="13500000">
              <a:prstClr val="black">
                <a:alpha val="50000"/>
              </a:prstClr>
            </a:innerShdw>
          </a:effectLst>
        </p:spPr>
        <p:txBody>
          <a:bodyPr wrap="none" anchor="ctr"/>
          <a:lstStyle/>
          <a:p>
            <a:pPr>
              <a:defRPr/>
            </a:pPr>
            <a:endParaRPr lang="zh-CN" altLang="en-US" sz="1350" dirty="0">
              <a:solidFill>
                <a:srgbClr val="0099CC"/>
              </a:solidFill>
              <a:latin typeface="思源黑体" panose="020B0500000000000000" pitchFamily="34" charset="-122"/>
              <a:ea typeface="思源黑体" panose="020B0500000000000000" pitchFamily="34" charset="-122"/>
              <a:sym typeface="思源黑体" panose="020B0500000000000000" pitchFamily="34" charset="-122"/>
            </a:endParaRPr>
          </a:p>
        </p:txBody>
      </p:sp>
      <p:cxnSp>
        <p:nvCxnSpPr>
          <p:cNvPr id="5" name="直接连接符 12"/>
          <p:cNvCxnSpPr/>
          <p:nvPr userDrawn="1"/>
        </p:nvCxnSpPr>
        <p:spPr>
          <a:xfrm>
            <a:off x="1055688" y="758921"/>
            <a:ext cx="10987087" cy="0"/>
          </a:xfrm>
          <a:prstGeom prst="line">
            <a:avLst/>
          </a:prstGeom>
          <a:ln w="19050">
            <a:solidFill>
              <a:srgbClr val="C00000"/>
            </a:solidFill>
            <a:prstDash val="dash"/>
            <a:tailEnd type="oval"/>
          </a:ln>
        </p:spPr>
        <p:style>
          <a:lnRef idx="1">
            <a:schemeClr val="accent1"/>
          </a:lnRef>
          <a:fillRef idx="0">
            <a:schemeClr val="accent1"/>
          </a:fillRef>
          <a:effectRef idx="0">
            <a:schemeClr val="accent1"/>
          </a:effectRef>
          <a:fontRef idx="minor">
            <a:schemeClr val="tx1"/>
          </a:fontRef>
        </p:style>
      </p:cxnSp>
      <p:pic>
        <p:nvPicPr>
          <p:cNvPr id="6" name="图片 5"/>
          <p:cNvPicPr>
            <a:picLocks noChangeAspect="1"/>
          </p:cNvPicPr>
          <p:nvPr userDrawn="1"/>
        </p:nvPicPr>
        <p:blipFill rotWithShape="1">
          <a:blip r:embed="rId22" cstate="screen">
            <a:biLevel thresh="25000"/>
          </a:blip>
          <a:srcRect/>
          <a:stretch>
            <a:fillRect/>
          </a:stretch>
        </p:blipFill>
        <p:spPr>
          <a:xfrm>
            <a:off x="101648" y="109571"/>
            <a:ext cx="756458" cy="550794"/>
          </a:xfrm>
          <a:prstGeom prst="rect">
            <a:avLst/>
          </a:prstGeom>
        </p:spPr>
      </p:pic>
      <p:sp>
        <p:nvSpPr>
          <p:cNvPr id="10" name="灯片编号占位符 6"/>
          <p:cNvSpPr>
            <a:spLocks noGrp="1"/>
          </p:cNvSpPr>
          <p:nvPr>
            <p:ph type="sldNum" sz="quarter" idx="4"/>
          </p:nvPr>
        </p:nvSpPr>
        <p:spPr>
          <a:xfrm>
            <a:off x="11656764" y="6588087"/>
            <a:ext cx="535236" cy="269913"/>
          </a:xfrm>
          <a:prstGeom prst="rect">
            <a:avLst/>
          </a:prstGeom>
        </p:spPr>
        <p:txBody>
          <a:bodyPr/>
          <a:lstStyle>
            <a:lvl1pPr algn="ctr" fontAlgn="auto">
              <a:spcBef>
                <a:spcPts val="0"/>
              </a:spcBef>
              <a:spcAft>
                <a:spcPts val="0"/>
              </a:spcAft>
              <a:defRPr sz="1400">
                <a:latin typeface="+mn-lt"/>
                <a:ea typeface="+mn-ea"/>
              </a:defRPr>
            </a:lvl1pPr>
          </a:lstStyle>
          <a:p>
            <a:pPr>
              <a:defRPr/>
            </a:pPr>
            <a:fld id="{5143A64C-4748-49B6-9356-B4EA493437C3}"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 id="2147483687" r:id="rId13"/>
    <p:sldLayoutId id="2147483688" r:id="rId14"/>
    <p:sldLayoutId id="2147483689" r:id="rId15"/>
    <p:sldLayoutId id="2147483690" r:id="rId16"/>
    <p:sldLayoutId id="2147483691" r:id="rId17"/>
    <p:sldLayoutId id="2147483692" r:id="rId18"/>
    <p:sldLayoutId id="2147483693" r:id="rId19"/>
    <p:sldLayoutId id="2147483746" r:id="rId20"/>
  </p:sldLayoutIdLst>
  <p:hf hdr="0" ftr="0" dt="0"/>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Arial" panose="020B0604020202020204" pitchFamily="34" charset="0"/>
          <a:ea typeface="微软雅黑" panose="020B0503020204020204" pitchFamily="34" charset="-122"/>
        </a:defRPr>
      </a:lvl2pPr>
      <a:lvl3pPr algn="l" rtl="0" eaLnBrk="0" fontAlgn="base" hangingPunct="0">
        <a:lnSpc>
          <a:spcPct val="90000"/>
        </a:lnSpc>
        <a:spcBef>
          <a:spcPct val="0"/>
        </a:spcBef>
        <a:spcAft>
          <a:spcPct val="0"/>
        </a:spcAft>
        <a:defRPr sz="4400">
          <a:solidFill>
            <a:schemeClr val="tx1"/>
          </a:solidFill>
          <a:latin typeface="Arial" panose="020B0604020202020204" pitchFamily="34" charset="0"/>
          <a:ea typeface="微软雅黑" panose="020B0503020204020204" pitchFamily="34" charset="-122"/>
        </a:defRPr>
      </a:lvl3pPr>
      <a:lvl4pPr algn="l" rtl="0" eaLnBrk="0" fontAlgn="base" hangingPunct="0">
        <a:lnSpc>
          <a:spcPct val="90000"/>
        </a:lnSpc>
        <a:spcBef>
          <a:spcPct val="0"/>
        </a:spcBef>
        <a:spcAft>
          <a:spcPct val="0"/>
        </a:spcAft>
        <a:defRPr sz="4400">
          <a:solidFill>
            <a:schemeClr val="tx1"/>
          </a:solidFill>
          <a:latin typeface="Arial" panose="020B0604020202020204" pitchFamily="34" charset="0"/>
          <a:ea typeface="微软雅黑" panose="020B0503020204020204" pitchFamily="34" charset="-122"/>
        </a:defRPr>
      </a:lvl4pPr>
      <a:lvl5pPr algn="l" rtl="0" eaLnBrk="0" fontAlgn="base" hangingPunct="0">
        <a:lnSpc>
          <a:spcPct val="90000"/>
        </a:lnSpc>
        <a:spcBef>
          <a:spcPct val="0"/>
        </a:spcBef>
        <a:spcAft>
          <a:spcPct val="0"/>
        </a:spcAft>
        <a:defRPr sz="4400">
          <a:solidFill>
            <a:schemeClr val="tx1"/>
          </a:solidFill>
          <a:latin typeface="Arial" panose="020B0604020202020204" pitchFamily="34" charset="0"/>
          <a:ea typeface="微软雅黑" panose="020B0503020204020204" pitchFamily="34" charset="-122"/>
        </a:defRPr>
      </a:lvl5pPr>
      <a:lvl6pPr marL="457200" algn="l" rtl="0" fontAlgn="base">
        <a:lnSpc>
          <a:spcPct val="90000"/>
        </a:lnSpc>
        <a:spcBef>
          <a:spcPct val="0"/>
        </a:spcBef>
        <a:spcAft>
          <a:spcPct val="0"/>
        </a:spcAft>
        <a:defRPr sz="4400">
          <a:solidFill>
            <a:schemeClr val="tx1"/>
          </a:solidFill>
          <a:latin typeface="Arial" panose="020B0604020202020204" pitchFamily="34" charset="0"/>
          <a:ea typeface="微软雅黑" panose="020B0503020204020204" pitchFamily="34" charset="-122"/>
        </a:defRPr>
      </a:lvl6pPr>
      <a:lvl7pPr marL="914400" algn="l" rtl="0" fontAlgn="base">
        <a:lnSpc>
          <a:spcPct val="90000"/>
        </a:lnSpc>
        <a:spcBef>
          <a:spcPct val="0"/>
        </a:spcBef>
        <a:spcAft>
          <a:spcPct val="0"/>
        </a:spcAft>
        <a:defRPr sz="4400">
          <a:solidFill>
            <a:schemeClr val="tx1"/>
          </a:solidFill>
          <a:latin typeface="Arial" panose="020B0604020202020204" pitchFamily="34" charset="0"/>
          <a:ea typeface="微软雅黑" panose="020B0503020204020204" pitchFamily="34" charset="-122"/>
        </a:defRPr>
      </a:lvl7pPr>
      <a:lvl8pPr marL="1371600" algn="l" rtl="0" fontAlgn="base">
        <a:lnSpc>
          <a:spcPct val="90000"/>
        </a:lnSpc>
        <a:spcBef>
          <a:spcPct val="0"/>
        </a:spcBef>
        <a:spcAft>
          <a:spcPct val="0"/>
        </a:spcAft>
        <a:defRPr sz="4400">
          <a:solidFill>
            <a:schemeClr val="tx1"/>
          </a:solidFill>
          <a:latin typeface="Arial" panose="020B0604020202020204" pitchFamily="34" charset="0"/>
          <a:ea typeface="微软雅黑" panose="020B0503020204020204" pitchFamily="34" charset="-122"/>
        </a:defRPr>
      </a:lvl8pPr>
      <a:lvl9pPr marL="1828800" algn="l" rtl="0" fontAlgn="base">
        <a:lnSpc>
          <a:spcPct val="90000"/>
        </a:lnSpc>
        <a:spcBef>
          <a:spcPct val="0"/>
        </a:spcBef>
        <a:spcAft>
          <a:spcPct val="0"/>
        </a:spcAft>
        <a:defRPr sz="4400">
          <a:solidFill>
            <a:schemeClr val="tx1"/>
          </a:solidFill>
          <a:latin typeface="Arial" panose="020B0604020202020204" pitchFamily="34" charset="0"/>
          <a:ea typeface="微软雅黑" panose="020B0503020204020204" pitchFamily="34" charset="-122"/>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FFFF"/>
            </a:gs>
            <a:gs pos="100000">
              <a:srgbClr val="DCDCDC"/>
            </a:gs>
          </a:gsLst>
          <a:lin ang="5400000" scaled="0"/>
        </a:gra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6"/>
            </p:custDataLst>
          </p:nvPr>
        </p:nvSpPr>
        <p:spPr>
          <a:xfrm>
            <a:off x="669882" y="432000"/>
            <a:ext cx="10852237" cy="648000"/>
          </a:xfrm>
          <a:prstGeom prst="rect">
            <a:avLst/>
          </a:prstGeom>
        </p:spPr>
        <p:txBody>
          <a:bodyPr vert="horz" lIns="101600" tIns="38100" rIns="76200" bIns="38100" rtlCol="0" anchor="ctr" anchorCtr="0">
            <a:noAutofit/>
          </a:bodyPr>
          <a:lstStyle/>
          <a:p>
            <a:r>
              <a:rPr lang="zh-CN" altLang="en-US" dirty="0"/>
              <a:t>单击此处编辑母版标题样式</a:t>
            </a:r>
          </a:p>
        </p:txBody>
      </p:sp>
      <p:sp>
        <p:nvSpPr>
          <p:cNvPr id="3" name="文本占位符 2"/>
          <p:cNvSpPr>
            <a:spLocks noGrp="1"/>
          </p:cNvSpPr>
          <p:nvPr>
            <p:ph type="body" idx="1"/>
            <p:custDataLst>
              <p:tags r:id="rId7"/>
            </p:custDataLst>
          </p:nvPr>
        </p:nvSpPr>
        <p:spPr>
          <a:xfrm>
            <a:off x="669882" y="1296000"/>
            <a:ext cx="10852237" cy="5040000"/>
          </a:xfrm>
          <a:prstGeom prst="rect">
            <a:avLst/>
          </a:prstGeom>
        </p:spPr>
        <p:txBody>
          <a:bodyPr vert="horz" lIns="101600" tIns="0" rIns="82550" bIns="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custDataLst>
              <p:tags r:id="rId8"/>
            </p:custDataLst>
          </p:nvPr>
        </p:nvSpPr>
        <p:spPr>
          <a:xfrm>
            <a:off x="879742" y="6349833"/>
            <a:ext cx="2700000" cy="316800"/>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t>2025/10/28</a:t>
            </a:fld>
            <a:endParaRPr lang="zh-CN" altLang="en-US"/>
          </a:p>
        </p:txBody>
      </p:sp>
      <p:sp>
        <p:nvSpPr>
          <p:cNvPr id="5" name="页脚占位符 4"/>
          <p:cNvSpPr>
            <a:spLocks noGrp="1"/>
          </p:cNvSpPr>
          <p:nvPr>
            <p:ph type="ftr" sz="quarter" idx="3"/>
            <p:custDataLst>
              <p:tags r:id="rId9"/>
            </p:custDataLst>
          </p:nvPr>
        </p:nvSpPr>
        <p:spPr>
          <a:xfrm>
            <a:off x="4116000" y="6349833"/>
            <a:ext cx="3960000" cy="316800"/>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0"/>
            </p:custDataLst>
          </p:nvPr>
        </p:nvSpPr>
        <p:spPr>
          <a:xfrm>
            <a:off x="8610600" y="6349833"/>
            <a:ext cx="2700000" cy="316800"/>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t>‹#›</a:t>
            </a:fld>
            <a:endParaRPr lang="zh-CN" altLang="en-US" dirty="0"/>
          </a:p>
        </p:txBody>
      </p:sp>
      <p:sp>
        <p:nvSpPr>
          <p:cNvPr id="7" name="KSO_TEMPLATE" hidden="1"/>
          <p:cNvSpPr/>
          <p:nvPr>
            <p:custDataLst>
              <p:tags r:id="rId11"/>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Lst>
  <p:transition/>
  <p:txStyles>
    <p:titleStyle>
      <a:lvl1pPr algn="l" defTabSz="914400" rtl="0" eaLnBrk="1" fontAlgn="auto" latinLnBrk="0" hangingPunct="1">
        <a:lnSpc>
          <a:spcPct val="100000"/>
        </a:lnSpc>
        <a:spcBef>
          <a:spcPct val="0"/>
        </a:spcBef>
        <a:buNone/>
        <a:defRPr sz="2800" b="1" u="none" strike="noStrike" kern="1200" cap="none" spc="200" normalizeH="0">
          <a:solidFill>
            <a:schemeClr val="tx1"/>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lt"/>
          <a:ea typeface="+mn-ea"/>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solidFill>
          <a:uFillTx/>
          <a:latin typeface="+mn-lt"/>
          <a:ea typeface="+mn-ea"/>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lt"/>
          <a:ea typeface="+mn-ea"/>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lt"/>
          <a:ea typeface="+mn-ea"/>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F7123F46-F34A-C598-0F75-3D56C6F4C65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4F0CBAA5-2697-673D-DEDF-D21E911069B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1C74162A-736F-985B-58E2-3EF17A6E437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06DA9EB-9BDC-4844-8EE8-A25BF5A15C4D}" type="datetimeFigureOut">
              <a:rPr kumimoji="1" lang="zh-CN" altLang="en-US" smtClean="0"/>
              <a:t>2025/10/28</a:t>
            </a:fld>
            <a:endParaRPr kumimoji="1" lang="zh-CN" altLang="en-US"/>
          </a:p>
        </p:txBody>
      </p:sp>
      <p:sp>
        <p:nvSpPr>
          <p:cNvPr id="5" name="页脚占位符 4">
            <a:extLst>
              <a:ext uri="{FF2B5EF4-FFF2-40B4-BE49-F238E27FC236}">
                <a16:creationId xmlns:a16="http://schemas.microsoft.com/office/drawing/2014/main" id="{B52D95F2-D876-0634-F2EC-EB264F33786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CN" altLang="en-US"/>
          </a:p>
        </p:txBody>
      </p:sp>
      <p:sp>
        <p:nvSpPr>
          <p:cNvPr id="6" name="灯片编号占位符 5">
            <a:extLst>
              <a:ext uri="{FF2B5EF4-FFF2-40B4-BE49-F238E27FC236}">
                <a16:creationId xmlns:a16="http://schemas.microsoft.com/office/drawing/2014/main" id="{CD5A3DB8-0AA9-E3FC-EACA-F0839ACEAA4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C71EE5D-3253-3445-A816-14145269BB94}" type="slidenum">
              <a:rPr kumimoji="1" lang="zh-CN" altLang="en-US" smtClean="0"/>
              <a:t>‹#›</a:t>
            </a:fld>
            <a:endParaRPr kumimoji="1" lang="zh-CN" altLang="en-US"/>
          </a:p>
        </p:txBody>
      </p:sp>
    </p:spTree>
    <p:extLst>
      <p:ext uri="{BB962C8B-B14F-4D97-AF65-F5344CB8AC3E}">
        <p14:creationId xmlns:p14="http://schemas.microsoft.com/office/powerpoint/2010/main" val="3835349120"/>
      </p:ext>
    </p:extLst>
  </p:cSld>
  <p:clrMap bg1="lt1" tx1="dk1" bg2="lt2" tx2="dk2" accent1="accent1" accent2="accent2" accent3="accent3" accent4="accent4" accent5="accent5" accent6="accent6" hlink="hlink" folHlink="folHlink"/>
  <p:sldLayoutIdLst>
    <p:sldLayoutId id="2147483735" r:id="rId1"/>
    <p:sldLayoutId id="2147483736" r:id="rId2"/>
    <p:sldLayoutId id="2147483737" r:id="rId3"/>
    <p:sldLayoutId id="2147483738" r:id="rId4"/>
    <p:sldLayoutId id="2147483739" r:id="rId5"/>
    <p:sldLayoutId id="2147483740" r:id="rId6"/>
    <p:sldLayoutId id="2147483741" r:id="rId7"/>
    <p:sldLayoutId id="2147483742" r:id="rId8"/>
    <p:sldLayoutId id="2147483743" r:id="rId9"/>
    <p:sldLayoutId id="2147483744" r:id="rId10"/>
    <p:sldLayoutId id="214748374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4"/>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p>
        </p:txBody>
      </p:sp>
      <p:sp>
        <p:nvSpPr>
          <p:cNvPr id="3" name="文本占位符 2"/>
          <p:cNvSpPr>
            <a:spLocks noGrp="1"/>
          </p:cNvSpPr>
          <p:nvPr>
            <p:ph type="body" idx="1"/>
            <p:custDataLst>
              <p:tags r:id="rId15"/>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custDataLst>
              <p:tags r:id="rId16"/>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t>2025/10/28</a:t>
            </a:fld>
            <a:endParaRPr lang="zh-CN" altLang="en-US"/>
          </a:p>
        </p:txBody>
      </p:sp>
      <p:sp>
        <p:nvSpPr>
          <p:cNvPr id="5" name="页脚占位符 4"/>
          <p:cNvSpPr>
            <a:spLocks noGrp="1"/>
          </p:cNvSpPr>
          <p:nvPr>
            <p:ph type="ftr" sz="quarter" idx="3"/>
            <p:custDataLst>
              <p:tags r:id="rId17"/>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8"/>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t>‹#›</a:t>
            </a:fld>
            <a:endParaRPr lang="zh-CN" altLang="en-US" dirty="0"/>
          </a:p>
        </p:txBody>
      </p:sp>
    </p:spTree>
    <p:custDataLst>
      <p:tags r:id="rId13"/>
    </p:custDataLst>
  </p:cSld>
  <p:clrMap bg1="lt1" tx1="dk1" bg2="lt2" tx2="dk2" accent1="accent1" accent2="accent2" accent3="accent3" accent4="accent4" accent5="accent5" accent6="accent6" hlink="hlink" folHlink="folHlink"/>
  <p:sldLayoutIdLst>
    <p:sldLayoutId id="2147483700" r:id="rId1"/>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Lst>
  <mc:AlternateContent xmlns:mc="http://schemas.openxmlformats.org/markup-compatibility/2006" xmlns:p14="http://schemas.microsoft.com/office/powerpoint/2010/main">
    <mc:Choice Requires="p14">
      <p:transition spd="slow" p14:dur="1500"/>
    </mc:Choice>
    <mc:Fallback xmlns="">
      <p:transition spd="slow"/>
    </mc:Fallback>
  </mc:AlternateConten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B4875C4-16A6-4332-8ADF-C6D29E04E7CB}" type="datetimeFigureOut">
              <a:rPr lang="zh-CN" altLang="en-US" smtClean="0"/>
              <a:t>2025/10/28</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B345A04-FA53-47DD-9DC3-86F870A93F1A}"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712" r:id="rId1"/>
    <p:sldLayoutId id="2147483713" r:id="rId2"/>
    <p:sldLayoutId id="2147483714" r:id="rId3"/>
    <p:sldLayoutId id="2147483715" r:id="rId4"/>
    <p:sldLayoutId id="2147483716" r:id="rId5"/>
    <p:sldLayoutId id="2147483717" r:id="rId6"/>
    <p:sldLayoutId id="2147483718" r:id="rId7"/>
    <p:sldLayoutId id="2147483719" r:id="rId8"/>
    <p:sldLayoutId id="2147483720" r:id="rId9"/>
    <p:sldLayoutId id="2147483721" r:id="rId10"/>
    <p:sldLayoutId id="2147483722" r:id="rId11"/>
    <p:sldLayoutId id="2147483723" r:id="rId12"/>
    <p:sldLayoutId id="2147483724" r:id="rId13"/>
    <p:sldLayoutId id="2147483725" r:id="rId14"/>
    <p:sldLayoutId id="2147483726" r:id="rId15"/>
    <p:sldLayoutId id="2147483727" r:id="rId1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729" r:id="rId1"/>
    <p:sldLayoutId id="2147483730" r:id="rId2"/>
    <p:sldLayoutId id="2147483731" r:id="rId3"/>
    <p:sldLayoutId id="2147483732" r:id="rId4"/>
    <p:sldLayoutId id="2147483733"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tags" Target="../tags/tag75.xml"/><Relationship Id="rId7" Type="http://schemas.openxmlformats.org/officeDocument/2006/relationships/image" Target="../media/image12.jpeg"/><Relationship Id="rId2" Type="http://schemas.openxmlformats.org/officeDocument/2006/relationships/tags" Target="../tags/tag74.xml"/><Relationship Id="rId1" Type="http://schemas.openxmlformats.org/officeDocument/2006/relationships/tags" Target="../tags/tag73.xml"/><Relationship Id="rId6" Type="http://schemas.openxmlformats.org/officeDocument/2006/relationships/image" Target="../media/image11.png"/><Relationship Id="rId5" Type="http://schemas.openxmlformats.org/officeDocument/2006/relationships/notesSlide" Target="../notesSlides/notesSlide1.xml"/><Relationship Id="rId4" Type="http://schemas.openxmlformats.org/officeDocument/2006/relationships/slideLayout" Target="../slideLayouts/slideLayout44.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45.xml"/><Relationship Id="rId2" Type="http://schemas.openxmlformats.org/officeDocument/2006/relationships/tags" Target="../tags/tag77.xml"/><Relationship Id="rId1" Type="http://schemas.openxmlformats.org/officeDocument/2006/relationships/tags" Target="../tags/tag76.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slideLayout" Target="../slideLayouts/slideLayout25.xml"/><Relationship Id="rId7" Type="http://schemas.openxmlformats.org/officeDocument/2006/relationships/image" Target="../media/image15.png"/><Relationship Id="rId12" Type="http://schemas.openxmlformats.org/officeDocument/2006/relationships/image" Target="../media/image20.svg"/><Relationship Id="rId2" Type="http://schemas.openxmlformats.org/officeDocument/2006/relationships/tags" Target="../tags/tag79.xml"/><Relationship Id="rId1" Type="http://schemas.openxmlformats.org/officeDocument/2006/relationships/tags" Target="../tags/tag78.xml"/><Relationship Id="rId6" Type="http://schemas.openxmlformats.org/officeDocument/2006/relationships/image" Target="../media/image14.svg"/><Relationship Id="rId11" Type="http://schemas.openxmlformats.org/officeDocument/2006/relationships/image" Target="../media/image19.png"/><Relationship Id="rId5" Type="http://schemas.openxmlformats.org/officeDocument/2006/relationships/image" Target="../media/image13.png"/><Relationship Id="rId10" Type="http://schemas.openxmlformats.org/officeDocument/2006/relationships/image" Target="../media/image18.svg"/><Relationship Id="rId4" Type="http://schemas.openxmlformats.org/officeDocument/2006/relationships/notesSlide" Target="../notesSlides/notesSlide3.xml"/><Relationship Id="rId9" Type="http://schemas.openxmlformats.org/officeDocument/2006/relationships/image" Target="../media/image17.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5.xml"/><Relationship Id="rId2" Type="http://schemas.openxmlformats.org/officeDocument/2006/relationships/tags" Target="../tags/tag81.xml"/><Relationship Id="rId1" Type="http://schemas.openxmlformats.org/officeDocument/2006/relationships/tags" Target="../tags/tag80.xml"/><Relationship Id="rId6" Type="http://schemas.openxmlformats.org/officeDocument/2006/relationships/image" Target="../media/image22.gif"/><Relationship Id="rId5" Type="http://schemas.openxmlformats.org/officeDocument/2006/relationships/image" Target="../media/image21.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5.xml"/><Relationship Id="rId2" Type="http://schemas.openxmlformats.org/officeDocument/2006/relationships/tags" Target="../tags/tag83.xml"/><Relationship Id="rId1" Type="http://schemas.openxmlformats.org/officeDocument/2006/relationships/tags" Target="../tags/tag82.xml"/><Relationship Id="rId6" Type="http://schemas.openxmlformats.org/officeDocument/2006/relationships/image" Target="../media/image24.gif"/><Relationship Id="rId5" Type="http://schemas.openxmlformats.org/officeDocument/2006/relationships/image" Target="../media/image23.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slideLayout" Target="../slideLayouts/slideLayout25.xml"/><Relationship Id="rId7" Type="http://schemas.openxmlformats.org/officeDocument/2006/relationships/image" Target="../media/image27.png"/><Relationship Id="rId2" Type="http://schemas.openxmlformats.org/officeDocument/2006/relationships/tags" Target="../tags/tag85.xml"/><Relationship Id="rId1" Type="http://schemas.openxmlformats.org/officeDocument/2006/relationships/tags" Target="../tags/tag84.xml"/><Relationship Id="rId6" Type="http://schemas.openxmlformats.org/officeDocument/2006/relationships/image" Target="../media/image26.jpeg"/><Relationship Id="rId5" Type="http://schemas.openxmlformats.org/officeDocument/2006/relationships/image" Target="../media/image25.jpeg"/><Relationship Id="rId4" Type="http://schemas.openxmlformats.org/officeDocument/2006/relationships/notesSlide" Target="../notesSlides/notesSlide6.xml"/><Relationship Id="rId9" Type="http://schemas.openxmlformats.org/officeDocument/2006/relationships/image" Target="../media/image29.jpeg"/></Relationships>
</file>

<file path=ppt/slides/_rels/slide7.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slideLayout" Target="../slideLayouts/slideLayout25.xml"/><Relationship Id="rId7" Type="http://schemas.openxmlformats.org/officeDocument/2006/relationships/image" Target="../media/image32.png"/><Relationship Id="rId2" Type="http://schemas.openxmlformats.org/officeDocument/2006/relationships/tags" Target="../tags/tag87.xml"/><Relationship Id="rId1" Type="http://schemas.openxmlformats.org/officeDocument/2006/relationships/tags" Target="../tags/tag86.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notesSlide" Target="../notesSlides/notesSlide7.xml"/><Relationship Id="rId9" Type="http://schemas.openxmlformats.org/officeDocument/2006/relationships/image" Target="../media/image34.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5.xml"/><Relationship Id="rId2" Type="http://schemas.openxmlformats.org/officeDocument/2006/relationships/tags" Target="../tags/tag89.xml"/><Relationship Id="rId1" Type="http://schemas.openxmlformats.org/officeDocument/2006/relationships/tags" Target="../tags/tag88.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8" Type="http://schemas.openxmlformats.org/officeDocument/2006/relationships/hyperlink" Target="https://github.com/Cadene/pretrained-models.pytorch" TargetMode="External"/><Relationship Id="rId3" Type="http://schemas.openxmlformats.org/officeDocument/2006/relationships/slideLayout" Target="../slideLayouts/slideLayout25.xml"/><Relationship Id="rId7" Type="http://schemas.openxmlformats.org/officeDocument/2006/relationships/image" Target="../media/image37.png"/><Relationship Id="rId2" Type="http://schemas.openxmlformats.org/officeDocument/2006/relationships/tags" Target="../tags/tag91.xml"/><Relationship Id="rId1" Type="http://schemas.openxmlformats.org/officeDocument/2006/relationships/tags" Target="../tags/tag90.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slideLayout" Target="../slideLayouts/slideLayout25.xml"/><Relationship Id="rId7" Type="http://schemas.openxmlformats.org/officeDocument/2006/relationships/image" Target="../media/image40.png"/><Relationship Id="rId2" Type="http://schemas.openxmlformats.org/officeDocument/2006/relationships/tags" Target="../tags/tag93.xml"/><Relationship Id="rId1" Type="http://schemas.openxmlformats.org/officeDocument/2006/relationships/tags" Target="../tags/tag92.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5.xml"/><Relationship Id="rId2" Type="http://schemas.openxmlformats.org/officeDocument/2006/relationships/tags" Target="../tags/tag95.xml"/><Relationship Id="rId1" Type="http://schemas.openxmlformats.org/officeDocument/2006/relationships/tags" Target="../tags/tag94.xml"/><Relationship Id="rId5" Type="http://schemas.openxmlformats.org/officeDocument/2006/relationships/image" Target="../media/image42.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5.xml"/><Relationship Id="rId2" Type="http://schemas.openxmlformats.org/officeDocument/2006/relationships/tags" Target="../tags/tag97.xml"/><Relationship Id="rId1" Type="http://schemas.openxmlformats.org/officeDocument/2006/relationships/tags" Target="../tags/tag96.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5.xml"/><Relationship Id="rId7" Type="http://schemas.openxmlformats.org/officeDocument/2006/relationships/image" Target="../media/image47.png"/><Relationship Id="rId2" Type="http://schemas.openxmlformats.org/officeDocument/2006/relationships/tags" Target="../tags/tag99.xml"/><Relationship Id="rId1" Type="http://schemas.openxmlformats.org/officeDocument/2006/relationships/tags" Target="../tags/tag98.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5.xml"/><Relationship Id="rId7" Type="http://schemas.openxmlformats.org/officeDocument/2006/relationships/image" Target="../media/image50.png"/><Relationship Id="rId2" Type="http://schemas.openxmlformats.org/officeDocument/2006/relationships/tags" Target="../tags/tag101.xml"/><Relationship Id="rId1" Type="http://schemas.openxmlformats.org/officeDocument/2006/relationships/tags" Target="../tags/tag100.xml"/><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5.xml"/><Relationship Id="rId2" Type="http://schemas.openxmlformats.org/officeDocument/2006/relationships/tags" Target="../tags/tag103.xml"/><Relationship Id="rId1" Type="http://schemas.openxmlformats.org/officeDocument/2006/relationships/tags" Target="../tags/tag102.xml"/><Relationship Id="rId6" Type="http://schemas.openxmlformats.org/officeDocument/2006/relationships/image" Target="../media/image52.jpeg"/><Relationship Id="rId5" Type="http://schemas.openxmlformats.org/officeDocument/2006/relationships/image" Target="../media/image51.jpe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5.xml"/><Relationship Id="rId7" Type="http://schemas.openxmlformats.org/officeDocument/2006/relationships/image" Target="../media/image55.jpeg"/><Relationship Id="rId2" Type="http://schemas.openxmlformats.org/officeDocument/2006/relationships/tags" Target="../tags/tag105.xml"/><Relationship Id="rId1" Type="http://schemas.openxmlformats.org/officeDocument/2006/relationships/tags" Target="../tags/tag104.xml"/><Relationship Id="rId6" Type="http://schemas.openxmlformats.org/officeDocument/2006/relationships/image" Target="../media/image54.jpeg"/><Relationship Id="rId5" Type="http://schemas.openxmlformats.org/officeDocument/2006/relationships/image" Target="../media/image53.jpe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8" Type="http://schemas.openxmlformats.org/officeDocument/2006/relationships/image" Target="../media/image55.jpeg"/><Relationship Id="rId3" Type="http://schemas.openxmlformats.org/officeDocument/2006/relationships/slideLayout" Target="../slideLayouts/slideLayout25.xml"/><Relationship Id="rId7" Type="http://schemas.openxmlformats.org/officeDocument/2006/relationships/image" Target="../media/image54.jpeg"/><Relationship Id="rId2" Type="http://schemas.openxmlformats.org/officeDocument/2006/relationships/tags" Target="../tags/tag107.xml"/><Relationship Id="rId1" Type="http://schemas.openxmlformats.org/officeDocument/2006/relationships/tags" Target="../tags/tag106.xml"/><Relationship Id="rId6" Type="http://schemas.openxmlformats.org/officeDocument/2006/relationships/image" Target="../media/image53.jpeg"/><Relationship Id="rId5" Type="http://schemas.openxmlformats.org/officeDocument/2006/relationships/image" Target="../media/image56.gif"/><Relationship Id="rId10" Type="http://schemas.openxmlformats.org/officeDocument/2006/relationships/image" Target="../media/image58.gif"/><Relationship Id="rId4" Type="http://schemas.openxmlformats.org/officeDocument/2006/relationships/notesSlide" Target="../notesSlides/notesSlide17.xml"/><Relationship Id="rId9" Type="http://schemas.openxmlformats.org/officeDocument/2006/relationships/image" Target="../media/image57.gif"/></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5.xml"/><Relationship Id="rId2" Type="http://schemas.openxmlformats.org/officeDocument/2006/relationships/tags" Target="../tags/tag109.xml"/><Relationship Id="rId1" Type="http://schemas.openxmlformats.org/officeDocument/2006/relationships/tags" Target="../tags/tag108.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25.xml"/><Relationship Id="rId2" Type="http://schemas.openxmlformats.org/officeDocument/2006/relationships/tags" Target="../tags/tag111.xml"/><Relationship Id="rId1" Type="http://schemas.openxmlformats.org/officeDocument/2006/relationships/tags" Target="../tags/tag110.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25.xml"/><Relationship Id="rId2" Type="http://schemas.openxmlformats.org/officeDocument/2006/relationships/tags" Target="../tags/tag113.xml"/><Relationship Id="rId1" Type="http://schemas.openxmlformats.org/officeDocument/2006/relationships/tags" Target="../tags/tag112.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25.xml"/><Relationship Id="rId2" Type="http://schemas.openxmlformats.org/officeDocument/2006/relationships/tags" Target="../tags/tag115.xml"/><Relationship Id="rId1" Type="http://schemas.openxmlformats.org/officeDocument/2006/relationships/tags" Target="../tags/tag114.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3" Type="http://schemas.openxmlformats.org/officeDocument/2006/relationships/tags" Target="../tags/tag117.xml"/><Relationship Id="rId2" Type="http://schemas.openxmlformats.org/officeDocument/2006/relationships/tags" Target="../tags/tag116.xml"/><Relationship Id="rId1" Type="http://schemas.openxmlformats.org/officeDocument/2006/relationships/themeOverride" Target="../theme/themeOverride1.xml"/><Relationship Id="rId5" Type="http://schemas.openxmlformats.org/officeDocument/2006/relationships/notesSlide" Target="../notesSlides/notesSlide22.xml"/><Relationship Id="rId4" Type="http://schemas.openxmlformats.org/officeDocument/2006/relationships/slideLayout" Target="../slideLayouts/slideLayout25.xml"/></Relationships>
</file>

<file path=ppt/slides/_rels/slide23.xml.rels><?xml version="1.0" encoding="UTF-8" standalone="yes"?>
<Relationships xmlns="http://schemas.openxmlformats.org/package/2006/relationships"><Relationship Id="rId3" Type="http://schemas.openxmlformats.org/officeDocument/2006/relationships/tags" Target="../tags/tag119.xml"/><Relationship Id="rId2" Type="http://schemas.openxmlformats.org/officeDocument/2006/relationships/tags" Target="../tags/tag118.xml"/><Relationship Id="rId1" Type="http://schemas.openxmlformats.org/officeDocument/2006/relationships/themeOverride" Target="../theme/themeOverride2.xml"/><Relationship Id="rId5" Type="http://schemas.openxmlformats.org/officeDocument/2006/relationships/notesSlide" Target="../notesSlides/notesSlide23.xml"/><Relationship Id="rId4" Type="http://schemas.openxmlformats.org/officeDocument/2006/relationships/slideLayout" Target="../slideLayouts/slideLayout25.xml"/></Relationships>
</file>

<file path=ppt/slides/_rels/slide24.xml.rels><?xml version="1.0" encoding="UTF-8" standalone="yes"?>
<Relationships xmlns="http://schemas.openxmlformats.org/package/2006/relationships"><Relationship Id="rId8" Type="http://schemas.openxmlformats.org/officeDocument/2006/relationships/image" Target="../media/image61.png"/><Relationship Id="rId3" Type="http://schemas.openxmlformats.org/officeDocument/2006/relationships/slideLayout" Target="../slideLayouts/slideLayout61.xml"/><Relationship Id="rId7" Type="http://schemas.openxmlformats.org/officeDocument/2006/relationships/image" Target="../media/image60.jpeg"/><Relationship Id="rId2" Type="http://schemas.openxmlformats.org/officeDocument/2006/relationships/tags" Target="../tags/tag121.xml"/><Relationship Id="rId1" Type="http://schemas.openxmlformats.org/officeDocument/2006/relationships/tags" Target="../tags/tag120.xml"/><Relationship Id="rId6" Type="http://schemas.openxmlformats.org/officeDocument/2006/relationships/image" Target="../media/image59.jpeg"/><Relationship Id="rId5" Type="http://schemas.openxmlformats.org/officeDocument/2006/relationships/image" Target="../media/image12.jpeg"/><Relationship Id="rId4" Type="http://schemas.openxmlformats.org/officeDocument/2006/relationships/notesSlide" Target="../notesSlides/notesSlide24.xml"/><Relationship Id="rId9" Type="http://schemas.openxmlformats.org/officeDocument/2006/relationships/image" Target="../media/image6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a:extLst>
              <a:ext uri="{FF2B5EF4-FFF2-40B4-BE49-F238E27FC236}">
                <a16:creationId xmlns:a16="http://schemas.microsoft.com/office/drawing/2014/main" id="{4B923673-6AC6-296D-7C68-3897D7516421}"/>
              </a:ext>
            </a:extLst>
          </p:cNvPr>
          <p:cNvSpPr txBox="1"/>
          <p:nvPr/>
        </p:nvSpPr>
        <p:spPr>
          <a:xfrm>
            <a:off x="8488392" y="1233577"/>
            <a:ext cx="0" cy="0"/>
          </a:xfrm>
          <a:prstGeom prst="rect">
            <a:avLst/>
          </a:prstGeom>
          <a:noFill/>
        </p:spPr>
        <p:txBody>
          <a:bodyPr wrap="none" rtlCol="0">
            <a:noAutofit/>
          </a:bodyPr>
          <a:lstStyle/>
          <a:p>
            <a:pPr algn="l"/>
            <a:endParaRPr kumimoji="1" lang="zh-CN" altLang="en-US" sz="1800" dirty="0">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17" name="文本框 16">
            <a:extLst>
              <a:ext uri="{FF2B5EF4-FFF2-40B4-BE49-F238E27FC236}">
                <a16:creationId xmlns:a16="http://schemas.microsoft.com/office/drawing/2014/main" id="{B7DA629A-56EA-4F91-EF5E-04596B198BBF}"/>
              </a:ext>
            </a:extLst>
          </p:cNvPr>
          <p:cNvSpPr txBox="1"/>
          <p:nvPr/>
        </p:nvSpPr>
        <p:spPr>
          <a:xfrm>
            <a:off x="2969959" y="3601685"/>
            <a:ext cx="6226292" cy="662489"/>
          </a:xfrm>
          <a:prstGeom prst="rect">
            <a:avLst/>
          </a:prstGeom>
          <a:noFill/>
        </p:spPr>
        <p:txBody>
          <a:bodyPr wrap="square">
            <a:spAutoFit/>
          </a:bodyPr>
          <a:lstStyle/>
          <a:p>
            <a:pPr algn="ctr">
              <a:lnSpc>
                <a:spcPct val="150000"/>
              </a:lnSpc>
            </a:pPr>
            <a:r>
              <a:rPr lang="zh-CN" altLang="en-US" sz="2800" b="1" spc="200" dirty="0">
                <a:solidFill>
                  <a:srgbClr val="002060"/>
                </a:solidFill>
                <a:latin typeface="Microsoft YaHei" panose="020B0503020204020204" pitchFamily="34" charset="-122"/>
                <a:ea typeface="Microsoft YaHei" panose="020B0503020204020204" pitchFamily="34" charset="-122"/>
                <a:cs typeface="Times New Roman" panose="02020603050405020304" pitchFamily="18" charset="0"/>
                <a:sym typeface="+mn-ea"/>
              </a:rPr>
              <a:t>空天信息学域  陈炳志</a:t>
            </a:r>
            <a:r>
              <a:rPr lang="zh-CN" altLang="en-US" sz="2800" b="1" spc="200" dirty="0">
                <a:solidFill>
                  <a:schemeClr val="tx1">
                    <a:lumMod val="85000"/>
                    <a:lumOff val="15000"/>
                  </a:schemeClr>
                </a:solidFill>
                <a:latin typeface="Microsoft YaHei" panose="020B0503020204020204" pitchFamily="34" charset="-122"/>
                <a:ea typeface="Microsoft YaHei" panose="020B0503020204020204" pitchFamily="34" charset="-122"/>
                <a:cs typeface="Times New Roman" panose="02020603050405020304" pitchFamily="18" charset="0"/>
                <a:sym typeface="+mn-ea"/>
              </a:rPr>
              <a:t>  副</a:t>
            </a:r>
            <a:r>
              <a:rPr lang="zh-CN" altLang="en-US" sz="2800" b="1" dirty="0">
                <a:solidFill>
                  <a:schemeClr val="tx1">
                    <a:lumMod val="85000"/>
                    <a:lumOff val="15000"/>
                  </a:schemeClr>
                </a:solidFill>
                <a:latin typeface="Microsoft YaHei" panose="020B0503020204020204" pitchFamily="34" charset="-122"/>
                <a:ea typeface="Microsoft YaHei" panose="020B0503020204020204" pitchFamily="34" charset="-122"/>
                <a:cs typeface="Times New Roman" panose="02020603050405020304" pitchFamily="18" charset="0"/>
                <a:sym typeface="+mn-ea"/>
              </a:rPr>
              <a:t>教授</a:t>
            </a:r>
            <a:r>
              <a:rPr lang="en-US" altLang="zh-CN" sz="2800" b="1" dirty="0">
                <a:solidFill>
                  <a:schemeClr val="tx1">
                    <a:lumMod val="85000"/>
                    <a:lumOff val="15000"/>
                  </a:schemeClr>
                </a:solidFill>
                <a:latin typeface="Microsoft YaHei" panose="020B0503020204020204" pitchFamily="34" charset="-122"/>
                <a:ea typeface="Microsoft YaHei" panose="020B0503020204020204" pitchFamily="34" charset="-122"/>
                <a:cs typeface="Times New Roman" panose="02020603050405020304" pitchFamily="18" charset="0"/>
                <a:sym typeface="+mn-ea"/>
              </a:rPr>
              <a:t>/</a:t>
            </a:r>
            <a:r>
              <a:rPr lang="zh-CN" altLang="en-US" sz="2800" b="1" dirty="0">
                <a:solidFill>
                  <a:schemeClr val="tx1">
                    <a:lumMod val="85000"/>
                    <a:lumOff val="15000"/>
                  </a:schemeClr>
                </a:solidFill>
                <a:latin typeface="Microsoft YaHei" panose="020B0503020204020204" pitchFamily="34" charset="-122"/>
                <a:ea typeface="Microsoft YaHei" panose="020B0503020204020204" pitchFamily="34" charset="-122"/>
                <a:cs typeface="Times New Roman" panose="02020603050405020304" pitchFamily="18" charset="0"/>
                <a:sym typeface="+mn-ea"/>
              </a:rPr>
              <a:t>博导</a:t>
            </a:r>
            <a:endParaRPr lang="en-US" altLang="zh-CN" sz="2800" b="1" dirty="0">
              <a:solidFill>
                <a:schemeClr val="tx1">
                  <a:lumMod val="85000"/>
                  <a:lumOff val="15000"/>
                </a:schemeClr>
              </a:solidFill>
              <a:latin typeface="Microsoft YaHei" panose="020B0503020204020204" pitchFamily="34" charset="-122"/>
              <a:ea typeface="Microsoft YaHei" panose="020B0503020204020204" pitchFamily="34" charset="-122"/>
              <a:cs typeface="Times New Roman" panose="02020603050405020304" pitchFamily="18" charset="0"/>
              <a:sym typeface="+mn-ea"/>
            </a:endParaRPr>
          </a:p>
        </p:txBody>
      </p:sp>
      <p:grpSp>
        <p:nvGrpSpPr>
          <p:cNvPr id="18" name="组合 17">
            <a:extLst>
              <a:ext uri="{FF2B5EF4-FFF2-40B4-BE49-F238E27FC236}">
                <a16:creationId xmlns:a16="http://schemas.microsoft.com/office/drawing/2014/main" id="{806ACB2A-55C8-8B48-158A-785A5ADDEFE8}"/>
              </a:ext>
            </a:extLst>
          </p:cNvPr>
          <p:cNvGrpSpPr/>
          <p:nvPr/>
        </p:nvGrpSpPr>
        <p:grpSpPr>
          <a:xfrm>
            <a:off x="-198" y="3985121"/>
            <a:ext cx="12197002" cy="8890"/>
            <a:chOff x="1331" y="5977"/>
            <a:chExt cx="18043" cy="14"/>
          </a:xfrm>
        </p:grpSpPr>
        <p:cxnSp>
          <p:nvCxnSpPr>
            <p:cNvPr id="19" name="直接连接符 8">
              <a:extLst>
                <a:ext uri="{FF2B5EF4-FFF2-40B4-BE49-F238E27FC236}">
                  <a16:creationId xmlns:a16="http://schemas.microsoft.com/office/drawing/2014/main" id="{EFD3E17C-187D-2F01-79E1-DC973D41CA1A}"/>
                </a:ext>
              </a:extLst>
            </p:cNvPr>
            <p:cNvCxnSpPr/>
            <p:nvPr/>
          </p:nvCxnSpPr>
          <p:spPr>
            <a:xfrm>
              <a:off x="1331" y="5977"/>
              <a:ext cx="4260" cy="0"/>
            </a:xfrm>
            <a:prstGeom prst="line">
              <a:avLst/>
            </a:prstGeom>
            <a:ln>
              <a:gradFill>
                <a:gsLst>
                  <a:gs pos="100000">
                    <a:srgbClr val="EEC988"/>
                  </a:gs>
                  <a:gs pos="0">
                    <a:srgbClr val="CB954D"/>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20" name="直接连接符 9">
              <a:extLst>
                <a:ext uri="{FF2B5EF4-FFF2-40B4-BE49-F238E27FC236}">
                  <a16:creationId xmlns:a16="http://schemas.microsoft.com/office/drawing/2014/main" id="{21A9794C-A12F-3B28-83B2-8FEC1CCF0217}"/>
                </a:ext>
              </a:extLst>
            </p:cNvPr>
            <p:cNvCxnSpPr/>
            <p:nvPr/>
          </p:nvCxnSpPr>
          <p:spPr>
            <a:xfrm>
              <a:off x="15114" y="5991"/>
              <a:ext cx="4260" cy="0"/>
            </a:xfrm>
            <a:prstGeom prst="line">
              <a:avLst/>
            </a:prstGeom>
            <a:ln>
              <a:gradFill>
                <a:gsLst>
                  <a:gs pos="100000">
                    <a:srgbClr val="EEC988"/>
                  </a:gs>
                  <a:gs pos="0">
                    <a:srgbClr val="CB954D"/>
                  </a:gs>
                </a:gsLst>
                <a:lin ang="5400000" scaled="1"/>
              </a:gradFill>
            </a:ln>
          </p:spPr>
          <p:style>
            <a:lnRef idx="1">
              <a:schemeClr val="accent1"/>
            </a:lnRef>
            <a:fillRef idx="0">
              <a:schemeClr val="accent1"/>
            </a:fillRef>
            <a:effectRef idx="0">
              <a:schemeClr val="accent1"/>
            </a:effectRef>
            <a:fontRef idx="minor">
              <a:schemeClr val="tx1"/>
            </a:fontRef>
          </p:style>
        </p:cxnSp>
      </p:grpSp>
      <p:sp>
        <p:nvSpPr>
          <p:cNvPr id="6" name="TextBox 8">
            <a:extLst>
              <a:ext uri="{FF2B5EF4-FFF2-40B4-BE49-F238E27FC236}">
                <a16:creationId xmlns:a16="http://schemas.microsoft.com/office/drawing/2014/main" id="{E7191DDA-DADD-3C51-D9ED-3B6E591F55EE}"/>
              </a:ext>
            </a:extLst>
          </p:cNvPr>
          <p:cNvSpPr>
            <a:spLocks noChangeArrowheads="1"/>
          </p:cNvSpPr>
          <p:nvPr>
            <p:custDataLst>
              <p:tags r:id="rId1"/>
            </p:custDataLst>
          </p:nvPr>
        </p:nvSpPr>
        <p:spPr bwMode="auto">
          <a:xfrm>
            <a:off x="296314" y="2111020"/>
            <a:ext cx="11615420" cy="1540044"/>
          </a:xfrm>
          <a:prstGeom prst="rect">
            <a:avLst/>
          </a:prstGeom>
          <a:noFill/>
          <a:ln>
            <a:noFill/>
          </a:ln>
        </p:spPr>
        <p:txBody>
          <a:bodyPr wrap="square" lIns="91438" tIns="45719" rIns="91438" bIns="45719">
            <a:no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defTabSz="913765">
              <a:lnSpc>
                <a:spcPct val="150000"/>
              </a:lnSpc>
              <a:spcBef>
                <a:spcPts val="0"/>
              </a:spcBef>
              <a:buNone/>
            </a:pPr>
            <a:r>
              <a:rPr lang="zh-CN" altLang="en-US" sz="4800" b="1" dirty="0">
                <a:solidFill>
                  <a:srgbClr val="C00000"/>
                </a:solidFill>
                <a:latin typeface="Microsoft YaHei" panose="020B0503020204020204" pitchFamily="34" charset="-122"/>
                <a:ea typeface="Microsoft YaHei" panose="020B0503020204020204" pitchFamily="34" charset="-122"/>
                <a:cs typeface="Times New Roman" panose="02020603050405020304" pitchFamily="18" charset="0"/>
              </a:rPr>
              <a:t>人工智能与计算科学</a:t>
            </a:r>
            <a:r>
              <a:rPr lang="en-US" altLang="zh-CN" sz="4800" b="1" dirty="0">
                <a:solidFill>
                  <a:srgbClr val="C00000"/>
                </a:solidFill>
                <a:latin typeface="Microsoft YaHei" panose="020B0503020204020204" pitchFamily="34" charset="-122"/>
                <a:ea typeface="Microsoft YaHei" panose="020B0503020204020204" pitchFamily="34" charset="-122"/>
                <a:cs typeface="Times New Roman" panose="02020603050405020304" pitchFamily="18" charset="0"/>
              </a:rPr>
              <a:t>A</a:t>
            </a:r>
            <a:r>
              <a:rPr lang="zh-CN" altLang="en-US" sz="4800" b="1" dirty="0">
                <a:solidFill>
                  <a:srgbClr val="C00000"/>
                </a:solidFill>
                <a:latin typeface="Microsoft YaHei" panose="020B0503020204020204" pitchFamily="34" charset="-122"/>
                <a:ea typeface="Microsoft YaHei" panose="020B0503020204020204" pitchFamily="34" charset="-122"/>
                <a:cs typeface="Times New Roman" panose="02020603050405020304" pitchFamily="18" charset="0"/>
              </a:rPr>
              <a:t>：课程</a:t>
            </a:r>
            <a:r>
              <a:rPr lang="en-US" altLang="zh-CN" sz="4800" b="1" dirty="0">
                <a:solidFill>
                  <a:srgbClr val="C00000"/>
                </a:solidFill>
                <a:latin typeface="Microsoft YaHei" panose="020B0503020204020204" pitchFamily="34" charset="-122"/>
                <a:ea typeface="Microsoft YaHei" panose="020B0503020204020204" pitchFamily="34" charset="-122"/>
                <a:cs typeface="Times New Roman" panose="02020603050405020304" pitchFamily="18" charset="0"/>
              </a:rPr>
              <a:t>4</a:t>
            </a:r>
            <a:endParaRPr lang="zh-CN" altLang="en-US" sz="4800" b="1" dirty="0">
              <a:solidFill>
                <a:srgbClr val="C00000"/>
              </a:solidFill>
              <a:latin typeface="Microsoft YaHei" panose="020B0503020204020204" pitchFamily="34" charset="-122"/>
              <a:ea typeface="Microsoft YaHei" panose="020B0503020204020204" pitchFamily="34" charset="-122"/>
              <a:cs typeface="Times New Roman" panose="02020603050405020304" pitchFamily="18" charset="0"/>
            </a:endParaRPr>
          </a:p>
        </p:txBody>
      </p:sp>
      <p:pic>
        <p:nvPicPr>
          <p:cNvPr id="3" name="图片 2">
            <a:extLst>
              <a:ext uri="{FF2B5EF4-FFF2-40B4-BE49-F238E27FC236}">
                <a16:creationId xmlns:a16="http://schemas.microsoft.com/office/drawing/2014/main" id="{B2AD862E-52A6-06CB-659B-A9334C57385D}"/>
              </a:ext>
            </a:extLst>
          </p:cNvPr>
          <p:cNvPicPr>
            <a:picLocks noChangeAspect="1"/>
          </p:cNvPicPr>
          <p:nvPr>
            <p:custDataLst>
              <p:tags r:id="rId2"/>
            </p:custDataLst>
          </p:nvPr>
        </p:nvPicPr>
        <p:blipFill>
          <a:blip r:embed="rId6">
            <a:lum contrast="-12000"/>
          </a:blip>
          <a:srcRect r="12429"/>
          <a:stretch>
            <a:fillRect/>
          </a:stretch>
        </p:blipFill>
        <p:spPr>
          <a:xfrm>
            <a:off x="0" y="4297045"/>
            <a:ext cx="12192635" cy="2567940"/>
          </a:xfrm>
          <a:prstGeom prst="rect">
            <a:avLst/>
          </a:prstGeom>
        </p:spPr>
      </p:pic>
      <p:pic>
        <p:nvPicPr>
          <p:cNvPr id="4" name="图片 3">
            <a:extLst>
              <a:ext uri="{FF2B5EF4-FFF2-40B4-BE49-F238E27FC236}">
                <a16:creationId xmlns:a16="http://schemas.microsoft.com/office/drawing/2014/main" id="{5B53FA77-2E46-B73F-0B92-00925A6B3697}"/>
              </a:ext>
            </a:extLst>
          </p:cNvPr>
          <p:cNvPicPr>
            <a:picLocks noChangeAspect="1"/>
          </p:cNvPicPr>
          <p:nvPr>
            <p:custDataLst>
              <p:tags r:id="rId3"/>
            </p:custDataLst>
          </p:nvPr>
        </p:nvPicPr>
        <p:blipFill>
          <a:blip r:embed="rId7">
            <a:extLst>
              <a:ext uri="{28A0092B-C50C-407E-A947-70E740481C1C}">
                <a14:useLocalDpi xmlns:a14="http://schemas.microsoft.com/office/drawing/2010/main" val="0"/>
              </a:ext>
            </a:extLst>
          </a:blip>
          <a:stretch>
            <a:fillRect/>
          </a:stretch>
        </p:blipFill>
        <p:spPr>
          <a:xfrm>
            <a:off x="5279928" y="363137"/>
            <a:ext cx="1632143" cy="1622842"/>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5324"/>
    </mc:Choice>
    <mc:Fallback xmlns="">
      <p:transition spd="slow" advTm="5324"/>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B2A37B-060D-AE26-7A7D-5173C9FF1CCA}"/>
            </a:ext>
          </a:extLst>
        </p:cNvPr>
        <p:cNvGrpSpPr/>
        <p:nvPr/>
      </p:nvGrpSpPr>
      <p:grpSpPr>
        <a:xfrm>
          <a:off x="0" y="0"/>
          <a:ext cx="0" cy="0"/>
          <a:chOff x="0" y="0"/>
          <a:chExt cx="0" cy="0"/>
        </a:xfrm>
      </p:grpSpPr>
      <p:sp>
        <p:nvSpPr>
          <p:cNvPr id="6" name="矩形 5">
            <a:extLst>
              <a:ext uri="{FF2B5EF4-FFF2-40B4-BE49-F238E27FC236}">
                <a16:creationId xmlns:a16="http://schemas.microsoft.com/office/drawing/2014/main" id="{C85EEF83-954B-6E35-EEE6-2AE402034DEF}"/>
              </a:ext>
            </a:extLst>
          </p:cNvPr>
          <p:cNvSpPr/>
          <p:nvPr/>
        </p:nvSpPr>
        <p:spPr>
          <a:xfrm>
            <a:off x="-3745" y="2240225"/>
            <a:ext cx="12192000" cy="2689778"/>
          </a:xfrm>
          <a:prstGeom prst="rect">
            <a:avLst/>
          </a:prstGeom>
          <a:solidFill>
            <a:srgbClr val="C00000">
              <a:alpha val="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mj-ea"/>
              <a:ea typeface="+mj-ea"/>
            </a:endParaRPr>
          </a:p>
        </p:txBody>
      </p:sp>
      <p:sp>
        <p:nvSpPr>
          <p:cNvPr id="5123" name="TextBox 8">
            <a:extLst>
              <a:ext uri="{FF2B5EF4-FFF2-40B4-BE49-F238E27FC236}">
                <a16:creationId xmlns:a16="http://schemas.microsoft.com/office/drawing/2014/main" id="{276336AA-D1F2-8F27-DA95-A5C8D392C6B9}"/>
              </a:ext>
            </a:extLst>
          </p:cNvPr>
          <p:cNvSpPr>
            <a:spLocks noChangeArrowheads="1"/>
          </p:cNvSpPr>
          <p:nvPr>
            <p:custDataLst>
              <p:tags r:id="rId2"/>
            </p:custDataLst>
          </p:nvPr>
        </p:nvSpPr>
        <p:spPr bwMode="auto">
          <a:xfrm>
            <a:off x="3745" y="2927889"/>
            <a:ext cx="12304449" cy="1314450"/>
          </a:xfrm>
          <a:prstGeom prst="rect">
            <a:avLst/>
          </a:prstGeom>
          <a:noFill/>
          <a:ln>
            <a:noFill/>
          </a:ln>
        </p:spPr>
        <p:txBody>
          <a:bodyPr wrap="square" lIns="91438" tIns="45719" rIns="91438" bIns="45719">
            <a:no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sym typeface="Calibri" panose="020F050202020403020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sym typeface="Calibri" panose="020F050202020403020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9pPr>
          </a:lstStyle>
          <a:p>
            <a:pPr algn="ctr" defTabSz="913765">
              <a:lnSpc>
                <a:spcPct val="150000"/>
              </a:lnSpc>
              <a:spcBef>
                <a:spcPts val="0"/>
              </a:spcBef>
              <a:buNone/>
            </a:pPr>
            <a:r>
              <a:rPr lang="zh-CN" altLang="en-US" sz="4800" b="1" kern="0" spc="-150" noProof="0" dirty="0">
                <a:ln>
                  <a:noFill/>
                </a:ln>
                <a:gradFill>
                  <a:gsLst>
                    <a:gs pos="0">
                      <a:srgbClr val="7D1E2E"/>
                    </a:gs>
                    <a:gs pos="100000">
                      <a:srgbClr val="0070C0"/>
                    </a:gs>
                  </a:gsLst>
                  <a:lin ang="2700000" scaled="0"/>
                </a:gradFill>
                <a:effectLst/>
                <a:uLnTx/>
                <a:uFillTx/>
                <a:latin typeface="+mj-ea"/>
                <a:ea typeface="+mj-ea"/>
                <a:cs typeface="Times New Roman" panose="02020603050405020304" pitchFamily="18" charset="0"/>
                <a:sym typeface="Segoe UI Semilight" panose="020B0402040204020203" pitchFamily="34" charset="0"/>
              </a:rPr>
              <a:t>课程</a:t>
            </a:r>
            <a:r>
              <a:rPr lang="en-US" altLang="zh-CN" sz="4800" b="1" kern="0" spc="-150" dirty="0">
                <a:gradFill>
                  <a:gsLst>
                    <a:gs pos="0">
                      <a:srgbClr val="7D1E2E"/>
                    </a:gs>
                    <a:gs pos="100000">
                      <a:srgbClr val="0070C0"/>
                    </a:gs>
                  </a:gsLst>
                  <a:lin ang="2700000" scaled="0"/>
                </a:gradFill>
                <a:latin typeface="+mj-ea"/>
                <a:ea typeface="+mj-ea"/>
                <a:cs typeface="Times New Roman" panose="02020603050405020304" pitchFamily="18" charset="0"/>
                <a:sym typeface="Segoe UI Semilight" panose="020B0402040204020203" pitchFamily="34" charset="0"/>
              </a:rPr>
              <a:t>1</a:t>
            </a:r>
            <a:r>
              <a:rPr lang="zh-CN" altLang="en-US" sz="4800" b="1" kern="0" spc="-150" noProof="0" dirty="0">
                <a:ln>
                  <a:noFill/>
                </a:ln>
                <a:gradFill>
                  <a:gsLst>
                    <a:gs pos="0">
                      <a:srgbClr val="7D1E2E"/>
                    </a:gs>
                    <a:gs pos="100000">
                      <a:srgbClr val="0070C0"/>
                    </a:gs>
                  </a:gsLst>
                  <a:lin ang="2700000" scaled="0"/>
                </a:gradFill>
                <a:effectLst/>
                <a:uLnTx/>
                <a:uFillTx/>
                <a:latin typeface="+mj-ea"/>
                <a:ea typeface="+mj-ea"/>
                <a:cs typeface="Times New Roman" panose="02020603050405020304" pitchFamily="18" charset="0"/>
                <a:sym typeface="Segoe UI Semilight" panose="020B0402040204020203" pitchFamily="34" charset="0"/>
              </a:rPr>
              <a:t>：经典卷积神经网络</a:t>
            </a:r>
            <a:endParaRPr lang="en-US" altLang="zh-CN" sz="4800" b="1" kern="0" spc="-150" noProof="0" dirty="0">
              <a:ln>
                <a:noFill/>
              </a:ln>
              <a:gradFill>
                <a:gsLst>
                  <a:gs pos="0">
                    <a:srgbClr val="7D1E2E"/>
                  </a:gs>
                  <a:gs pos="100000">
                    <a:srgbClr val="0070C0"/>
                  </a:gs>
                </a:gsLst>
                <a:lin ang="2700000" scaled="0"/>
              </a:gradFill>
              <a:effectLst/>
              <a:uLnTx/>
              <a:uFillTx/>
              <a:latin typeface="+mj-ea"/>
              <a:ea typeface="+mj-ea"/>
              <a:cs typeface="Times New Roman" panose="02020603050405020304" pitchFamily="18" charset="0"/>
              <a:sym typeface="Segoe UI Semilight" panose="020B0402040204020203" pitchFamily="34" charset="0"/>
            </a:endParaRPr>
          </a:p>
        </p:txBody>
      </p:sp>
      <p:sp>
        <p:nvSpPr>
          <p:cNvPr id="7" name="文本框 6">
            <a:extLst>
              <a:ext uri="{FF2B5EF4-FFF2-40B4-BE49-F238E27FC236}">
                <a16:creationId xmlns:a16="http://schemas.microsoft.com/office/drawing/2014/main" id="{81CDF88C-EEB7-BBFD-990D-CD937FA2F760}"/>
              </a:ext>
            </a:extLst>
          </p:cNvPr>
          <p:cNvSpPr txBox="1"/>
          <p:nvPr/>
        </p:nvSpPr>
        <p:spPr>
          <a:xfrm>
            <a:off x="-635" y="6553200"/>
            <a:ext cx="12192635" cy="304800"/>
          </a:xfrm>
          <a:prstGeom prst="rect">
            <a:avLst/>
          </a:prstGeom>
          <a:solidFill>
            <a:srgbClr val="C00000"/>
          </a:solidFill>
          <a:ln w="12700" cap="flat" cmpd="sng" algn="ctr">
            <a:noFill/>
            <a:prstDash val="solid"/>
            <a:miter lim="800000"/>
          </a:ln>
          <a:effectLst/>
        </p:spPr>
        <p:txBody>
          <a:bodyPr lIns="36195" tIns="323850" rIns="36195" bIns="323850" rtlCol="0" anchor="ctr" anchorCtr="1"/>
          <a:lstStyle>
            <a:defPPr>
              <a:defRPr lang="zh-CN"/>
            </a:defPPr>
            <a:lvl1pPr marR="0" lvl="0" indent="0" algn="ctr" defTabSz="457200" fontAlgn="base">
              <a:lnSpc>
                <a:spcPct val="110000"/>
              </a:lnSpc>
              <a:spcBef>
                <a:spcPts val="0"/>
              </a:spcBef>
              <a:spcAft>
                <a:spcPts val="0"/>
              </a:spcAft>
              <a:buClrTx/>
              <a:buSzTx/>
              <a:buFontTx/>
              <a:buNone/>
              <a:defRPr kumimoji="0" sz="4400" b="1" i="0" u="none" strike="noStrike" cap="none" spc="0" normalizeH="0" baseline="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defRPr>
            </a:lvl1pPr>
          </a:lstStyle>
          <a:p>
            <a:pPr defTabSz="914400" fontAlgn="auto">
              <a:lnSpc>
                <a:spcPct val="100000"/>
              </a:lnSpc>
              <a:defRPr/>
            </a:pPr>
            <a:endParaRPr lang="zh-CN" altLang="en-US" sz="2400" dirty="0">
              <a:solidFill>
                <a:srgbClr val="FFFF00"/>
              </a:solidFill>
              <a:latin typeface="+mj-ea"/>
              <a:ea typeface="+mj-ea"/>
              <a:sym typeface="Times New Roman" panose="02020603050405020304" pitchFamily="18" charset="0"/>
            </a:endParaRPr>
          </a:p>
        </p:txBody>
      </p:sp>
      <p:grpSp>
        <p:nvGrpSpPr>
          <p:cNvPr id="11" name="组合 10">
            <a:extLst>
              <a:ext uri="{FF2B5EF4-FFF2-40B4-BE49-F238E27FC236}">
                <a16:creationId xmlns:a16="http://schemas.microsoft.com/office/drawing/2014/main" id="{73FD9FB4-A166-52A8-E1CF-A6B208E66AB2}"/>
              </a:ext>
            </a:extLst>
          </p:cNvPr>
          <p:cNvGrpSpPr>
            <a:grpSpLocks noChangeAspect="1"/>
          </p:cNvGrpSpPr>
          <p:nvPr/>
        </p:nvGrpSpPr>
        <p:grpSpPr>
          <a:xfrm>
            <a:off x="4040186" y="1017714"/>
            <a:ext cx="4564862" cy="1008000"/>
            <a:chOff x="8607266" y="0"/>
            <a:chExt cx="3387965" cy="748121"/>
          </a:xfrm>
        </p:grpSpPr>
        <p:pic>
          <p:nvPicPr>
            <p:cNvPr id="13" name="图片 12">
              <a:extLst>
                <a:ext uri="{FF2B5EF4-FFF2-40B4-BE49-F238E27FC236}">
                  <a16:creationId xmlns:a16="http://schemas.microsoft.com/office/drawing/2014/main" id="{E34ACCA3-216A-6AFD-4B09-DE50A07307A6}"/>
                </a:ext>
              </a:extLst>
            </p:cNvPr>
            <p:cNvPicPr>
              <a:picLocks noChangeAspect="1"/>
            </p:cNvPicPr>
            <p:nvPr userDrawn="1"/>
          </p:nvPicPr>
          <p:blipFill>
            <a:blip r:embed="rId5"/>
            <a:srcRect t="11050" b="17409"/>
            <a:stretch/>
          </p:blipFill>
          <p:spPr>
            <a:xfrm>
              <a:off x="9323456" y="104805"/>
              <a:ext cx="2671775" cy="643316"/>
            </a:xfrm>
            <a:prstGeom prst="rect">
              <a:avLst/>
            </a:prstGeom>
          </p:spPr>
        </p:pic>
        <p:pic>
          <p:nvPicPr>
            <p:cNvPr id="14" name="图片 13">
              <a:extLst>
                <a:ext uri="{FF2B5EF4-FFF2-40B4-BE49-F238E27FC236}">
                  <a16:creationId xmlns:a16="http://schemas.microsoft.com/office/drawing/2014/main" id="{9ABB41F6-8F18-6F75-8DE9-476402B10C21}"/>
                </a:ext>
              </a:extLst>
            </p:cNvPr>
            <p:cNvPicPr>
              <a:picLocks noChangeAspect="1"/>
            </p:cNvPicPr>
            <p:nvPr userDrawn="1"/>
          </p:nvPicPr>
          <p:blipFill>
            <a:blip r:embed="rId6"/>
            <a:srcRect l="10985" t="9783" r="4067" b="16812"/>
            <a:stretch>
              <a:fillRect/>
            </a:stretch>
          </p:blipFill>
          <p:spPr>
            <a:xfrm>
              <a:off x="8607266" y="0"/>
              <a:ext cx="742950" cy="742950"/>
            </a:xfrm>
            <a:prstGeom prst="rect">
              <a:avLst/>
            </a:prstGeom>
          </p:spPr>
        </p:pic>
      </p:grpSp>
      <p:sp>
        <p:nvSpPr>
          <p:cNvPr id="15" name="文本框 14">
            <a:extLst>
              <a:ext uri="{FF2B5EF4-FFF2-40B4-BE49-F238E27FC236}">
                <a16:creationId xmlns:a16="http://schemas.microsoft.com/office/drawing/2014/main" id="{237509B4-6DA8-F401-3356-60FD478EFB6F}"/>
              </a:ext>
            </a:extLst>
          </p:cNvPr>
          <p:cNvSpPr txBox="1"/>
          <p:nvPr/>
        </p:nvSpPr>
        <p:spPr>
          <a:xfrm>
            <a:off x="-4380" y="-39243"/>
            <a:ext cx="12192635" cy="180000"/>
          </a:xfrm>
          <a:prstGeom prst="rect">
            <a:avLst/>
          </a:prstGeom>
          <a:solidFill>
            <a:srgbClr val="C00000"/>
          </a:solidFill>
          <a:ln w="12700" cap="flat" cmpd="sng" algn="ctr">
            <a:noFill/>
            <a:prstDash val="solid"/>
            <a:miter lim="800000"/>
          </a:ln>
          <a:effectLst/>
        </p:spPr>
        <p:txBody>
          <a:bodyPr lIns="36195" tIns="323850" rIns="36195" bIns="323850" rtlCol="0" anchor="ctr" anchorCtr="1"/>
          <a:lstStyle>
            <a:defPPr>
              <a:defRPr lang="zh-CN"/>
            </a:defPPr>
            <a:lvl1pPr marR="0" lvl="0" indent="0" algn="ctr" defTabSz="457200" fontAlgn="base">
              <a:lnSpc>
                <a:spcPct val="110000"/>
              </a:lnSpc>
              <a:spcBef>
                <a:spcPts val="0"/>
              </a:spcBef>
              <a:spcAft>
                <a:spcPts val="0"/>
              </a:spcAft>
              <a:buClrTx/>
              <a:buSzTx/>
              <a:buFontTx/>
              <a:buNone/>
              <a:defRPr kumimoji="0" sz="4400" b="1" i="0" u="none" strike="noStrike" cap="none" spc="0" normalizeH="0" baseline="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defRPr>
            </a:lvl1pPr>
          </a:lstStyle>
          <a:p>
            <a:pPr defTabSz="914400" fontAlgn="auto">
              <a:lnSpc>
                <a:spcPct val="100000"/>
              </a:lnSpc>
              <a:defRPr/>
            </a:pPr>
            <a:endParaRPr lang="zh-CN" altLang="en-US" sz="2400" dirty="0">
              <a:solidFill>
                <a:srgbClr val="FFFF00"/>
              </a:solidFill>
              <a:latin typeface="+mj-ea"/>
              <a:ea typeface="+mj-ea"/>
              <a:sym typeface="Times New Roman" panose="02020603050405020304" pitchFamily="18" charset="0"/>
            </a:endParaRPr>
          </a:p>
        </p:txBody>
      </p:sp>
    </p:spTree>
    <p:custDataLst>
      <p:tags r:id="rId1"/>
    </p:custDataLst>
    <p:extLst>
      <p:ext uri="{BB962C8B-B14F-4D97-AF65-F5344CB8AC3E}">
        <p14:creationId xmlns:p14="http://schemas.microsoft.com/office/powerpoint/2010/main" val="2434282191"/>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1B14C8-3445-5191-BB68-4B0621858A23}"/>
            </a:ext>
          </a:extLst>
        </p:cNvPr>
        <p:cNvGrpSpPr/>
        <p:nvPr/>
      </p:nvGrpSpPr>
      <p:grpSpPr>
        <a:xfrm>
          <a:off x="0" y="0"/>
          <a:ext cx="0" cy="0"/>
          <a:chOff x="0" y="0"/>
          <a:chExt cx="0" cy="0"/>
        </a:xfrm>
      </p:grpSpPr>
      <p:sp>
        <p:nvSpPr>
          <p:cNvPr id="121" name="标题 11">
            <a:extLst>
              <a:ext uri="{FF2B5EF4-FFF2-40B4-BE49-F238E27FC236}">
                <a16:creationId xmlns:a16="http://schemas.microsoft.com/office/drawing/2014/main" id="{EDB1A1B8-4F8C-193A-AAC3-CF6F211C9F71}"/>
              </a:ext>
            </a:extLst>
          </p:cNvPr>
          <p:cNvSpPr txBox="1"/>
          <p:nvPr>
            <p:custDataLst>
              <p:tags r:id="rId2"/>
            </p:custDataLst>
          </p:nvPr>
        </p:nvSpPr>
        <p:spPr bwMode="auto">
          <a:xfrm>
            <a:off x="1219099" y="179835"/>
            <a:ext cx="10972901" cy="535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spAutoFit/>
          </a:bodyPr>
          <a:lstStyle>
            <a:lvl1pPr algn="l" rtl="0" eaLnBrk="0" fontAlgn="base" hangingPunct="0">
              <a:lnSpc>
                <a:spcPct val="90000"/>
              </a:lnSpc>
              <a:spcBef>
                <a:spcPct val="0"/>
              </a:spcBef>
              <a:spcAft>
                <a:spcPct val="0"/>
              </a:spcAft>
              <a:defRPr lang="zh-CN" altLang="en-US" sz="3600" b="1" kern="1200" baseline="0">
                <a:solidFill>
                  <a:schemeClr val="tx1"/>
                </a:solidFill>
                <a:latin typeface="微软雅黑" panose="020B0503020204020204" pitchFamily="34" charset="-122"/>
                <a:ea typeface="微软雅黑" panose="020B0503020204020204" pitchFamily="34" charset="-122"/>
                <a:cs typeface="+mn-cs"/>
              </a:defRPr>
            </a:lvl1pPr>
            <a:lvl2pPr algn="l" rtl="0" eaLnBrk="0" fontAlgn="base" hangingPunct="0">
              <a:lnSpc>
                <a:spcPct val="90000"/>
              </a:lnSpc>
              <a:spcBef>
                <a:spcPct val="0"/>
              </a:spcBef>
              <a:spcAft>
                <a:spcPct val="0"/>
              </a:spcAft>
              <a:defRPr sz="440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2pPr>
            <a:lvl3pPr algn="l" rtl="0" eaLnBrk="0" fontAlgn="base" hangingPunct="0">
              <a:lnSpc>
                <a:spcPct val="90000"/>
              </a:lnSpc>
              <a:spcBef>
                <a:spcPct val="0"/>
              </a:spcBef>
              <a:spcAft>
                <a:spcPct val="0"/>
              </a:spcAft>
              <a:defRPr sz="440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3pPr>
            <a:lvl4pPr algn="l" rtl="0" eaLnBrk="0" fontAlgn="base" hangingPunct="0">
              <a:lnSpc>
                <a:spcPct val="90000"/>
              </a:lnSpc>
              <a:spcBef>
                <a:spcPct val="0"/>
              </a:spcBef>
              <a:spcAft>
                <a:spcPct val="0"/>
              </a:spcAft>
              <a:defRPr sz="440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4pPr>
            <a:lvl5pPr algn="l" rtl="0" eaLnBrk="0" fontAlgn="base" hangingPunct="0">
              <a:lnSpc>
                <a:spcPct val="90000"/>
              </a:lnSpc>
              <a:spcBef>
                <a:spcPct val="0"/>
              </a:spcBef>
              <a:spcAft>
                <a:spcPct val="0"/>
              </a:spcAft>
              <a:defRPr sz="440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5pPr>
            <a:lvl6pPr marL="457200" algn="l" rtl="0" fontAlgn="base">
              <a:lnSpc>
                <a:spcPct val="90000"/>
              </a:lnSpc>
              <a:spcBef>
                <a:spcPct val="0"/>
              </a:spcBef>
              <a:spcAft>
                <a:spcPct val="0"/>
              </a:spcAft>
              <a:defRPr sz="4400">
                <a:solidFill>
                  <a:schemeClr val="tx1"/>
                </a:solidFill>
                <a:latin typeface="Century Gothic" panose="020B0502020202020204" pitchFamily="34" charset="0"/>
                <a:ea typeface="微软雅黑" panose="020B0503020204020204" pitchFamily="34" charset="-122"/>
              </a:defRPr>
            </a:lvl6pPr>
            <a:lvl7pPr marL="914400" algn="l" rtl="0" fontAlgn="base">
              <a:lnSpc>
                <a:spcPct val="90000"/>
              </a:lnSpc>
              <a:spcBef>
                <a:spcPct val="0"/>
              </a:spcBef>
              <a:spcAft>
                <a:spcPct val="0"/>
              </a:spcAft>
              <a:defRPr sz="4400">
                <a:solidFill>
                  <a:schemeClr val="tx1"/>
                </a:solidFill>
                <a:latin typeface="Century Gothic" panose="020B0502020202020204" pitchFamily="34" charset="0"/>
                <a:ea typeface="微软雅黑" panose="020B0503020204020204" pitchFamily="34" charset="-122"/>
              </a:defRPr>
            </a:lvl7pPr>
            <a:lvl8pPr marL="1371600" algn="l" rtl="0" fontAlgn="base">
              <a:lnSpc>
                <a:spcPct val="90000"/>
              </a:lnSpc>
              <a:spcBef>
                <a:spcPct val="0"/>
              </a:spcBef>
              <a:spcAft>
                <a:spcPct val="0"/>
              </a:spcAft>
              <a:defRPr sz="4400">
                <a:solidFill>
                  <a:schemeClr val="tx1"/>
                </a:solidFill>
                <a:latin typeface="Century Gothic" panose="020B0502020202020204" pitchFamily="34" charset="0"/>
                <a:ea typeface="微软雅黑" panose="020B0503020204020204" pitchFamily="34" charset="-122"/>
              </a:defRPr>
            </a:lvl8pPr>
            <a:lvl9pPr marL="1828800" algn="l" rtl="0" fontAlgn="base">
              <a:lnSpc>
                <a:spcPct val="90000"/>
              </a:lnSpc>
              <a:spcBef>
                <a:spcPct val="0"/>
              </a:spcBef>
              <a:spcAft>
                <a:spcPct val="0"/>
              </a:spcAft>
              <a:defRPr sz="4400">
                <a:solidFill>
                  <a:schemeClr val="tx1"/>
                </a:solidFill>
                <a:latin typeface="Century Gothic" panose="020B0502020202020204" pitchFamily="34" charset="0"/>
                <a:ea typeface="微软雅黑" panose="020B0503020204020204" pitchFamily="34" charset="-122"/>
              </a:defRPr>
            </a:lvl9pPr>
          </a:lstStyle>
          <a:p>
            <a:pPr>
              <a:defRPr/>
            </a:pPr>
            <a:r>
              <a:rPr lang="zh-CN" altLang="en-US" sz="3200" kern="0" spc="-150" dirty="0">
                <a:gradFill>
                  <a:gsLst>
                    <a:gs pos="0">
                      <a:srgbClr val="7D1E2E"/>
                    </a:gs>
                    <a:gs pos="100000">
                      <a:srgbClr val="0070C0"/>
                    </a:gs>
                  </a:gsLst>
                  <a:lin ang="2700000" scaled="0"/>
                </a:gradFill>
                <a:latin typeface="Microsoft YaHei" panose="020B0503020204020204" pitchFamily="34" charset="-122"/>
                <a:ea typeface="Microsoft YaHei" panose="020B0503020204020204" pitchFamily="34" charset="-122"/>
                <a:cs typeface="Times New Roman" panose="02020603050405020304" pitchFamily="18" charset="0"/>
              </a:rPr>
              <a:t>早期卷积神经网络</a:t>
            </a:r>
          </a:p>
        </p:txBody>
      </p:sp>
      <p:sp>
        <p:nvSpPr>
          <p:cNvPr id="2" name="AutoShape 4">
            <a:extLst>
              <a:ext uri="{FF2B5EF4-FFF2-40B4-BE49-F238E27FC236}">
                <a16:creationId xmlns:a16="http://schemas.microsoft.com/office/drawing/2014/main" id="{3EE51767-6CEF-DED8-4C76-094ED1E461A1}"/>
              </a:ext>
            </a:extLst>
          </p:cNvPr>
          <p:cNvSpPr>
            <a:spLocks noChangeAspect="1" noChangeArrowheads="1"/>
          </p:cNvSpPr>
          <p:nvPr/>
        </p:nvSpPr>
        <p:spPr bwMode="auto">
          <a:xfrm>
            <a:off x="5792990" y="3125774"/>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b="1">
              <a:solidFill>
                <a:schemeClr val="tx1">
                  <a:lumMod val="85000"/>
                  <a:lumOff val="15000"/>
                </a:schemeClr>
              </a:solidFill>
              <a:latin typeface="Microsoft YaHei" panose="020B0503020204020204" pitchFamily="34" charset="-122"/>
              <a:ea typeface="Microsoft YaHei" panose="020B0503020204020204" pitchFamily="34" charset="-122"/>
            </a:endParaRPr>
          </a:p>
        </p:txBody>
      </p:sp>
      <p:pic>
        <p:nvPicPr>
          <p:cNvPr id="3" name="图形 2">
            <a:extLst>
              <a:ext uri="{FF2B5EF4-FFF2-40B4-BE49-F238E27FC236}">
                <a16:creationId xmlns:a16="http://schemas.microsoft.com/office/drawing/2014/main" id="{72FE90CF-230F-02CB-E95B-89A68B0D8D77}"/>
              </a:ext>
            </a:extLst>
          </p:cNvPr>
          <p:cNvPicPr>
            <a:picLocks noChangeAspect="1"/>
          </p:cNvPicPr>
          <p:nvPr/>
        </p:nvPicPr>
        <p:blipFill rotWithShape="1">
          <a:blip r:embed="rId5">
            <a:extLst>
              <a:ext uri="{96DAC541-7B7A-43D3-8B79-37D633B846F1}">
                <asvg:svgBlip xmlns:asvg="http://schemas.microsoft.com/office/drawing/2016/SVG/main" r:embed="rId6"/>
              </a:ext>
            </a:extLst>
          </a:blip>
          <a:srcRect t="32371" r="54846"/>
          <a:stretch/>
        </p:blipFill>
        <p:spPr>
          <a:xfrm>
            <a:off x="500509" y="3125774"/>
            <a:ext cx="1423487" cy="3177552"/>
          </a:xfrm>
          <a:prstGeom prst="rect">
            <a:avLst/>
          </a:prstGeom>
        </p:spPr>
      </p:pic>
      <p:sp>
        <p:nvSpPr>
          <p:cNvPr id="4" name="文本框 3">
            <a:extLst>
              <a:ext uri="{FF2B5EF4-FFF2-40B4-BE49-F238E27FC236}">
                <a16:creationId xmlns:a16="http://schemas.microsoft.com/office/drawing/2014/main" id="{05C3F72E-C94D-68EF-70AD-231501E979B9}"/>
              </a:ext>
            </a:extLst>
          </p:cNvPr>
          <p:cNvSpPr txBox="1"/>
          <p:nvPr/>
        </p:nvSpPr>
        <p:spPr>
          <a:xfrm>
            <a:off x="716455" y="6284579"/>
            <a:ext cx="996685" cy="440955"/>
          </a:xfrm>
          <a:prstGeom prst="rect">
            <a:avLst/>
          </a:prstGeom>
          <a:noFill/>
        </p:spPr>
        <p:txBody>
          <a:bodyPr wrap="square">
            <a:spAutoFit/>
          </a:bodyPr>
          <a:lstStyle/>
          <a:p>
            <a:pPr algn="ctr">
              <a:lnSpc>
                <a:spcPct val="125000"/>
              </a:lnSpc>
            </a:pPr>
            <a:r>
              <a:rPr lang="en-US" altLang="zh-CN" sz="2000" b="1" kern="100" dirty="0" err="1">
                <a:solidFill>
                  <a:srgbClr val="C00000"/>
                </a:solidFill>
                <a:latin typeface="Microsoft YaHei" panose="020B0503020204020204" pitchFamily="34" charset="-122"/>
                <a:ea typeface="Microsoft YaHei" panose="020B0503020204020204" pitchFamily="34" charset="-122"/>
                <a:cs typeface="Times New Roman" panose="02020603050405020304" pitchFamily="18" charset="0"/>
              </a:rPr>
              <a:t>LeNet</a:t>
            </a:r>
            <a:endParaRPr lang="en-US" altLang="zh-CN" sz="2000" b="1" kern="100" dirty="0">
              <a:solidFill>
                <a:srgbClr val="C00000"/>
              </a:solidFill>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5" name="文本框 4">
            <a:extLst>
              <a:ext uri="{FF2B5EF4-FFF2-40B4-BE49-F238E27FC236}">
                <a16:creationId xmlns:a16="http://schemas.microsoft.com/office/drawing/2014/main" id="{5DDDE51F-C2BA-0553-3563-ACC9C42354F3}"/>
              </a:ext>
            </a:extLst>
          </p:cNvPr>
          <p:cNvSpPr txBox="1"/>
          <p:nvPr/>
        </p:nvSpPr>
        <p:spPr>
          <a:xfrm>
            <a:off x="2249912" y="6284579"/>
            <a:ext cx="1296364" cy="440955"/>
          </a:xfrm>
          <a:prstGeom prst="rect">
            <a:avLst/>
          </a:prstGeom>
          <a:noFill/>
        </p:spPr>
        <p:txBody>
          <a:bodyPr wrap="square">
            <a:spAutoFit/>
          </a:bodyPr>
          <a:lstStyle/>
          <a:p>
            <a:pPr algn="ctr">
              <a:lnSpc>
                <a:spcPct val="125000"/>
              </a:lnSpc>
            </a:pPr>
            <a:r>
              <a:rPr lang="en-US" altLang="zh-CN" sz="2000" b="1" kern="100" dirty="0" err="1">
                <a:solidFill>
                  <a:srgbClr val="C00000"/>
                </a:solidFill>
                <a:latin typeface="Microsoft YaHei" panose="020B0503020204020204" pitchFamily="34" charset="-122"/>
                <a:ea typeface="Microsoft YaHei" panose="020B0503020204020204" pitchFamily="34" charset="-122"/>
                <a:cs typeface="Times New Roman" panose="02020603050405020304" pitchFamily="18" charset="0"/>
              </a:rPr>
              <a:t>AlexNet</a:t>
            </a:r>
            <a:endParaRPr lang="en-US" altLang="zh-CN" sz="2000" b="1" kern="100" dirty="0">
              <a:solidFill>
                <a:srgbClr val="C00000"/>
              </a:solidFill>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6" name="文本框 5">
            <a:extLst>
              <a:ext uri="{FF2B5EF4-FFF2-40B4-BE49-F238E27FC236}">
                <a16:creationId xmlns:a16="http://schemas.microsoft.com/office/drawing/2014/main" id="{BE88E3B3-C27C-B2B4-31A2-BBC5453C2DC6}"/>
              </a:ext>
            </a:extLst>
          </p:cNvPr>
          <p:cNvSpPr txBox="1"/>
          <p:nvPr/>
        </p:nvSpPr>
        <p:spPr>
          <a:xfrm>
            <a:off x="4933124" y="6284579"/>
            <a:ext cx="1296364" cy="440955"/>
          </a:xfrm>
          <a:prstGeom prst="rect">
            <a:avLst/>
          </a:prstGeom>
          <a:noFill/>
        </p:spPr>
        <p:txBody>
          <a:bodyPr wrap="square">
            <a:spAutoFit/>
          </a:bodyPr>
          <a:lstStyle/>
          <a:p>
            <a:pPr algn="ctr">
              <a:lnSpc>
                <a:spcPct val="125000"/>
              </a:lnSpc>
            </a:pPr>
            <a:r>
              <a:rPr lang="en-US" altLang="zh-CN" sz="2000" b="1" kern="100" dirty="0">
                <a:solidFill>
                  <a:srgbClr val="C00000"/>
                </a:solidFill>
                <a:latin typeface="Microsoft YaHei" panose="020B0503020204020204" pitchFamily="34" charset="-122"/>
                <a:ea typeface="Microsoft YaHei" panose="020B0503020204020204" pitchFamily="34" charset="-122"/>
                <a:cs typeface="Times New Roman" panose="02020603050405020304" pitchFamily="18" charset="0"/>
              </a:rPr>
              <a:t>VGG</a:t>
            </a:r>
          </a:p>
        </p:txBody>
      </p:sp>
      <p:sp>
        <p:nvSpPr>
          <p:cNvPr id="7" name="文本框 6">
            <a:extLst>
              <a:ext uri="{FF2B5EF4-FFF2-40B4-BE49-F238E27FC236}">
                <a16:creationId xmlns:a16="http://schemas.microsoft.com/office/drawing/2014/main" id="{FACAF0CF-167A-7794-7082-87AEF2DEBCF6}"/>
              </a:ext>
            </a:extLst>
          </p:cNvPr>
          <p:cNvSpPr txBox="1"/>
          <p:nvPr/>
        </p:nvSpPr>
        <p:spPr>
          <a:xfrm>
            <a:off x="7996153" y="6284579"/>
            <a:ext cx="1296364" cy="440955"/>
          </a:xfrm>
          <a:prstGeom prst="rect">
            <a:avLst/>
          </a:prstGeom>
          <a:noFill/>
        </p:spPr>
        <p:txBody>
          <a:bodyPr wrap="square">
            <a:spAutoFit/>
          </a:bodyPr>
          <a:lstStyle/>
          <a:p>
            <a:pPr algn="ctr">
              <a:lnSpc>
                <a:spcPct val="125000"/>
              </a:lnSpc>
            </a:pPr>
            <a:r>
              <a:rPr lang="en-US" altLang="zh-CN" sz="2000" b="1" kern="100" dirty="0">
                <a:solidFill>
                  <a:srgbClr val="C00000"/>
                </a:solidFill>
                <a:latin typeface="Microsoft YaHei" panose="020B0503020204020204" pitchFamily="34" charset="-122"/>
                <a:ea typeface="Microsoft YaHei" panose="020B0503020204020204" pitchFamily="34" charset="-122"/>
                <a:cs typeface="Times New Roman" panose="02020603050405020304" pitchFamily="18" charset="0"/>
              </a:rPr>
              <a:t>NIN</a:t>
            </a:r>
          </a:p>
        </p:txBody>
      </p:sp>
      <p:pic>
        <p:nvPicPr>
          <p:cNvPr id="8" name="图形 7">
            <a:extLst>
              <a:ext uri="{FF2B5EF4-FFF2-40B4-BE49-F238E27FC236}">
                <a16:creationId xmlns:a16="http://schemas.microsoft.com/office/drawing/2014/main" id="{9EF4400A-2BC4-3C82-D3E5-C1EE421E42F6}"/>
              </a:ext>
            </a:extLst>
          </p:cNvPr>
          <p:cNvPicPr>
            <a:picLocks noChangeAspect="1"/>
          </p:cNvPicPr>
          <p:nvPr/>
        </p:nvPicPr>
        <p:blipFill rotWithShape="1">
          <a:blip r:embed="rId5">
            <a:extLst>
              <a:ext uri="{96DAC541-7B7A-43D3-8B79-37D633B846F1}">
                <asvg:svgBlip xmlns:asvg="http://schemas.microsoft.com/office/drawing/2016/SVG/main" r:embed="rId6"/>
              </a:ext>
            </a:extLst>
          </a:blip>
          <a:srcRect l="49676"/>
          <a:stretch/>
        </p:blipFill>
        <p:spPr>
          <a:xfrm>
            <a:off x="2101827" y="1605326"/>
            <a:ext cx="1586319" cy="4698000"/>
          </a:xfrm>
          <a:prstGeom prst="rect">
            <a:avLst/>
          </a:prstGeom>
        </p:spPr>
      </p:pic>
      <p:pic>
        <p:nvPicPr>
          <p:cNvPr id="11" name="图形 10">
            <a:extLst>
              <a:ext uri="{FF2B5EF4-FFF2-40B4-BE49-F238E27FC236}">
                <a16:creationId xmlns:a16="http://schemas.microsoft.com/office/drawing/2014/main" id="{7AEEDA83-15D2-CAEF-CAB5-B315D0858794}"/>
              </a:ext>
            </a:extLst>
          </p:cNvPr>
          <p:cNvPicPr>
            <a:picLocks noChangeAspect="1"/>
          </p:cNvPicPr>
          <p:nvPr/>
        </p:nvPicPr>
        <p:blipFill rotWithShape="1">
          <a:blip r:embed="rId7">
            <a:extLst>
              <a:ext uri="{96DAC541-7B7A-43D3-8B79-37D633B846F1}">
                <asvg:svgBlip xmlns:asvg="http://schemas.microsoft.com/office/drawing/2016/SVG/main" r:embed="rId8"/>
              </a:ext>
            </a:extLst>
          </a:blip>
          <a:srcRect b="2839"/>
          <a:stretch/>
        </p:blipFill>
        <p:spPr>
          <a:xfrm>
            <a:off x="10410354" y="2343088"/>
            <a:ext cx="1362090" cy="3941491"/>
          </a:xfrm>
          <a:prstGeom prst="rect">
            <a:avLst/>
          </a:prstGeom>
        </p:spPr>
      </p:pic>
      <p:sp>
        <p:nvSpPr>
          <p:cNvPr id="14" name="文本框 13">
            <a:extLst>
              <a:ext uri="{FF2B5EF4-FFF2-40B4-BE49-F238E27FC236}">
                <a16:creationId xmlns:a16="http://schemas.microsoft.com/office/drawing/2014/main" id="{014EF1DC-677E-8014-1577-8270D480F4C4}"/>
              </a:ext>
            </a:extLst>
          </p:cNvPr>
          <p:cNvSpPr txBox="1"/>
          <p:nvPr/>
        </p:nvSpPr>
        <p:spPr>
          <a:xfrm>
            <a:off x="10620103" y="6284579"/>
            <a:ext cx="1296364" cy="440955"/>
          </a:xfrm>
          <a:prstGeom prst="rect">
            <a:avLst/>
          </a:prstGeom>
          <a:noFill/>
        </p:spPr>
        <p:txBody>
          <a:bodyPr wrap="square">
            <a:spAutoFit/>
          </a:bodyPr>
          <a:lstStyle/>
          <a:p>
            <a:pPr algn="ctr">
              <a:lnSpc>
                <a:spcPct val="125000"/>
              </a:lnSpc>
            </a:pPr>
            <a:r>
              <a:rPr lang="en-US" altLang="zh-CN" sz="2000" b="1" kern="100" dirty="0">
                <a:solidFill>
                  <a:srgbClr val="C00000"/>
                </a:solidFill>
                <a:latin typeface="Microsoft YaHei" panose="020B0503020204020204" pitchFamily="34" charset="-122"/>
                <a:ea typeface="Microsoft YaHei" panose="020B0503020204020204" pitchFamily="34" charset="-122"/>
                <a:cs typeface="Times New Roman" panose="02020603050405020304" pitchFamily="18" charset="0"/>
              </a:rPr>
              <a:t>Google</a:t>
            </a:r>
          </a:p>
        </p:txBody>
      </p:sp>
      <p:grpSp>
        <p:nvGrpSpPr>
          <p:cNvPr id="16" name="组合 15">
            <a:extLst>
              <a:ext uri="{FF2B5EF4-FFF2-40B4-BE49-F238E27FC236}">
                <a16:creationId xmlns:a16="http://schemas.microsoft.com/office/drawing/2014/main" id="{3FF78111-F23F-334C-6A3C-52DE9667CD4A}"/>
              </a:ext>
            </a:extLst>
          </p:cNvPr>
          <p:cNvGrpSpPr/>
          <p:nvPr/>
        </p:nvGrpSpPr>
        <p:grpSpPr>
          <a:xfrm>
            <a:off x="3921301" y="2607733"/>
            <a:ext cx="3294399" cy="3695593"/>
            <a:chOff x="3898538" y="2607733"/>
            <a:chExt cx="3294399" cy="3695593"/>
          </a:xfrm>
        </p:grpSpPr>
        <p:pic>
          <p:nvPicPr>
            <p:cNvPr id="17" name="图形 16">
              <a:extLst>
                <a:ext uri="{FF2B5EF4-FFF2-40B4-BE49-F238E27FC236}">
                  <a16:creationId xmlns:a16="http://schemas.microsoft.com/office/drawing/2014/main" id="{1DB79FFA-0ED9-6AE2-FC83-B450CF06A44B}"/>
                </a:ext>
              </a:extLst>
            </p:cNvPr>
            <p:cNvPicPr>
              <a:picLocks noChangeAspect="1"/>
            </p:cNvPicPr>
            <p:nvPr/>
          </p:nvPicPr>
          <p:blipFill rotWithShape="1">
            <a:blip r:embed="rId9">
              <a:extLst>
                <a:ext uri="{96DAC541-7B7A-43D3-8B79-37D633B846F1}">
                  <asvg:svgBlip xmlns:asvg="http://schemas.microsoft.com/office/drawing/2016/SVG/main" r:embed="rId10"/>
                </a:ext>
              </a:extLst>
            </a:blip>
            <a:srcRect l="67982" t="15742"/>
            <a:stretch/>
          </p:blipFill>
          <p:spPr>
            <a:xfrm>
              <a:off x="5577541" y="2607733"/>
              <a:ext cx="1615396" cy="3695593"/>
            </a:xfrm>
            <a:prstGeom prst="rect">
              <a:avLst/>
            </a:prstGeom>
          </p:spPr>
        </p:pic>
        <p:pic>
          <p:nvPicPr>
            <p:cNvPr id="18" name="图形 17">
              <a:extLst>
                <a:ext uri="{FF2B5EF4-FFF2-40B4-BE49-F238E27FC236}">
                  <a16:creationId xmlns:a16="http://schemas.microsoft.com/office/drawing/2014/main" id="{97B497BD-D324-07A0-8503-B6D97DED261B}"/>
                </a:ext>
              </a:extLst>
            </p:cNvPr>
            <p:cNvPicPr>
              <a:picLocks noChangeAspect="1"/>
            </p:cNvPicPr>
            <p:nvPr/>
          </p:nvPicPr>
          <p:blipFill rotWithShape="1">
            <a:blip r:embed="rId9">
              <a:extLst>
                <a:ext uri="{96DAC541-7B7A-43D3-8B79-37D633B846F1}">
                  <asvg:svgBlip xmlns:asvg="http://schemas.microsoft.com/office/drawing/2016/SVG/main" r:embed="rId10"/>
                </a:ext>
              </a:extLst>
            </a:blip>
            <a:srcRect l="32277" t="15742" r="33862"/>
            <a:stretch/>
          </p:blipFill>
          <p:spPr>
            <a:xfrm>
              <a:off x="3898538" y="2607733"/>
              <a:ext cx="1708453" cy="3695593"/>
            </a:xfrm>
            <a:prstGeom prst="rect">
              <a:avLst/>
            </a:prstGeom>
          </p:spPr>
        </p:pic>
      </p:grpSp>
      <p:grpSp>
        <p:nvGrpSpPr>
          <p:cNvPr id="19" name="组合 18">
            <a:extLst>
              <a:ext uri="{FF2B5EF4-FFF2-40B4-BE49-F238E27FC236}">
                <a16:creationId xmlns:a16="http://schemas.microsoft.com/office/drawing/2014/main" id="{E045D5BF-FC46-3B33-B9CE-50F6AB0FF951}"/>
              </a:ext>
            </a:extLst>
          </p:cNvPr>
          <p:cNvGrpSpPr/>
          <p:nvPr/>
        </p:nvGrpSpPr>
        <p:grpSpPr>
          <a:xfrm>
            <a:off x="7411164" y="798895"/>
            <a:ext cx="2926589" cy="5504431"/>
            <a:chOff x="7505281" y="376681"/>
            <a:chExt cx="2926589" cy="5504431"/>
          </a:xfrm>
        </p:grpSpPr>
        <p:pic>
          <p:nvPicPr>
            <p:cNvPr id="20" name="图形 19">
              <a:extLst>
                <a:ext uri="{FF2B5EF4-FFF2-40B4-BE49-F238E27FC236}">
                  <a16:creationId xmlns:a16="http://schemas.microsoft.com/office/drawing/2014/main" id="{DB1554DE-8BCA-8EC1-2B9F-F09C3EF33B97}"/>
                </a:ext>
              </a:extLst>
            </p:cNvPr>
            <p:cNvPicPr>
              <a:picLocks noChangeAspect="1"/>
            </p:cNvPicPr>
            <p:nvPr/>
          </p:nvPicPr>
          <p:blipFill rotWithShape="1">
            <a:blip r:embed="rId11">
              <a:extLst>
                <a:ext uri="{96DAC541-7B7A-43D3-8B79-37D633B846F1}">
                  <asvg:svgBlip xmlns:asvg="http://schemas.microsoft.com/office/drawing/2016/SVG/main" r:embed="rId12"/>
                </a:ext>
              </a:extLst>
            </a:blip>
            <a:srcRect l="73452" t="5926"/>
            <a:stretch/>
          </p:blipFill>
          <p:spPr>
            <a:xfrm>
              <a:off x="8723416" y="376681"/>
              <a:ext cx="1708454" cy="5504431"/>
            </a:xfrm>
            <a:prstGeom prst="rect">
              <a:avLst/>
            </a:prstGeom>
          </p:spPr>
        </p:pic>
        <p:pic>
          <p:nvPicPr>
            <p:cNvPr id="21" name="图形 20">
              <a:extLst>
                <a:ext uri="{FF2B5EF4-FFF2-40B4-BE49-F238E27FC236}">
                  <a16:creationId xmlns:a16="http://schemas.microsoft.com/office/drawing/2014/main" id="{D4C7FE1A-74B8-1EA8-D9E9-3D37D740449F}"/>
                </a:ext>
              </a:extLst>
            </p:cNvPr>
            <p:cNvPicPr>
              <a:picLocks noChangeAspect="1"/>
            </p:cNvPicPr>
            <p:nvPr/>
          </p:nvPicPr>
          <p:blipFill rotWithShape="1">
            <a:blip r:embed="rId11">
              <a:extLst>
                <a:ext uri="{96DAC541-7B7A-43D3-8B79-37D633B846F1}">
                  <asvg:svgBlip xmlns:asvg="http://schemas.microsoft.com/office/drawing/2016/SVG/main" r:embed="rId12"/>
                </a:ext>
              </a:extLst>
            </a:blip>
            <a:srcRect l="52020" t="66423" r="27835" b="-1"/>
            <a:stretch/>
          </p:blipFill>
          <p:spPr>
            <a:xfrm>
              <a:off x="7505281" y="3916449"/>
              <a:ext cx="1296364" cy="1964663"/>
            </a:xfrm>
            <a:prstGeom prst="rect">
              <a:avLst/>
            </a:prstGeom>
          </p:spPr>
        </p:pic>
      </p:grpSp>
      <p:sp>
        <p:nvSpPr>
          <p:cNvPr id="22" name="文本框 21">
            <a:extLst>
              <a:ext uri="{FF2B5EF4-FFF2-40B4-BE49-F238E27FC236}">
                <a16:creationId xmlns:a16="http://schemas.microsoft.com/office/drawing/2014/main" id="{5224EB3D-AD84-3B1A-3DA9-2F6EBA1C2DE3}"/>
              </a:ext>
            </a:extLst>
          </p:cNvPr>
          <p:cNvSpPr txBox="1"/>
          <p:nvPr/>
        </p:nvSpPr>
        <p:spPr>
          <a:xfrm>
            <a:off x="10467047" y="1836961"/>
            <a:ext cx="1602476" cy="437877"/>
          </a:xfrm>
          <a:prstGeom prst="rect">
            <a:avLst/>
          </a:prstGeom>
          <a:noFill/>
        </p:spPr>
        <p:txBody>
          <a:bodyPr wrap="square">
            <a:spAutoFit/>
          </a:bodyPr>
          <a:lstStyle/>
          <a:p>
            <a:pPr algn="ctr">
              <a:lnSpc>
                <a:spcPct val="125000"/>
              </a:lnSpc>
            </a:pPr>
            <a:r>
              <a:rPr lang="zh-CN" altLang="en-US" sz="2000" b="1" kern="100" dirty="0">
                <a:solidFill>
                  <a:schemeClr val="tx1">
                    <a:lumMod val="85000"/>
                    <a:lumOff val="15000"/>
                  </a:schemeClr>
                </a:solidFill>
                <a:latin typeface="Microsoft YaHei" panose="020B0503020204020204" pitchFamily="34" charset="-122"/>
                <a:ea typeface="Microsoft YaHei" panose="020B0503020204020204" pitchFamily="34" charset="-122"/>
                <a:cs typeface="Times New Roman" panose="02020603050405020304" pitchFamily="18" charset="0"/>
              </a:rPr>
              <a:t>多路径融合</a:t>
            </a:r>
            <a:endParaRPr lang="en-US" altLang="zh-CN" sz="2000" b="1" kern="100" dirty="0">
              <a:solidFill>
                <a:schemeClr val="tx1">
                  <a:lumMod val="85000"/>
                  <a:lumOff val="15000"/>
                </a:schemeClr>
              </a:solidFill>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23" name="文本框 22">
            <a:extLst>
              <a:ext uri="{FF2B5EF4-FFF2-40B4-BE49-F238E27FC236}">
                <a16:creationId xmlns:a16="http://schemas.microsoft.com/office/drawing/2014/main" id="{B1A96EA4-912F-7144-8239-C79C6037A88E}"/>
              </a:ext>
            </a:extLst>
          </p:cNvPr>
          <p:cNvSpPr txBox="1"/>
          <p:nvPr/>
        </p:nvSpPr>
        <p:spPr>
          <a:xfrm>
            <a:off x="7225957" y="3128395"/>
            <a:ext cx="1500822" cy="1207318"/>
          </a:xfrm>
          <a:prstGeom prst="rect">
            <a:avLst/>
          </a:prstGeom>
          <a:noFill/>
        </p:spPr>
        <p:txBody>
          <a:bodyPr wrap="square">
            <a:spAutoFit/>
          </a:bodyPr>
          <a:lstStyle>
            <a:defPPr>
              <a:defRPr lang="zh-CN"/>
            </a:defPPr>
            <a:lvl1pPr algn="ctr">
              <a:lnSpc>
                <a:spcPct val="125000"/>
              </a:lnSpc>
              <a:defRPr sz="2000" kern="100">
                <a:latin typeface="Times New Roman" panose="02020603050405020304" pitchFamily="18" charset="0"/>
                <a:ea typeface="SimSun" panose="02010600030101010101" pitchFamily="2" charset="-122"/>
                <a:cs typeface="Times New Roman" panose="02020603050405020304" pitchFamily="18" charset="0"/>
              </a:defRPr>
            </a:lvl1pPr>
          </a:lstStyle>
          <a:p>
            <a:r>
              <a:rPr lang="zh-CN" altLang="en-US" b="1" dirty="0">
                <a:solidFill>
                  <a:schemeClr val="tx1">
                    <a:lumMod val="85000"/>
                    <a:lumOff val="15000"/>
                  </a:schemeClr>
                </a:solidFill>
                <a:latin typeface="Microsoft YaHei" panose="020B0503020204020204" pitchFamily="34" charset="-122"/>
                <a:ea typeface="Microsoft YaHei" panose="020B0503020204020204" pitchFamily="34" charset="-122"/>
              </a:rPr>
              <a:t>利用全局平局池化层替代全连接层</a:t>
            </a:r>
          </a:p>
        </p:txBody>
      </p:sp>
      <p:sp>
        <p:nvSpPr>
          <p:cNvPr id="24" name="文本框 23">
            <a:extLst>
              <a:ext uri="{FF2B5EF4-FFF2-40B4-BE49-F238E27FC236}">
                <a16:creationId xmlns:a16="http://schemas.microsoft.com/office/drawing/2014/main" id="{B1864842-69AA-3502-24E7-78233817AE5D}"/>
              </a:ext>
            </a:extLst>
          </p:cNvPr>
          <p:cNvSpPr txBox="1"/>
          <p:nvPr/>
        </p:nvSpPr>
        <p:spPr>
          <a:xfrm>
            <a:off x="3970079" y="3128395"/>
            <a:ext cx="1557624" cy="1207318"/>
          </a:xfrm>
          <a:prstGeom prst="rect">
            <a:avLst/>
          </a:prstGeom>
          <a:noFill/>
        </p:spPr>
        <p:txBody>
          <a:bodyPr wrap="square">
            <a:spAutoFit/>
          </a:bodyPr>
          <a:lstStyle>
            <a:defPPr>
              <a:defRPr lang="zh-CN"/>
            </a:defPPr>
            <a:lvl1pPr algn="ctr">
              <a:lnSpc>
                <a:spcPct val="125000"/>
              </a:lnSpc>
              <a:defRPr sz="2000" kern="100">
                <a:latin typeface="Times New Roman" panose="02020603050405020304" pitchFamily="18" charset="0"/>
                <a:ea typeface="SimSun" panose="02010600030101010101" pitchFamily="2" charset="-122"/>
                <a:cs typeface="Times New Roman" panose="02020603050405020304" pitchFamily="18" charset="0"/>
              </a:defRPr>
            </a:lvl1pPr>
          </a:lstStyle>
          <a:p>
            <a:r>
              <a:rPr lang="zh-CN" altLang="en-US" b="1" dirty="0">
                <a:solidFill>
                  <a:schemeClr val="tx1">
                    <a:lumMod val="85000"/>
                    <a:lumOff val="15000"/>
                  </a:schemeClr>
                </a:solidFill>
                <a:latin typeface="Microsoft YaHei" panose="020B0503020204020204" pitchFamily="34" charset="-122"/>
                <a:ea typeface="Microsoft YaHei" panose="020B0503020204020204" pitchFamily="34" charset="-122"/>
              </a:rPr>
              <a:t>采用最大池化层进行空间下采样</a:t>
            </a:r>
          </a:p>
        </p:txBody>
      </p:sp>
      <p:sp>
        <p:nvSpPr>
          <p:cNvPr id="25" name="文本框 24">
            <a:extLst>
              <a:ext uri="{FF2B5EF4-FFF2-40B4-BE49-F238E27FC236}">
                <a16:creationId xmlns:a16="http://schemas.microsoft.com/office/drawing/2014/main" id="{DEAE708F-EE2D-44DC-89FE-EB9904507E61}"/>
              </a:ext>
            </a:extLst>
          </p:cNvPr>
          <p:cNvSpPr txBox="1"/>
          <p:nvPr/>
        </p:nvSpPr>
        <p:spPr>
          <a:xfrm>
            <a:off x="1942807" y="771819"/>
            <a:ext cx="1867473" cy="822597"/>
          </a:xfrm>
          <a:prstGeom prst="rect">
            <a:avLst/>
          </a:prstGeom>
          <a:noFill/>
        </p:spPr>
        <p:txBody>
          <a:bodyPr wrap="square">
            <a:spAutoFit/>
          </a:bodyPr>
          <a:lstStyle>
            <a:defPPr>
              <a:defRPr lang="zh-CN"/>
            </a:defPPr>
            <a:lvl1pPr algn="ctr">
              <a:lnSpc>
                <a:spcPct val="125000"/>
              </a:lnSpc>
              <a:defRPr sz="2000" kern="100">
                <a:latin typeface="Times New Roman" panose="02020603050405020304" pitchFamily="18" charset="0"/>
                <a:ea typeface="SimSun" panose="02010600030101010101" pitchFamily="2" charset="-122"/>
                <a:cs typeface="Times New Roman" panose="02020603050405020304" pitchFamily="18" charset="0"/>
              </a:defRPr>
            </a:lvl1pPr>
          </a:lstStyle>
          <a:p>
            <a:r>
              <a:rPr lang="zh-CN" altLang="en-US" b="1" dirty="0">
                <a:solidFill>
                  <a:schemeClr val="tx1">
                    <a:lumMod val="85000"/>
                    <a:lumOff val="15000"/>
                  </a:schemeClr>
                </a:solidFill>
                <a:latin typeface="Microsoft YaHei" panose="020B0503020204020204" pitchFamily="34" charset="-122"/>
                <a:ea typeface="Microsoft YaHei" panose="020B0503020204020204" pitchFamily="34" charset="-122"/>
              </a:rPr>
              <a:t>第一个深层卷积神经网络</a:t>
            </a:r>
          </a:p>
        </p:txBody>
      </p:sp>
      <p:sp>
        <p:nvSpPr>
          <p:cNvPr id="26" name="文本框 25">
            <a:extLst>
              <a:ext uri="{FF2B5EF4-FFF2-40B4-BE49-F238E27FC236}">
                <a16:creationId xmlns:a16="http://schemas.microsoft.com/office/drawing/2014/main" id="{A1634EB6-4374-8E5A-61A6-04F075B81CBB}"/>
              </a:ext>
            </a:extLst>
          </p:cNvPr>
          <p:cNvSpPr txBox="1"/>
          <p:nvPr/>
        </p:nvSpPr>
        <p:spPr>
          <a:xfrm>
            <a:off x="462091" y="2414042"/>
            <a:ext cx="1480716" cy="822597"/>
          </a:xfrm>
          <a:prstGeom prst="rect">
            <a:avLst/>
          </a:prstGeom>
          <a:noFill/>
        </p:spPr>
        <p:txBody>
          <a:bodyPr wrap="square">
            <a:spAutoFit/>
          </a:bodyPr>
          <a:lstStyle>
            <a:defPPr>
              <a:defRPr lang="zh-CN"/>
            </a:defPPr>
            <a:lvl1pPr algn="ctr">
              <a:lnSpc>
                <a:spcPct val="125000"/>
              </a:lnSpc>
              <a:defRPr sz="2000" kern="100">
                <a:latin typeface="Times New Roman" panose="02020603050405020304" pitchFamily="18" charset="0"/>
                <a:ea typeface="SimSun" panose="02010600030101010101" pitchFamily="2" charset="-122"/>
                <a:cs typeface="Times New Roman" panose="02020603050405020304" pitchFamily="18" charset="0"/>
              </a:defRPr>
            </a:lvl1pPr>
          </a:lstStyle>
          <a:p>
            <a:r>
              <a:rPr lang="zh-CN" altLang="en-US" b="1" dirty="0">
                <a:solidFill>
                  <a:schemeClr val="tx1">
                    <a:lumMod val="85000"/>
                    <a:lumOff val="15000"/>
                  </a:schemeClr>
                </a:solidFill>
                <a:latin typeface="Microsoft YaHei" panose="020B0503020204020204" pitchFamily="34" charset="-122"/>
                <a:ea typeface="Microsoft YaHei" panose="020B0503020204020204" pitchFamily="34" charset="-122"/>
              </a:rPr>
              <a:t>第一个卷积神经网络</a:t>
            </a:r>
          </a:p>
        </p:txBody>
      </p:sp>
      <p:sp>
        <p:nvSpPr>
          <p:cNvPr id="27" name="虚尾箭头 26">
            <a:extLst>
              <a:ext uri="{FF2B5EF4-FFF2-40B4-BE49-F238E27FC236}">
                <a16:creationId xmlns:a16="http://schemas.microsoft.com/office/drawing/2014/main" id="{08AE7CA9-3162-5E2D-DD62-4485E314B11F}"/>
              </a:ext>
            </a:extLst>
          </p:cNvPr>
          <p:cNvSpPr/>
          <p:nvPr/>
        </p:nvSpPr>
        <p:spPr>
          <a:xfrm>
            <a:off x="1799924" y="6458552"/>
            <a:ext cx="301903" cy="163630"/>
          </a:xfrm>
          <a:prstGeom prst="stripedRightArrow">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b="1">
              <a:solidFill>
                <a:srgbClr val="C00000"/>
              </a:solidFill>
              <a:latin typeface="Microsoft YaHei" panose="020B0503020204020204" pitchFamily="34" charset="-122"/>
              <a:ea typeface="Microsoft YaHei" panose="020B0503020204020204" pitchFamily="34" charset="-122"/>
            </a:endParaRPr>
          </a:p>
        </p:txBody>
      </p:sp>
      <p:sp>
        <p:nvSpPr>
          <p:cNvPr id="28" name="虚尾箭头 27">
            <a:extLst>
              <a:ext uri="{FF2B5EF4-FFF2-40B4-BE49-F238E27FC236}">
                <a16:creationId xmlns:a16="http://schemas.microsoft.com/office/drawing/2014/main" id="{4F8D69A2-2549-D29C-7F02-A9D2EB650AC0}"/>
              </a:ext>
            </a:extLst>
          </p:cNvPr>
          <p:cNvSpPr/>
          <p:nvPr/>
        </p:nvSpPr>
        <p:spPr>
          <a:xfrm>
            <a:off x="4134785" y="6458552"/>
            <a:ext cx="301903" cy="163630"/>
          </a:xfrm>
          <a:prstGeom prst="stripedRightArrow">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b="1">
              <a:solidFill>
                <a:srgbClr val="C00000"/>
              </a:solidFill>
              <a:latin typeface="Microsoft YaHei" panose="020B0503020204020204" pitchFamily="34" charset="-122"/>
              <a:ea typeface="Microsoft YaHei" panose="020B0503020204020204" pitchFamily="34" charset="-122"/>
            </a:endParaRPr>
          </a:p>
        </p:txBody>
      </p:sp>
      <p:sp>
        <p:nvSpPr>
          <p:cNvPr id="29" name="虚尾箭头 28">
            <a:extLst>
              <a:ext uri="{FF2B5EF4-FFF2-40B4-BE49-F238E27FC236}">
                <a16:creationId xmlns:a16="http://schemas.microsoft.com/office/drawing/2014/main" id="{A3DAEFC7-E871-DAC7-1A8E-56D55EFFD9B0}"/>
              </a:ext>
            </a:extLst>
          </p:cNvPr>
          <p:cNvSpPr/>
          <p:nvPr/>
        </p:nvSpPr>
        <p:spPr>
          <a:xfrm>
            <a:off x="7030457" y="6458552"/>
            <a:ext cx="301903" cy="163630"/>
          </a:xfrm>
          <a:prstGeom prst="stripedRightArrow">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b="1">
              <a:solidFill>
                <a:srgbClr val="C00000"/>
              </a:solidFill>
              <a:latin typeface="Microsoft YaHei" panose="020B0503020204020204" pitchFamily="34" charset="-122"/>
              <a:ea typeface="Microsoft YaHei" panose="020B0503020204020204" pitchFamily="34" charset="-122"/>
            </a:endParaRPr>
          </a:p>
        </p:txBody>
      </p:sp>
      <p:sp>
        <p:nvSpPr>
          <p:cNvPr id="30" name="虚尾箭头 29">
            <a:extLst>
              <a:ext uri="{FF2B5EF4-FFF2-40B4-BE49-F238E27FC236}">
                <a16:creationId xmlns:a16="http://schemas.microsoft.com/office/drawing/2014/main" id="{13B10C86-EB93-7E50-EB49-60DC4993C4E7}"/>
              </a:ext>
            </a:extLst>
          </p:cNvPr>
          <p:cNvSpPr/>
          <p:nvPr/>
        </p:nvSpPr>
        <p:spPr>
          <a:xfrm>
            <a:off x="9922018" y="6458552"/>
            <a:ext cx="301903" cy="163630"/>
          </a:xfrm>
          <a:prstGeom prst="stripedRightArrow">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b="1">
              <a:solidFill>
                <a:srgbClr val="C00000"/>
              </a:solidFill>
              <a:latin typeface="Microsoft YaHei" panose="020B0503020204020204" pitchFamily="34" charset="-122"/>
              <a:ea typeface="Microsoft YaHei" panose="020B0503020204020204" pitchFamily="34" charset="-122"/>
            </a:endParaRPr>
          </a:p>
        </p:txBody>
      </p:sp>
      <p:grpSp>
        <p:nvGrpSpPr>
          <p:cNvPr id="31" name="组合 30">
            <a:extLst>
              <a:ext uri="{FF2B5EF4-FFF2-40B4-BE49-F238E27FC236}">
                <a16:creationId xmlns:a16="http://schemas.microsoft.com/office/drawing/2014/main" id="{B55E7B65-E5B7-1B1A-5957-A64C177D9976}"/>
              </a:ext>
            </a:extLst>
          </p:cNvPr>
          <p:cNvGrpSpPr/>
          <p:nvPr/>
        </p:nvGrpSpPr>
        <p:grpSpPr>
          <a:xfrm>
            <a:off x="5281342" y="1067520"/>
            <a:ext cx="2124212" cy="1207318"/>
            <a:chOff x="4234514" y="1333956"/>
            <a:chExt cx="1925175" cy="1207318"/>
          </a:xfrm>
        </p:grpSpPr>
        <p:sp>
          <p:nvSpPr>
            <p:cNvPr id="32" name="圆角矩形标注 31">
              <a:extLst>
                <a:ext uri="{FF2B5EF4-FFF2-40B4-BE49-F238E27FC236}">
                  <a16:creationId xmlns:a16="http://schemas.microsoft.com/office/drawing/2014/main" id="{9B526AFC-FD8F-0328-AC03-D50F70176FBA}"/>
                </a:ext>
              </a:extLst>
            </p:cNvPr>
            <p:cNvSpPr/>
            <p:nvPr/>
          </p:nvSpPr>
          <p:spPr>
            <a:xfrm>
              <a:off x="4292666" y="1333956"/>
              <a:ext cx="1782159" cy="1207318"/>
            </a:xfrm>
            <a:prstGeom prst="wedgeRoundRectCallou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b="1">
                <a:solidFill>
                  <a:schemeClr val="tx1">
                    <a:lumMod val="85000"/>
                    <a:lumOff val="15000"/>
                  </a:schemeClr>
                </a:solidFill>
                <a:latin typeface="Microsoft YaHei" panose="020B0503020204020204" pitchFamily="34" charset="-122"/>
                <a:ea typeface="Microsoft YaHei" panose="020B0503020204020204" pitchFamily="34" charset="-122"/>
              </a:endParaRPr>
            </a:p>
          </p:txBody>
        </p:sp>
        <p:sp>
          <p:nvSpPr>
            <p:cNvPr id="33" name="文本框 32">
              <a:extLst>
                <a:ext uri="{FF2B5EF4-FFF2-40B4-BE49-F238E27FC236}">
                  <a16:creationId xmlns:a16="http://schemas.microsoft.com/office/drawing/2014/main" id="{912DBF88-7259-E9DB-4EF9-7AC147BEB725}"/>
                </a:ext>
              </a:extLst>
            </p:cNvPr>
            <p:cNvSpPr txBox="1"/>
            <p:nvPr/>
          </p:nvSpPr>
          <p:spPr>
            <a:xfrm>
              <a:off x="4234514" y="1380500"/>
              <a:ext cx="1925175" cy="1107996"/>
            </a:xfrm>
            <a:prstGeom prst="rect">
              <a:avLst/>
            </a:prstGeom>
            <a:noFill/>
          </p:spPr>
          <p:txBody>
            <a:bodyPr wrap="square">
              <a:spAutoFit/>
            </a:bodyPr>
            <a:lstStyle/>
            <a:p>
              <a:pPr algn="ctr"/>
              <a:r>
                <a:rPr lang="zh-CN" altLang="en-US" sz="2200" b="1" kern="100" dirty="0">
                  <a:solidFill>
                    <a:schemeClr val="accent2">
                      <a:lumMod val="75000"/>
                    </a:schemeClr>
                  </a:solidFill>
                  <a:latin typeface="Microsoft YaHei" panose="020B0503020204020204" pitchFamily="34" charset="-122"/>
                  <a:ea typeface="Microsoft YaHei" panose="020B0503020204020204" pitchFamily="34" charset="-122"/>
                  <a:cs typeface="Times New Roman" panose="02020603050405020304" pitchFamily="18" charset="0"/>
                </a:rPr>
                <a:t>在较少的卷积层数条件下的各类尝试！！</a:t>
              </a:r>
              <a:endParaRPr lang="en-US" altLang="zh-CN" sz="2200" b="1" kern="100" dirty="0">
                <a:solidFill>
                  <a:schemeClr val="accent2">
                    <a:lumMod val="75000"/>
                  </a:schemeClr>
                </a:solidFill>
                <a:latin typeface="Microsoft YaHei" panose="020B0503020204020204" pitchFamily="34" charset="-122"/>
                <a:ea typeface="Microsoft YaHei" panose="020B0503020204020204" pitchFamily="34" charset="-122"/>
                <a:cs typeface="Times New Roman" panose="02020603050405020304" pitchFamily="18" charset="0"/>
              </a:endParaRPr>
            </a:p>
          </p:txBody>
        </p:sp>
      </p:grpSp>
    </p:spTree>
    <p:custDataLst>
      <p:tags r:id="rId1"/>
    </p:custDataLst>
    <p:extLst>
      <p:ext uri="{BB962C8B-B14F-4D97-AF65-F5344CB8AC3E}">
        <p14:creationId xmlns:p14="http://schemas.microsoft.com/office/powerpoint/2010/main" val="30441400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8D8247-FC93-C226-7767-A6937F0D9C96}"/>
            </a:ext>
          </a:extLst>
        </p:cNvPr>
        <p:cNvGrpSpPr/>
        <p:nvPr/>
      </p:nvGrpSpPr>
      <p:grpSpPr>
        <a:xfrm>
          <a:off x="0" y="0"/>
          <a:ext cx="0" cy="0"/>
          <a:chOff x="0" y="0"/>
          <a:chExt cx="0" cy="0"/>
        </a:xfrm>
      </p:grpSpPr>
      <p:sp>
        <p:nvSpPr>
          <p:cNvPr id="121" name="标题 11">
            <a:extLst>
              <a:ext uri="{FF2B5EF4-FFF2-40B4-BE49-F238E27FC236}">
                <a16:creationId xmlns:a16="http://schemas.microsoft.com/office/drawing/2014/main" id="{F6A280D3-2CF4-F13C-B6E7-D39241485E98}"/>
              </a:ext>
            </a:extLst>
          </p:cNvPr>
          <p:cNvSpPr txBox="1"/>
          <p:nvPr>
            <p:custDataLst>
              <p:tags r:id="rId2"/>
            </p:custDataLst>
          </p:nvPr>
        </p:nvSpPr>
        <p:spPr bwMode="auto">
          <a:xfrm>
            <a:off x="1219099" y="179835"/>
            <a:ext cx="10972901" cy="535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spAutoFit/>
          </a:bodyPr>
          <a:lstStyle>
            <a:lvl1pPr algn="l" rtl="0" eaLnBrk="0" fontAlgn="base" hangingPunct="0">
              <a:lnSpc>
                <a:spcPct val="90000"/>
              </a:lnSpc>
              <a:spcBef>
                <a:spcPct val="0"/>
              </a:spcBef>
              <a:spcAft>
                <a:spcPct val="0"/>
              </a:spcAft>
              <a:defRPr lang="zh-CN" altLang="en-US" sz="3600" b="1" kern="1200" baseline="0">
                <a:solidFill>
                  <a:schemeClr val="tx1"/>
                </a:solidFill>
                <a:latin typeface="微软雅黑" panose="020B0503020204020204" pitchFamily="34" charset="-122"/>
                <a:ea typeface="微软雅黑" panose="020B0503020204020204" pitchFamily="34" charset="-122"/>
                <a:cs typeface="+mn-cs"/>
              </a:defRPr>
            </a:lvl1pPr>
            <a:lvl2pPr algn="l" rtl="0" eaLnBrk="0" fontAlgn="base" hangingPunct="0">
              <a:lnSpc>
                <a:spcPct val="90000"/>
              </a:lnSpc>
              <a:spcBef>
                <a:spcPct val="0"/>
              </a:spcBef>
              <a:spcAft>
                <a:spcPct val="0"/>
              </a:spcAft>
              <a:defRPr sz="440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2pPr>
            <a:lvl3pPr algn="l" rtl="0" eaLnBrk="0" fontAlgn="base" hangingPunct="0">
              <a:lnSpc>
                <a:spcPct val="90000"/>
              </a:lnSpc>
              <a:spcBef>
                <a:spcPct val="0"/>
              </a:spcBef>
              <a:spcAft>
                <a:spcPct val="0"/>
              </a:spcAft>
              <a:defRPr sz="440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3pPr>
            <a:lvl4pPr algn="l" rtl="0" eaLnBrk="0" fontAlgn="base" hangingPunct="0">
              <a:lnSpc>
                <a:spcPct val="90000"/>
              </a:lnSpc>
              <a:spcBef>
                <a:spcPct val="0"/>
              </a:spcBef>
              <a:spcAft>
                <a:spcPct val="0"/>
              </a:spcAft>
              <a:defRPr sz="440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4pPr>
            <a:lvl5pPr algn="l" rtl="0" eaLnBrk="0" fontAlgn="base" hangingPunct="0">
              <a:lnSpc>
                <a:spcPct val="90000"/>
              </a:lnSpc>
              <a:spcBef>
                <a:spcPct val="0"/>
              </a:spcBef>
              <a:spcAft>
                <a:spcPct val="0"/>
              </a:spcAft>
              <a:defRPr sz="440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5pPr>
            <a:lvl6pPr marL="457200" algn="l" rtl="0" fontAlgn="base">
              <a:lnSpc>
                <a:spcPct val="90000"/>
              </a:lnSpc>
              <a:spcBef>
                <a:spcPct val="0"/>
              </a:spcBef>
              <a:spcAft>
                <a:spcPct val="0"/>
              </a:spcAft>
              <a:defRPr sz="4400">
                <a:solidFill>
                  <a:schemeClr val="tx1"/>
                </a:solidFill>
                <a:latin typeface="Century Gothic" panose="020B0502020202020204" pitchFamily="34" charset="0"/>
                <a:ea typeface="微软雅黑" panose="020B0503020204020204" pitchFamily="34" charset="-122"/>
              </a:defRPr>
            </a:lvl6pPr>
            <a:lvl7pPr marL="914400" algn="l" rtl="0" fontAlgn="base">
              <a:lnSpc>
                <a:spcPct val="90000"/>
              </a:lnSpc>
              <a:spcBef>
                <a:spcPct val="0"/>
              </a:spcBef>
              <a:spcAft>
                <a:spcPct val="0"/>
              </a:spcAft>
              <a:defRPr sz="4400">
                <a:solidFill>
                  <a:schemeClr val="tx1"/>
                </a:solidFill>
                <a:latin typeface="Century Gothic" panose="020B0502020202020204" pitchFamily="34" charset="0"/>
                <a:ea typeface="微软雅黑" panose="020B0503020204020204" pitchFamily="34" charset="-122"/>
              </a:defRPr>
            </a:lvl7pPr>
            <a:lvl8pPr marL="1371600" algn="l" rtl="0" fontAlgn="base">
              <a:lnSpc>
                <a:spcPct val="90000"/>
              </a:lnSpc>
              <a:spcBef>
                <a:spcPct val="0"/>
              </a:spcBef>
              <a:spcAft>
                <a:spcPct val="0"/>
              </a:spcAft>
              <a:defRPr sz="4400">
                <a:solidFill>
                  <a:schemeClr val="tx1"/>
                </a:solidFill>
                <a:latin typeface="Century Gothic" panose="020B0502020202020204" pitchFamily="34" charset="0"/>
                <a:ea typeface="微软雅黑" panose="020B0503020204020204" pitchFamily="34" charset="-122"/>
              </a:defRPr>
            </a:lvl8pPr>
            <a:lvl9pPr marL="1828800" algn="l" rtl="0" fontAlgn="base">
              <a:lnSpc>
                <a:spcPct val="90000"/>
              </a:lnSpc>
              <a:spcBef>
                <a:spcPct val="0"/>
              </a:spcBef>
              <a:spcAft>
                <a:spcPct val="0"/>
              </a:spcAft>
              <a:defRPr sz="4400">
                <a:solidFill>
                  <a:schemeClr val="tx1"/>
                </a:solidFill>
                <a:latin typeface="Century Gothic" panose="020B0502020202020204" pitchFamily="34" charset="0"/>
                <a:ea typeface="微软雅黑" panose="020B0503020204020204" pitchFamily="34" charset="-122"/>
              </a:defRPr>
            </a:lvl9pPr>
          </a:lstStyle>
          <a:p>
            <a:pPr>
              <a:defRPr/>
            </a:pPr>
            <a:r>
              <a:rPr lang="zh-CN" altLang="en-US" sz="3200" kern="0" spc="-150" dirty="0">
                <a:gradFill>
                  <a:gsLst>
                    <a:gs pos="0">
                      <a:srgbClr val="7D1E2E"/>
                    </a:gs>
                    <a:gs pos="100000">
                      <a:srgbClr val="0070C0"/>
                    </a:gs>
                  </a:gsLst>
                  <a:lin ang="2700000" scaled="0"/>
                </a:gradFill>
                <a:latin typeface="Microsoft YaHei" panose="020B0503020204020204" pitchFamily="34" charset="-122"/>
                <a:ea typeface="Microsoft YaHei" panose="020B0503020204020204" pitchFamily="34" charset="-122"/>
                <a:cs typeface="Times New Roman" panose="02020603050405020304" pitchFamily="18" charset="0"/>
              </a:rPr>
              <a:t>卷积层</a:t>
            </a:r>
            <a:r>
              <a:rPr lang="en-US" altLang="zh-CN" sz="3200" kern="0" spc="-150" dirty="0">
                <a:gradFill>
                  <a:gsLst>
                    <a:gs pos="0">
                      <a:srgbClr val="7D1E2E"/>
                    </a:gs>
                    <a:gs pos="100000">
                      <a:srgbClr val="0070C0"/>
                    </a:gs>
                  </a:gsLst>
                  <a:lin ang="2700000" scaled="0"/>
                </a:gradFill>
                <a:latin typeface="Microsoft YaHei" panose="020B0503020204020204" pitchFamily="34" charset="-122"/>
                <a:ea typeface="Microsoft YaHei" panose="020B0503020204020204" pitchFamily="34" charset="-122"/>
                <a:cs typeface="Times New Roman" panose="02020603050405020304" pitchFamily="18" charset="0"/>
              </a:rPr>
              <a:t>-</a:t>
            </a:r>
            <a:r>
              <a:rPr lang="zh-CN" altLang="en-US" sz="3200" kern="0" spc="-150" dirty="0">
                <a:gradFill>
                  <a:gsLst>
                    <a:gs pos="0">
                      <a:srgbClr val="7D1E2E"/>
                    </a:gs>
                    <a:gs pos="100000">
                      <a:srgbClr val="0070C0"/>
                    </a:gs>
                  </a:gsLst>
                  <a:lin ang="2700000" scaled="0"/>
                </a:gradFill>
                <a:latin typeface="Microsoft YaHei" panose="020B0503020204020204" pitchFamily="34" charset="-122"/>
                <a:ea typeface="Microsoft YaHei" panose="020B0503020204020204" pitchFamily="34" charset="-122"/>
                <a:cs typeface="Times New Roman" panose="02020603050405020304" pitchFamily="18" charset="0"/>
              </a:rPr>
              <a:t>参数设置</a:t>
            </a:r>
          </a:p>
        </p:txBody>
      </p:sp>
      <p:sp>
        <p:nvSpPr>
          <p:cNvPr id="10" name="文本框 9">
            <a:extLst>
              <a:ext uri="{FF2B5EF4-FFF2-40B4-BE49-F238E27FC236}">
                <a16:creationId xmlns:a16="http://schemas.microsoft.com/office/drawing/2014/main" id="{56F15EC5-67C4-B2AF-50C1-CEA3D4D1BB9C}"/>
              </a:ext>
            </a:extLst>
          </p:cNvPr>
          <p:cNvSpPr txBox="1"/>
          <p:nvPr/>
        </p:nvSpPr>
        <p:spPr>
          <a:xfrm>
            <a:off x="516050" y="874442"/>
            <a:ext cx="11203881" cy="1435136"/>
          </a:xfrm>
          <a:prstGeom prst="rect">
            <a:avLst/>
          </a:prstGeom>
          <a:noFill/>
        </p:spPr>
        <p:txBody>
          <a:bodyPr wrap="square">
            <a:spAutoFit/>
          </a:bodyPr>
          <a:lstStyle/>
          <a:p>
            <a:pPr marL="342900" indent="-342900">
              <a:lnSpc>
                <a:spcPct val="125000"/>
              </a:lnSpc>
              <a:buFont typeface="Wingdings" pitchFamily="2" charset="2"/>
              <a:buChar char="p"/>
            </a:pPr>
            <a:r>
              <a:rPr lang="zh-CN" altLang="en-US" sz="2400" b="1" dirty="0">
                <a:solidFill>
                  <a:schemeClr val="tx1">
                    <a:lumMod val="85000"/>
                    <a:lumOff val="15000"/>
                  </a:schemeClr>
                </a:solidFill>
                <a:effectLst/>
                <a:latin typeface="Microsoft YaHei" panose="020B0503020204020204" pitchFamily="34" charset="-122"/>
                <a:ea typeface="Microsoft YaHei" panose="020B0503020204020204" pitchFamily="34" charset="-122"/>
                <a:cs typeface="Times New Roman" panose="02020603050405020304" pitchFamily="18" charset="0"/>
              </a:rPr>
              <a:t>定义卷积层：输入</a:t>
            </a:r>
            <a:r>
              <a:rPr lang="en-US" altLang="zh-CN" sz="2400" b="1" dirty="0">
                <a:solidFill>
                  <a:schemeClr val="tx1">
                    <a:lumMod val="85000"/>
                    <a:lumOff val="15000"/>
                  </a:schemeClr>
                </a:solidFill>
                <a:effectLst/>
                <a:latin typeface="Microsoft YaHei" panose="020B0503020204020204" pitchFamily="34" charset="-122"/>
                <a:ea typeface="Microsoft YaHei" panose="020B0503020204020204" pitchFamily="34" charset="-122"/>
                <a:cs typeface="Times New Roman" panose="02020603050405020304" pitchFamily="18" charset="0"/>
              </a:rPr>
              <a:t>3</a:t>
            </a:r>
            <a:r>
              <a:rPr lang="zh-CN" altLang="en-US" sz="2400" b="1" dirty="0">
                <a:solidFill>
                  <a:schemeClr val="tx1">
                    <a:lumMod val="85000"/>
                    <a:lumOff val="15000"/>
                  </a:schemeClr>
                </a:solidFill>
                <a:effectLst/>
                <a:latin typeface="Microsoft YaHei" panose="020B0503020204020204" pitchFamily="34" charset="-122"/>
                <a:ea typeface="Microsoft YaHei" panose="020B0503020204020204" pitchFamily="34" charset="-122"/>
                <a:cs typeface="Times New Roman" panose="02020603050405020304" pitchFamily="18" charset="0"/>
              </a:rPr>
              <a:t>通道，输出</a:t>
            </a:r>
            <a:r>
              <a:rPr lang="en-US" altLang="zh-CN" sz="2400" b="1" dirty="0">
                <a:solidFill>
                  <a:schemeClr val="tx1">
                    <a:lumMod val="85000"/>
                    <a:lumOff val="15000"/>
                  </a:schemeClr>
                </a:solidFill>
                <a:effectLst/>
                <a:latin typeface="Microsoft YaHei" panose="020B0503020204020204" pitchFamily="34" charset="-122"/>
                <a:ea typeface="Microsoft YaHei" panose="020B0503020204020204" pitchFamily="34" charset="-122"/>
                <a:cs typeface="Times New Roman" panose="02020603050405020304" pitchFamily="18" charset="0"/>
              </a:rPr>
              <a:t>64</a:t>
            </a:r>
            <a:r>
              <a:rPr lang="zh-CN" altLang="en-US" sz="2400" b="1" dirty="0">
                <a:solidFill>
                  <a:schemeClr val="tx1">
                    <a:lumMod val="85000"/>
                    <a:lumOff val="15000"/>
                  </a:schemeClr>
                </a:solidFill>
                <a:effectLst/>
                <a:latin typeface="Microsoft YaHei" panose="020B0503020204020204" pitchFamily="34" charset="-122"/>
                <a:ea typeface="Microsoft YaHei" panose="020B0503020204020204" pitchFamily="34" charset="-122"/>
                <a:cs typeface="Times New Roman" panose="02020603050405020304" pitchFamily="18" charset="0"/>
              </a:rPr>
              <a:t>通道，</a:t>
            </a:r>
            <a:r>
              <a:rPr lang="en-US" altLang="zh-CN" sz="2400" b="1" dirty="0">
                <a:solidFill>
                  <a:schemeClr val="tx1">
                    <a:lumMod val="85000"/>
                    <a:lumOff val="15000"/>
                  </a:schemeClr>
                </a:solidFill>
                <a:effectLst/>
                <a:latin typeface="Microsoft YaHei" panose="020B0503020204020204" pitchFamily="34" charset="-122"/>
                <a:ea typeface="Microsoft YaHei" panose="020B0503020204020204" pitchFamily="34" charset="-122"/>
                <a:cs typeface="Times New Roman" panose="02020603050405020304" pitchFamily="18" charset="0"/>
              </a:rPr>
              <a:t>3x3</a:t>
            </a:r>
            <a:r>
              <a:rPr lang="zh-CN" altLang="en-US" sz="2400" b="1" dirty="0">
                <a:solidFill>
                  <a:schemeClr val="tx1">
                    <a:lumMod val="85000"/>
                    <a:lumOff val="15000"/>
                  </a:schemeClr>
                </a:solidFill>
                <a:effectLst/>
                <a:latin typeface="Microsoft YaHei" panose="020B0503020204020204" pitchFamily="34" charset="-122"/>
                <a:ea typeface="Microsoft YaHei" panose="020B0503020204020204" pitchFamily="34" charset="-122"/>
                <a:cs typeface="Times New Roman" panose="02020603050405020304" pitchFamily="18" charset="0"/>
              </a:rPr>
              <a:t>核，步长</a:t>
            </a:r>
            <a:r>
              <a:rPr lang="en-US" altLang="zh-CN" sz="2400" b="1" dirty="0">
                <a:solidFill>
                  <a:schemeClr val="tx1">
                    <a:lumMod val="85000"/>
                    <a:lumOff val="15000"/>
                  </a:schemeClr>
                </a:solidFill>
                <a:effectLst/>
                <a:latin typeface="Microsoft YaHei" panose="020B0503020204020204" pitchFamily="34" charset="-122"/>
                <a:ea typeface="Microsoft YaHei" panose="020B0503020204020204" pitchFamily="34" charset="-122"/>
                <a:cs typeface="Times New Roman" panose="02020603050405020304" pitchFamily="18" charset="0"/>
              </a:rPr>
              <a:t>1</a:t>
            </a:r>
            <a:r>
              <a:rPr lang="zh-CN" altLang="en-US" sz="2400" b="1" dirty="0">
                <a:solidFill>
                  <a:schemeClr val="tx1">
                    <a:lumMod val="85000"/>
                    <a:lumOff val="15000"/>
                  </a:schemeClr>
                </a:solidFill>
                <a:effectLst/>
                <a:latin typeface="Microsoft YaHei" panose="020B0503020204020204" pitchFamily="34" charset="-122"/>
                <a:ea typeface="Microsoft YaHei" panose="020B0503020204020204" pitchFamily="34" charset="-122"/>
                <a:cs typeface="Times New Roman" panose="02020603050405020304" pitchFamily="18" charset="0"/>
              </a:rPr>
              <a:t>，填充</a:t>
            </a:r>
            <a:r>
              <a:rPr lang="en-US" altLang="zh-CN" sz="2400" b="1" dirty="0">
                <a:solidFill>
                  <a:schemeClr val="tx1">
                    <a:lumMod val="85000"/>
                    <a:lumOff val="15000"/>
                  </a:schemeClr>
                </a:solidFill>
                <a:effectLst/>
                <a:latin typeface="Microsoft YaHei" panose="020B0503020204020204" pitchFamily="34" charset="-122"/>
                <a:ea typeface="Microsoft YaHei" panose="020B0503020204020204" pitchFamily="34" charset="-122"/>
                <a:cs typeface="Times New Roman" panose="02020603050405020304" pitchFamily="18" charset="0"/>
              </a:rPr>
              <a:t>1</a:t>
            </a:r>
          </a:p>
          <a:p>
            <a:pPr>
              <a:lnSpc>
                <a:spcPct val="125000"/>
              </a:lnSpc>
            </a:pPr>
            <a:r>
              <a:rPr lang="zh-CN" altLang="en-US" sz="2400" b="1" dirty="0">
                <a:solidFill>
                  <a:schemeClr val="tx1">
                    <a:lumMod val="85000"/>
                    <a:lumOff val="15000"/>
                  </a:schemeClr>
                </a:solidFill>
                <a:effectLst/>
                <a:latin typeface="Microsoft YaHei" panose="020B0503020204020204" pitchFamily="34" charset="-122"/>
                <a:ea typeface="Microsoft YaHei" panose="020B0503020204020204" pitchFamily="34" charset="-122"/>
                <a:cs typeface="Times New Roman" panose="02020603050405020304" pitchFamily="18" charset="0"/>
              </a:rPr>
              <a:t> </a:t>
            </a:r>
            <a:r>
              <a:rPr lang="en-US" altLang="zh-CN" sz="2400" b="1" dirty="0">
                <a:solidFill>
                  <a:srgbClr val="C00000"/>
                </a:solidFill>
                <a:effectLst/>
                <a:latin typeface="Microsoft YaHei" panose="020B0503020204020204" pitchFamily="34" charset="-122"/>
                <a:ea typeface="Microsoft YaHei" panose="020B0503020204020204" pitchFamily="34" charset="-122"/>
                <a:cs typeface="Times New Roman" panose="02020603050405020304" pitchFamily="18" charset="0"/>
              </a:rPr>
              <a:t>nn.Conv2d(</a:t>
            </a:r>
            <a:r>
              <a:rPr lang="en-US" altLang="zh-CN" sz="2400" b="1" dirty="0" err="1">
                <a:solidFill>
                  <a:srgbClr val="C00000"/>
                </a:solidFill>
                <a:effectLst/>
                <a:latin typeface="Microsoft YaHei" panose="020B0503020204020204" pitchFamily="34" charset="-122"/>
                <a:ea typeface="Microsoft YaHei" panose="020B0503020204020204" pitchFamily="34" charset="-122"/>
                <a:cs typeface="Times New Roman" panose="02020603050405020304" pitchFamily="18" charset="0"/>
              </a:rPr>
              <a:t>in_channels</a:t>
            </a:r>
            <a:r>
              <a:rPr lang="en-US" altLang="zh-CN" sz="2400" b="1" dirty="0">
                <a:solidFill>
                  <a:srgbClr val="C00000"/>
                </a:solidFill>
                <a:effectLst/>
                <a:latin typeface="Microsoft YaHei" panose="020B0503020204020204" pitchFamily="34" charset="-122"/>
                <a:ea typeface="Microsoft YaHei" panose="020B0503020204020204" pitchFamily="34" charset="-122"/>
                <a:cs typeface="Times New Roman" panose="02020603050405020304" pitchFamily="18" charset="0"/>
              </a:rPr>
              <a:t>=3, </a:t>
            </a:r>
            <a:r>
              <a:rPr lang="en-US" altLang="zh-CN" sz="2400" b="1" dirty="0" err="1">
                <a:solidFill>
                  <a:srgbClr val="C00000"/>
                </a:solidFill>
                <a:effectLst/>
                <a:latin typeface="Microsoft YaHei" panose="020B0503020204020204" pitchFamily="34" charset="-122"/>
                <a:ea typeface="Microsoft YaHei" panose="020B0503020204020204" pitchFamily="34" charset="-122"/>
                <a:cs typeface="Times New Roman" panose="02020603050405020304" pitchFamily="18" charset="0"/>
              </a:rPr>
              <a:t>out_channels</a:t>
            </a:r>
            <a:r>
              <a:rPr lang="en-US" altLang="zh-CN" sz="2400" b="1" dirty="0">
                <a:solidFill>
                  <a:srgbClr val="C00000"/>
                </a:solidFill>
                <a:effectLst/>
                <a:latin typeface="Microsoft YaHei" panose="020B0503020204020204" pitchFamily="34" charset="-122"/>
                <a:ea typeface="Microsoft YaHei" panose="020B0503020204020204" pitchFamily="34" charset="-122"/>
                <a:cs typeface="Times New Roman" panose="02020603050405020304" pitchFamily="18" charset="0"/>
              </a:rPr>
              <a:t>=64, </a:t>
            </a:r>
            <a:r>
              <a:rPr lang="en-US" altLang="zh-CN" sz="2400" b="1" dirty="0" err="1">
                <a:solidFill>
                  <a:srgbClr val="C00000"/>
                </a:solidFill>
                <a:effectLst/>
                <a:latin typeface="Microsoft YaHei" panose="020B0503020204020204" pitchFamily="34" charset="-122"/>
                <a:ea typeface="Microsoft YaHei" panose="020B0503020204020204" pitchFamily="34" charset="-122"/>
                <a:cs typeface="Times New Roman" panose="02020603050405020304" pitchFamily="18" charset="0"/>
              </a:rPr>
              <a:t>kernel_size</a:t>
            </a:r>
            <a:r>
              <a:rPr lang="en-US" altLang="zh-CN" sz="2400" b="1" dirty="0">
                <a:solidFill>
                  <a:srgbClr val="C00000"/>
                </a:solidFill>
                <a:effectLst/>
                <a:latin typeface="Microsoft YaHei" panose="020B0503020204020204" pitchFamily="34" charset="-122"/>
                <a:ea typeface="Microsoft YaHei" panose="020B0503020204020204" pitchFamily="34" charset="-122"/>
                <a:cs typeface="Times New Roman" panose="02020603050405020304" pitchFamily="18" charset="0"/>
              </a:rPr>
              <a:t>=3, stride=1, padding=1)</a:t>
            </a:r>
            <a:endParaRPr lang="zh-CN" altLang="en-US" sz="2400" b="1" dirty="0">
              <a:solidFill>
                <a:srgbClr val="C00000"/>
              </a:solidFill>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12" name="文本框 11">
            <a:extLst>
              <a:ext uri="{FF2B5EF4-FFF2-40B4-BE49-F238E27FC236}">
                <a16:creationId xmlns:a16="http://schemas.microsoft.com/office/drawing/2014/main" id="{FC5036A0-ABAE-4FC2-C6A1-B6226CF94CBB}"/>
              </a:ext>
            </a:extLst>
          </p:cNvPr>
          <p:cNvSpPr txBox="1"/>
          <p:nvPr/>
        </p:nvSpPr>
        <p:spPr>
          <a:xfrm>
            <a:off x="516050" y="2341165"/>
            <a:ext cx="7222322" cy="2169055"/>
          </a:xfrm>
          <a:prstGeom prst="rect">
            <a:avLst/>
          </a:prstGeom>
          <a:noFill/>
        </p:spPr>
        <p:txBody>
          <a:bodyPr wrap="square">
            <a:spAutoFit/>
          </a:bodyPr>
          <a:lstStyle/>
          <a:p>
            <a:pPr marL="342900" indent="-342900" algn="l" fontAlgn="base">
              <a:lnSpc>
                <a:spcPct val="125000"/>
              </a:lnSpc>
              <a:buFont typeface="Wingdings" pitchFamily="2" charset="2"/>
              <a:buChar char="n"/>
            </a:pPr>
            <a:r>
              <a:rPr lang="zh-CN" altLang="en-US" sz="2200" b="1" dirty="0">
                <a:effectLst/>
                <a:latin typeface="Microsoft YaHei" panose="020B0503020204020204" pitchFamily="34" charset="-122"/>
                <a:ea typeface="Microsoft YaHei" panose="020B0503020204020204" pitchFamily="34" charset="-122"/>
                <a:cs typeface="Times New Roman" panose="02020603050405020304" pitchFamily="18" charset="0"/>
              </a:rPr>
              <a:t>输入通道数（</a:t>
            </a:r>
            <a:r>
              <a:rPr lang="en-US" altLang="zh-CN" sz="2200" b="1" dirty="0">
                <a:effectLst/>
                <a:latin typeface="Microsoft YaHei" panose="020B0503020204020204" pitchFamily="34" charset="-122"/>
                <a:ea typeface="Microsoft YaHei" panose="020B0503020204020204" pitchFamily="34" charset="-122"/>
                <a:cs typeface="Times New Roman" panose="02020603050405020304" pitchFamily="18" charset="0"/>
              </a:rPr>
              <a:t>Channel</a:t>
            </a:r>
            <a:r>
              <a:rPr lang="zh-CN" altLang="en-US" sz="2200" b="1" dirty="0">
                <a:effectLst/>
                <a:latin typeface="Microsoft YaHei" panose="020B0503020204020204" pitchFamily="34" charset="-122"/>
                <a:ea typeface="Microsoft YaHei" panose="020B0503020204020204" pitchFamily="34" charset="-122"/>
                <a:cs typeface="Times New Roman" panose="02020603050405020304" pitchFamily="18" charset="0"/>
              </a:rPr>
              <a:t>）​：如</a:t>
            </a:r>
            <a:r>
              <a:rPr lang="en-US" altLang="zh-CN" sz="2200" b="1" dirty="0">
                <a:effectLst/>
                <a:latin typeface="Microsoft YaHei" panose="020B0503020204020204" pitchFamily="34" charset="-122"/>
                <a:ea typeface="Microsoft YaHei" panose="020B0503020204020204" pitchFamily="34" charset="-122"/>
                <a:cs typeface="Times New Roman" panose="02020603050405020304" pitchFamily="18" charset="0"/>
              </a:rPr>
              <a:t>RGB</a:t>
            </a:r>
            <a:r>
              <a:rPr lang="zh-CN" altLang="en-US" sz="2200" b="1" dirty="0">
                <a:effectLst/>
                <a:latin typeface="Microsoft YaHei" panose="020B0503020204020204" pitchFamily="34" charset="-122"/>
                <a:ea typeface="Microsoft YaHei" panose="020B0503020204020204" pitchFamily="34" charset="-122"/>
                <a:cs typeface="Times New Roman" panose="02020603050405020304" pitchFamily="18" charset="0"/>
              </a:rPr>
              <a:t>图像为</a:t>
            </a:r>
            <a:r>
              <a:rPr lang="en-US" altLang="zh-CN" sz="2200" b="1" dirty="0">
                <a:effectLst/>
                <a:latin typeface="Microsoft YaHei" panose="020B0503020204020204" pitchFamily="34" charset="-122"/>
                <a:ea typeface="Microsoft YaHei" panose="020B0503020204020204" pitchFamily="34" charset="-122"/>
                <a:cs typeface="Times New Roman" panose="02020603050405020304" pitchFamily="18" charset="0"/>
              </a:rPr>
              <a:t>3</a:t>
            </a:r>
            <a:r>
              <a:rPr lang="zh-CN" altLang="en-US" sz="2200" b="1" dirty="0">
                <a:effectLst/>
                <a:latin typeface="Microsoft YaHei" panose="020B0503020204020204" pitchFamily="34" charset="-122"/>
                <a:ea typeface="Microsoft YaHei" panose="020B0503020204020204" pitchFamily="34" charset="-122"/>
                <a:cs typeface="Times New Roman" panose="02020603050405020304" pitchFamily="18" charset="0"/>
              </a:rPr>
              <a:t>。</a:t>
            </a:r>
          </a:p>
          <a:p>
            <a:pPr marL="342900" indent="-342900" algn="l" fontAlgn="base">
              <a:lnSpc>
                <a:spcPct val="125000"/>
              </a:lnSpc>
              <a:buFont typeface="Wingdings" pitchFamily="2" charset="2"/>
              <a:buChar char="n"/>
            </a:pPr>
            <a:r>
              <a:rPr lang="zh-CN" altLang="en-US" sz="2200" b="1" dirty="0">
                <a:effectLst/>
                <a:latin typeface="Microsoft YaHei" panose="020B0503020204020204" pitchFamily="34" charset="-122"/>
                <a:ea typeface="Microsoft YaHei" panose="020B0503020204020204" pitchFamily="34" charset="-122"/>
                <a:cs typeface="Times New Roman" panose="02020603050405020304" pitchFamily="18" charset="0"/>
              </a:rPr>
              <a:t>​输出通道数（</a:t>
            </a:r>
            <a:r>
              <a:rPr lang="en-US" altLang="zh-CN" sz="2200" b="1" dirty="0" err="1">
                <a:effectLst/>
                <a:latin typeface="Microsoft YaHei" panose="020B0503020204020204" pitchFamily="34" charset="-122"/>
                <a:ea typeface="Microsoft YaHei" panose="020B0503020204020204" pitchFamily="34" charset="-122"/>
                <a:cs typeface="Times New Roman" panose="02020603050405020304" pitchFamily="18" charset="0"/>
              </a:rPr>
              <a:t>Cout</a:t>
            </a:r>
            <a:r>
              <a:rPr lang="en-US" altLang="zh-CN" sz="2200" b="1" dirty="0">
                <a:effectLst/>
                <a:latin typeface="Microsoft YaHei" panose="020B0503020204020204" pitchFamily="34" charset="-122"/>
                <a:ea typeface="Microsoft YaHei" panose="020B0503020204020204" pitchFamily="34" charset="-122"/>
                <a:cs typeface="Times New Roman" panose="02020603050405020304" pitchFamily="18" charset="0"/>
              </a:rPr>
              <a:t>​</a:t>
            </a:r>
            <a:r>
              <a:rPr lang="zh-CN" altLang="en-US" sz="2200" b="1" dirty="0">
                <a:effectLst/>
                <a:latin typeface="Microsoft YaHei" panose="020B0503020204020204" pitchFamily="34" charset="-122"/>
                <a:ea typeface="Microsoft YaHei" panose="020B0503020204020204" pitchFamily="34" charset="-122"/>
                <a:cs typeface="Times New Roman" panose="02020603050405020304" pitchFamily="18" charset="0"/>
              </a:rPr>
              <a:t>）​：决定提取的特征种类数量。</a:t>
            </a:r>
          </a:p>
          <a:p>
            <a:pPr marL="342900" indent="-342900" algn="l" fontAlgn="base">
              <a:lnSpc>
                <a:spcPct val="125000"/>
              </a:lnSpc>
              <a:buFont typeface="Wingdings" pitchFamily="2" charset="2"/>
              <a:buChar char="n"/>
            </a:pPr>
            <a:r>
              <a:rPr lang="zh-CN" altLang="en-US" sz="2200" b="1" dirty="0">
                <a:effectLst/>
                <a:latin typeface="Microsoft YaHei" panose="020B0503020204020204" pitchFamily="34" charset="-122"/>
                <a:ea typeface="Microsoft YaHei" panose="020B0503020204020204" pitchFamily="34" charset="-122"/>
                <a:cs typeface="Times New Roman" panose="02020603050405020304" pitchFamily="18" charset="0"/>
              </a:rPr>
              <a:t>​核尺寸（</a:t>
            </a:r>
            <a:r>
              <a:rPr lang="en-US" altLang="zh-CN" sz="2200" b="1" dirty="0">
                <a:effectLst/>
                <a:latin typeface="Microsoft YaHei" panose="020B0503020204020204" pitchFamily="34" charset="-122"/>
                <a:ea typeface="Microsoft YaHei" panose="020B0503020204020204" pitchFamily="34" charset="-122"/>
                <a:cs typeface="Times New Roman" panose="02020603050405020304" pitchFamily="18" charset="0"/>
              </a:rPr>
              <a:t>K</a:t>
            </a:r>
            <a:r>
              <a:rPr lang="zh-CN" altLang="en-US" sz="2200" b="1" dirty="0">
                <a:effectLst/>
                <a:latin typeface="Microsoft YaHei" panose="020B0503020204020204" pitchFamily="34" charset="-122"/>
                <a:ea typeface="Microsoft YaHei" panose="020B0503020204020204" pitchFamily="34" charset="-122"/>
                <a:cs typeface="Times New Roman" panose="02020603050405020304" pitchFamily="18" charset="0"/>
              </a:rPr>
              <a:t>）​：常见</a:t>
            </a:r>
            <a:r>
              <a:rPr lang="en-US" altLang="zh-CN" sz="2200" b="1" dirty="0">
                <a:effectLst/>
                <a:latin typeface="Microsoft YaHei" panose="020B0503020204020204" pitchFamily="34" charset="-122"/>
                <a:ea typeface="Microsoft YaHei" panose="020B0503020204020204" pitchFamily="34" charset="-122"/>
                <a:cs typeface="Times New Roman" panose="02020603050405020304" pitchFamily="18" charset="0"/>
              </a:rPr>
              <a:t>3×3</a:t>
            </a:r>
            <a:r>
              <a:rPr lang="zh-CN" altLang="en-US" sz="2200" b="1" dirty="0">
                <a:effectLst/>
                <a:latin typeface="Microsoft YaHei" panose="020B0503020204020204" pitchFamily="34" charset="-122"/>
                <a:ea typeface="Microsoft YaHei" panose="020B0503020204020204" pitchFamily="34" charset="-122"/>
                <a:cs typeface="Times New Roman" panose="02020603050405020304" pitchFamily="18" charset="0"/>
              </a:rPr>
              <a:t>、</a:t>
            </a:r>
            <a:r>
              <a:rPr lang="en-US" altLang="zh-CN" sz="2200" b="1" dirty="0">
                <a:effectLst/>
                <a:latin typeface="Microsoft YaHei" panose="020B0503020204020204" pitchFamily="34" charset="-122"/>
                <a:ea typeface="Microsoft YaHei" panose="020B0503020204020204" pitchFamily="34" charset="-122"/>
                <a:cs typeface="Times New Roman" panose="02020603050405020304" pitchFamily="18" charset="0"/>
              </a:rPr>
              <a:t>5×5</a:t>
            </a:r>
            <a:r>
              <a:rPr lang="zh-CN" altLang="en-US" sz="2200" b="1" dirty="0">
                <a:effectLst/>
                <a:latin typeface="Microsoft YaHei" panose="020B0503020204020204" pitchFamily="34" charset="-122"/>
                <a:ea typeface="Microsoft YaHei" panose="020B0503020204020204" pitchFamily="34" charset="-122"/>
                <a:cs typeface="Times New Roman" panose="02020603050405020304" pitchFamily="18" charset="0"/>
              </a:rPr>
              <a:t>。</a:t>
            </a:r>
          </a:p>
          <a:p>
            <a:pPr marL="342900" indent="-342900" algn="l" fontAlgn="base">
              <a:lnSpc>
                <a:spcPct val="125000"/>
              </a:lnSpc>
              <a:buFont typeface="Wingdings" pitchFamily="2" charset="2"/>
              <a:buChar char="n"/>
            </a:pPr>
            <a:r>
              <a:rPr lang="zh-CN" altLang="en-US" sz="2200" b="1" dirty="0">
                <a:effectLst/>
                <a:latin typeface="Microsoft YaHei" panose="020B0503020204020204" pitchFamily="34" charset="-122"/>
                <a:ea typeface="Microsoft YaHei" panose="020B0503020204020204" pitchFamily="34" charset="-122"/>
                <a:cs typeface="Times New Roman" panose="02020603050405020304" pitchFamily="18" charset="0"/>
              </a:rPr>
              <a:t>​步长（</a:t>
            </a:r>
            <a:r>
              <a:rPr lang="en-US" altLang="zh-CN" sz="2200" b="1" dirty="0">
                <a:effectLst/>
                <a:latin typeface="Microsoft YaHei" panose="020B0503020204020204" pitchFamily="34" charset="-122"/>
                <a:ea typeface="Microsoft YaHei" panose="020B0503020204020204" pitchFamily="34" charset="-122"/>
                <a:cs typeface="Times New Roman" panose="02020603050405020304" pitchFamily="18" charset="0"/>
              </a:rPr>
              <a:t>Stride, S</a:t>
            </a:r>
            <a:r>
              <a:rPr lang="zh-CN" altLang="en-US" sz="2200" b="1" dirty="0">
                <a:effectLst/>
                <a:latin typeface="Microsoft YaHei" panose="020B0503020204020204" pitchFamily="34" charset="-122"/>
                <a:ea typeface="Microsoft YaHei" panose="020B0503020204020204" pitchFamily="34" charset="-122"/>
                <a:cs typeface="Times New Roman" panose="02020603050405020304" pitchFamily="18" charset="0"/>
              </a:rPr>
              <a:t>）​：核滑动间隔（控制输出尺寸）。</a:t>
            </a:r>
          </a:p>
          <a:p>
            <a:pPr marL="342900" indent="-342900" algn="l" fontAlgn="base">
              <a:lnSpc>
                <a:spcPct val="125000"/>
              </a:lnSpc>
              <a:buFont typeface="Wingdings" pitchFamily="2" charset="2"/>
              <a:buChar char="n"/>
            </a:pPr>
            <a:r>
              <a:rPr lang="zh-CN" altLang="en-US" sz="2200" b="1" dirty="0">
                <a:effectLst/>
                <a:latin typeface="Microsoft YaHei" panose="020B0503020204020204" pitchFamily="34" charset="-122"/>
                <a:ea typeface="Microsoft YaHei" panose="020B0503020204020204" pitchFamily="34" charset="-122"/>
                <a:cs typeface="Times New Roman" panose="02020603050405020304" pitchFamily="18" charset="0"/>
              </a:rPr>
              <a:t>​填充（</a:t>
            </a:r>
            <a:r>
              <a:rPr lang="en-US" altLang="zh-CN" sz="2200" b="1" dirty="0">
                <a:effectLst/>
                <a:latin typeface="Microsoft YaHei" panose="020B0503020204020204" pitchFamily="34" charset="-122"/>
                <a:ea typeface="Microsoft YaHei" panose="020B0503020204020204" pitchFamily="34" charset="-122"/>
                <a:cs typeface="Times New Roman" panose="02020603050405020304" pitchFamily="18" charset="0"/>
              </a:rPr>
              <a:t>Padding, P</a:t>
            </a:r>
            <a:r>
              <a:rPr lang="zh-CN" altLang="en-US" sz="2200" b="1" dirty="0">
                <a:effectLst/>
                <a:latin typeface="Microsoft YaHei" panose="020B0503020204020204" pitchFamily="34" charset="-122"/>
                <a:ea typeface="Microsoft YaHei" panose="020B0503020204020204" pitchFamily="34" charset="-122"/>
                <a:cs typeface="Times New Roman" panose="02020603050405020304" pitchFamily="18" charset="0"/>
              </a:rPr>
              <a:t>）​：边缘补零，保持输出尺寸不变</a:t>
            </a:r>
          </a:p>
        </p:txBody>
      </p:sp>
      <p:pic>
        <p:nvPicPr>
          <p:cNvPr id="13" name="图片 12">
            <a:extLst>
              <a:ext uri="{FF2B5EF4-FFF2-40B4-BE49-F238E27FC236}">
                <a16:creationId xmlns:a16="http://schemas.microsoft.com/office/drawing/2014/main" id="{33449E59-0E8E-69BA-8E57-F683BD4BD497}"/>
              </a:ext>
            </a:extLst>
          </p:cNvPr>
          <p:cNvPicPr>
            <a:picLocks noChangeAspect="1"/>
          </p:cNvPicPr>
          <p:nvPr/>
        </p:nvPicPr>
        <p:blipFill>
          <a:blip r:embed="rId5"/>
          <a:stretch>
            <a:fillRect/>
          </a:stretch>
        </p:blipFill>
        <p:spPr>
          <a:xfrm>
            <a:off x="1503274" y="4806355"/>
            <a:ext cx="4401320" cy="1030940"/>
          </a:xfrm>
          <a:prstGeom prst="rect">
            <a:avLst/>
          </a:prstGeom>
        </p:spPr>
      </p:pic>
      <p:sp>
        <p:nvSpPr>
          <p:cNvPr id="15" name="文本框 14">
            <a:extLst>
              <a:ext uri="{FF2B5EF4-FFF2-40B4-BE49-F238E27FC236}">
                <a16:creationId xmlns:a16="http://schemas.microsoft.com/office/drawing/2014/main" id="{F9FD423A-8F25-D5C8-A4C4-923C3B46211D}"/>
              </a:ext>
            </a:extLst>
          </p:cNvPr>
          <p:cNvSpPr txBox="1"/>
          <p:nvPr/>
        </p:nvSpPr>
        <p:spPr>
          <a:xfrm>
            <a:off x="2365465" y="5983558"/>
            <a:ext cx="2676938" cy="430887"/>
          </a:xfrm>
          <a:prstGeom prst="rect">
            <a:avLst/>
          </a:prstGeom>
          <a:noFill/>
        </p:spPr>
        <p:txBody>
          <a:bodyPr wrap="square">
            <a:spAutoFit/>
          </a:bodyPr>
          <a:lstStyle/>
          <a:p>
            <a:r>
              <a:rPr lang="en-US" altLang="zh-CN" sz="2200" b="1" dirty="0">
                <a:latin typeface="Microsoft YaHei" panose="020B0503020204020204" pitchFamily="34" charset="-122"/>
                <a:ea typeface="Microsoft YaHei" panose="020B0503020204020204" pitchFamily="34" charset="-122"/>
                <a:cs typeface="Times New Roman" panose="02020603050405020304" pitchFamily="18" charset="0"/>
              </a:rPr>
              <a:t>【</a:t>
            </a:r>
            <a:r>
              <a:rPr lang="zh-CN" altLang="en-US" sz="2200" b="1" i="0" dirty="0">
                <a:effectLst/>
                <a:latin typeface="Microsoft YaHei" panose="020B0503020204020204" pitchFamily="34" charset="-122"/>
                <a:ea typeface="Microsoft YaHei" panose="020B0503020204020204" pitchFamily="34" charset="-122"/>
                <a:cs typeface="Times New Roman" panose="02020603050405020304" pitchFamily="18" charset="0"/>
              </a:rPr>
              <a:t>同理可计算宽度</a:t>
            </a:r>
            <a:r>
              <a:rPr lang="en-US" altLang="zh-CN" sz="2200" b="1" i="0" dirty="0">
                <a:effectLst/>
                <a:latin typeface="Microsoft YaHei" panose="020B0503020204020204" pitchFamily="34" charset="-122"/>
                <a:ea typeface="Microsoft YaHei" panose="020B0503020204020204" pitchFamily="34" charset="-122"/>
                <a:cs typeface="Times New Roman" panose="02020603050405020304" pitchFamily="18" charset="0"/>
              </a:rPr>
              <a:t>】</a:t>
            </a:r>
            <a:endParaRPr lang="zh-CN" altLang="en-US" sz="2200" b="1" dirty="0">
              <a:latin typeface="Microsoft YaHei" panose="020B0503020204020204" pitchFamily="34" charset="-122"/>
              <a:ea typeface="Microsoft YaHei" panose="020B0503020204020204" pitchFamily="34" charset="-122"/>
              <a:cs typeface="Times New Roman" panose="02020603050405020304" pitchFamily="18" charset="0"/>
            </a:endParaRPr>
          </a:p>
        </p:txBody>
      </p:sp>
      <p:grpSp>
        <p:nvGrpSpPr>
          <p:cNvPr id="26" name="组合 25">
            <a:extLst>
              <a:ext uri="{FF2B5EF4-FFF2-40B4-BE49-F238E27FC236}">
                <a16:creationId xmlns:a16="http://schemas.microsoft.com/office/drawing/2014/main" id="{C63D2885-9639-23CE-B411-B4DED5311EEC}"/>
              </a:ext>
            </a:extLst>
          </p:cNvPr>
          <p:cNvGrpSpPr/>
          <p:nvPr/>
        </p:nvGrpSpPr>
        <p:grpSpPr>
          <a:xfrm>
            <a:off x="8017153" y="2188687"/>
            <a:ext cx="3044857" cy="2474009"/>
            <a:chOff x="7738372" y="2820228"/>
            <a:chExt cx="2042589" cy="1994946"/>
          </a:xfrm>
        </p:grpSpPr>
        <p:pic>
          <p:nvPicPr>
            <p:cNvPr id="22" name="Picture 10">
              <a:extLst>
                <a:ext uri="{FF2B5EF4-FFF2-40B4-BE49-F238E27FC236}">
                  <a16:creationId xmlns:a16="http://schemas.microsoft.com/office/drawing/2014/main" id="{661A856C-EEA4-FFA7-7BDE-BB6005079815}"/>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r="61407" b="35594"/>
            <a:stretch/>
          </p:blipFill>
          <p:spPr bwMode="auto">
            <a:xfrm>
              <a:off x="7738372" y="2897693"/>
              <a:ext cx="2042589" cy="1917481"/>
            </a:xfrm>
            <a:prstGeom prst="rect">
              <a:avLst/>
            </a:prstGeom>
            <a:noFill/>
            <a:extLst>
              <a:ext uri="{909E8E84-426E-40DD-AFC4-6F175D3DCCD1}">
                <a14:hiddenFill xmlns:a14="http://schemas.microsoft.com/office/drawing/2010/main">
                  <a:solidFill>
                    <a:srgbClr val="FFFFFF"/>
                  </a:solidFill>
                </a14:hiddenFill>
              </a:ext>
            </a:extLst>
          </p:spPr>
        </p:pic>
        <p:sp>
          <p:nvSpPr>
            <p:cNvPr id="24" name="矩形 23">
              <a:extLst>
                <a:ext uri="{FF2B5EF4-FFF2-40B4-BE49-F238E27FC236}">
                  <a16:creationId xmlns:a16="http://schemas.microsoft.com/office/drawing/2014/main" id="{B00FDEC8-F545-869B-0790-B099F9D1F930}"/>
                </a:ext>
              </a:extLst>
            </p:cNvPr>
            <p:cNvSpPr/>
            <p:nvPr/>
          </p:nvSpPr>
          <p:spPr>
            <a:xfrm>
              <a:off x="7766257" y="2831378"/>
              <a:ext cx="475836" cy="1917481"/>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Microsoft YaHei" panose="020B0503020204020204" pitchFamily="34" charset="-122"/>
                <a:ea typeface="Microsoft YaHei" panose="020B0503020204020204" pitchFamily="34" charset="-122"/>
              </a:endParaRPr>
            </a:p>
          </p:txBody>
        </p:sp>
        <p:sp>
          <p:nvSpPr>
            <p:cNvPr id="25" name="矩形 24">
              <a:extLst>
                <a:ext uri="{FF2B5EF4-FFF2-40B4-BE49-F238E27FC236}">
                  <a16:creationId xmlns:a16="http://schemas.microsoft.com/office/drawing/2014/main" id="{EA212EF4-B7FC-37E4-4B16-36C39DFA7952}"/>
                </a:ext>
              </a:extLst>
            </p:cNvPr>
            <p:cNvSpPr/>
            <p:nvPr/>
          </p:nvSpPr>
          <p:spPr>
            <a:xfrm>
              <a:off x="7766256" y="2820228"/>
              <a:ext cx="2014705" cy="547343"/>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Microsoft YaHei" panose="020B0503020204020204" pitchFamily="34" charset="-122"/>
                <a:ea typeface="Microsoft YaHei" panose="020B0503020204020204" pitchFamily="34" charset="-122"/>
              </a:endParaRPr>
            </a:p>
          </p:txBody>
        </p:sp>
      </p:grpSp>
      <p:sp>
        <p:nvSpPr>
          <p:cNvPr id="28" name="文本框 27">
            <a:extLst>
              <a:ext uri="{FF2B5EF4-FFF2-40B4-BE49-F238E27FC236}">
                <a16:creationId xmlns:a16="http://schemas.microsoft.com/office/drawing/2014/main" id="{B61AFE0F-941D-98B0-B9EE-88B6BAAB3035}"/>
              </a:ext>
            </a:extLst>
          </p:cNvPr>
          <p:cNvSpPr txBox="1"/>
          <p:nvPr/>
        </p:nvSpPr>
        <p:spPr>
          <a:xfrm>
            <a:off x="7738372" y="5004561"/>
            <a:ext cx="3981559" cy="1318759"/>
          </a:xfrm>
          <a:prstGeom prst="rect">
            <a:avLst/>
          </a:prstGeom>
          <a:noFill/>
        </p:spPr>
        <p:txBody>
          <a:bodyPr wrap="square">
            <a:spAutoFit/>
          </a:bodyPr>
          <a:lstStyle/>
          <a:p>
            <a:pPr>
              <a:lnSpc>
                <a:spcPct val="125000"/>
              </a:lnSpc>
            </a:pPr>
            <a:r>
              <a:rPr lang="en-US" altLang="zh-CN" sz="2200" b="1" i="0" dirty="0">
                <a:effectLst/>
                <a:latin typeface="Microsoft YaHei" panose="020B0503020204020204" pitchFamily="34" charset="-122"/>
                <a:ea typeface="Microsoft YaHei" panose="020B0503020204020204" pitchFamily="34" charset="-122"/>
                <a:cs typeface="Times New Roman" panose="02020603050405020304" pitchFamily="18" charset="0"/>
              </a:rPr>
              <a:t>Padding</a:t>
            </a:r>
            <a:r>
              <a:rPr lang="zh-CN" altLang="en-US" sz="2200" b="1" i="0" dirty="0">
                <a:effectLst/>
                <a:latin typeface="Microsoft YaHei" panose="020B0503020204020204" pitchFamily="34" charset="-122"/>
                <a:ea typeface="Microsoft YaHei" panose="020B0503020204020204" pitchFamily="34" charset="-122"/>
                <a:cs typeface="Times New Roman" panose="02020603050405020304" pitchFamily="18" charset="0"/>
              </a:rPr>
              <a:t>（填充）​​ 的主要目的是解决卷积操作导致的</a:t>
            </a:r>
            <a:r>
              <a:rPr lang="zh-CN" altLang="en-US" sz="2200" b="1" i="0" dirty="0">
                <a:solidFill>
                  <a:srgbClr val="C00000"/>
                </a:solidFill>
                <a:effectLst/>
                <a:latin typeface="Microsoft YaHei" panose="020B0503020204020204" pitchFamily="34" charset="-122"/>
                <a:ea typeface="Microsoft YaHei" panose="020B0503020204020204" pitchFamily="34" charset="-122"/>
                <a:cs typeface="Times New Roman" panose="02020603050405020304" pitchFamily="18" charset="0"/>
              </a:rPr>
              <a:t>图像尺寸缩小</a:t>
            </a:r>
            <a:r>
              <a:rPr lang="zh-CN" altLang="en-US" sz="2200" b="1" i="0" dirty="0">
                <a:effectLst/>
                <a:latin typeface="Microsoft YaHei" panose="020B0503020204020204" pitchFamily="34" charset="-122"/>
                <a:ea typeface="Microsoft YaHei" panose="020B0503020204020204" pitchFamily="34" charset="-122"/>
                <a:cs typeface="Times New Roman" panose="02020603050405020304" pitchFamily="18" charset="0"/>
              </a:rPr>
              <a:t>和</a:t>
            </a:r>
            <a:r>
              <a:rPr lang="zh-CN" altLang="en-US" sz="2200" b="1" i="0" dirty="0">
                <a:solidFill>
                  <a:srgbClr val="C00000"/>
                </a:solidFill>
                <a:effectLst/>
                <a:latin typeface="Microsoft YaHei" panose="020B0503020204020204" pitchFamily="34" charset="-122"/>
                <a:ea typeface="Microsoft YaHei" panose="020B0503020204020204" pitchFamily="34" charset="-122"/>
                <a:cs typeface="Times New Roman" panose="02020603050405020304" pitchFamily="18" charset="0"/>
              </a:rPr>
              <a:t>边缘信息丢失</a:t>
            </a:r>
            <a:r>
              <a:rPr lang="zh-CN" altLang="en-US" sz="2200" b="1" i="0" dirty="0">
                <a:effectLst/>
                <a:latin typeface="Microsoft YaHei" panose="020B0503020204020204" pitchFamily="34" charset="-122"/>
                <a:ea typeface="Microsoft YaHei" panose="020B0503020204020204" pitchFamily="34" charset="-122"/>
                <a:cs typeface="Times New Roman" panose="02020603050405020304" pitchFamily="18" charset="0"/>
              </a:rPr>
              <a:t>问题。</a:t>
            </a:r>
            <a:endParaRPr lang="zh-CN" altLang="en-US" sz="2200" b="1" dirty="0">
              <a:latin typeface="Microsoft YaHei" panose="020B0503020204020204" pitchFamily="34" charset="-122"/>
              <a:ea typeface="Microsoft YaHei" panose="020B0503020204020204" pitchFamily="34" charset="-122"/>
              <a:cs typeface="Times New Roman" panose="02020603050405020304" pitchFamily="18" charset="0"/>
            </a:endParaRPr>
          </a:p>
        </p:txBody>
      </p:sp>
    </p:spTree>
    <p:custDataLst>
      <p:tags r:id="rId1"/>
    </p:custDataLst>
    <p:extLst>
      <p:ext uri="{BB962C8B-B14F-4D97-AF65-F5344CB8AC3E}">
        <p14:creationId xmlns:p14="http://schemas.microsoft.com/office/powerpoint/2010/main" val="28447805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9C0053-02DD-EEAB-E819-92FA1C26A544}"/>
            </a:ext>
          </a:extLst>
        </p:cNvPr>
        <p:cNvGrpSpPr/>
        <p:nvPr/>
      </p:nvGrpSpPr>
      <p:grpSpPr>
        <a:xfrm>
          <a:off x="0" y="0"/>
          <a:ext cx="0" cy="0"/>
          <a:chOff x="0" y="0"/>
          <a:chExt cx="0" cy="0"/>
        </a:xfrm>
      </p:grpSpPr>
      <p:sp>
        <p:nvSpPr>
          <p:cNvPr id="121" name="标题 11">
            <a:extLst>
              <a:ext uri="{FF2B5EF4-FFF2-40B4-BE49-F238E27FC236}">
                <a16:creationId xmlns:a16="http://schemas.microsoft.com/office/drawing/2014/main" id="{5134BD32-64AF-56AD-C50F-67F2F8648C71}"/>
              </a:ext>
            </a:extLst>
          </p:cNvPr>
          <p:cNvSpPr txBox="1"/>
          <p:nvPr>
            <p:custDataLst>
              <p:tags r:id="rId2"/>
            </p:custDataLst>
          </p:nvPr>
        </p:nvSpPr>
        <p:spPr bwMode="auto">
          <a:xfrm>
            <a:off x="1219099" y="179835"/>
            <a:ext cx="10972901" cy="535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spAutoFit/>
          </a:bodyPr>
          <a:lstStyle>
            <a:lvl1pPr algn="l" rtl="0" eaLnBrk="0" fontAlgn="base" hangingPunct="0">
              <a:lnSpc>
                <a:spcPct val="90000"/>
              </a:lnSpc>
              <a:spcBef>
                <a:spcPct val="0"/>
              </a:spcBef>
              <a:spcAft>
                <a:spcPct val="0"/>
              </a:spcAft>
              <a:defRPr lang="zh-CN" altLang="en-US" sz="3600" b="1" kern="1200" baseline="0">
                <a:solidFill>
                  <a:schemeClr val="tx1"/>
                </a:solidFill>
                <a:latin typeface="微软雅黑" panose="020B0503020204020204" pitchFamily="34" charset="-122"/>
                <a:ea typeface="微软雅黑" panose="020B0503020204020204" pitchFamily="34" charset="-122"/>
                <a:cs typeface="+mn-cs"/>
              </a:defRPr>
            </a:lvl1pPr>
            <a:lvl2pPr algn="l" rtl="0" eaLnBrk="0" fontAlgn="base" hangingPunct="0">
              <a:lnSpc>
                <a:spcPct val="90000"/>
              </a:lnSpc>
              <a:spcBef>
                <a:spcPct val="0"/>
              </a:spcBef>
              <a:spcAft>
                <a:spcPct val="0"/>
              </a:spcAft>
              <a:defRPr sz="440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2pPr>
            <a:lvl3pPr algn="l" rtl="0" eaLnBrk="0" fontAlgn="base" hangingPunct="0">
              <a:lnSpc>
                <a:spcPct val="90000"/>
              </a:lnSpc>
              <a:spcBef>
                <a:spcPct val="0"/>
              </a:spcBef>
              <a:spcAft>
                <a:spcPct val="0"/>
              </a:spcAft>
              <a:defRPr sz="440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3pPr>
            <a:lvl4pPr algn="l" rtl="0" eaLnBrk="0" fontAlgn="base" hangingPunct="0">
              <a:lnSpc>
                <a:spcPct val="90000"/>
              </a:lnSpc>
              <a:spcBef>
                <a:spcPct val="0"/>
              </a:spcBef>
              <a:spcAft>
                <a:spcPct val="0"/>
              </a:spcAft>
              <a:defRPr sz="440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4pPr>
            <a:lvl5pPr algn="l" rtl="0" eaLnBrk="0" fontAlgn="base" hangingPunct="0">
              <a:lnSpc>
                <a:spcPct val="90000"/>
              </a:lnSpc>
              <a:spcBef>
                <a:spcPct val="0"/>
              </a:spcBef>
              <a:spcAft>
                <a:spcPct val="0"/>
              </a:spcAft>
              <a:defRPr sz="440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5pPr>
            <a:lvl6pPr marL="457200" algn="l" rtl="0" fontAlgn="base">
              <a:lnSpc>
                <a:spcPct val="90000"/>
              </a:lnSpc>
              <a:spcBef>
                <a:spcPct val="0"/>
              </a:spcBef>
              <a:spcAft>
                <a:spcPct val="0"/>
              </a:spcAft>
              <a:defRPr sz="4400">
                <a:solidFill>
                  <a:schemeClr val="tx1"/>
                </a:solidFill>
                <a:latin typeface="Century Gothic" panose="020B0502020202020204" pitchFamily="34" charset="0"/>
                <a:ea typeface="微软雅黑" panose="020B0503020204020204" pitchFamily="34" charset="-122"/>
              </a:defRPr>
            </a:lvl6pPr>
            <a:lvl7pPr marL="914400" algn="l" rtl="0" fontAlgn="base">
              <a:lnSpc>
                <a:spcPct val="90000"/>
              </a:lnSpc>
              <a:spcBef>
                <a:spcPct val="0"/>
              </a:spcBef>
              <a:spcAft>
                <a:spcPct val="0"/>
              </a:spcAft>
              <a:defRPr sz="4400">
                <a:solidFill>
                  <a:schemeClr val="tx1"/>
                </a:solidFill>
                <a:latin typeface="Century Gothic" panose="020B0502020202020204" pitchFamily="34" charset="0"/>
                <a:ea typeface="微软雅黑" panose="020B0503020204020204" pitchFamily="34" charset="-122"/>
              </a:defRPr>
            </a:lvl7pPr>
            <a:lvl8pPr marL="1371600" algn="l" rtl="0" fontAlgn="base">
              <a:lnSpc>
                <a:spcPct val="90000"/>
              </a:lnSpc>
              <a:spcBef>
                <a:spcPct val="0"/>
              </a:spcBef>
              <a:spcAft>
                <a:spcPct val="0"/>
              </a:spcAft>
              <a:defRPr sz="4400">
                <a:solidFill>
                  <a:schemeClr val="tx1"/>
                </a:solidFill>
                <a:latin typeface="Century Gothic" panose="020B0502020202020204" pitchFamily="34" charset="0"/>
                <a:ea typeface="微软雅黑" panose="020B0503020204020204" pitchFamily="34" charset="-122"/>
              </a:defRPr>
            </a:lvl8pPr>
            <a:lvl9pPr marL="1828800" algn="l" rtl="0" fontAlgn="base">
              <a:lnSpc>
                <a:spcPct val="90000"/>
              </a:lnSpc>
              <a:spcBef>
                <a:spcPct val="0"/>
              </a:spcBef>
              <a:spcAft>
                <a:spcPct val="0"/>
              </a:spcAft>
              <a:defRPr sz="4400">
                <a:solidFill>
                  <a:schemeClr val="tx1"/>
                </a:solidFill>
                <a:latin typeface="Century Gothic" panose="020B0502020202020204" pitchFamily="34" charset="0"/>
                <a:ea typeface="微软雅黑" panose="020B0503020204020204" pitchFamily="34" charset="-122"/>
              </a:defRPr>
            </a:lvl9pPr>
          </a:lstStyle>
          <a:p>
            <a:pPr>
              <a:defRPr/>
            </a:pPr>
            <a:r>
              <a:rPr lang="zh-CN" altLang="en-US" sz="3200" kern="0" spc="-150" dirty="0">
                <a:gradFill>
                  <a:gsLst>
                    <a:gs pos="0">
                      <a:srgbClr val="7D1E2E"/>
                    </a:gs>
                    <a:gs pos="100000">
                      <a:srgbClr val="0070C0"/>
                    </a:gs>
                  </a:gsLst>
                  <a:lin ang="2700000" scaled="0"/>
                </a:gradFill>
                <a:latin typeface="Microsoft YaHei" panose="020B0503020204020204" pitchFamily="34" charset="-122"/>
                <a:ea typeface="Microsoft YaHei" panose="020B0503020204020204" pitchFamily="34" charset="-122"/>
                <a:cs typeface="Times New Roman" panose="02020603050405020304" pitchFamily="18" charset="0"/>
              </a:rPr>
              <a:t>深度瓶颈</a:t>
            </a:r>
          </a:p>
        </p:txBody>
      </p:sp>
      <p:sp>
        <p:nvSpPr>
          <p:cNvPr id="9" name="文本框 8">
            <a:extLst>
              <a:ext uri="{FF2B5EF4-FFF2-40B4-BE49-F238E27FC236}">
                <a16:creationId xmlns:a16="http://schemas.microsoft.com/office/drawing/2014/main" id="{EBB3B073-38F9-3873-ABE7-152789268D47}"/>
              </a:ext>
            </a:extLst>
          </p:cNvPr>
          <p:cNvSpPr txBox="1"/>
          <p:nvPr/>
        </p:nvSpPr>
        <p:spPr>
          <a:xfrm>
            <a:off x="516051" y="874442"/>
            <a:ext cx="11276882" cy="1318823"/>
          </a:xfrm>
          <a:prstGeom prst="rect">
            <a:avLst/>
          </a:prstGeom>
          <a:noFill/>
        </p:spPr>
        <p:txBody>
          <a:bodyPr wrap="square">
            <a:spAutoFit/>
          </a:bodyPr>
          <a:lstStyle/>
          <a:p>
            <a:pPr algn="just">
              <a:lnSpc>
                <a:spcPct val="125000"/>
              </a:lnSpc>
            </a:pPr>
            <a:r>
              <a:rPr lang="zh-CN" altLang="en-US" sz="2200" b="1" kern="100" dirty="0">
                <a:solidFill>
                  <a:srgbClr val="C00000"/>
                </a:solidFill>
                <a:latin typeface="Microsoft YaHei" panose="020B0503020204020204" pitchFamily="34" charset="-122"/>
                <a:ea typeface="Microsoft YaHei" panose="020B0503020204020204" pitchFamily="34" charset="-122"/>
                <a:cs typeface="Times New Roman" panose="02020603050405020304" pitchFamily="18" charset="0"/>
              </a:rPr>
              <a:t>深度瓶颈：</a:t>
            </a:r>
            <a:r>
              <a:rPr lang="zh-CN" altLang="en-US" sz="2200" b="1" i="0" dirty="0">
                <a:solidFill>
                  <a:srgbClr val="2C3E50"/>
                </a:solidFill>
                <a:effectLst/>
                <a:latin typeface="Microsoft YaHei" panose="020B0503020204020204" pitchFamily="34" charset="-122"/>
                <a:ea typeface="Microsoft YaHei" panose="020B0503020204020204" pitchFamily="34" charset="-122"/>
                <a:cs typeface="Times New Roman" panose="02020603050405020304" pitchFamily="18" charset="0"/>
              </a:rPr>
              <a:t>理论上，网络越深表达能力越强，增加网络层数后，网络可以进行更加复杂的特征模式的提取，当模型更深时可以取得更好的结果。尤其是当网络的深度增加时，网络容易出现</a:t>
            </a:r>
            <a:r>
              <a:rPr lang="zh-CN" altLang="en-US" sz="2200" b="1" i="0" dirty="0">
                <a:solidFill>
                  <a:srgbClr val="C00000"/>
                </a:solidFill>
                <a:effectLst/>
                <a:latin typeface="Microsoft YaHei" panose="020B0503020204020204" pitchFamily="34" charset="-122"/>
                <a:ea typeface="Microsoft YaHei" panose="020B0503020204020204" pitchFamily="34" charset="-122"/>
                <a:cs typeface="Times New Roman" panose="02020603050405020304" pitchFamily="18" charset="0"/>
              </a:rPr>
              <a:t>梯度消失、梯度爆炸、信息丢失与变形</a:t>
            </a:r>
            <a:r>
              <a:rPr lang="zh-CN" altLang="en-US" sz="2200" b="1" i="0" dirty="0">
                <a:solidFill>
                  <a:srgbClr val="2C3E50"/>
                </a:solidFill>
                <a:effectLst/>
                <a:latin typeface="Microsoft YaHei" panose="020B0503020204020204" pitchFamily="34" charset="-122"/>
                <a:ea typeface="Microsoft YaHei" panose="020B0503020204020204" pitchFamily="34" charset="-122"/>
                <a:cs typeface="Times New Roman" panose="02020603050405020304" pitchFamily="18" charset="0"/>
              </a:rPr>
              <a:t>等问题，从而造成性能的瓶颈。</a:t>
            </a:r>
          </a:p>
        </p:txBody>
      </p:sp>
      <p:pic>
        <p:nvPicPr>
          <p:cNvPr id="10" name="Picture 2" descr="图1 CIFAR-10数据集上，更多卷积层的56-layer网络的误差反而比20-layer更高 来源：何恺明等">
            <a:extLst>
              <a:ext uri="{FF2B5EF4-FFF2-40B4-BE49-F238E27FC236}">
                <a16:creationId xmlns:a16="http://schemas.microsoft.com/office/drawing/2014/main" id="{7AEDC3D1-7460-2F51-0E05-4C8A11823E0D}"/>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4233" t="13918" r="1577" b="4321"/>
          <a:stretch/>
        </p:blipFill>
        <p:spPr bwMode="auto">
          <a:xfrm>
            <a:off x="2700128" y="2220849"/>
            <a:ext cx="7146389" cy="2323005"/>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4" descr="疑惑问号GIF动图图片-正版gif素材401915936-摄图网">
            <a:extLst>
              <a:ext uri="{FF2B5EF4-FFF2-40B4-BE49-F238E27FC236}">
                <a16:creationId xmlns:a16="http://schemas.microsoft.com/office/drawing/2014/main" id="{A796AFC0-79FD-6DCE-BE17-B2E03475047B}"/>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11185" r="20371" b="17564"/>
          <a:stretch/>
        </p:blipFill>
        <p:spPr bwMode="auto">
          <a:xfrm>
            <a:off x="10025898" y="2285369"/>
            <a:ext cx="1790968" cy="2157073"/>
          </a:xfrm>
          <a:prstGeom prst="rect">
            <a:avLst/>
          </a:prstGeom>
          <a:noFill/>
          <a:extLst>
            <a:ext uri="{909E8E84-426E-40DD-AFC4-6F175D3DCCD1}">
              <a14:hiddenFill xmlns:a14="http://schemas.microsoft.com/office/drawing/2010/main">
                <a:solidFill>
                  <a:srgbClr val="FFFFFF"/>
                </a:solidFill>
              </a14:hiddenFill>
            </a:ext>
          </a:extLst>
        </p:spPr>
      </p:pic>
      <p:sp>
        <p:nvSpPr>
          <p:cNvPr id="13" name="文本框 12">
            <a:extLst>
              <a:ext uri="{FF2B5EF4-FFF2-40B4-BE49-F238E27FC236}">
                <a16:creationId xmlns:a16="http://schemas.microsoft.com/office/drawing/2014/main" id="{ADB07147-4109-EB01-7B8D-E8F63FA8D4C3}"/>
              </a:ext>
            </a:extLst>
          </p:cNvPr>
          <p:cNvSpPr txBox="1"/>
          <p:nvPr/>
        </p:nvSpPr>
        <p:spPr>
          <a:xfrm>
            <a:off x="677948" y="2594929"/>
            <a:ext cx="1794319" cy="1556003"/>
          </a:xfrm>
          <a:prstGeom prst="rect">
            <a:avLst/>
          </a:prstGeom>
          <a:noFill/>
        </p:spPr>
        <p:txBody>
          <a:bodyPr wrap="square">
            <a:spAutoFit/>
          </a:bodyPr>
          <a:lstStyle/>
          <a:p>
            <a:pPr marL="342900" indent="-342900" algn="just">
              <a:lnSpc>
                <a:spcPct val="150000"/>
              </a:lnSpc>
              <a:buFont typeface="Wingdings" pitchFamily="2" charset="2"/>
              <a:buChar char="n"/>
            </a:pPr>
            <a:r>
              <a:rPr lang="zh-CN" altLang="en-US" sz="2200" b="1" kern="100" dirty="0">
                <a:solidFill>
                  <a:schemeClr val="accent2">
                    <a:lumMod val="75000"/>
                  </a:schemeClr>
                </a:solidFill>
                <a:latin typeface="Microsoft YaHei" panose="020B0503020204020204" pitchFamily="34" charset="-122"/>
                <a:ea typeface="Microsoft YaHei" panose="020B0503020204020204" pitchFamily="34" charset="-122"/>
                <a:cs typeface="Times New Roman" panose="02020603050405020304" pitchFamily="18" charset="0"/>
              </a:rPr>
              <a:t>梯度消失</a:t>
            </a:r>
            <a:endParaRPr lang="en-US" altLang="zh-CN" sz="2200" b="1" kern="100" dirty="0">
              <a:solidFill>
                <a:schemeClr val="accent2">
                  <a:lumMod val="75000"/>
                </a:schemeClr>
              </a:solidFill>
              <a:latin typeface="Microsoft YaHei" panose="020B0503020204020204" pitchFamily="34" charset="-122"/>
              <a:ea typeface="Microsoft YaHei" panose="020B0503020204020204" pitchFamily="34" charset="-122"/>
              <a:cs typeface="Times New Roman" panose="02020603050405020304" pitchFamily="18" charset="0"/>
            </a:endParaRPr>
          </a:p>
          <a:p>
            <a:pPr marL="342900" indent="-342900" algn="just">
              <a:lnSpc>
                <a:spcPct val="150000"/>
              </a:lnSpc>
              <a:buFont typeface="Wingdings" pitchFamily="2" charset="2"/>
              <a:buChar char="n"/>
            </a:pPr>
            <a:r>
              <a:rPr lang="zh-CN" altLang="en-US" sz="2200" b="1" kern="100" dirty="0">
                <a:solidFill>
                  <a:schemeClr val="accent2">
                    <a:lumMod val="75000"/>
                  </a:schemeClr>
                </a:solidFill>
                <a:latin typeface="Microsoft YaHei" panose="020B0503020204020204" pitchFamily="34" charset="-122"/>
                <a:ea typeface="Microsoft YaHei" panose="020B0503020204020204" pitchFamily="34" charset="-122"/>
                <a:cs typeface="Times New Roman" panose="02020603050405020304" pitchFamily="18" charset="0"/>
              </a:rPr>
              <a:t>梯度爆炸</a:t>
            </a:r>
            <a:endParaRPr lang="en-US" altLang="zh-CN" sz="2200" b="1" kern="100" dirty="0">
              <a:solidFill>
                <a:schemeClr val="accent2">
                  <a:lumMod val="75000"/>
                </a:schemeClr>
              </a:solidFill>
              <a:latin typeface="Microsoft YaHei" panose="020B0503020204020204" pitchFamily="34" charset="-122"/>
              <a:ea typeface="Microsoft YaHei" panose="020B0503020204020204" pitchFamily="34" charset="-122"/>
              <a:cs typeface="Times New Roman" panose="02020603050405020304" pitchFamily="18" charset="0"/>
            </a:endParaRPr>
          </a:p>
          <a:p>
            <a:pPr marL="342900" indent="-342900" algn="just">
              <a:lnSpc>
                <a:spcPct val="150000"/>
              </a:lnSpc>
              <a:buFont typeface="Wingdings" pitchFamily="2" charset="2"/>
              <a:buChar char="n"/>
            </a:pPr>
            <a:r>
              <a:rPr lang="zh-CN" altLang="en-US" sz="2200" b="1" kern="100" dirty="0">
                <a:solidFill>
                  <a:schemeClr val="accent2">
                    <a:lumMod val="75000"/>
                  </a:schemeClr>
                </a:solidFill>
                <a:latin typeface="Microsoft YaHei" panose="020B0503020204020204" pitchFamily="34" charset="-122"/>
                <a:ea typeface="Microsoft YaHei" panose="020B0503020204020204" pitchFamily="34" charset="-122"/>
                <a:cs typeface="Times New Roman" panose="02020603050405020304" pitchFamily="18" charset="0"/>
              </a:rPr>
              <a:t>信息丢失</a:t>
            </a:r>
            <a:endParaRPr lang="en-US" altLang="zh-CN" sz="2200" b="1" kern="100" dirty="0">
              <a:solidFill>
                <a:schemeClr val="accent2">
                  <a:lumMod val="75000"/>
                </a:schemeClr>
              </a:solidFill>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36" name="文本框 35">
            <a:extLst>
              <a:ext uri="{FF2B5EF4-FFF2-40B4-BE49-F238E27FC236}">
                <a16:creationId xmlns:a16="http://schemas.microsoft.com/office/drawing/2014/main" id="{819D538E-E0DA-C568-46D8-156493860CB1}"/>
              </a:ext>
            </a:extLst>
          </p:cNvPr>
          <p:cNvSpPr txBox="1"/>
          <p:nvPr/>
        </p:nvSpPr>
        <p:spPr>
          <a:xfrm>
            <a:off x="516053" y="4575925"/>
            <a:ext cx="11276880" cy="2150076"/>
          </a:xfrm>
          <a:prstGeom prst="rect">
            <a:avLst/>
          </a:prstGeom>
          <a:noFill/>
        </p:spPr>
        <p:txBody>
          <a:bodyPr wrap="square">
            <a:spAutoFit/>
          </a:bodyPr>
          <a:lstStyle/>
          <a:p>
            <a:pPr algn="just">
              <a:lnSpc>
                <a:spcPct val="125000"/>
              </a:lnSpc>
            </a:pPr>
            <a:r>
              <a:rPr lang="zh-CN" altLang="en-US" sz="2200" b="1" kern="100" dirty="0">
                <a:solidFill>
                  <a:srgbClr val="C00000"/>
                </a:solidFill>
                <a:latin typeface="Microsoft YaHei" panose="020B0503020204020204" pitchFamily="34" charset="-122"/>
                <a:ea typeface="Microsoft YaHei" panose="020B0503020204020204" pitchFamily="34" charset="-122"/>
                <a:cs typeface="Times New Roman" panose="02020603050405020304" pitchFamily="18" charset="0"/>
              </a:rPr>
              <a:t>梯度消失</a:t>
            </a:r>
            <a:r>
              <a:rPr lang="en-US" altLang="zh-CN" sz="2200" b="1" kern="100" dirty="0">
                <a:solidFill>
                  <a:srgbClr val="C00000"/>
                </a:solidFill>
                <a:latin typeface="Microsoft YaHei" panose="020B0503020204020204" pitchFamily="34" charset="-122"/>
                <a:ea typeface="Microsoft YaHei" panose="020B0503020204020204" pitchFamily="34" charset="-122"/>
                <a:cs typeface="Times New Roman" panose="02020603050405020304" pitchFamily="18" charset="0"/>
              </a:rPr>
              <a:t>/</a:t>
            </a:r>
            <a:r>
              <a:rPr lang="zh-CN" altLang="en-US" sz="2200" b="1" kern="100" dirty="0">
                <a:solidFill>
                  <a:srgbClr val="C00000"/>
                </a:solidFill>
                <a:latin typeface="Microsoft YaHei" panose="020B0503020204020204" pitchFamily="34" charset="-122"/>
                <a:ea typeface="Microsoft YaHei" panose="020B0503020204020204" pitchFamily="34" charset="-122"/>
                <a:cs typeface="Times New Roman" panose="02020603050405020304" pitchFamily="18" charset="0"/>
              </a:rPr>
              <a:t>爆炸：</a:t>
            </a:r>
            <a:r>
              <a:rPr lang="zh-CN" altLang="en-US" sz="2200" b="1" kern="100" dirty="0">
                <a:latin typeface="Microsoft YaHei" panose="020B0503020204020204" pitchFamily="34" charset="-122"/>
                <a:ea typeface="Microsoft YaHei" panose="020B0503020204020204" pitchFamily="34" charset="-122"/>
                <a:cs typeface="Times New Roman" panose="02020603050405020304" pitchFamily="18" charset="0"/>
              </a:rPr>
              <a:t>梯度消失和梯度爆炸原因在于</a:t>
            </a:r>
            <a:r>
              <a:rPr lang="zh-CN" altLang="en-US" sz="2200" b="1" kern="100" dirty="0">
                <a:solidFill>
                  <a:schemeClr val="accent2">
                    <a:lumMod val="75000"/>
                  </a:schemeClr>
                </a:solidFill>
                <a:latin typeface="Microsoft YaHei" panose="020B0503020204020204" pitchFamily="34" charset="-122"/>
                <a:ea typeface="Microsoft YaHei" panose="020B0503020204020204" pitchFamily="34" charset="-122"/>
                <a:cs typeface="Times New Roman" panose="02020603050405020304" pitchFamily="18" charset="0"/>
              </a:rPr>
              <a:t>反向传播训练法则</a:t>
            </a:r>
            <a:r>
              <a:rPr lang="zh-CN" altLang="en-US" sz="2200" b="1" kern="100" dirty="0">
                <a:latin typeface="Microsoft YaHei" panose="020B0503020204020204" pitchFamily="34" charset="-122"/>
                <a:ea typeface="Microsoft YaHei" panose="020B0503020204020204" pitchFamily="34" charset="-122"/>
                <a:cs typeface="Times New Roman" panose="02020603050405020304" pitchFamily="18" charset="0"/>
              </a:rPr>
              <a:t>，随着网络层数的增加，反向传播中梯度信息会逐层传递，导致当前层与后续层的学习速率出现较大的差距。</a:t>
            </a:r>
            <a:endParaRPr lang="en-US" altLang="zh-CN" sz="2200" b="1" kern="100" dirty="0">
              <a:latin typeface="Microsoft YaHei" panose="020B0503020204020204" pitchFamily="34" charset="-122"/>
              <a:ea typeface="Microsoft YaHei" panose="020B0503020204020204" pitchFamily="34" charset="-122"/>
              <a:cs typeface="Times New Roman" panose="02020603050405020304" pitchFamily="18" charset="0"/>
            </a:endParaRPr>
          </a:p>
          <a:p>
            <a:pPr algn="just">
              <a:lnSpc>
                <a:spcPct val="125000"/>
              </a:lnSpc>
            </a:pPr>
            <a:endParaRPr lang="en-US" altLang="zh-CN" sz="2200" b="1" kern="100" dirty="0">
              <a:latin typeface="Microsoft YaHei" panose="020B0503020204020204" pitchFamily="34" charset="-122"/>
              <a:ea typeface="Microsoft YaHei" panose="020B0503020204020204" pitchFamily="34" charset="-122"/>
              <a:cs typeface="Times New Roman" panose="02020603050405020304" pitchFamily="18" charset="0"/>
            </a:endParaRPr>
          </a:p>
          <a:p>
            <a:pPr algn="just">
              <a:lnSpc>
                <a:spcPct val="125000"/>
              </a:lnSpc>
            </a:pPr>
            <a:r>
              <a:rPr lang="zh-CN" altLang="en-US" sz="2200" b="1" kern="100" dirty="0">
                <a:solidFill>
                  <a:srgbClr val="C00000"/>
                </a:solidFill>
                <a:latin typeface="Microsoft YaHei" panose="020B0503020204020204" pitchFamily="34" charset="-122"/>
                <a:ea typeface="Microsoft YaHei" panose="020B0503020204020204" pitchFamily="34" charset="-122"/>
                <a:cs typeface="Times New Roman" panose="02020603050405020304" pitchFamily="18" charset="0"/>
              </a:rPr>
              <a:t>信息丢失与变形：</a:t>
            </a:r>
            <a:r>
              <a:rPr lang="zh-CN" altLang="en-US" sz="2200" b="1" kern="100" dirty="0">
                <a:latin typeface="Microsoft YaHei" panose="020B0503020204020204" pitchFamily="34" charset="-122"/>
                <a:ea typeface="Microsoft YaHei" panose="020B0503020204020204" pitchFamily="34" charset="-122"/>
                <a:cs typeface="Times New Roman" panose="02020603050405020304" pitchFamily="18" charset="0"/>
              </a:rPr>
              <a:t>随着网络深度的增加，特征会随着层层传递而变得越来越抽象。深层网络会由于特征空间的变换而无法有效保持输入数据的原始信息，从而影响网络的整体表现</a:t>
            </a:r>
          </a:p>
        </p:txBody>
      </p:sp>
    </p:spTree>
    <p:custDataLst>
      <p:tags r:id="rId1"/>
    </p:custDataLst>
    <p:extLst>
      <p:ext uri="{BB962C8B-B14F-4D97-AF65-F5344CB8AC3E}">
        <p14:creationId xmlns:p14="http://schemas.microsoft.com/office/powerpoint/2010/main" val="24975979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A75047-181F-CAE1-BEE7-3646A52EC54D}"/>
            </a:ext>
          </a:extLst>
        </p:cNvPr>
        <p:cNvGrpSpPr/>
        <p:nvPr/>
      </p:nvGrpSpPr>
      <p:grpSpPr>
        <a:xfrm>
          <a:off x="0" y="0"/>
          <a:ext cx="0" cy="0"/>
          <a:chOff x="0" y="0"/>
          <a:chExt cx="0" cy="0"/>
        </a:xfrm>
      </p:grpSpPr>
      <p:sp>
        <p:nvSpPr>
          <p:cNvPr id="121" name="标题 11">
            <a:extLst>
              <a:ext uri="{FF2B5EF4-FFF2-40B4-BE49-F238E27FC236}">
                <a16:creationId xmlns:a16="http://schemas.microsoft.com/office/drawing/2014/main" id="{704C0FB2-5E79-0209-4E49-29F5A8A8A74F}"/>
              </a:ext>
            </a:extLst>
          </p:cNvPr>
          <p:cNvSpPr txBox="1"/>
          <p:nvPr>
            <p:custDataLst>
              <p:tags r:id="rId2"/>
            </p:custDataLst>
          </p:nvPr>
        </p:nvSpPr>
        <p:spPr bwMode="auto">
          <a:xfrm>
            <a:off x="1219099" y="179835"/>
            <a:ext cx="10972901" cy="535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spAutoFit/>
          </a:bodyPr>
          <a:lstStyle>
            <a:lvl1pPr algn="l" rtl="0" eaLnBrk="0" fontAlgn="base" hangingPunct="0">
              <a:lnSpc>
                <a:spcPct val="90000"/>
              </a:lnSpc>
              <a:spcBef>
                <a:spcPct val="0"/>
              </a:spcBef>
              <a:spcAft>
                <a:spcPct val="0"/>
              </a:spcAft>
              <a:defRPr lang="zh-CN" altLang="en-US" sz="3600" b="1" kern="1200" baseline="0">
                <a:solidFill>
                  <a:schemeClr val="tx1"/>
                </a:solidFill>
                <a:latin typeface="微软雅黑" panose="020B0503020204020204" pitchFamily="34" charset="-122"/>
                <a:ea typeface="微软雅黑" panose="020B0503020204020204" pitchFamily="34" charset="-122"/>
                <a:cs typeface="+mn-cs"/>
              </a:defRPr>
            </a:lvl1pPr>
            <a:lvl2pPr algn="l" rtl="0" eaLnBrk="0" fontAlgn="base" hangingPunct="0">
              <a:lnSpc>
                <a:spcPct val="90000"/>
              </a:lnSpc>
              <a:spcBef>
                <a:spcPct val="0"/>
              </a:spcBef>
              <a:spcAft>
                <a:spcPct val="0"/>
              </a:spcAft>
              <a:defRPr sz="440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2pPr>
            <a:lvl3pPr algn="l" rtl="0" eaLnBrk="0" fontAlgn="base" hangingPunct="0">
              <a:lnSpc>
                <a:spcPct val="90000"/>
              </a:lnSpc>
              <a:spcBef>
                <a:spcPct val="0"/>
              </a:spcBef>
              <a:spcAft>
                <a:spcPct val="0"/>
              </a:spcAft>
              <a:defRPr sz="440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3pPr>
            <a:lvl4pPr algn="l" rtl="0" eaLnBrk="0" fontAlgn="base" hangingPunct="0">
              <a:lnSpc>
                <a:spcPct val="90000"/>
              </a:lnSpc>
              <a:spcBef>
                <a:spcPct val="0"/>
              </a:spcBef>
              <a:spcAft>
                <a:spcPct val="0"/>
              </a:spcAft>
              <a:defRPr sz="440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4pPr>
            <a:lvl5pPr algn="l" rtl="0" eaLnBrk="0" fontAlgn="base" hangingPunct="0">
              <a:lnSpc>
                <a:spcPct val="90000"/>
              </a:lnSpc>
              <a:spcBef>
                <a:spcPct val="0"/>
              </a:spcBef>
              <a:spcAft>
                <a:spcPct val="0"/>
              </a:spcAft>
              <a:defRPr sz="440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5pPr>
            <a:lvl6pPr marL="457200" algn="l" rtl="0" fontAlgn="base">
              <a:lnSpc>
                <a:spcPct val="90000"/>
              </a:lnSpc>
              <a:spcBef>
                <a:spcPct val="0"/>
              </a:spcBef>
              <a:spcAft>
                <a:spcPct val="0"/>
              </a:spcAft>
              <a:defRPr sz="4400">
                <a:solidFill>
                  <a:schemeClr val="tx1"/>
                </a:solidFill>
                <a:latin typeface="Century Gothic" panose="020B0502020202020204" pitchFamily="34" charset="0"/>
                <a:ea typeface="微软雅黑" panose="020B0503020204020204" pitchFamily="34" charset="-122"/>
              </a:defRPr>
            </a:lvl6pPr>
            <a:lvl7pPr marL="914400" algn="l" rtl="0" fontAlgn="base">
              <a:lnSpc>
                <a:spcPct val="90000"/>
              </a:lnSpc>
              <a:spcBef>
                <a:spcPct val="0"/>
              </a:spcBef>
              <a:spcAft>
                <a:spcPct val="0"/>
              </a:spcAft>
              <a:defRPr sz="4400">
                <a:solidFill>
                  <a:schemeClr val="tx1"/>
                </a:solidFill>
                <a:latin typeface="Century Gothic" panose="020B0502020202020204" pitchFamily="34" charset="0"/>
                <a:ea typeface="微软雅黑" panose="020B0503020204020204" pitchFamily="34" charset="-122"/>
              </a:defRPr>
            </a:lvl7pPr>
            <a:lvl8pPr marL="1371600" algn="l" rtl="0" fontAlgn="base">
              <a:lnSpc>
                <a:spcPct val="90000"/>
              </a:lnSpc>
              <a:spcBef>
                <a:spcPct val="0"/>
              </a:spcBef>
              <a:spcAft>
                <a:spcPct val="0"/>
              </a:spcAft>
              <a:defRPr sz="4400">
                <a:solidFill>
                  <a:schemeClr val="tx1"/>
                </a:solidFill>
                <a:latin typeface="Century Gothic" panose="020B0502020202020204" pitchFamily="34" charset="0"/>
                <a:ea typeface="微软雅黑" panose="020B0503020204020204" pitchFamily="34" charset="-122"/>
              </a:defRPr>
            </a:lvl8pPr>
            <a:lvl9pPr marL="1828800" algn="l" rtl="0" fontAlgn="base">
              <a:lnSpc>
                <a:spcPct val="90000"/>
              </a:lnSpc>
              <a:spcBef>
                <a:spcPct val="0"/>
              </a:spcBef>
              <a:spcAft>
                <a:spcPct val="0"/>
              </a:spcAft>
              <a:defRPr sz="4400">
                <a:solidFill>
                  <a:schemeClr val="tx1"/>
                </a:solidFill>
                <a:latin typeface="Century Gothic" panose="020B0502020202020204" pitchFamily="34" charset="0"/>
                <a:ea typeface="微软雅黑" panose="020B0503020204020204" pitchFamily="34" charset="-122"/>
              </a:defRPr>
            </a:lvl9pPr>
          </a:lstStyle>
          <a:p>
            <a:pPr>
              <a:defRPr/>
            </a:pPr>
            <a:r>
              <a:rPr lang="zh-CN" altLang="en-US" sz="3200" kern="0" spc="-150" dirty="0">
                <a:gradFill>
                  <a:gsLst>
                    <a:gs pos="0">
                      <a:srgbClr val="7D1E2E"/>
                    </a:gs>
                    <a:gs pos="100000">
                      <a:srgbClr val="0070C0"/>
                    </a:gs>
                  </a:gsLst>
                  <a:lin ang="2700000" scaled="0"/>
                </a:gradFill>
                <a:latin typeface="Microsoft YaHei" panose="020B0503020204020204" pitchFamily="34" charset="-122"/>
                <a:ea typeface="Microsoft YaHei" panose="020B0503020204020204" pitchFamily="34" charset="-122"/>
                <a:cs typeface="Times New Roman" panose="02020603050405020304" pitchFamily="18" charset="0"/>
              </a:rPr>
              <a:t>跳跃连接 </a:t>
            </a:r>
            <a:r>
              <a:rPr lang="en-US" altLang="zh-CN" sz="3200" kern="0" spc="-150" dirty="0">
                <a:gradFill>
                  <a:gsLst>
                    <a:gs pos="0">
                      <a:srgbClr val="7D1E2E"/>
                    </a:gs>
                    <a:gs pos="100000">
                      <a:srgbClr val="0070C0"/>
                    </a:gs>
                  </a:gsLst>
                  <a:lin ang="2700000" scaled="0"/>
                </a:gradFill>
                <a:latin typeface="Microsoft YaHei" panose="020B0503020204020204" pitchFamily="34" charset="-122"/>
                <a:ea typeface="Microsoft YaHei" panose="020B0503020204020204" pitchFamily="34" charset="-122"/>
                <a:cs typeface="Times New Roman" panose="02020603050405020304" pitchFamily="18" charset="0"/>
              </a:rPr>
              <a:t>Skip Connection</a:t>
            </a:r>
            <a:endParaRPr lang="zh-CN" altLang="en-US" sz="3200" kern="0" spc="-150" dirty="0">
              <a:gradFill>
                <a:gsLst>
                  <a:gs pos="0">
                    <a:srgbClr val="7D1E2E"/>
                  </a:gs>
                  <a:gs pos="100000">
                    <a:srgbClr val="0070C0"/>
                  </a:gs>
                </a:gsLst>
                <a:lin ang="2700000" scaled="0"/>
              </a:gradFill>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9" name="文本框 8">
            <a:extLst>
              <a:ext uri="{FF2B5EF4-FFF2-40B4-BE49-F238E27FC236}">
                <a16:creationId xmlns:a16="http://schemas.microsoft.com/office/drawing/2014/main" id="{7A6A3B5D-34B4-5EEB-28E0-9C3AAE4C163A}"/>
              </a:ext>
            </a:extLst>
          </p:cNvPr>
          <p:cNvSpPr txBox="1"/>
          <p:nvPr/>
        </p:nvSpPr>
        <p:spPr>
          <a:xfrm>
            <a:off x="516051" y="874442"/>
            <a:ext cx="11276882" cy="895566"/>
          </a:xfrm>
          <a:prstGeom prst="rect">
            <a:avLst/>
          </a:prstGeom>
          <a:noFill/>
        </p:spPr>
        <p:txBody>
          <a:bodyPr wrap="square">
            <a:spAutoFit/>
          </a:bodyPr>
          <a:lstStyle/>
          <a:p>
            <a:pPr>
              <a:lnSpc>
                <a:spcPct val="125000"/>
              </a:lnSpc>
            </a:pPr>
            <a:r>
              <a:rPr lang="en-US" altLang="zh-CN" sz="2200" b="1" dirty="0">
                <a:solidFill>
                  <a:srgbClr val="C00000"/>
                </a:solidFill>
                <a:latin typeface="Microsoft YaHei" panose="020B0503020204020204" pitchFamily="34" charset="-122"/>
                <a:ea typeface="Microsoft YaHei" panose="020B0503020204020204" pitchFamily="34" charset="-122"/>
                <a:cs typeface="Times New Roman" panose="02020603050405020304" pitchFamily="18" charset="0"/>
              </a:rPr>
              <a:t>Skip Connection</a:t>
            </a:r>
            <a:r>
              <a:rPr lang="zh-CN" altLang="en-US" sz="2200" b="1" dirty="0">
                <a:solidFill>
                  <a:srgbClr val="C00000"/>
                </a:solidFill>
                <a:latin typeface="Microsoft YaHei" panose="020B0503020204020204" pitchFamily="34" charset="-122"/>
                <a:ea typeface="Microsoft YaHei" panose="020B0503020204020204" pitchFamily="34" charset="-122"/>
                <a:cs typeface="Times New Roman" panose="02020603050405020304" pitchFamily="18" charset="0"/>
              </a:rPr>
              <a:t>：</a:t>
            </a:r>
            <a:r>
              <a:rPr lang="zh-CN" altLang="en-US" sz="2200" b="1" dirty="0">
                <a:solidFill>
                  <a:schemeClr val="tx1">
                    <a:lumMod val="85000"/>
                    <a:lumOff val="15000"/>
                  </a:schemeClr>
                </a:solidFill>
                <a:latin typeface="Microsoft YaHei" panose="020B0503020204020204" pitchFamily="34" charset="-122"/>
                <a:ea typeface="Microsoft YaHei" panose="020B0503020204020204" pitchFamily="34" charset="-122"/>
                <a:cs typeface="Times New Roman" panose="02020603050405020304" pitchFamily="18" charset="0"/>
              </a:rPr>
              <a:t>跳跃连接的核</a:t>
            </a:r>
            <a:r>
              <a:rPr lang="zh-CN" altLang="en-US" sz="2200" b="1" i="0" dirty="0">
                <a:solidFill>
                  <a:schemeClr val="tx1">
                    <a:lumMod val="85000"/>
                    <a:lumOff val="15000"/>
                  </a:schemeClr>
                </a:solidFill>
                <a:effectLst/>
                <a:latin typeface="Microsoft YaHei" panose="020B0503020204020204" pitchFamily="34" charset="-122"/>
                <a:ea typeface="Microsoft YaHei" panose="020B0503020204020204" pitchFamily="34" charset="-122"/>
                <a:cs typeface="Times New Roman" panose="02020603050405020304" pitchFamily="18" charset="0"/>
              </a:rPr>
              <a:t>心思想是通过跨层直接传递信息，解决深度神经网络中的</a:t>
            </a:r>
            <a:r>
              <a:rPr lang="zh-CN" altLang="en-US" sz="2200" b="1" i="0" dirty="0">
                <a:solidFill>
                  <a:srgbClr val="C00000"/>
                </a:solidFill>
                <a:effectLst/>
                <a:latin typeface="Microsoft YaHei" panose="020B0503020204020204" pitchFamily="34" charset="-122"/>
                <a:ea typeface="Microsoft YaHei" panose="020B0503020204020204" pitchFamily="34" charset="-122"/>
                <a:cs typeface="Times New Roman" panose="02020603050405020304" pitchFamily="18" charset="0"/>
              </a:rPr>
              <a:t>梯度消失</a:t>
            </a:r>
            <a:r>
              <a:rPr lang="en-US" altLang="zh-CN" sz="2200" b="1" i="0" dirty="0">
                <a:solidFill>
                  <a:schemeClr val="tx1">
                    <a:lumMod val="85000"/>
                    <a:lumOff val="15000"/>
                  </a:schemeClr>
                </a:solidFill>
                <a:effectLst/>
                <a:latin typeface="Microsoft YaHei" panose="020B0503020204020204" pitchFamily="34" charset="-122"/>
                <a:ea typeface="Microsoft YaHei" panose="020B0503020204020204" pitchFamily="34" charset="-122"/>
                <a:cs typeface="Times New Roman" panose="02020603050405020304" pitchFamily="18" charset="0"/>
              </a:rPr>
              <a:t>/</a:t>
            </a:r>
            <a:r>
              <a:rPr lang="zh-CN" altLang="en-US" sz="2200" b="1" i="0" dirty="0">
                <a:solidFill>
                  <a:srgbClr val="C00000"/>
                </a:solidFill>
                <a:effectLst/>
                <a:latin typeface="Microsoft YaHei" panose="020B0503020204020204" pitchFamily="34" charset="-122"/>
                <a:ea typeface="Microsoft YaHei" panose="020B0503020204020204" pitchFamily="34" charset="-122"/>
                <a:cs typeface="Times New Roman" panose="02020603050405020304" pitchFamily="18" charset="0"/>
              </a:rPr>
              <a:t>梯度爆炸</a:t>
            </a:r>
            <a:r>
              <a:rPr lang="zh-CN" altLang="en-US" sz="2200" b="1" i="0" dirty="0">
                <a:solidFill>
                  <a:schemeClr val="tx1">
                    <a:lumMod val="85000"/>
                    <a:lumOff val="15000"/>
                  </a:schemeClr>
                </a:solidFill>
                <a:effectLst/>
                <a:latin typeface="Microsoft YaHei" panose="020B0503020204020204" pitchFamily="34" charset="-122"/>
                <a:ea typeface="Microsoft YaHei" panose="020B0503020204020204" pitchFamily="34" charset="-122"/>
                <a:cs typeface="Times New Roman" panose="02020603050405020304" pitchFamily="18" charset="0"/>
              </a:rPr>
              <a:t>和</a:t>
            </a:r>
            <a:r>
              <a:rPr lang="zh-CN" altLang="en-US" sz="2200" b="1" i="0" dirty="0">
                <a:solidFill>
                  <a:srgbClr val="C00000"/>
                </a:solidFill>
                <a:effectLst/>
                <a:latin typeface="Microsoft YaHei" panose="020B0503020204020204" pitchFamily="34" charset="-122"/>
                <a:ea typeface="Microsoft YaHei" panose="020B0503020204020204" pitchFamily="34" charset="-122"/>
                <a:cs typeface="Times New Roman" panose="02020603050405020304" pitchFamily="18" charset="0"/>
              </a:rPr>
              <a:t>信息丢失</a:t>
            </a:r>
            <a:r>
              <a:rPr lang="zh-CN" altLang="en-US" sz="2200" b="1" i="0" dirty="0">
                <a:solidFill>
                  <a:schemeClr val="tx1">
                    <a:lumMod val="85000"/>
                    <a:lumOff val="15000"/>
                  </a:schemeClr>
                </a:solidFill>
                <a:effectLst/>
                <a:latin typeface="Microsoft YaHei" panose="020B0503020204020204" pitchFamily="34" charset="-122"/>
                <a:ea typeface="Microsoft YaHei" panose="020B0503020204020204" pitchFamily="34" charset="-122"/>
                <a:cs typeface="Times New Roman" panose="02020603050405020304" pitchFamily="18" charset="0"/>
              </a:rPr>
              <a:t>问题，同时增强模型的信息流动能力与训练稳定性。</a:t>
            </a:r>
            <a:endParaRPr lang="zh-CN" altLang="en-US" sz="2200" dirty="0">
              <a:solidFill>
                <a:schemeClr val="tx1">
                  <a:lumMod val="85000"/>
                  <a:lumOff val="15000"/>
                </a:schemeClr>
              </a:solidFill>
              <a:latin typeface="Microsoft YaHei" panose="020B0503020204020204" pitchFamily="34" charset="-122"/>
              <a:ea typeface="Microsoft YaHei" panose="020B0503020204020204" pitchFamily="34" charset="-122"/>
              <a:cs typeface="Times New Roman" panose="02020603050405020304" pitchFamily="18" charset="0"/>
            </a:endParaRPr>
          </a:p>
        </p:txBody>
      </p:sp>
      <p:pic>
        <p:nvPicPr>
          <p:cNvPr id="2" name="Picture 2">
            <a:extLst>
              <a:ext uri="{FF2B5EF4-FFF2-40B4-BE49-F238E27FC236}">
                <a16:creationId xmlns:a16="http://schemas.microsoft.com/office/drawing/2014/main" id="{34674F66-7D5C-7497-DCA3-03E9D72BFE42}"/>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3544" t="9807" r="7946" b="2175"/>
          <a:stretch/>
        </p:blipFill>
        <p:spPr bwMode="auto">
          <a:xfrm>
            <a:off x="4128055" y="2013969"/>
            <a:ext cx="3503289" cy="2000548"/>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6" descr="温故知新的意思-英语翻译-成语出处">
            <a:extLst>
              <a:ext uri="{FF2B5EF4-FFF2-40B4-BE49-F238E27FC236}">
                <a16:creationId xmlns:a16="http://schemas.microsoft.com/office/drawing/2014/main" id="{FFD87597-D419-D356-CBBD-95BAF01522D0}"/>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16811" t="3201" r="17583" b="8775"/>
          <a:stretch/>
        </p:blipFill>
        <p:spPr bwMode="auto">
          <a:xfrm>
            <a:off x="1219099" y="2232759"/>
            <a:ext cx="1865210" cy="1884179"/>
          </a:xfrm>
          <a:prstGeom prst="rect">
            <a:avLst/>
          </a:prstGeom>
          <a:noFill/>
          <a:extLst>
            <a:ext uri="{909E8E84-426E-40DD-AFC4-6F175D3DCCD1}">
              <a14:hiddenFill xmlns:a14="http://schemas.microsoft.com/office/drawing/2010/main">
                <a:solidFill>
                  <a:srgbClr val="FFFFFF"/>
                </a:solidFill>
              </a14:hiddenFill>
            </a:ext>
          </a:extLst>
        </p:spPr>
      </p:pic>
      <p:sp>
        <p:nvSpPr>
          <p:cNvPr id="4" name="虚尾箭头 3">
            <a:extLst>
              <a:ext uri="{FF2B5EF4-FFF2-40B4-BE49-F238E27FC236}">
                <a16:creationId xmlns:a16="http://schemas.microsoft.com/office/drawing/2014/main" id="{7EDB6C42-698E-7283-F66F-2876DCFFF5C9}"/>
              </a:ext>
            </a:extLst>
          </p:cNvPr>
          <p:cNvSpPr/>
          <p:nvPr/>
        </p:nvSpPr>
        <p:spPr>
          <a:xfrm>
            <a:off x="7566437" y="3991974"/>
            <a:ext cx="665815" cy="462682"/>
          </a:xfrm>
          <a:prstGeom prst="stripedRightArrow">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Microsoft YaHei" panose="020B0503020204020204" pitchFamily="34" charset="-122"/>
              <a:ea typeface="Microsoft YaHei" panose="020B0503020204020204" pitchFamily="34" charset="-122"/>
            </a:endParaRPr>
          </a:p>
        </p:txBody>
      </p:sp>
      <p:pic>
        <p:nvPicPr>
          <p:cNvPr id="5" name="图片 4">
            <a:extLst>
              <a:ext uri="{FF2B5EF4-FFF2-40B4-BE49-F238E27FC236}">
                <a16:creationId xmlns:a16="http://schemas.microsoft.com/office/drawing/2014/main" id="{6C6C786F-D26A-680C-26F6-C2745F3C4DEC}"/>
              </a:ext>
            </a:extLst>
          </p:cNvPr>
          <p:cNvPicPr>
            <a:picLocks noChangeAspect="1"/>
          </p:cNvPicPr>
          <p:nvPr/>
        </p:nvPicPr>
        <p:blipFill>
          <a:blip r:embed="rId7"/>
          <a:stretch>
            <a:fillRect/>
          </a:stretch>
        </p:blipFill>
        <p:spPr>
          <a:xfrm>
            <a:off x="8486575" y="2360218"/>
            <a:ext cx="3189622" cy="519790"/>
          </a:xfrm>
          <a:prstGeom prst="rect">
            <a:avLst/>
          </a:prstGeom>
        </p:spPr>
      </p:pic>
      <p:pic>
        <p:nvPicPr>
          <p:cNvPr id="6" name="图片 5">
            <a:extLst>
              <a:ext uri="{FF2B5EF4-FFF2-40B4-BE49-F238E27FC236}">
                <a16:creationId xmlns:a16="http://schemas.microsoft.com/office/drawing/2014/main" id="{185BE3E2-59D8-9BA2-6A0D-AFC4ED1C75F1}"/>
              </a:ext>
            </a:extLst>
          </p:cNvPr>
          <p:cNvPicPr>
            <a:picLocks noChangeAspect="1"/>
          </p:cNvPicPr>
          <p:nvPr/>
        </p:nvPicPr>
        <p:blipFill>
          <a:blip r:embed="rId8"/>
          <a:stretch>
            <a:fillRect/>
          </a:stretch>
        </p:blipFill>
        <p:spPr>
          <a:xfrm>
            <a:off x="7721817" y="5418544"/>
            <a:ext cx="4124996" cy="575148"/>
          </a:xfrm>
          <a:prstGeom prst="rect">
            <a:avLst/>
          </a:prstGeom>
        </p:spPr>
      </p:pic>
      <p:sp>
        <p:nvSpPr>
          <p:cNvPr id="7" name="文本框 6">
            <a:extLst>
              <a:ext uri="{FF2B5EF4-FFF2-40B4-BE49-F238E27FC236}">
                <a16:creationId xmlns:a16="http://schemas.microsoft.com/office/drawing/2014/main" id="{B677F5DF-3A55-9790-C555-CC4A7FB33987}"/>
              </a:ext>
            </a:extLst>
          </p:cNvPr>
          <p:cNvSpPr txBox="1"/>
          <p:nvPr/>
        </p:nvSpPr>
        <p:spPr>
          <a:xfrm>
            <a:off x="8084498" y="3203716"/>
            <a:ext cx="3993776" cy="2000548"/>
          </a:xfrm>
          <a:prstGeom prst="rect">
            <a:avLst/>
          </a:prstGeom>
          <a:noFill/>
        </p:spPr>
        <p:txBody>
          <a:bodyPr wrap="square">
            <a:spAutoFit/>
          </a:bodyPr>
          <a:lstStyle/>
          <a:p>
            <a:pPr algn="ctr"/>
            <a:r>
              <a:rPr lang="zh-CN" altLang="en-US" sz="2200" b="1" dirty="0">
                <a:solidFill>
                  <a:schemeClr val="accent2">
                    <a:lumMod val="75000"/>
                  </a:schemeClr>
                </a:solidFill>
                <a:latin typeface="Microsoft YaHei" panose="020B0503020204020204" pitchFamily="34" charset="-122"/>
                <a:ea typeface="Microsoft YaHei" panose="020B0503020204020204" pitchFamily="34" charset="-122"/>
                <a:cs typeface="Times New Roman" panose="02020603050405020304" pitchFamily="18" charset="0"/>
              </a:rPr>
              <a:t>残差连接：</a:t>
            </a:r>
            <a:r>
              <a:rPr lang="en-US" altLang="zh-CN" sz="2200" b="1" dirty="0">
                <a:solidFill>
                  <a:schemeClr val="accent2">
                    <a:lumMod val="75000"/>
                  </a:schemeClr>
                </a:solidFill>
                <a:latin typeface="Microsoft YaHei" panose="020B0503020204020204" pitchFamily="34" charset="-122"/>
                <a:ea typeface="Microsoft YaHei" panose="020B0503020204020204" pitchFamily="34" charset="-122"/>
                <a:cs typeface="Times New Roman" panose="02020603050405020304" pitchFamily="18" charset="0"/>
              </a:rPr>
              <a:t> </a:t>
            </a:r>
            <a:r>
              <a:rPr lang="en-US" altLang="zh-CN" sz="2200" b="1" dirty="0" err="1">
                <a:solidFill>
                  <a:schemeClr val="accent2">
                    <a:lumMod val="75000"/>
                  </a:schemeClr>
                </a:solidFill>
                <a:latin typeface="Microsoft YaHei" panose="020B0503020204020204" pitchFamily="34" charset="-122"/>
                <a:ea typeface="Microsoft YaHei" panose="020B0503020204020204" pitchFamily="34" charset="-122"/>
                <a:cs typeface="Times New Roman" panose="02020603050405020304" pitchFamily="18" charset="0"/>
              </a:rPr>
              <a:t>ResNet</a:t>
            </a:r>
            <a:r>
              <a:rPr lang="zh-CN" altLang="en-US" sz="2200" dirty="0">
                <a:latin typeface="Microsoft YaHei" panose="020B0503020204020204" pitchFamily="34" charset="-122"/>
                <a:ea typeface="Microsoft YaHei" panose="020B0503020204020204" pitchFamily="34" charset="-122"/>
              </a:rPr>
              <a:t> </a:t>
            </a:r>
            <a:endParaRPr lang="en-US" altLang="zh-CN" sz="2200" dirty="0">
              <a:latin typeface="Microsoft YaHei" panose="020B0503020204020204" pitchFamily="34" charset="-122"/>
              <a:ea typeface="Microsoft YaHei" panose="020B0503020204020204" pitchFamily="34" charset="-122"/>
            </a:endParaRPr>
          </a:p>
          <a:p>
            <a:pPr algn="ctr"/>
            <a:endParaRPr lang="en-US" altLang="zh-CN" sz="2200" b="1" dirty="0">
              <a:latin typeface="Microsoft YaHei" panose="020B0503020204020204" pitchFamily="34" charset="-122"/>
              <a:ea typeface="Microsoft YaHei" panose="020B0503020204020204" pitchFamily="34" charset="-122"/>
              <a:cs typeface="Times New Roman" panose="02020603050405020304" pitchFamily="18" charset="0"/>
            </a:endParaRPr>
          </a:p>
          <a:p>
            <a:pPr algn="ctr"/>
            <a:r>
              <a:rPr lang="en-US" altLang="zh-CN" sz="3200" b="1" dirty="0">
                <a:latin typeface="Microsoft YaHei" panose="020B0503020204020204" pitchFamily="34" charset="-122"/>
                <a:ea typeface="Microsoft YaHei" panose="020B0503020204020204" pitchFamily="34" charset="-122"/>
                <a:cs typeface="Times New Roman" panose="02020603050405020304" pitchFamily="18" charset="0"/>
              </a:rPr>
              <a:t>vs.</a:t>
            </a:r>
          </a:p>
          <a:p>
            <a:pPr algn="ctr"/>
            <a:endParaRPr lang="en-US" altLang="zh-CN" sz="2200" b="1" dirty="0">
              <a:latin typeface="Microsoft YaHei" panose="020B0503020204020204" pitchFamily="34" charset="-122"/>
              <a:ea typeface="Microsoft YaHei" panose="020B0503020204020204" pitchFamily="34" charset="-122"/>
              <a:cs typeface="Times New Roman" panose="02020603050405020304" pitchFamily="18" charset="0"/>
            </a:endParaRPr>
          </a:p>
          <a:p>
            <a:pPr algn="ctr"/>
            <a:r>
              <a:rPr lang="zh-CN" altLang="en-US" sz="2200" b="1" dirty="0">
                <a:solidFill>
                  <a:schemeClr val="accent2">
                    <a:lumMod val="75000"/>
                  </a:schemeClr>
                </a:solidFill>
                <a:latin typeface="Microsoft YaHei" panose="020B0503020204020204" pitchFamily="34" charset="-122"/>
                <a:ea typeface="Microsoft YaHei" panose="020B0503020204020204" pitchFamily="34" charset="-122"/>
                <a:cs typeface="Times New Roman" panose="02020603050405020304" pitchFamily="18" charset="0"/>
              </a:rPr>
              <a:t>密集连接： </a:t>
            </a:r>
            <a:r>
              <a:rPr lang="en-US" altLang="zh-CN" sz="2200" b="1" dirty="0" err="1">
                <a:solidFill>
                  <a:schemeClr val="accent2">
                    <a:lumMod val="75000"/>
                  </a:schemeClr>
                </a:solidFill>
                <a:latin typeface="Microsoft YaHei" panose="020B0503020204020204" pitchFamily="34" charset="-122"/>
                <a:ea typeface="Microsoft YaHei" panose="020B0503020204020204" pitchFamily="34" charset="-122"/>
                <a:cs typeface="Times New Roman" panose="02020603050405020304" pitchFamily="18" charset="0"/>
              </a:rPr>
              <a:t>DenseNet</a:t>
            </a:r>
            <a:endParaRPr lang="zh-CN" altLang="en-US" sz="2200" dirty="0">
              <a:latin typeface="Microsoft YaHei" panose="020B0503020204020204" pitchFamily="34" charset="-122"/>
              <a:ea typeface="Microsoft YaHei" panose="020B0503020204020204" pitchFamily="34" charset="-122"/>
            </a:endParaRPr>
          </a:p>
        </p:txBody>
      </p:sp>
      <p:sp>
        <p:nvSpPr>
          <p:cNvPr id="8" name="文本框 7">
            <a:extLst>
              <a:ext uri="{FF2B5EF4-FFF2-40B4-BE49-F238E27FC236}">
                <a16:creationId xmlns:a16="http://schemas.microsoft.com/office/drawing/2014/main" id="{4C3D084B-8F70-6188-0B00-EB7110DE8520}"/>
              </a:ext>
            </a:extLst>
          </p:cNvPr>
          <p:cNvSpPr txBox="1"/>
          <p:nvPr/>
        </p:nvSpPr>
        <p:spPr>
          <a:xfrm>
            <a:off x="843060" y="4528612"/>
            <a:ext cx="3463746" cy="1556003"/>
          </a:xfrm>
          <a:prstGeom prst="rect">
            <a:avLst/>
          </a:prstGeom>
          <a:noFill/>
        </p:spPr>
        <p:txBody>
          <a:bodyPr wrap="square">
            <a:spAutoFit/>
          </a:bodyPr>
          <a:lstStyle/>
          <a:p>
            <a:pPr marL="342900" indent="-342900" algn="just">
              <a:lnSpc>
                <a:spcPct val="150000"/>
              </a:lnSpc>
              <a:buFont typeface="Wingdings" pitchFamily="2" charset="2"/>
              <a:buChar char="n"/>
            </a:pPr>
            <a:r>
              <a:rPr lang="zh-CN" altLang="en-US" sz="2200" b="1" kern="100" dirty="0">
                <a:solidFill>
                  <a:schemeClr val="accent2">
                    <a:lumMod val="75000"/>
                  </a:schemeClr>
                </a:solidFill>
                <a:latin typeface="Microsoft YaHei" panose="020B0503020204020204" pitchFamily="34" charset="-122"/>
                <a:ea typeface="Microsoft YaHei" panose="020B0503020204020204" pitchFamily="34" charset="-122"/>
                <a:cs typeface="Times New Roman" panose="02020603050405020304" pitchFamily="18" charset="0"/>
              </a:rPr>
              <a:t>减小梯度消失</a:t>
            </a:r>
            <a:r>
              <a:rPr lang="en-US" altLang="zh-CN" sz="2200" b="1" kern="100" dirty="0">
                <a:solidFill>
                  <a:schemeClr val="accent2">
                    <a:lumMod val="75000"/>
                  </a:schemeClr>
                </a:solidFill>
                <a:latin typeface="Microsoft YaHei" panose="020B0503020204020204" pitchFamily="34" charset="-122"/>
                <a:ea typeface="Microsoft YaHei" panose="020B0503020204020204" pitchFamily="34" charset="-122"/>
                <a:cs typeface="Times New Roman" panose="02020603050405020304" pitchFamily="18" charset="0"/>
              </a:rPr>
              <a:t>/</a:t>
            </a:r>
            <a:r>
              <a:rPr lang="zh-CN" altLang="en-US" sz="2200" b="1" kern="100" dirty="0">
                <a:solidFill>
                  <a:schemeClr val="accent2">
                    <a:lumMod val="75000"/>
                  </a:schemeClr>
                </a:solidFill>
                <a:latin typeface="Microsoft YaHei" panose="020B0503020204020204" pitchFamily="34" charset="-122"/>
                <a:ea typeface="Microsoft YaHei" panose="020B0503020204020204" pitchFamily="34" charset="-122"/>
                <a:cs typeface="Times New Roman" panose="02020603050405020304" pitchFamily="18" charset="0"/>
              </a:rPr>
              <a:t>爆炸</a:t>
            </a:r>
            <a:endParaRPr lang="en-US" altLang="zh-CN" sz="2200" b="1" kern="100" dirty="0">
              <a:solidFill>
                <a:schemeClr val="accent2">
                  <a:lumMod val="75000"/>
                </a:schemeClr>
              </a:solidFill>
              <a:latin typeface="Microsoft YaHei" panose="020B0503020204020204" pitchFamily="34" charset="-122"/>
              <a:ea typeface="Microsoft YaHei" panose="020B0503020204020204" pitchFamily="34" charset="-122"/>
              <a:cs typeface="Times New Roman" panose="02020603050405020304" pitchFamily="18" charset="0"/>
            </a:endParaRPr>
          </a:p>
          <a:p>
            <a:pPr marL="342900" indent="-342900" algn="just">
              <a:lnSpc>
                <a:spcPct val="150000"/>
              </a:lnSpc>
              <a:buFont typeface="Wingdings" pitchFamily="2" charset="2"/>
              <a:buChar char="n"/>
            </a:pPr>
            <a:r>
              <a:rPr lang="zh-CN" altLang="en-US" sz="2200" b="1" kern="100" dirty="0">
                <a:solidFill>
                  <a:schemeClr val="accent2">
                    <a:lumMod val="75000"/>
                  </a:schemeClr>
                </a:solidFill>
                <a:latin typeface="Microsoft YaHei" panose="020B0503020204020204" pitchFamily="34" charset="-122"/>
                <a:ea typeface="Microsoft YaHei" panose="020B0503020204020204" pitchFamily="34" charset="-122"/>
                <a:cs typeface="Times New Roman" panose="02020603050405020304" pitchFamily="18" charset="0"/>
              </a:rPr>
              <a:t>加强深浅层信息传递</a:t>
            </a:r>
            <a:endParaRPr lang="en-US" altLang="zh-CN" sz="2200" b="1" kern="100" dirty="0">
              <a:solidFill>
                <a:schemeClr val="accent2">
                  <a:lumMod val="75000"/>
                </a:schemeClr>
              </a:solidFill>
              <a:latin typeface="Microsoft YaHei" panose="020B0503020204020204" pitchFamily="34" charset="-122"/>
              <a:ea typeface="Microsoft YaHei" panose="020B0503020204020204" pitchFamily="34" charset="-122"/>
              <a:cs typeface="Times New Roman" panose="02020603050405020304" pitchFamily="18" charset="0"/>
            </a:endParaRPr>
          </a:p>
          <a:p>
            <a:pPr marL="342900" indent="-342900" algn="just">
              <a:lnSpc>
                <a:spcPct val="150000"/>
              </a:lnSpc>
              <a:buFont typeface="Wingdings" pitchFamily="2" charset="2"/>
              <a:buChar char="n"/>
            </a:pPr>
            <a:r>
              <a:rPr lang="zh-CN" altLang="en-US" sz="2200" b="1" kern="100" dirty="0">
                <a:solidFill>
                  <a:srgbClr val="C00000"/>
                </a:solidFill>
                <a:latin typeface="Microsoft YaHei" panose="020B0503020204020204" pitchFamily="34" charset="-122"/>
                <a:ea typeface="Microsoft YaHei" panose="020B0503020204020204" pitchFamily="34" charset="-122"/>
                <a:cs typeface="Times New Roman" panose="02020603050405020304" pitchFamily="18" charset="0"/>
              </a:rPr>
              <a:t>打破网络的对称性</a:t>
            </a:r>
            <a:endParaRPr lang="en-US" altLang="zh-CN" sz="2200" b="1" kern="100" dirty="0">
              <a:solidFill>
                <a:srgbClr val="C00000"/>
              </a:solidFill>
              <a:latin typeface="Microsoft YaHei" panose="020B0503020204020204" pitchFamily="34" charset="-122"/>
              <a:ea typeface="Microsoft YaHei" panose="020B0503020204020204" pitchFamily="34" charset="-122"/>
              <a:cs typeface="Times New Roman" panose="02020603050405020304" pitchFamily="18" charset="0"/>
            </a:endParaRPr>
          </a:p>
        </p:txBody>
      </p:sp>
      <p:pic>
        <p:nvPicPr>
          <p:cNvPr id="44036" name="Picture 4">
            <a:extLst>
              <a:ext uri="{FF2B5EF4-FFF2-40B4-BE49-F238E27FC236}">
                <a16:creationId xmlns:a16="http://schemas.microsoft.com/office/drawing/2014/main" id="{F10DF498-F94E-5553-1FD8-170B055BEB05}"/>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306806" y="4248697"/>
            <a:ext cx="3154168" cy="2247274"/>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42233100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0C4C57-E9E0-72A0-099D-3A1B17C60558}"/>
            </a:ext>
          </a:extLst>
        </p:cNvPr>
        <p:cNvGrpSpPr/>
        <p:nvPr/>
      </p:nvGrpSpPr>
      <p:grpSpPr>
        <a:xfrm>
          <a:off x="0" y="0"/>
          <a:ext cx="0" cy="0"/>
          <a:chOff x="0" y="0"/>
          <a:chExt cx="0" cy="0"/>
        </a:xfrm>
      </p:grpSpPr>
      <p:sp>
        <p:nvSpPr>
          <p:cNvPr id="121" name="标题 11">
            <a:extLst>
              <a:ext uri="{FF2B5EF4-FFF2-40B4-BE49-F238E27FC236}">
                <a16:creationId xmlns:a16="http://schemas.microsoft.com/office/drawing/2014/main" id="{2AFC39F8-A444-53D7-9381-2563F43AD2D2}"/>
              </a:ext>
            </a:extLst>
          </p:cNvPr>
          <p:cNvSpPr txBox="1"/>
          <p:nvPr>
            <p:custDataLst>
              <p:tags r:id="rId2"/>
            </p:custDataLst>
          </p:nvPr>
        </p:nvSpPr>
        <p:spPr bwMode="auto">
          <a:xfrm>
            <a:off x="1219099" y="179835"/>
            <a:ext cx="10972901" cy="535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spAutoFit/>
          </a:bodyPr>
          <a:lstStyle>
            <a:lvl1pPr algn="l" rtl="0" eaLnBrk="0" fontAlgn="base" hangingPunct="0">
              <a:lnSpc>
                <a:spcPct val="90000"/>
              </a:lnSpc>
              <a:spcBef>
                <a:spcPct val="0"/>
              </a:spcBef>
              <a:spcAft>
                <a:spcPct val="0"/>
              </a:spcAft>
              <a:defRPr lang="zh-CN" altLang="en-US" sz="3600" b="1" kern="1200" baseline="0">
                <a:solidFill>
                  <a:schemeClr val="tx1"/>
                </a:solidFill>
                <a:latin typeface="微软雅黑" panose="020B0503020204020204" pitchFamily="34" charset="-122"/>
                <a:ea typeface="微软雅黑" panose="020B0503020204020204" pitchFamily="34" charset="-122"/>
                <a:cs typeface="+mn-cs"/>
              </a:defRPr>
            </a:lvl1pPr>
            <a:lvl2pPr algn="l" rtl="0" eaLnBrk="0" fontAlgn="base" hangingPunct="0">
              <a:lnSpc>
                <a:spcPct val="90000"/>
              </a:lnSpc>
              <a:spcBef>
                <a:spcPct val="0"/>
              </a:spcBef>
              <a:spcAft>
                <a:spcPct val="0"/>
              </a:spcAft>
              <a:defRPr sz="440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2pPr>
            <a:lvl3pPr algn="l" rtl="0" eaLnBrk="0" fontAlgn="base" hangingPunct="0">
              <a:lnSpc>
                <a:spcPct val="90000"/>
              </a:lnSpc>
              <a:spcBef>
                <a:spcPct val="0"/>
              </a:spcBef>
              <a:spcAft>
                <a:spcPct val="0"/>
              </a:spcAft>
              <a:defRPr sz="440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3pPr>
            <a:lvl4pPr algn="l" rtl="0" eaLnBrk="0" fontAlgn="base" hangingPunct="0">
              <a:lnSpc>
                <a:spcPct val="90000"/>
              </a:lnSpc>
              <a:spcBef>
                <a:spcPct val="0"/>
              </a:spcBef>
              <a:spcAft>
                <a:spcPct val="0"/>
              </a:spcAft>
              <a:defRPr sz="440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4pPr>
            <a:lvl5pPr algn="l" rtl="0" eaLnBrk="0" fontAlgn="base" hangingPunct="0">
              <a:lnSpc>
                <a:spcPct val="90000"/>
              </a:lnSpc>
              <a:spcBef>
                <a:spcPct val="0"/>
              </a:spcBef>
              <a:spcAft>
                <a:spcPct val="0"/>
              </a:spcAft>
              <a:defRPr sz="440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5pPr>
            <a:lvl6pPr marL="457200" algn="l" rtl="0" fontAlgn="base">
              <a:lnSpc>
                <a:spcPct val="90000"/>
              </a:lnSpc>
              <a:spcBef>
                <a:spcPct val="0"/>
              </a:spcBef>
              <a:spcAft>
                <a:spcPct val="0"/>
              </a:spcAft>
              <a:defRPr sz="4400">
                <a:solidFill>
                  <a:schemeClr val="tx1"/>
                </a:solidFill>
                <a:latin typeface="Century Gothic" panose="020B0502020202020204" pitchFamily="34" charset="0"/>
                <a:ea typeface="微软雅黑" panose="020B0503020204020204" pitchFamily="34" charset="-122"/>
              </a:defRPr>
            </a:lvl6pPr>
            <a:lvl7pPr marL="914400" algn="l" rtl="0" fontAlgn="base">
              <a:lnSpc>
                <a:spcPct val="90000"/>
              </a:lnSpc>
              <a:spcBef>
                <a:spcPct val="0"/>
              </a:spcBef>
              <a:spcAft>
                <a:spcPct val="0"/>
              </a:spcAft>
              <a:defRPr sz="4400">
                <a:solidFill>
                  <a:schemeClr val="tx1"/>
                </a:solidFill>
                <a:latin typeface="Century Gothic" panose="020B0502020202020204" pitchFamily="34" charset="0"/>
                <a:ea typeface="微软雅黑" panose="020B0503020204020204" pitchFamily="34" charset="-122"/>
              </a:defRPr>
            </a:lvl7pPr>
            <a:lvl8pPr marL="1371600" algn="l" rtl="0" fontAlgn="base">
              <a:lnSpc>
                <a:spcPct val="90000"/>
              </a:lnSpc>
              <a:spcBef>
                <a:spcPct val="0"/>
              </a:spcBef>
              <a:spcAft>
                <a:spcPct val="0"/>
              </a:spcAft>
              <a:defRPr sz="4400">
                <a:solidFill>
                  <a:schemeClr val="tx1"/>
                </a:solidFill>
                <a:latin typeface="Century Gothic" panose="020B0502020202020204" pitchFamily="34" charset="0"/>
                <a:ea typeface="微软雅黑" panose="020B0503020204020204" pitchFamily="34" charset="-122"/>
              </a:defRPr>
            </a:lvl8pPr>
            <a:lvl9pPr marL="1828800" algn="l" rtl="0" fontAlgn="base">
              <a:lnSpc>
                <a:spcPct val="90000"/>
              </a:lnSpc>
              <a:spcBef>
                <a:spcPct val="0"/>
              </a:spcBef>
              <a:spcAft>
                <a:spcPct val="0"/>
              </a:spcAft>
              <a:defRPr sz="4400">
                <a:solidFill>
                  <a:schemeClr val="tx1"/>
                </a:solidFill>
                <a:latin typeface="Century Gothic" panose="020B0502020202020204" pitchFamily="34" charset="0"/>
                <a:ea typeface="微软雅黑" panose="020B0503020204020204" pitchFamily="34" charset="-122"/>
              </a:defRPr>
            </a:lvl9pPr>
          </a:lstStyle>
          <a:p>
            <a:pPr>
              <a:defRPr/>
            </a:pPr>
            <a:r>
              <a:rPr lang="en-US" altLang="zh-CN" sz="3200" kern="0" spc="-150" dirty="0" err="1">
                <a:gradFill>
                  <a:gsLst>
                    <a:gs pos="0">
                      <a:srgbClr val="7D1E2E"/>
                    </a:gs>
                    <a:gs pos="100000">
                      <a:srgbClr val="0070C0"/>
                    </a:gs>
                  </a:gsLst>
                  <a:lin ang="2700000" scaled="0"/>
                </a:gradFill>
                <a:latin typeface="Microsoft YaHei" panose="020B0503020204020204" pitchFamily="34" charset="-122"/>
                <a:ea typeface="Microsoft YaHei" panose="020B0503020204020204" pitchFamily="34" charset="-122"/>
                <a:cs typeface="Times New Roman" panose="02020603050405020304" pitchFamily="18" charset="0"/>
              </a:rPr>
              <a:t>ResNet</a:t>
            </a:r>
            <a:r>
              <a:rPr lang="zh-CN" altLang="en-US" sz="3200" kern="0" spc="-150" dirty="0">
                <a:gradFill>
                  <a:gsLst>
                    <a:gs pos="0">
                      <a:srgbClr val="7D1E2E"/>
                    </a:gs>
                    <a:gs pos="100000">
                      <a:srgbClr val="0070C0"/>
                    </a:gs>
                  </a:gsLst>
                  <a:lin ang="2700000" scaled="0"/>
                </a:gradFill>
                <a:latin typeface="Microsoft YaHei" panose="020B0503020204020204" pitchFamily="34" charset="-122"/>
                <a:ea typeface="Microsoft YaHei" panose="020B0503020204020204" pitchFamily="34" charset="-122"/>
                <a:cs typeface="Times New Roman" panose="02020603050405020304" pitchFamily="18" charset="0"/>
              </a:rPr>
              <a:t>网络</a:t>
            </a:r>
            <a:r>
              <a:rPr lang="en-US" altLang="zh-CN" sz="3200" kern="0" spc="-150" dirty="0">
                <a:gradFill>
                  <a:gsLst>
                    <a:gs pos="0">
                      <a:srgbClr val="7D1E2E"/>
                    </a:gs>
                    <a:gs pos="100000">
                      <a:srgbClr val="0070C0"/>
                    </a:gs>
                  </a:gsLst>
                  <a:lin ang="2700000" scaled="0"/>
                </a:gradFill>
                <a:latin typeface="Microsoft YaHei" panose="020B0503020204020204" pitchFamily="34" charset="-122"/>
                <a:ea typeface="Microsoft YaHei" panose="020B0503020204020204" pitchFamily="34" charset="-122"/>
                <a:cs typeface="Times New Roman" panose="02020603050405020304" pitchFamily="18" charset="0"/>
              </a:rPr>
              <a:t>-</a:t>
            </a:r>
            <a:r>
              <a:rPr lang="zh-CN" altLang="en-US" sz="3200" kern="0" spc="-150" dirty="0">
                <a:gradFill>
                  <a:gsLst>
                    <a:gs pos="0">
                      <a:srgbClr val="7D1E2E"/>
                    </a:gs>
                    <a:gs pos="100000">
                      <a:srgbClr val="0070C0"/>
                    </a:gs>
                  </a:gsLst>
                  <a:lin ang="2700000" scaled="0"/>
                </a:gradFill>
                <a:latin typeface="Microsoft YaHei" panose="020B0503020204020204" pitchFamily="34" charset="-122"/>
                <a:ea typeface="Microsoft YaHei" panose="020B0503020204020204" pitchFamily="34" charset="-122"/>
                <a:cs typeface="Times New Roman" panose="02020603050405020304" pitchFamily="18" charset="0"/>
              </a:rPr>
              <a:t>残差连接</a:t>
            </a:r>
          </a:p>
        </p:txBody>
      </p:sp>
      <p:grpSp>
        <p:nvGrpSpPr>
          <p:cNvPr id="14" name="组合 13">
            <a:extLst>
              <a:ext uri="{FF2B5EF4-FFF2-40B4-BE49-F238E27FC236}">
                <a16:creationId xmlns:a16="http://schemas.microsoft.com/office/drawing/2014/main" id="{659118BF-C200-A5F2-FFA1-2DE83A25B406}"/>
              </a:ext>
            </a:extLst>
          </p:cNvPr>
          <p:cNvGrpSpPr/>
          <p:nvPr/>
        </p:nvGrpSpPr>
        <p:grpSpPr>
          <a:xfrm>
            <a:off x="623596" y="1101351"/>
            <a:ext cx="3408196" cy="2383633"/>
            <a:chOff x="511628" y="2460744"/>
            <a:chExt cx="3408196" cy="2383633"/>
          </a:xfrm>
        </p:grpSpPr>
        <p:pic>
          <p:nvPicPr>
            <p:cNvPr id="12" name="图片 11">
              <a:extLst>
                <a:ext uri="{FF2B5EF4-FFF2-40B4-BE49-F238E27FC236}">
                  <a16:creationId xmlns:a16="http://schemas.microsoft.com/office/drawing/2014/main" id="{1C64F93C-8A95-5B7C-3BA2-9362C4E25FE8}"/>
                </a:ext>
              </a:extLst>
            </p:cNvPr>
            <p:cNvPicPr>
              <a:picLocks noChangeAspect="1"/>
            </p:cNvPicPr>
            <p:nvPr/>
          </p:nvPicPr>
          <p:blipFill>
            <a:blip r:embed="rId5"/>
            <a:stretch>
              <a:fillRect/>
            </a:stretch>
          </p:blipFill>
          <p:spPr>
            <a:xfrm>
              <a:off x="511628" y="2460744"/>
              <a:ext cx="3408196" cy="1929309"/>
            </a:xfrm>
            <a:prstGeom prst="rect">
              <a:avLst/>
            </a:prstGeom>
          </p:spPr>
        </p:pic>
        <p:pic>
          <p:nvPicPr>
            <p:cNvPr id="13" name="图片 12">
              <a:extLst>
                <a:ext uri="{FF2B5EF4-FFF2-40B4-BE49-F238E27FC236}">
                  <a16:creationId xmlns:a16="http://schemas.microsoft.com/office/drawing/2014/main" id="{4FB53B3E-49A5-D69E-4F6A-76E25E0E456D}"/>
                </a:ext>
              </a:extLst>
            </p:cNvPr>
            <p:cNvPicPr>
              <a:picLocks noChangeAspect="1"/>
            </p:cNvPicPr>
            <p:nvPr/>
          </p:nvPicPr>
          <p:blipFill>
            <a:blip r:embed="rId6"/>
            <a:stretch>
              <a:fillRect/>
            </a:stretch>
          </p:blipFill>
          <p:spPr>
            <a:xfrm>
              <a:off x="1013927" y="4390053"/>
              <a:ext cx="2223796" cy="454324"/>
            </a:xfrm>
            <a:prstGeom prst="rect">
              <a:avLst/>
            </a:prstGeom>
          </p:spPr>
        </p:pic>
      </p:grpSp>
      <p:pic>
        <p:nvPicPr>
          <p:cNvPr id="15" name="图片 14">
            <a:extLst>
              <a:ext uri="{FF2B5EF4-FFF2-40B4-BE49-F238E27FC236}">
                <a16:creationId xmlns:a16="http://schemas.microsoft.com/office/drawing/2014/main" id="{E93C9F06-16D4-7FF2-B03F-047ADB191E3D}"/>
              </a:ext>
            </a:extLst>
          </p:cNvPr>
          <p:cNvPicPr>
            <a:picLocks noChangeAspect="1"/>
          </p:cNvPicPr>
          <p:nvPr/>
        </p:nvPicPr>
        <p:blipFill>
          <a:blip r:embed="rId7"/>
          <a:stretch>
            <a:fillRect/>
          </a:stretch>
        </p:blipFill>
        <p:spPr>
          <a:xfrm>
            <a:off x="6179030" y="829432"/>
            <a:ext cx="5691674" cy="2761880"/>
          </a:xfrm>
          <a:prstGeom prst="rect">
            <a:avLst/>
          </a:prstGeom>
        </p:spPr>
      </p:pic>
      <p:sp>
        <p:nvSpPr>
          <p:cNvPr id="16" name="燕尾形箭头 15">
            <a:extLst>
              <a:ext uri="{FF2B5EF4-FFF2-40B4-BE49-F238E27FC236}">
                <a16:creationId xmlns:a16="http://schemas.microsoft.com/office/drawing/2014/main" id="{09B051E0-2721-9744-7B0B-8DE409FD1322}"/>
              </a:ext>
            </a:extLst>
          </p:cNvPr>
          <p:cNvSpPr/>
          <p:nvPr/>
        </p:nvSpPr>
        <p:spPr>
          <a:xfrm>
            <a:off x="4935893" y="1909097"/>
            <a:ext cx="816429" cy="602550"/>
          </a:xfrm>
          <a:prstGeom prst="notchedRightArrow">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17" name="图片 16">
            <a:extLst>
              <a:ext uri="{FF2B5EF4-FFF2-40B4-BE49-F238E27FC236}">
                <a16:creationId xmlns:a16="http://schemas.microsoft.com/office/drawing/2014/main" id="{CC7EA868-D90B-67A5-5A47-37AADC277DB7}"/>
              </a:ext>
            </a:extLst>
          </p:cNvPr>
          <p:cNvPicPr>
            <a:picLocks noChangeAspect="1"/>
          </p:cNvPicPr>
          <p:nvPr/>
        </p:nvPicPr>
        <p:blipFill>
          <a:blip r:embed="rId8"/>
          <a:stretch>
            <a:fillRect/>
          </a:stretch>
        </p:blipFill>
        <p:spPr>
          <a:xfrm>
            <a:off x="8768143" y="3908226"/>
            <a:ext cx="2889056" cy="2145709"/>
          </a:xfrm>
          <a:prstGeom prst="rect">
            <a:avLst/>
          </a:prstGeom>
        </p:spPr>
      </p:pic>
      <p:pic>
        <p:nvPicPr>
          <p:cNvPr id="18" name="图片 17">
            <a:extLst>
              <a:ext uri="{FF2B5EF4-FFF2-40B4-BE49-F238E27FC236}">
                <a16:creationId xmlns:a16="http://schemas.microsoft.com/office/drawing/2014/main" id="{7347232D-C67F-33EA-8B91-F1B8FD9B4DC7}"/>
              </a:ext>
            </a:extLst>
          </p:cNvPr>
          <p:cNvPicPr>
            <a:picLocks noChangeAspect="1"/>
          </p:cNvPicPr>
          <p:nvPr/>
        </p:nvPicPr>
        <p:blipFill>
          <a:blip r:embed="rId9"/>
          <a:srcRect t="1" b="1157"/>
          <a:stretch>
            <a:fillRect/>
          </a:stretch>
        </p:blipFill>
        <p:spPr>
          <a:xfrm>
            <a:off x="667098" y="3748801"/>
            <a:ext cx="7422257" cy="2464560"/>
          </a:xfrm>
          <a:prstGeom prst="rect">
            <a:avLst/>
          </a:prstGeom>
        </p:spPr>
      </p:pic>
      <p:sp>
        <p:nvSpPr>
          <p:cNvPr id="19" name="文本框 18">
            <a:extLst>
              <a:ext uri="{FF2B5EF4-FFF2-40B4-BE49-F238E27FC236}">
                <a16:creationId xmlns:a16="http://schemas.microsoft.com/office/drawing/2014/main" id="{3A85EDD0-9F03-6CEF-C0A5-403030C5488E}"/>
              </a:ext>
            </a:extLst>
          </p:cNvPr>
          <p:cNvSpPr txBox="1"/>
          <p:nvPr/>
        </p:nvSpPr>
        <p:spPr>
          <a:xfrm>
            <a:off x="7781177" y="2430453"/>
            <a:ext cx="2676938" cy="400110"/>
          </a:xfrm>
          <a:prstGeom prst="rect">
            <a:avLst/>
          </a:prstGeom>
          <a:noFill/>
        </p:spPr>
        <p:txBody>
          <a:bodyPr wrap="square">
            <a:spAutoFit/>
          </a:bodyPr>
          <a:lstStyle/>
          <a:p>
            <a:pPr algn="ctr"/>
            <a:r>
              <a:rPr lang="zh-CN" altLang="en-US" sz="2000" b="1" dirty="0">
                <a:solidFill>
                  <a:srgbClr val="C00000"/>
                </a:solidFill>
                <a:latin typeface="Microsoft YaHei" panose="020B0503020204020204" pitchFamily="34" charset="-122"/>
                <a:ea typeface="Microsoft YaHei" panose="020B0503020204020204" pitchFamily="34" charset="-122"/>
                <a:cs typeface="Times New Roman" panose="02020603050405020304" pitchFamily="18" charset="0"/>
              </a:rPr>
              <a:t>两种残差块设置</a:t>
            </a:r>
          </a:p>
        </p:txBody>
      </p:sp>
      <p:sp>
        <p:nvSpPr>
          <p:cNvPr id="20" name="文本框 19">
            <a:extLst>
              <a:ext uri="{FF2B5EF4-FFF2-40B4-BE49-F238E27FC236}">
                <a16:creationId xmlns:a16="http://schemas.microsoft.com/office/drawing/2014/main" id="{25F1C969-4353-AED2-F6A6-F127BEFE1AFA}"/>
              </a:ext>
            </a:extLst>
          </p:cNvPr>
          <p:cNvSpPr txBox="1"/>
          <p:nvPr/>
        </p:nvSpPr>
        <p:spPr>
          <a:xfrm>
            <a:off x="682262" y="6226779"/>
            <a:ext cx="4036498" cy="400110"/>
          </a:xfrm>
          <a:prstGeom prst="rect">
            <a:avLst/>
          </a:prstGeom>
          <a:noFill/>
        </p:spPr>
        <p:txBody>
          <a:bodyPr wrap="square">
            <a:spAutoFit/>
          </a:bodyPr>
          <a:lstStyle/>
          <a:p>
            <a:pPr algn="ctr"/>
            <a:r>
              <a:rPr lang="zh-CN" altLang="en-US" sz="2000" b="1" dirty="0">
                <a:solidFill>
                  <a:srgbClr val="C00000"/>
                </a:solidFill>
                <a:latin typeface="Microsoft YaHei" panose="020B0503020204020204" pitchFamily="34" charset="-122"/>
                <a:ea typeface="Microsoft YaHei" panose="020B0503020204020204" pitchFamily="34" charset="-122"/>
                <a:cs typeface="Times New Roman" panose="02020603050405020304" pitchFamily="18" charset="0"/>
              </a:rPr>
              <a:t>普通叠加：</a:t>
            </a:r>
            <a:r>
              <a:rPr lang="zh-CN" altLang="en-US" sz="2000" b="1" dirty="0">
                <a:latin typeface="Microsoft YaHei" panose="020B0503020204020204" pitchFamily="34" charset="-122"/>
                <a:ea typeface="Microsoft YaHei" panose="020B0503020204020204" pitchFamily="34" charset="-122"/>
                <a:cs typeface="Times New Roman" panose="02020603050405020304" pitchFamily="18" charset="0"/>
              </a:rPr>
              <a:t>层数不能带来性能增加</a:t>
            </a:r>
          </a:p>
        </p:txBody>
      </p:sp>
      <p:sp>
        <p:nvSpPr>
          <p:cNvPr id="24" name="文本框 23">
            <a:extLst>
              <a:ext uri="{FF2B5EF4-FFF2-40B4-BE49-F238E27FC236}">
                <a16:creationId xmlns:a16="http://schemas.microsoft.com/office/drawing/2014/main" id="{BA96F9F8-F48A-7BA1-8B81-E4823901D0EF}"/>
              </a:ext>
            </a:extLst>
          </p:cNvPr>
          <p:cNvSpPr txBox="1"/>
          <p:nvPr/>
        </p:nvSpPr>
        <p:spPr>
          <a:xfrm>
            <a:off x="4817058" y="6213303"/>
            <a:ext cx="7053646" cy="400110"/>
          </a:xfrm>
          <a:prstGeom prst="rect">
            <a:avLst/>
          </a:prstGeom>
          <a:noFill/>
        </p:spPr>
        <p:txBody>
          <a:bodyPr wrap="square">
            <a:spAutoFit/>
          </a:bodyPr>
          <a:lstStyle/>
          <a:p>
            <a:pPr algn="ctr"/>
            <a:r>
              <a:rPr lang="zh-CN" altLang="en-US" sz="2000" b="1" dirty="0">
                <a:solidFill>
                  <a:srgbClr val="C00000"/>
                </a:solidFill>
                <a:latin typeface="Microsoft YaHei" panose="020B0503020204020204" pitchFamily="34" charset="-122"/>
                <a:ea typeface="Microsoft YaHei" panose="020B0503020204020204" pitchFamily="34" charset="-122"/>
                <a:cs typeface="Times New Roman" panose="02020603050405020304" pitchFamily="18" charset="0"/>
              </a:rPr>
              <a:t>残差叠加：</a:t>
            </a:r>
            <a:r>
              <a:rPr lang="zh-CN" altLang="en-US" sz="2000" b="1" dirty="0">
                <a:latin typeface="Microsoft YaHei" panose="020B0503020204020204" pitchFamily="34" charset="-122"/>
                <a:ea typeface="Microsoft YaHei" panose="020B0503020204020204" pitchFamily="34" charset="-122"/>
                <a:cs typeface="Times New Roman" panose="02020603050405020304" pitchFamily="18" charset="0"/>
              </a:rPr>
              <a:t>随着层数加深和参数量增加，性能逐步增加</a:t>
            </a:r>
          </a:p>
        </p:txBody>
      </p:sp>
      <p:sp>
        <p:nvSpPr>
          <p:cNvPr id="25" name="燕尾形箭头 24">
            <a:extLst>
              <a:ext uri="{FF2B5EF4-FFF2-40B4-BE49-F238E27FC236}">
                <a16:creationId xmlns:a16="http://schemas.microsoft.com/office/drawing/2014/main" id="{C96BB3CB-BAC8-289C-F17F-7E00DF88218B}"/>
              </a:ext>
            </a:extLst>
          </p:cNvPr>
          <p:cNvSpPr/>
          <p:nvPr/>
        </p:nvSpPr>
        <p:spPr>
          <a:xfrm>
            <a:off x="8179113" y="4847693"/>
            <a:ext cx="502860" cy="344640"/>
          </a:xfrm>
          <a:prstGeom prst="notchedRightArrow">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custDataLst>
      <p:tags r:id="rId1"/>
    </p:custDataLst>
    <p:extLst>
      <p:ext uri="{BB962C8B-B14F-4D97-AF65-F5344CB8AC3E}">
        <p14:creationId xmlns:p14="http://schemas.microsoft.com/office/powerpoint/2010/main" val="3706529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AB49A6-0F59-8A27-AE67-EECF434D1E4A}"/>
            </a:ext>
          </a:extLst>
        </p:cNvPr>
        <p:cNvGrpSpPr/>
        <p:nvPr/>
      </p:nvGrpSpPr>
      <p:grpSpPr>
        <a:xfrm>
          <a:off x="0" y="0"/>
          <a:ext cx="0" cy="0"/>
          <a:chOff x="0" y="0"/>
          <a:chExt cx="0" cy="0"/>
        </a:xfrm>
      </p:grpSpPr>
      <p:sp>
        <p:nvSpPr>
          <p:cNvPr id="121" name="标题 11">
            <a:extLst>
              <a:ext uri="{FF2B5EF4-FFF2-40B4-BE49-F238E27FC236}">
                <a16:creationId xmlns:a16="http://schemas.microsoft.com/office/drawing/2014/main" id="{489553A1-5556-0093-4C80-1739003E026A}"/>
              </a:ext>
            </a:extLst>
          </p:cNvPr>
          <p:cNvSpPr txBox="1"/>
          <p:nvPr>
            <p:custDataLst>
              <p:tags r:id="rId2"/>
            </p:custDataLst>
          </p:nvPr>
        </p:nvSpPr>
        <p:spPr bwMode="auto">
          <a:xfrm>
            <a:off x="1219099" y="179835"/>
            <a:ext cx="10972901" cy="535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spAutoFit/>
          </a:bodyPr>
          <a:lstStyle>
            <a:lvl1pPr algn="l" rtl="0" eaLnBrk="0" fontAlgn="base" hangingPunct="0">
              <a:lnSpc>
                <a:spcPct val="90000"/>
              </a:lnSpc>
              <a:spcBef>
                <a:spcPct val="0"/>
              </a:spcBef>
              <a:spcAft>
                <a:spcPct val="0"/>
              </a:spcAft>
              <a:defRPr lang="zh-CN" altLang="en-US" sz="3600" b="1" kern="1200" baseline="0">
                <a:solidFill>
                  <a:schemeClr val="tx1"/>
                </a:solidFill>
                <a:latin typeface="微软雅黑" panose="020B0503020204020204" pitchFamily="34" charset="-122"/>
                <a:ea typeface="微软雅黑" panose="020B0503020204020204" pitchFamily="34" charset="-122"/>
                <a:cs typeface="+mn-cs"/>
              </a:defRPr>
            </a:lvl1pPr>
            <a:lvl2pPr algn="l" rtl="0" eaLnBrk="0" fontAlgn="base" hangingPunct="0">
              <a:lnSpc>
                <a:spcPct val="90000"/>
              </a:lnSpc>
              <a:spcBef>
                <a:spcPct val="0"/>
              </a:spcBef>
              <a:spcAft>
                <a:spcPct val="0"/>
              </a:spcAft>
              <a:defRPr sz="440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2pPr>
            <a:lvl3pPr algn="l" rtl="0" eaLnBrk="0" fontAlgn="base" hangingPunct="0">
              <a:lnSpc>
                <a:spcPct val="90000"/>
              </a:lnSpc>
              <a:spcBef>
                <a:spcPct val="0"/>
              </a:spcBef>
              <a:spcAft>
                <a:spcPct val="0"/>
              </a:spcAft>
              <a:defRPr sz="440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3pPr>
            <a:lvl4pPr algn="l" rtl="0" eaLnBrk="0" fontAlgn="base" hangingPunct="0">
              <a:lnSpc>
                <a:spcPct val="90000"/>
              </a:lnSpc>
              <a:spcBef>
                <a:spcPct val="0"/>
              </a:spcBef>
              <a:spcAft>
                <a:spcPct val="0"/>
              </a:spcAft>
              <a:defRPr sz="440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4pPr>
            <a:lvl5pPr algn="l" rtl="0" eaLnBrk="0" fontAlgn="base" hangingPunct="0">
              <a:lnSpc>
                <a:spcPct val="90000"/>
              </a:lnSpc>
              <a:spcBef>
                <a:spcPct val="0"/>
              </a:spcBef>
              <a:spcAft>
                <a:spcPct val="0"/>
              </a:spcAft>
              <a:defRPr sz="440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5pPr>
            <a:lvl6pPr marL="457200" algn="l" rtl="0" fontAlgn="base">
              <a:lnSpc>
                <a:spcPct val="90000"/>
              </a:lnSpc>
              <a:spcBef>
                <a:spcPct val="0"/>
              </a:spcBef>
              <a:spcAft>
                <a:spcPct val="0"/>
              </a:spcAft>
              <a:defRPr sz="4400">
                <a:solidFill>
                  <a:schemeClr val="tx1"/>
                </a:solidFill>
                <a:latin typeface="Century Gothic" panose="020B0502020202020204" pitchFamily="34" charset="0"/>
                <a:ea typeface="微软雅黑" panose="020B0503020204020204" pitchFamily="34" charset="-122"/>
              </a:defRPr>
            </a:lvl6pPr>
            <a:lvl7pPr marL="914400" algn="l" rtl="0" fontAlgn="base">
              <a:lnSpc>
                <a:spcPct val="90000"/>
              </a:lnSpc>
              <a:spcBef>
                <a:spcPct val="0"/>
              </a:spcBef>
              <a:spcAft>
                <a:spcPct val="0"/>
              </a:spcAft>
              <a:defRPr sz="4400">
                <a:solidFill>
                  <a:schemeClr val="tx1"/>
                </a:solidFill>
                <a:latin typeface="Century Gothic" panose="020B0502020202020204" pitchFamily="34" charset="0"/>
                <a:ea typeface="微软雅黑" panose="020B0503020204020204" pitchFamily="34" charset="-122"/>
              </a:defRPr>
            </a:lvl7pPr>
            <a:lvl8pPr marL="1371600" algn="l" rtl="0" fontAlgn="base">
              <a:lnSpc>
                <a:spcPct val="90000"/>
              </a:lnSpc>
              <a:spcBef>
                <a:spcPct val="0"/>
              </a:spcBef>
              <a:spcAft>
                <a:spcPct val="0"/>
              </a:spcAft>
              <a:defRPr sz="4400">
                <a:solidFill>
                  <a:schemeClr val="tx1"/>
                </a:solidFill>
                <a:latin typeface="Century Gothic" panose="020B0502020202020204" pitchFamily="34" charset="0"/>
                <a:ea typeface="微软雅黑" panose="020B0503020204020204" pitchFamily="34" charset="-122"/>
              </a:defRPr>
            </a:lvl8pPr>
            <a:lvl9pPr marL="1828800" algn="l" rtl="0" fontAlgn="base">
              <a:lnSpc>
                <a:spcPct val="90000"/>
              </a:lnSpc>
              <a:spcBef>
                <a:spcPct val="0"/>
              </a:spcBef>
              <a:spcAft>
                <a:spcPct val="0"/>
              </a:spcAft>
              <a:defRPr sz="4400">
                <a:solidFill>
                  <a:schemeClr val="tx1"/>
                </a:solidFill>
                <a:latin typeface="Century Gothic" panose="020B0502020202020204" pitchFamily="34" charset="0"/>
                <a:ea typeface="微软雅黑" panose="020B0503020204020204" pitchFamily="34" charset="-122"/>
              </a:defRPr>
            </a:lvl9pPr>
          </a:lstStyle>
          <a:p>
            <a:pPr>
              <a:defRPr/>
            </a:pPr>
            <a:r>
              <a:rPr lang="en-US" altLang="zh-CN" sz="3200" kern="0" spc="-150" dirty="0" err="1">
                <a:gradFill>
                  <a:gsLst>
                    <a:gs pos="0">
                      <a:srgbClr val="7D1E2E"/>
                    </a:gs>
                    <a:gs pos="100000">
                      <a:srgbClr val="0070C0"/>
                    </a:gs>
                  </a:gsLst>
                  <a:lin ang="2700000" scaled="0"/>
                </a:gradFill>
                <a:latin typeface="Microsoft YaHei" panose="020B0503020204020204" pitchFamily="34" charset="-122"/>
                <a:ea typeface="Microsoft YaHei" panose="020B0503020204020204" pitchFamily="34" charset="-122"/>
                <a:cs typeface="Times New Roman" panose="02020603050405020304" pitchFamily="18" charset="0"/>
              </a:rPr>
              <a:t>ResNet</a:t>
            </a:r>
            <a:r>
              <a:rPr lang="zh-CN" altLang="en-US" sz="3200" kern="0" spc="-150" dirty="0">
                <a:gradFill>
                  <a:gsLst>
                    <a:gs pos="0">
                      <a:srgbClr val="7D1E2E"/>
                    </a:gs>
                    <a:gs pos="100000">
                      <a:srgbClr val="0070C0"/>
                    </a:gs>
                  </a:gsLst>
                  <a:lin ang="2700000" scaled="0"/>
                </a:gradFill>
                <a:latin typeface="Microsoft YaHei" panose="020B0503020204020204" pitchFamily="34" charset="-122"/>
                <a:ea typeface="Microsoft YaHei" panose="020B0503020204020204" pitchFamily="34" charset="-122"/>
                <a:cs typeface="Times New Roman" panose="02020603050405020304" pitchFamily="18" charset="0"/>
              </a:rPr>
              <a:t>网络</a:t>
            </a:r>
            <a:r>
              <a:rPr lang="en-US" altLang="zh-CN" sz="3200" kern="0" spc="-150" dirty="0">
                <a:gradFill>
                  <a:gsLst>
                    <a:gs pos="0">
                      <a:srgbClr val="7D1E2E"/>
                    </a:gs>
                    <a:gs pos="100000">
                      <a:srgbClr val="0070C0"/>
                    </a:gs>
                  </a:gsLst>
                  <a:lin ang="2700000" scaled="0"/>
                </a:gradFill>
                <a:latin typeface="Microsoft YaHei" panose="020B0503020204020204" pitchFamily="34" charset="-122"/>
                <a:ea typeface="Microsoft YaHei" panose="020B0503020204020204" pitchFamily="34" charset="-122"/>
                <a:cs typeface="Times New Roman" panose="02020603050405020304" pitchFamily="18" charset="0"/>
              </a:rPr>
              <a:t>-</a:t>
            </a:r>
            <a:r>
              <a:rPr lang="zh-CN" altLang="en-US" sz="3200" kern="0" spc="-150" dirty="0">
                <a:gradFill>
                  <a:gsLst>
                    <a:gs pos="0">
                      <a:srgbClr val="7D1E2E"/>
                    </a:gs>
                    <a:gs pos="100000">
                      <a:srgbClr val="0070C0"/>
                    </a:gs>
                  </a:gsLst>
                  <a:lin ang="2700000" scaled="0"/>
                </a:gradFill>
                <a:latin typeface="Microsoft YaHei" panose="020B0503020204020204" pitchFamily="34" charset="-122"/>
                <a:ea typeface="Microsoft YaHei" panose="020B0503020204020204" pitchFamily="34" charset="-122"/>
                <a:cs typeface="Times New Roman" panose="02020603050405020304" pitchFamily="18" charset="0"/>
              </a:rPr>
              <a:t>架构设置</a:t>
            </a:r>
          </a:p>
        </p:txBody>
      </p:sp>
      <p:graphicFrame>
        <p:nvGraphicFramePr>
          <p:cNvPr id="4" name="表格 3">
            <a:extLst>
              <a:ext uri="{FF2B5EF4-FFF2-40B4-BE49-F238E27FC236}">
                <a16:creationId xmlns:a16="http://schemas.microsoft.com/office/drawing/2014/main" id="{FF134F4E-49FF-D94D-4F05-578AB2C4A9B7}"/>
              </a:ext>
            </a:extLst>
          </p:cNvPr>
          <p:cNvGraphicFramePr>
            <a:graphicFrameLocks noGrp="1"/>
          </p:cNvGraphicFramePr>
          <p:nvPr>
            <p:extLst>
              <p:ext uri="{D42A27DB-BD31-4B8C-83A1-F6EECF244321}">
                <p14:modId xmlns:p14="http://schemas.microsoft.com/office/powerpoint/2010/main" val="1467768789"/>
              </p:ext>
            </p:extLst>
          </p:nvPr>
        </p:nvGraphicFramePr>
        <p:xfrm>
          <a:off x="783504" y="905979"/>
          <a:ext cx="10905482" cy="5694689"/>
        </p:xfrm>
        <a:graphic>
          <a:graphicData uri="http://schemas.openxmlformats.org/drawingml/2006/table">
            <a:tbl>
              <a:tblPr>
                <a:tableStyleId>{21E4AEA4-8DFA-4A89-87EB-49C32662AFE0}</a:tableStyleId>
              </a:tblPr>
              <a:tblGrid>
                <a:gridCol w="1342616">
                  <a:extLst>
                    <a:ext uri="{9D8B030D-6E8A-4147-A177-3AD203B41FA5}">
                      <a16:colId xmlns:a16="http://schemas.microsoft.com/office/drawing/2014/main" val="3093310780"/>
                    </a:ext>
                  </a:extLst>
                </a:gridCol>
                <a:gridCol w="1773236">
                  <a:extLst>
                    <a:ext uri="{9D8B030D-6E8A-4147-A177-3AD203B41FA5}">
                      <a16:colId xmlns:a16="http://schemas.microsoft.com/office/drawing/2014/main" val="1846118967"/>
                    </a:ext>
                  </a:extLst>
                </a:gridCol>
                <a:gridCol w="1557926">
                  <a:extLst>
                    <a:ext uri="{9D8B030D-6E8A-4147-A177-3AD203B41FA5}">
                      <a16:colId xmlns:a16="http://schemas.microsoft.com/office/drawing/2014/main" val="2442006025"/>
                    </a:ext>
                  </a:extLst>
                </a:gridCol>
                <a:gridCol w="1557926">
                  <a:extLst>
                    <a:ext uri="{9D8B030D-6E8A-4147-A177-3AD203B41FA5}">
                      <a16:colId xmlns:a16="http://schemas.microsoft.com/office/drawing/2014/main" val="2421458767"/>
                    </a:ext>
                  </a:extLst>
                </a:gridCol>
                <a:gridCol w="1557926">
                  <a:extLst>
                    <a:ext uri="{9D8B030D-6E8A-4147-A177-3AD203B41FA5}">
                      <a16:colId xmlns:a16="http://schemas.microsoft.com/office/drawing/2014/main" val="771659166"/>
                    </a:ext>
                  </a:extLst>
                </a:gridCol>
                <a:gridCol w="1557926">
                  <a:extLst>
                    <a:ext uri="{9D8B030D-6E8A-4147-A177-3AD203B41FA5}">
                      <a16:colId xmlns:a16="http://schemas.microsoft.com/office/drawing/2014/main" val="53408126"/>
                    </a:ext>
                  </a:extLst>
                </a:gridCol>
                <a:gridCol w="1557926">
                  <a:extLst>
                    <a:ext uri="{9D8B030D-6E8A-4147-A177-3AD203B41FA5}">
                      <a16:colId xmlns:a16="http://schemas.microsoft.com/office/drawing/2014/main" val="81362945"/>
                    </a:ext>
                  </a:extLst>
                </a:gridCol>
              </a:tblGrid>
              <a:tr h="483214">
                <a:tc>
                  <a:txBody>
                    <a:bodyPr/>
                    <a:lstStyle/>
                    <a:p>
                      <a:pPr algn="ctr" fontAlgn="base" latinLnBrk="0">
                        <a:buNone/>
                      </a:pPr>
                      <a:r>
                        <a:rPr lang="zh-CN" altLang="en-US" sz="1600" b="1" dirty="0">
                          <a:solidFill>
                            <a:schemeClr val="bg1"/>
                          </a:solidFill>
                          <a:effectLst/>
                          <a:latin typeface="var(--hy-font-family)"/>
                        </a:rPr>
                        <a:t>层级名称</a:t>
                      </a:r>
                    </a:p>
                  </a:txBody>
                  <a:tcPr marR="190500" marT="95250" marB="95250" anchor="ctr">
                    <a:solidFill>
                      <a:srgbClr val="C00000"/>
                    </a:solidFill>
                  </a:tcPr>
                </a:tc>
                <a:tc>
                  <a:txBody>
                    <a:bodyPr/>
                    <a:lstStyle/>
                    <a:p>
                      <a:pPr algn="ctr" fontAlgn="base" latinLnBrk="0">
                        <a:buNone/>
                      </a:pPr>
                      <a:r>
                        <a:rPr lang="zh-CN" altLang="en-US" sz="1600" b="1" dirty="0">
                          <a:solidFill>
                            <a:schemeClr val="bg1"/>
                          </a:solidFill>
                          <a:effectLst/>
                          <a:latin typeface="var(--hy-font-family)"/>
                        </a:rPr>
                        <a:t>输出尺寸</a:t>
                      </a:r>
                    </a:p>
                  </a:txBody>
                  <a:tcPr marR="190500" marT="95250" marB="95250" anchor="ctr">
                    <a:solidFill>
                      <a:srgbClr val="C00000"/>
                    </a:solidFill>
                  </a:tcPr>
                </a:tc>
                <a:tc>
                  <a:txBody>
                    <a:bodyPr/>
                    <a:lstStyle/>
                    <a:p>
                      <a:pPr algn="ctr" fontAlgn="base" latinLnBrk="0">
                        <a:buNone/>
                      </a:pPr>
                      <a:r>
                        <a:rPr lang="en-US" sz="1600" b="1" dirty="0">
                          <a:solidFill>
                            <a:schemeClr val="bg1"/>
                          </a:solidFill>
                          <a:effectLst/>
                          <a:latin typeface="var(--hy-font-family)"/>
                        </a:rPr>
                        <a:t>ResNet-18</a:t>
                      </a:r>
                    </a:p>
                  </a:txBody>
                  <a:tcPr marR="190500" marT="95250" marB="95250" anchor="ctr">
                    <a:solidFill>
                      <a:srgbClr val="C00000"/>
                    </a:solidFill>
                  </a:tcPr>
                </a:tc>
                <a:tc>
                  <a:txBody>
                    <a:bodyPr/>
                    <a:lstStyle/>
                    <a:p>
                      <a:pPr algn="ctr" fontAlgn="base" latinLnBrk="0">
                        <a:buNone/>
                      </a:pPr>
                      <a:r>
                        <a:rPr lang="en-US" sz="1600" b="1" dirty="0">
                          <a:solidFill>
                            <a:schemeClr val="bg1"/>
                          </a:solidFill>
                          <a:effectLst/>
                          <a:latin typeface="var(--hy-font-family)"/>
                        </a:rPr>
                        <a:t>ResNet-34</a:t>
                      </a:r>
                    </a:p>
                  </a:txBody>
                  <a:tcPr marR="190500" marT="95250" marB="95250" anchor="ctr">
                    <a:solidFill>
                      <a:srgbClr val="C00000"/>
                    </a:solidFill>
                  </a:tcPr>
                </a:tc>
                <a:tc>
                  <a:txBody>
                    <a:bodyPr/>
                    <a:lstStyle/>
                    <a:p>
                      <a:pPr algn="ctr" fontAlgn="base" latinLnBrk="0">
                        <a:buNone/>
                      </a:pPr>
                      <a:r>
                        <a:rPr lang="en-US" sz="1600" b="1" dirty="0">
                          <a:solidFill>
                            <a:schemeClr val="bg1"/>
                          </a:solidFill>
                          <a:effectLst/>
                          <a:latin typeface="var(--hy-font-family)"/>
                        </a:rPr>
                        <a:t>ResNet-50</a:t>
                      </a:r>
                    </a:p>
                  </a:txBody>
                  <a:tcPr marR="190500" marT="95250" marB="95250" anchor="ctr">
                    <a:solidFill>
                      <a:srgbClr val="C00000"/>
                    </a:solidFill>
                  </a:tcPr>
                </a:tc>
                <a:tc>
                  <a:txBody>
                    <a:bodyPr/>
                    <a:lstStyle/>
                    <a:p>
                      <a:pPr algn="ctr" fontAlgn="base" latinLnBrk="0">
                        <a:buNone/>
                      </a:pPr>
                      <a:r>
                        <a:rPr lang="en-US" sz="1600" b="1" dirty="0">
                          <a:solidFill>
                            <a:schemeClr val="bg1"/>
                          </a:solidFill>
                          <a:effectLst/>
                          <a:latin typeface="var(--hy-font-family)"/>
                        </a:rPr>
                        <a:t>ResNet-101</a:t>
                      </a:r>
                    </a:p>
                  </a:txBody>
                  <a:tcPr marR="190500" marT="95250" marB="95250" anchor="ctr">
                    <a:solidFill>
                      <a:srgbClr val="C00000"/>
                    </a:solidFill>
                  </a:tcPr>
                </a:tc>
                <a:tc>
                  <a:txBody>
                    <a:bodyPr/>
                    <a:lstStyle/>
                    <a:p>
                      <a:pPr algn="ctr" fontAlgn="base" latinLnBrk="0">
                        <a:buNone/>
                      </a:pPr>
                      <a:r>
                        <a:rPr lang="en-US" sz="1600" b="1" dirty="0">
                          <a:solidFill>
                            <a:schemeClr val="bg1"/>
                          </a:solidFill>
                          <a:effectLst/>
                          <a:latin typeface="var(--hy-font-family)"/>
                        </a:rPr>
                        <a:t>ResNet-152</a:t>
                      </a:r>
                    </a:p>
                  </a:txBody>
                  <a:tcPr marR="190500" marT="95250" marB="95250" anchor="ctr">
                    <a:solidFill>
                      <a:srgbClr val="C00000"/>
                    </a:solidFill>
                  </a:tcPr>
                </a:tc>
                <a:extLst>
                  <a:ext uri="{0D108BD9-81ED-4DB2-BD59-A6C34878D82A}">
                    <a16:rowId xmlns:a16="http://schemas.microsoft.com/office/drawing/2014/main" val="2779856186"/>
                  </a:ext>
                </a:extLst>
              </a:tr>
              <a:tr h="483214">
                <a:tc>
                  <a:txBody>
                    <a:bodyPr/>
                    <a:lstStyle/>
                    <a:p>
                      <a:pPr algn="ctr" fontAlgn="base" latinLnBrk="0">
                        <a:lnSpc>
                          <a:spcPct val="114000"/>
                        </a:lnSpc>
                        <a:buNone/>
                      </a:pPr>
                      <a:r>
                        <a:rPr lang="zh-CN" altLang="en-US" sz="1600" b="1" dirty="0">
                          <a:effectLst/>
                          <a:latin typeface="Microsoft YaHei" panose="020B0503020204020204" pitchFamily="34" charset="-122"/>
                          <a:ea typeface="Microsoft YaHei" panose="020B0503020204020204" pitchFamily="34" charset="-122"/>
                        </a:rPr>
                        <a:t>积层</a:t>
                      </a:r>
                      <a:r>
                        <a:rPr lang="en-US" altLang="zh-CN" sz="1600" b="1" dirty="0">
                          <a:effectLst/>
                          <a:latin typeface="Microsoft YaHei" panose="020B0503020204020204" pitchFamily="34" charset="-122"/>
                          <a:ea typeface="Microsoft YaHei" panose="020B0503020204020204" pitchFamily="34" charset="-122"/>
                        </a:rPr>
                        <a:t>1</a:t>
                      </a:r>
                      <a:r>
                        <a:rPr lang="zh-CN" altLang="en-US" sz="1600" b="1" dirty="0">
                          <a:effectLst/>
                          <a:latin typeface="Microsoft YaHei" panose="020B0503020204020204" pitchFamily="34" charset="-122"/>
                          <a:ea typeface="Microsoft YaHei" panose="020B0503020204020204" pitchFamily="34" charset="-122"/>
                        </a:rPr>
                        <a:t>​</a:t>
                      </a:r>
                    </a:p>
                  </a:txBody>
                  <a:tcPr marL="58780" marR="122458" marT="61229" marB="61229" anchor="ctr">
                    <a:solidFill>
                      <a:schemeClr val="accent2">
                        <a:lumMod val="20000"/>
                        <a:lumOff val="80000"/>
                      </a:schemeClr>
                    </a:solidFill>
                  </a:tcPr>
                </a:tc>
                <a:tc>
                  <a:txBody>
                    <a:bodyPr/>
                    <a:lstStyle/>
                    <a:p>
                      <a:pPr algn="ctr" fontAlgn="base" latinLnBrk="0">
                        <a:lnSpc>
                          <a:spcPct val="114000"/>
                        </a:lnSpc>
                        <a:buNone/>
                      </a:pPr>
                      <a:r>
                        <a:rPr lang="en-US" sz="1600" b="1" dirty="0">
                          <a:effectLst/>
                          <a:latin typeface="Microsoft YaHei" panose="020B0503020204020204" pitchFamily="34" charset="-122"/>
                          <a:ea typeface="Microsoft YaHei" panose="020B0503020204020204" pitchFamily="34" charset="-122"/>
                        </a:rPr>
                        <a:t>112x112</a:t>
                      </a:r>
                    </a:p>
                  </a:txBody>
                  <a:tcPr marL="58780" marR="122458" marT="61229" marB="61229" anchor="ctr">
                    <a:solidFill>
                      <a:schemeClr val="accent2">
                        <a:lumMod val="20000"/>
                        <a:lumOff val="80000"/>
                      </a:schemeClr>
                    </a:solidFill>
                  </a:tcPr>
                </a:tc>
                <a:tc gridSpan="5">
                  <a:txBody>
                    <a:bodyPr/>
                    <a:lstStyle/>
                    <a:p>
                      <a:pPr algn="ctr" fontAlgn="base" latinLnBrk="0">
                        <a:lnSpc>
                          <a:spcPct val="114000"/>
                        </a:lnSpc>
                        <a:buNone/>
                      </a:pPr>
                      <a:r>
                        <a:rPr lang="en-US" sz="1600" b="1" dirty="0">
                          <a:effectLst/>
                          <a:latin typeface="Microsoft YaHei" panose="020B0503020204020204" pitchFamily="34" charset="-122"/>
                          <a:ea typeface="Microsoft YaHei" panose="020B0503020204020204" pitchFamily="34" charset="-122"/>
                        </a:rPr>
                        <a:t>\multicolumn{5}{c}{7x7</a:t>
                      </a:r>
                      <a:r>
                        <a:rPr lang="zh-CN" altLang="en-US" sz="1600" b="1" dirty="0">
                          <a:effectLst/>
                          <a:latin typeface="Microsoft YaHei" panose="020B0503020204020204" pitchFamily="34" charset="-122"/>
                          <a:ea typeface="Microsoft YaHei" panose="020B0503020204020204" pitchFamily="34" charset="-122"/>
                        </a:rPr>
                        <a:t>卷积，步长</a:t>
                      </a:r>
                      <a:r>
                        <a:rPr lang="en-US" altLang="zh-CN" sz="1600" b="1" dirty="0">
                          <a:effectLst/>
                          <a:latin typeface="Microsoft YaHei" panose="020B0503020204020204" pitchFamily="34" charset="-122"/>
                          <a:ea typeface="Microsoft YaHei" panose="020B0503020204020204" pitchFamily="34" charset="-122"/>
                        </a:rPr>
                        <a:t>2</a:t>
                      </a:r>
                      <a:r>
                        <a:rPr lang="zh-CN" altLang="en-US" sz="1600" b="1" dirty="0">
                          <a:effectLst/>
                          <a:latin typeface="Microsoft YaHei" panose="020B0503020204020204" pitchFamily="34" charset="-122"/>
                          <a:ea typeface="Microsoft YaHei" panose="020B0503020204020204" pitchFamily="34" charset="-122"/>
                        </a:rPr>
                        <a:t>，</a:t>
                      </a:r>
                      <a:r>
                        <a:rPr lang="en-US" altLang="zh-CN" sz="1600" b="1" dirty="0">
                          <a:effectLst/>
                          <a:latin typeface="Microsoft YaHei" panose="020B0503020204020204" pitchFamily="34" charset="-122"/>
                          <a:ea typeface="Microsoft YaHei" panose="020B0503020204020204" pitchFamily="34" charset="-122"/>
                        </a:rPr>
                        <a:t>64</a:t>
                      </a:r>
                      <a:r>
                        <a:rPr lang="zh-CN" altLang="en-US" sz="1600" b="1" dirty="0">
                          <a:effectLst/>
                          <a:latin typeface="Microsoft YaHei" panose="020B0503020204020204" pitchFamily="34" charset="-122"/>
                          <a:ea typeface="Microsoft YaHei" panose="020B0503020204020204" pitchFamily="34" charset="-122"/>
                        </a:rPr>
                        <a:t>个滤波器</a:t>
                      </a:r>
                      <a:r>
                        <a:rPr lang="en-US" altLang="zh-CN" sz="1600" b="1" dirty="0">
                          <a:effectLst/>
                          <a:latin typeface="Microsoft YaHei" panose="020B0503020204020204" pitchFamily="34" charset="-122"/>
                          <a:ea typeface="Microsoft YaHei" panose="020B0503020204020204" pitchFamily="34" charset="-122"/>
                        </a:rPr>
                        <a:t>}</a:t>
                      </a:r>
                    </a:p>
                  </a:txBody>
                  <a:tcPr marL="58780" marR="122458" marT="61229" marB="61229" anchor="ctr">
                    <a:solidFill>
                      <a:schemeClr val="accent2">
                        <a:lumMod val="20000"/>
                        <a:lumOff val="80000"/>
                      </a:schemeClr>
                    </a:solidFill>
                  </a:tcPr>
                </a:tc>
                <a:tc hMerge="1">
                  <a:txBody>
                    <a:bodyPr/>
                    <a:lstStyle/>
                    <a:p>
                      <a:endParaRPr/>
                    </a:p>
                  </a:txBody>
                  <a:tcPr marL="58780" marR="122458" marT="61229" marB="61229" anchor="ctr">
                    <a:lnL>
                      <a:noFill/>
                    </a:lnL>
                    <a:lnR>
                      <a:noFill/>
                    </a:lnR>
                    <a:lnT>
                      <a:noFill/>
                    </a:lnT>
                    <a:lnB>
                      <a:noFill/>
                    </a:lnB>
                    <a:noFill/>
                  </a:tcPr>
                </a:tc>
                <a:tc hMerge="1">
                  <a:txBody>
                    <a:bodyPr/>
                    <a:lstStyle/>
                    <a:p>
                      <a:endParaRPr lang="zh-CN" altLang="en-US" sz="1200" dirty="0"/>
                    </a:p>
                  </a:txBody>
                  <a:tcPr marL="58780" marR="58780" marT="29390" marB="29390">
                    <a:lnL>
                      <a:noFill/>
                    </a:lnL>
                  </a:tcPr>
                </a:tc>
                <a:tc hMerge="1">
                  <a:txBody>
                    <a:bodyPr/>
                    <a:lstStyle/>
                    <a:p>
                      <a:endParaRPr lang="zh-CN" altLang="en-US" sz="1200" dirty="0"/>
                    </a:p>
                  </a:txBody>
                  <a:tcPr marL="58780" marR="58780" marT="29390" marB="29390"/>
                </a:tc>
                <a:tc hMerge="1">
                  <a:txBody>
                    <a:bodyPr/>
                    <a:lstStyle/>
                    <a:p>
                      <a:endParaRPr lang="zh-CN" altLang="en-US" sz="1200" dirty="0"/>
                    </a:p>
                  </a:txBody>
                  <a:tcPr marL="58780" marR="58780" marT="29390" marB="29390"/>
                </a:tc>
                <a:extLst>
                  <a:ext uri="{0D108BD9-81ED-4DB2-BD59-A6C34878D82A}">
                    <a16:rowId xmlns:a16="http://schemas.microsoft.com/office/drawing/2014/main" val="1899713494"/>
                  </a:ext>
                </a:extLst>
              </a:tr>
              <a:tr h="367114">
                <a:tc>
                  <a:txBody>
                    <a:bodyPr/>
                    <a:lstStyle/>
                    <a:p>
                      <a:pPr algn="ctr" fontAlgn="base" latinLnBrk="0">
                        <a:lnSpc>
                          <a:spcPct val="114000"/>
                        </a:lnSpc>
                        <a:buNone/>
                      </a:pPr>
                      <a:r>
                        <a:rPr lang="zh-CN" altLang="en-US" sz="1600" b="1" dirty="0">
                          <a:effectLst/>
                          <a:latin typeface="Microsoft YaHei" panose="020B0503020204020204" pitchFamily="34" charset="-122"/>
                          <a:ea typeface="Microsoft YaHei" panose="020B0503020204020204" pitchFamily="34" charset="-122"/>
                        </a:rPr>
                        <a:t>​池化层​</a:t>
                      </a:r>
                    </a:p>
                  </a:txBody>
                  <a:tcPr marL="58780" marR="122458" marT="61229" marB="61229" anchor="ctr"/>
                </a:tc>
                <a:tc>
                  <a:txBody>
                    <a:bodyPr/>
                    <a:lstStyle/>
                    <a:p>
                      <a:pPr algn="ctr" fontAlgn="base" latinLnBrk="0">
                        <a:lnSpc>
                          <a:spcPct val="114000"/>
                        </a:lnSpc>
                        <a:buNone/>
                      </a:pPr>
                      <a:r>
                        <a:rPr lang="en-US" sz="1600" b="1" dirty="0">
                          <a:effectLst/>
                          <a:latin typeface="Microsoft YaHei" panose="020B0503020204020204" pitchFamily="34" charset="-122"/>
                          <a:ea typeface="Microsoft YaHei" panose="020B0503020204020204" pitchFamily="34" charset="-122"/>
                        </a:rPr>
                        <a:t>56x56</a:t>
                      </a:r>
                    </a:p>
                  </a:txBody>
                  <a:tcPr marL="58780" marR="122458" marT="61229" marB="61229" anchor="ctr"/>
                </a:tc>
                <a:tc gridSpan="5">
                  <a:txBody>
                    <a:bodyPr/>
                    <a:lstStyle/>
                    <a:p>
                      <a:pPr marL="0" algn="ctr" defTabSz="914400" rtl="0" eaLnBrk="1" fontAlgn="base" latinLnBrk="0" hangingPunct="1">
                        <a:lnSpc>
                          <a:spcPct val="114000"/>
                        </a:lnSpc>
                        <a:buNone/>
                      </a:pPr>
                      <a:r>
                        <a:rPr lang="en-US" sz="1600" b="1" kern="1200" dirty="0">
                          <a:solidFill>
                            <a:schemeClr val="tx1"/>
                          </a:solidFill>
                          <a:effectLst/>
                          <a:latin typeface="Microsoft YaHei" panose="020B0503020204020204" pitchFamily="34" charset="-122"/>
                          <a:ea typeface="Microsoft YaHei" panose="020B0503020204020204" pitchFamily="34" charset="-122"/>
                        </a:rPr>
                        <a:t>\multicolumn{5}{c}{3x3</a:t>
                      </a:r>
                      <a:r>
                        <a:rPr lang="zh-CN" altLang="en-US" sz="1600" b="1" kern="1200" dirty="0">
                          <a:solidFill>
                            <a:schemeClr val="tx1"/>
                          </a:solidFill>
                          <a:effectLst/>
                          <a:latin typeface="Microsoft YaHei" panose="020B0503020204020204" pitchFamily="34" charset="-122"/>
                          <a:ea typeface="Microsoft YaHei" panose="020B0503020204020204" pitchFamily="34" charset="-122"/>
                        </a:rPr>
                        <a:t>最大池化，步长</a:t>
                      </a:r>
                      <a:r>
                        <a:rPr lang="en-US" altLang="zh-CN" sz="1600" b="1" kern="1200" dirty="0">
                          <a:solidFill>
                            <a:schemeClr val="tx1"/>
                          </a:solidFill>
                          <a:effectLst/>
                          <a:latin typeface="Microsoft YaHei" panose="020B0503020204020204" pitchFamily="34" charset="-122"/>
                          <a:ea typeface="Microsoft YaHei" panose="020B0503020204020204" pitchFamily="34" charset="-122"/>
                        </a:rPr>
                        <a:t>2}</a:t>
                      </a:r>
                      <a:endParaRPr lang="en-US" altLang="zh-CN" sz="1600" b="1" kern="1200" dirty="0">
                        <a:solidFill>
                          <a:schemeClr val="tx1"/>
                        </a:solidFill>
                        <a:effectLst/>
                        <a:latin typeface="Microsoft YaHei" panose="020B0503020204020204" pitchFamily="34" charset="-122"/>
                        <a:ea typeface="Microsoft YaHei" panose="020B0503020204020204" pitchFamily="34" charset="-122"/>
                        <a:cs typeface="+mn-cs"/>
                      </a:endParaRPr>
                    </a:p>
                  </a:txBody>
                  <a:tcPr marL="58780" marR="122458" marT="61229" marB="61229" anchor="ctr"/>
                </a:tc>
                <a:tc hMerge="1">
                  <a:txBody>
                    <a:bodyPr/>
                    <a:lstStyle/>
                    <a:p>
                      <a:endParaRPr/>
                    </a:p>
                  </a:txBody>
                  <a:tcPr marL="58780" marR="122458" marT="61229" marB="61229" anchor="ctr">
                    <a:lnL>
                      <a:noFill/>
                    </a:lnL>
                    <a:lnR>
                      <a:noFill/>
                    </a:lnR>
                    <a:lnT>
                      <a:noFill/>
                    </a:lnT>
                    <a:lnB>
                      <a:noFill/>
                    </a:lnB>
                    <a:noFill/>
                  </a:tcPr>
                </a:tc>
                <a:tc hMerge="1">
                  <a:txBody>
                    <a:bodyPr/>
                    <a:lstStyle/>
                    <a:p>
                      <a:pPr marL="0" algn="ctr" defTabSz="914400" rtl="0" eaLnBrk="1" fontAlgn="base" latinLnBrk="0" hangingPunct="1">
                        <a:lnSpc>
                          <a:spcPts val="1680"/>
                        </a:lnSpc>
                        <a:buNone/>
                      </a:pPr>
                      <a:endParaRPr lang="zh-CN" altLang="en-US" sz="1200" b="0" kern="1200" dirty="0">
                        <a:solidFill>
                          <a:schemeClr val="tx1"/>
                        </a:solidFill>
                        <a:effectLst/>
                        <a:latin typeface="var(--hy-font-family)"/>
                        <a:ea typeface="+mn-ea"/>
                        <a:cs typeface="+mn-cs"/>
                      </a:endParaRPr>
                    </a:p>
                  </a:txBody>
                  <a:tcPr marL="58780" marR="58780" marT="29390" marB="29390">
                    <a:lnL>
                      <a:noFill/>
                    </a:lnL>
                  </a:tcPr>
                </a:tc>
                <a:tc hMerge="1">
                  <a:txBody>
                    <a:bodyPr/>
                    <a:lstStyle/>
                    <a:p>
                      <a:pPr marL="0" algn="ctr" defTabSz="914400" rtl="0" eaLnBrk="1" fontAlgn="base" latinLnBrk="0" hangingPunct="1">
                        <a:lnSpc>
                          <a:spcPts val="1680"/>
                        </a:lnSpc>
                        <a:buNone/>
                      </a:pPr>
                      <a:endParaRPr lang="zh-CN" altLang="en-US" sz="1200" b="0" kern="1200" dirty="0">
                        <a:solidFill>
                          <a:schemeClr val="tx1"/>
                        </a:solidFill>
                        <a:effectLst/>
                        <a:latin typeface="var(--hy-font-family)"/>
                        <a:ea typeface="+mn-ea"/>
                        <a:cs typeface="+mn-cs"/>
                      </a:endParaRPr>
                    </a:p>
                  </a:txBody>
                  <a:tcPr marL="58780" marR="58780" marT="29390" marB="29390"/>
                </a:tc>
                <a:tc hMerge="1">
                  <a:txBody>
                    <a:bodyPr/>
                    <a:lstStyle/>
                    <a:p>
                      <a:pPr marL="0" algn="ctr" defTabSz="914400" rtl="0" eaLnBrk="1" fontAlgn="base" latinLnBrk="0" hangingPunct="1">
                        <a:lnSpc>
                          <a:spcPts val="1680"/>
                        </a:lnSpc>
                        <a:buNone/>
                      </a:pPr>
                      <a:endParaRPr lang="zh-CN" altLang="en-US" sz="1200" b="0" kern="1200" dirty="0">
                        <a:solidFill>
                          <a:schemeClr val="tx1"/>
                        </a:solidFill>
                        <a:effectLst/>
                        <a:latin typeface="var(--hy-font-family)"/>
                        <a:ea typeface="+mn-ea"/>
                        <a:cs typeface="+mn-cs"/>
                      </a:endParaRPr>
                    </a:p>
                  </a:txBody>
                  <a:tcPr marL="58780" marR="58780" marT="29390" marB="29390"/>
                </a:tc>
                <a:extLst>
                  <a:ext uri="{0D108BD9-81ED-4DB2-BD59-A6C34878D82A}">
                    <a16:rowId xmlns:a16="http://schemas.microsoft.com/office/drawing/2014/main" val="4133765482"/>
                  </a:ext>
                </a:extLst>
              </a:tr>
              <a:tr h="905235">
                <a:tc>
                  <a:txBody>
                    <a:bodyPr/>
                    <a:lstStyle/>
                    <a:p>
                      <a:pPr marL="0" algn="ctr" defTabSz="914400" rtl="0" eaLnBrk="1" fontAlgn="base" latinLnBrk="0" hangingPunct="1">
                        <a:lnSpc>
                          <a:spcPct val="114000"/>
                        </a:lnSpc>
                        <a:buNone/>
                      </a:pPr>
                      <a:r>
                        <a:rPr lang="zh-CN" altLang="en-US" sz="1600" b="1" kern="1200" dirty="0">
                          <a:solidFill>
                            <a:schemeClr val="dk1"/>
                          </a:solidFill>
                          <a:effectLst/>
                          <a:latin typeface="Microsoft YaHei" panose="020B0503020204020204" pitchFamily="34" charset="-122"/>
                          <a:ea typeface="Microsoft YaHei" panose="020B0503020204020204" pitchFamily="34" charset="-122"/>
                          <a:cs typeface="+mn-cs"/>
                        </a:rPr>
                        <a:t>​卷积层</a:t>
                      </a:r>
                      <a:r>
                        <a:rPr lang="en-US" altLang="zh-CN" sz="1600" b="1" kern="1200" dirty="0">
                          <a:solidFill>
                            <a:schemeClr val="dk1"/>
                          </a:solidFill>
                          <a:effectLst/>
                          <a:latin typeface="Microsoft YaHei" panose="020B0503020204020204" pitchFamily="34" charset="-122"/>
                          <a:ea typeface="Microsoft YaHei" panose="020B0503020204020204" pitchFamily="34" charset="-122"/>
                          <a:cs typeface="+mn-cs"/>
                        </a:rPr>
                        <a:t>2</a:t>
                      </a:r>
                      <a:r>
                        <a:rPr lang="zh-CN" altLang="en-US" sz="1600" b="1" kern="1200" dirty="0">
                          <a:solidFill>
                            <a:schemeClr val="dk1"/>
                          </a:solidFill>
                          <a:effectLst/>
                          <a:latin typeface="Microsoft YaHei" panose="020B0503020204020204" pitchFamily="34" charset="-122"/>
                          <a:ea typeface="Microsoft YaHei" panose="020B0503020204020204" pitchFamily="34" charset="-122"/>
                          <a:cs typeface="+mn-cs"/>
                        </a:rPr>
                        <a:t>​</a:t>
                      </a:r>
                    </a:p>
                  </a:txBody>
                  <a:tcPr marL="58780" marR="122458" marT="61229" marB="61229" anchor="ctr">
                    <a:solidFill>
                      <a:schemeClr val="accent2">
                        <a:lumMod val="20000"/>
                        <a:lumOff val="80000"/>
                      </a:schemeClr>
                    </a:solidFill>
                  </a:tcPr>
                </a:tc>
                <a:tc>
                  <a:txBody>
                    <a:bodyPr/>
                    <a:lstStyle/>
                    <a:p>
                      <a:pPr marL="0" algn="ctr" defTabSz="914400" rtl="0" eaLnBrk="1" fontAlgn="base" latinLnBrk="0" hangingPunct="1">
                        <a:lnSpc>
                          <a:spcPct val="114000"/>
                        </a:lnSpc>
                        <a:buNone/>
                      </a:pPr>
                      <a:r>
                        <a:rPr lang="en-US" sz="1600" b="1" kern="1200" dirty="0">
                          <a:solidFill>
                            <a:schemeClr val="dk1"/>
                          </a:solidFill>
                          <a:effectLst/>
                          <a:latin typeface="Microsoft YaHei" panose="020B0503020204020204" pitchFamily="34" charset="-122"/>
                          <a:ea typeface="Microsoft YaHei" panose="020B0503020204020204" pitchFamily="34" charset="-122"/>
                          <a:cs typeface="+mn-cs"/>
                        </a:rPr>
                        <a:t>56x56</a:t>
                      </a:r>
                    </a:p>
                  </a:txBody>
                  <a:tcPr marL="58780" marR="122458" marT="61229" marB="61229" anchor="ctr">
                    <a:solidFill>
                      <a:schemeClr val="accent2">
                        <a:lumMod val="20000"/>
                        <a:lumOff val="80000"/>
                      </a:schemeClr>
                    </a:solidFill>
                  </a:tcPr>
                </a:tc>
                <a:tc>
                  <a:txBody>
                    <a:bodyPr/>
                    <a:lstStyle/>
                    <a:p>
                      <a:pPr marL="0" algn="ctr" defTabSz="914400" rtl="0" eaLnBrk="1" fontAlgn="base" latinLnBrk="0" hangingPunct="1">
                        <a:lnSpc>
                          <a:spcPct val="114000"/>
                        </a:lnSpc>
                        <a:buNone/>
                      </a:pPr>
                      <a:r>
                        <a:rPr lang="en-US" altLang="zh-CN" sz="1600" b="1" kern="1200" dirty="0">
                          <a:solidFill>
                            <a:schemeClr val="dk1"/>
                          </a:solidFill>
                          <a:effectLst/>
                          <a:latin typeface="Microsoft YaHei" panose="020B0503020204020204" pitchFamily="34" charset="-122"/>
                          <a:ea typeface="Microsoft YaHei" panose="020B0503020204020204" pitchFamily="34" charset="-122"/>
                          <a:cs typeface="+mn-cs"/>
                        </a:rPr>
                        <a:t>2</a:t>
                      </a:r>
                      <a:r>
                        <a:rPr lang="zh-CN" altLang="en-US" sz="1600" b="1" kern="1200" dirty="0">
                          <a:solidFill>
                            <a:schemeClr val="dk1"/>
                          </a:solidFill>
                          <a:effectLst/>
                          <a:latin typeface="Microsoft YaHei" panose="020B0503020204020204" pitchFamily="34" charset="-122"/>
                          <a:ea typeface="Microsoft YaHei" panose="020B0503020204020204" pitchFamily="34" charset="-122"/>
                          <a:cs typeface="+mn-cs"/>
                        </a:rPr>
                        <a:t>个残差块</a:t>
                      </a:r>
                      <a:br>
                        <a:rPr lang="zh-CN" altLang="en-US" sz="1600" b="1" kern="1200" dirty="0">
                          <a:solidFill>
                            <a:schemeClr val="dk1"/>
                          </a:solidFill>
                          <a:effectLst/>
                          <a:latin typeface="Microsoft YaHei" panose="020B0503020204020204" pitchFamily="34" charset="-122"/>
                          <a:ea typeface="Microsoft YaHei" panose="020B0503020204020204" pitchFamily="34" charset="-122"/>
                          <a:cs typeface="+mn-cs"/>
                        </a:rPr>
                      </a:br>
                      <a:r>
                        <a:rPr lang="zh-CN" altLang="en-US" sz="1600" b="1" kern="1200" dirty="0">
                          <a:solidFill>
                            <a:schemeClr val="dk1"/>
                          </a:solidFill>
                          <a:effectLst/>
                          <a:latin typeface="Microsoft YaHei" panose="020B0503020204020204" pitchFamily="34" charset="-122"/>
                          <a:ea typeface="Microsoft YaHei" panose="020B0503020204020204" pitchFamily="34" charset="-122"/>
                          <a:cs typeface="+mn-cs"/>
                        </a:rPr>
                        <a:t>每个块</a:t>
                      </a:r>
                      <a:r>
                        <a:rPr lang="en-US" altLang="zh-CN" sz="1600" b="1" kern="1200" dirty="0">
                          <a:solidFill>
                            <a:schemeClr val="dk1"/>
                          </a:solidFill>
                          <a:effectLst/>
                          <a:latin typeface="Microsoft YaHei" panose="020B0503020204020204" pitchFamily="34" charset="-122"/>
                          <a:ea typeface="Microsoft YaHei" panose="020B0503020204020204" pitchFamily="34" charset="-122"/>
                          <a:cs typeface="+mn-cs"/>
                        </a:rPr>
                        <a:t>2</a:t>
                      </a:r>
                      <a:r>
                        <a:rPr lang="zh-CN" altLang="en-US" sz="1600" b="1" kern="1200" dirty="0">
                          <a:solidFill>
                            <a:schemeClr val="dk1"/>
                          </a:solidFill>
                          <a:effectLst/>
                          <a:latin typeface="Microsoft YaHei" panose="020B0503020204020204" pitchFamily="34" charset="-122"/>
                          <a:ea typeface="Microsoft YaHei" panose="020B0503020204020204" pitchFamily="34" charset="-122"/>
                          <a:cs typeface="+mn-cs"/>
                        </a:rPr>
                        <a:t>层，共</a:t>
                      </a:r>
                      <a:r>
                        <a:rPr lang="en-US" altLang="zh-CN" sz="1600" b="1" kern="1200" dirty="0">
                          <a:solidFill>
                            <a:schemeClr val="dk1"/>
                          </a:solidFill>
                          <a:effectLst/>
                          <a:latin typeface="Microsoft YaHei" panose="020B0503020204020204" pitchFamily="34" charset="-122"/>
                          <a:ea typeface="Microsoft YaHei" panose="020B0503020204020204" pitchFamily="34" charset="-122"/>
                          <a:cs typeface="+mn-cs"/>
                        </a:rPr>
                        <a:t>64</a:t>
                      </a:r>
                      <a:r>
                        <a:rPr lang="zh-CN" altLang="en-US" sz="1600" b="1" kern="1200" dirty="0">
                          <a:solidFill>
                            <a:schemeClr val="dk1"/>
                          </a:solidFill>
                          <a:effectLst/>
                          <a:latin typeface="Microsoft YaHei" panose="020B0503020204020204" pitchFamily="34" charset="-122"/>
                          <a:ea typeface="Microsoft YaHei" panose="020B0503020204020204" pitchFamily="34" charset="-122"/>
                          <a:cs typeface="+mn-cs"/>
                        </a:rPr>
                        <a:t>维</a:t>
                      </a:r>
                    </a:p>
                  </a:txBody>
                  <a:tcPr marL="58780" marR="122458" marT="61229" marB="61229" anchor="ctr">
                    <a:solidFill>
                      <a:schemeClr val="accent2">
                        <a:lumMod val="20000"/>
                        <a:lumOff val="80000"/>
                      </a:schemeClr>
                    </a:solidFill>
                  </a:tcPr>
                </a:tc>
                <a:tc>
                  <a:txBody>
                    <a:bodyPr/>
                    <a:lstStyle/>
                    <a:p>
                      <a:pPr marL="0" algn="ctr" defTabSz="914400" rtl="0" eaLnBrk="1" fontAlgn="base" latinLnBrk="0" hangingPunct="1">
                        <a:lnSpc>
                          <a:spcPct val="114000"/>
                        </a:lnSpc>
                        <a:buNone/>
                      </a:pPr>
                      <a:r>
                        <a:rPr lang="en-US" altLang="zh-CN" sz="1600" b="1" kern="1200" dirty="0">
                          <a:solidFill>
                            <a:schemeClr val="dk1"/>
                          </a:solidFill>
                          <a:effectLst/>
                          <a:latin typeface="Microsoft YaHei" panose="020B0503020204020204" pitchFamily="34" charset="-122"/>
                          <a:ea typeface="Microsoft YaHei" panose="020B0503020204020204" pitchFamily="34" charset="-122"/>
                          <a:cs typeface="+mn-cs"/>
                        </a:rPr>
                        <a:t>3</a:t>
                      </a:r>
                      <a:r>
                        <a:rPr lang="zh-CN" altLang="en-US" sz="1600" b="1" kern="1200" dirty="0">
                          <a:solidFill>
                            <a:schemeClr val="dk1"/>
                          </a:solidFill>
                          <a:effectLst/>
                          <a:latin typeface="Microsoft YaHei" panose="020B0503020204020204" pitchFamily="34" charset="-122"/>
                          <a:ea typeface="Microsoft YaHei" panose="020B0503020204020204" pitchFamily="34" charset="-122"/>
                          <a:cs typeface="+mn-cs"/>
                        </a:rPr>
                        <a:t>个残差块</a:t>
                      </a:r>
                      <a:br>
                        <a:rPr lang="zh-CN" altLang="en-US" sz="1600" b="1" kern="1200" dirty="0">
                          <a:solidFill>
                            <a:schemeClr val="dk1"/>
                          </a:solidFill>
                          <a:effectLst/>
                          <a:latin typeface="Microsoft YaHei" panose="020B0503020204020204" pitchFamily="34" charset="-122"/>
                          <a:ea typeface="Microsoft YaHei" panose="020B0503020204020204" pitchFamily="34" charset="-122"/>
                          <a:cs typeface="+mn-cs"/>
                        </a:rPr>
                      </a:br>
                      <a:r>
                        <a:rPr lang="zh-CN" altLang="en-US" sz="1600" b="1" kern="1200" dirty="0">
                          <a:solidFill>
                            <a:schemeClr val="dk1"/>
                          </a:solidFill>
                          <a:effectLst/>
                          <a:latin typeface="Microsoft YaHei" panose="020B0503020204020204" pitchFamily="34" charset="-122"/>
                          <a:ea typeface="Microsoft YaHei" panose="020B0503020204020204" pitchFamily="34" charset="-122"/>
                          <a:cs typeface="+mn-cs"/>
                        </a:rPr>
                        <a:t>每个块</a:t>
                      </a:r>
                      <a:r>
                        <a:rPr lang="en-US" altLang="zh-CN" sz="1600" b="1" kern="1200" dirty="0">
                          <a:solidFill>
                            <a:schemeClr val="dk1"/>
                          </a:solidFill>
                          <a:effectLst/>
                          <a:latin typeface="Microsoft YaHei" panose="020B0503020204020204" pitchFamily="34" charset="-122"/>
                          <a:ea typeface="Microsoft YaHei" panose="020B0503020204020204" pitchFamily="34" charset="-122"/>
                          <a:cs typeface="+mn-cs"/>
                        </a:rPr>
                        <a:t>2</a:t>
                      </a:r>
                      <a:r>
                        <a:rPr lang="zh-CN" altLang="en-US" sz="1600" b="1" kern="1200" dirty="0">
                          <a:solidFill>
                            <a:schemeClr val="dk1"/>
                          </a:solidFill>
                          <a:effectLst/>
                          <a:latin typeface="Microsoft YaHei" panose="020B0503020204020204" pitchFamily="34" charset="-122"/>
                          <a:ea typeface="Microsoft YaHei" panose="020B0503020204020204" pitchFamily="34" charset="-122"/>
                          <a:cs typeface="+mn-cs"/>
                        </a:rPr>
                        <a:t>层，共</a:t>
                      </a:r>
                      <a:r>
                        <a:rPr lang="en-US" altLang="zh-CN" sz="1600" b="1" kern="1200" dirty="0">
                          <a:solidFill>
                            <a:schemeClr val="dk1"/>
                          </a:solidFill>
                          <a:effectLst/>
                          <a:latin typeface="Microsoft YaHei" panose="020B0503020204020204" pitchFamily="34" charset="-122"/>
                          <a:ea typeface="Microsoft YaHei" panose="020B0503020204020204" pitchFamily="34" charset="-122"/>
                          <a:cs typeface="+mn-cs"/>
                        </a:rPr>
                        <a:t>64</a:t>
                      </a:r>
                      <a:r>
                        <a:rPr lang="zh-CN" altLang="en-US" sz="1600" b="1" kern="1200" dirty="0">
                          <a:solidFill>
                            <a:schemeClr val="dk1"/>
                          </a:solidFill>
                          <a:effectLst/>
                          <a:latin typeface="Microsoft YaHei" panose="020B0503020204020204" pitchFamily="34" charset="-122"/>
                          <a:ea typeface="Microsoft YaHei" panose="020B0503020204020204" pitchFamily="34" charset="-122"/>
                          <a:cs typeface="+mn-cs"/>
                        </a:rPr>
                        <a:t>维</a:t>
                      </a:r>
                    </a:p>
                  </a:txBody>
                  <a:tcPr marL="58780" marR="122458" marT="61229" marB="61229" anchor="ctr">
                    <a:solidFill>
                      <a:schemeClr val="accent2">
                        <a:lumMod val="20000"/>
                        <a:lumOff val="80000"/>
                      </a:schemeClr>
                    </a:solidFill>
                  </a:tcPr>
                </a:tc>
                <a:tc>
                  <a:txBody>
                    <a:bodyPr/>
                    <a:lstStyle/>
                    <a:p>
                      <a:pPr marL="0" algn="ctr" defTabSz="914400" rtl="0" eaLnBrk="1" fontAlgn="base" latinLnBrk="0" hangingPunct="1">
                        <a:lnSpc>
                          <a:spcPct val="114000"/>
                        </a:lnSpc>
                        <a:buNone/>
                      </a:pPr>
                      <a:r>
                        <a:rPr lang="en-US" altLang="zh-CN" sz="1600" b="1" kern="1200" dirty="0">
                          <a:solidFill>
                            <a:schemeClr val="dk1"/>
                          </a:solidFill>
                          <a:effectLst/>
                          <a:latin typeface="Microsoft YaHei" panose="020B0503020204020204" pitchFamily="34" charset="-122"/>
                          <a:ea typeface="Microsoft YaHei" panose="020B0503020204020204" pitchFamily="34" charset="-122"/>
                          <a:cs typeface="+mn-cs"/>
                        </a:rPr>
                        <a:t>3</a:t>
                      </a:r>
                      <a:r>
                        <a:rPr lang="zh-CN" altLang="en-US" sz="1600" b="1" kern="1200" dirty="0">
                          <a:solidFill>
                            <a:schemeClr val="dk1"/>
                          </a:solidFill>
                          <a:effectLst/>
                          <a:latin typeface="Microsoft YaHei" panose="020B0503020204020204" pitchFamily="34" charset="-122"/>
                          <a:ea typeface="Microsoft YaHei" panose="020B0503020204020204" pitchFamily="34" charset="-122"/>
                          <a:cs typeface="+mn-cs"/>
                        </a:rPr>
                        <a:t>个残差块</a:t>
                      </a:r>
                      <a:br>
                        <a:rPr lang="zh-CN" altLang="en-US" sz="1600" b="1" kern="1200" dirty="0">
                          <a:solidFill>
                            <a:schemeClr val="dk1"/>
                          </a:solidFill>
                          <a:effectLst/>
                          <a:latin typeface="Microsoft YaHei" panose="020B0503020204020204" pitchFamily="34" charset="-122"/>
                          <a:ea typeface="Microsoft YaHei" panose="020B0503020204020204" pitchFamily="34" charset="-122"/>
                          <a:cs typeface="+mn-cs"/>
                        </a:rPr>
                      </a:br>
                      <a:r>
                        <a:rPr lang="zh-CN" altLang="en-US" sz="1600" b="1" kern="1200" dirty="0">
                          <a:solidFill>
                            <a:schemeClr val="dk1"/>
                          </a:solidFill>
                          <a:effectLst/>
                          <a:latin typeface="Microsoft YaHei" panose="020B0503020204020204" pitchFamily="34" charset="-122"/>
                          <a:ea typeface="Microsoft YaHei" panose="020B0503020204020204" pitchFamily="34" charset="-122"/>
                          <a:cs typeface="+mn-cs"/>
                        </a:rPr>
                        <a:t>​每个是瓶颈块，共</a:t>
                      </a:r>
                      <a:r>
                        <a:rPr lang="en-US" altLang="zh-CN" sz="1600" b="1" kern="1200" dirty="0">
                          <a:solidFill>
                            <a:schemeClr val="dk1"/>
                          </a:solidFill>
                          <a:effectLst/>
                          <a:latin typeface="Microsoft YaHei" panose="020B0503020204020204" pitchFamily="34" charset="-122"/>
                          <a:ea typeface="Microsoft YaHei" panose="020B0503020204020204" pitchFamily="34" charset="-122"/>
                          <a:cs typeface="+mn-cs"/>
                        </a:rPr>
                        <a:t>256</a:t>
                      </a:r>
                      <a:r>
                        <a:rPr lang="zh-CN" altLang="en-US" sz="1600" b="1" kern="1200" dirty="0">
                          <a:solidFill>
                            <a:schemeClr val="dk1"/>
                          </a:solidFill>
                          <a:effectLst/>
                          <a:latin typeface="Microsoft YaHei" panose="020B0503020204020204" pitchFamily="34" charset="-122"/>
                          <a:ea typeface="Microsoft YaHei" panose="020B0503020204020204" pitchFamily="34" charset="-122"/>
                          <a:cs typeface="+mn-cs"/>
                        </a:rPr>
                        <a:t>维</a:t>
                      </a:r>
                    </a:p>
                  </a:txBody>
                  <a:tcPr marL="58780" marR="122458" marT="61229" marB="61229" anchor="ctr">
                    <a:solidFill>
                      <a:schemeClr val="accent2">
                        <a:lumMod val="20000"/>
                        <a:lumOff val="80000"/>
                      </a:schemeClr>
                    </a:solidFill>
                  </a:tcPr>
                </a:tc>
                <a:tc>
                  <a:txBody>
                    <a:bodyPr/>
                    <a:lstStyle/>
                    <a:p>
                      <a:pPr marL="0" algn="ctr" defTabSz="914400" rtl="0" eaLnBrk="1" fontAlgn="base" latinLnBrk="0" hangingPunct="1">
                        <a:lnSpc>
                          <a:spcPct val="114000"/>
                        </a:lnSpc>
                        <a:buNone/>
                      </a:pPr>
                      <a:r>
                        <a:rPr lang="en-US" altLang="zh-CN" sz="1600" b="1" kern="1200" dirty="0">
                          <a:solidFill>
                            <a:schemeClr val="dk1"/>
                          </a:solidFill>
                          <a:effectLst/>
                          <a:latin typeface="Microsoft YaHei" panose="020B0503020204020204" pitchFamily="34" charset="-122"/>
                          <a:ea typeface="Microsoft YaHei" panose="020B0503020204020204" pitchFamily="34" charset="-122"/>
                          <a:cs typeface="+mn-cs"/>
                        </a:rPr>
                        <a:t>3</a:t>
                      </a:r>
                      <a:r>
                        <a:rPr lang="zh-CN" altLang="en-US" sz="1600" b="1" kern="1200" dirty="0">
                          <a:solidFill>
                            <a:schemeClr val="dk1"/>
                          </a:solidFill>
                          <a:effectLst/>
                          <a:latin typeface="Microsoft YaHei" panose="020B0503020204020204" pitchFamily="34" charset="-122"/>
                          <a:ea typeface="Microsoft YaHei" panose="020B0503020204020204" pitchFamily="34" charset="-122"/>
                          <a:cs typeface="+mn-cs"/>
                        </a:rPr>
                        <a:t>个残差块</a:t>
                      </a:r>
                      <a:br>
                        <a:rPr lang="zh-CN" altLang="en-US" sz="1600" b="1" kern="1200" dirty="0">
                          <a:solidFill>
                            <a:schemeClr val="dk1"/>
                          </a:solidFill>
                          <a:effectLst/>
                          <a:latin typeface="Microsoft YaHei" panose="020B0503020204020204" pitchFamily="34" charset="-122"/>
                          <a:ea typeface="Microsoft YaHei" panose="020B0503020204020204" pitchFamily="34" charset="-122"/>
                          <a:cs typeface="+mn-cs"/>
                        </a:rPr>
                      </a:br>
                      <a:r>
                        <a:rPr lang="zh-CN" altLang="en-US" sz="1600" b="1" kern="1200" dirty="0">
                          <a:solidFill>
                            <a:schemeClr val="dk1"/>
                          </a:solidFill>
                          <a:effectLst/>
                          <a:latin typeface="Microsoft YaHei" panose="020B0503020204020204" pitchFamily="34" charset="-122"/>
                          <a:ea typeface="Microsoft YaHei" panose="020B0503020204020204" pitchFamily="34" charset="-122"/>
                          <a:cs typeface="+mn-cs"/>
                        </a:rPr>
                        <a:t>​每个是瓶颈块，共</a:t>
                      </a:r>
                      <a:r>
                        <a:rPr lang="en-US" altLang="zh-CN" sz="1600" b="1" kern="1200" dirty="0">
                          <a:solidFill>
                            <a:schemeClr val="dk1"/>
                          </a:solidFill>
                          <a:effectLst/>
                          <a:latin typeface="Microsoft YaHei" panose="020B0503020204020204" pitchFamily="34" charset="-122"/>
                          <a:ea typeface="Microsoft YaHei" panose="020B0503020204020204" pitchFamily="34" charset="-122"/>
                          <a:cs typeface="+mn-cs"/>
                        </a:rPr>
                        <a:t>256</a:t>
                      </a:r>
                      <a:r>
                        <a:rPr lang="zh-CN" altLang="en-US" sz="1600" b="1" kern="1200" dirty="0">
                          <a:solidFill>
                            <a:schemeClr val="dk1"/>
                          </a:solidFill>
                          <a:effectLst/>
                          <a:latin typeface="Microsoft YaHei" panose="020B0503020204020204" pitchFamily="34" charset="-122"/>
                          <a:ea typeface="Microsoft YaHei" panose="020B0503020204020204" pitchFamily="34" charset="-122"/>
                          <a:cs typeface="+mn-cs"/>
                        </a:rPr>
                        <a:t>维</a:t>
                      </a:r>
                    </a:p>
                  </a:txBody>
                  <a:tcPr marL="58780" marR="122458" marT="61229" marB="61229" anchor="ctr">
                    <a:solidFill>
                      <a:schemeClr val="accent2">
                        <a:lumMod val="20000"/>
                        <a:lumOff val="80000"/>
                      </a:schemeClr>
                    </a:solidFill>
                  </a:tcPr>
                </a:tc>
                <a:tc>
                  <a:txBody>
                    <a:bodyPr/>
                    <a:lstStyle/>
                    <a:p>
                      <a:pPr marL="0" algn="ctr" defTabSz="914400" rtl="0" eaLnBrk="1" fontAlgn="base" latinLnBrk="0" hangingPunct="1">
                        <a:lnSpc>
                          <a:spcPct val="114000"/>
                        </a:lnSpc>
                        <a:buNone/>
                      </a:pPr>
                      <a:r>
                        <a:rPr lang="en-US" altLang="zh-CN" sz="1600" b="1" kern="1200" dirty="0">
                          <a:solidFill>
                            <a:schemeClr val="dk1"/>
                          </a:solidFill>
                          <a:effectLst/>
                          <a:latin typeface="Microsoft YaHei" panose="020B0503020204020204" pitchFamily="34" charset="-122"/>
                          <a:ea typeface="Microsoft YaHei" panose="020B0503020204020204" pitchFamily="34" charset="-122"/>
                          <a:cs typeface="+mn-cs"/>
                        </a:rPr>
                        <a:t>3</a:t>
                      </a:r>
                      <a:r>
                        <a:rPr lang="zh-CN" altLang="en-US" sz="1600" b="1" kern="1200" dirty="0">
                          <a:solidFill>
                            <a:schemeClr val="dk1"/>
                          </a:solidFill>
                          <a:effectLst/>
                          <a:latin typeface="Microsoft YaHei" panose="020B0503020204020204" pitchFamily="34" charset="-122"/>
                          <a:ea typeface="Microsoft YaHei" panose="020B0503020204020204" pitchFamily="34" charset="-122"/>
                          <a:cs typeface="+mn-cs"/>
                        </a:rPr>
                        <a:t>个残差块</a:t>
                      </a:r>
                      <a:br>
                        <a:rPr lang="zh-CN" altLang="en-US" sz="1600" b="1" kern="1200" dirty="0">
                          <a:solidFill>
                            <a:schemeClr val="dk1"/>
                          </a:solidFill>
                          <a:effectLst/>
                          <a:latin typeface="Microsoft YaHei" panose="020B0503020204020204" pitchFamily="34" charset="-122"/>
                          <a:ea typeface="Microsoft YaHei" panose="020B0503020204020204" pitchFamily="34" charset="-122"/>
                          <a:cs typeface="+mn-cs"/>
                        </a:rPr>
                      </a:br>
                      <a:r>
                        <a:rPr lang="zh-CN" altLang="en-US" sz="1600" b="1" kern="1200" dirty="0">
                          <a:solidFill>
                            <a:schemeClr val="dk1"/>
                          </a:solidFill>
                          <a:effectLst/>
                          <a:latin typeface="Microsoft YaHei" panose="020B0503020204020204" pitchFamily="34" charset="-122"/>
                          <a:ea typeface="Microsoft YaHei" panose="020B0503020204020204" pitchFamily="34" charset="-122"/>
                          <a:cs typeface="+mn-cs"/>
                        </a:rPr>
                        <a:t>​每个是瓶颈块，共</a:t>
                      </a:r>
                      <a:r>
                        <a:rPr lang="en-US" altLang="zh-CN" sz="1600" b="1" kern="1200" dirty="0">
                          <a:solidFill>
                            <a:schemeClr val="dk1"/>
                          </a:solidFill>
                          <a:effectLst/>
                          <a:latin typeface="Microsoft YaHei" panose="020B0503020204020204" pitchFamily="34" charset="-122"/>
                          <a:ea typeface="Microsoft YaHei" panose="020B0503020204020204" pitchFamily="34" charset="-122"/>
                          <a:cs typeface="+mn-cs"/>
                        </a:rPr>
                        <a:t>256</a:t>
                      </a:r>
                      <a:r>
                        <a:rPr lang="zh-CN" altLang="en-US" sz="1600" b="1" kern="1200" dirty="0">
                          <a:solidFill>
                            <a:schemeClr val="dk1"/>
                          </a:solidFill>
                          <a:effectLst/>
                          <a:latin typeface="Microsoft YaHei" panose="020B0503020204020204" pitchFamily="34" charset="-122"/>
                          <a:ea typeface="Microsoft YaHei" panose="020B0503020204020204" pitchFamily="34" charset="-122"/>
                          <a:cs typeface="+mn-cs"/>
                        </a:rPr>
                        <a:t>维</a:t>
                      </a:r>
                    </a:p>
                  </a:txBody>
                  <a:tcPr marL="58780" marR="122458" marT="61229" marB="61229" anchor="ctr">
                    <a:solidFill>
                      <a:schemeClr val="accent2">
                        <a:lumMod val="20000"/>
                        <a:lumOff val="80000"/>
                      </a:schemeClr>
                    </a:solidFill>
                  </a:tcPr>
                </a:tc>
                <a:extLst>
                  <a:ext uri="{0D108BD9-81ED-4DB2-BD59-A6C34878D82A}">
                    <a16:rowId xmlns:a16="http://schemas.microsoft.com/office/drawing/2014/main" val="2579829903"/>
                  </a:ext>
                </a:extLst>
              </a:tr>
              <a:tr h="905235">
                <a:tc>
                  <a:txBody>
                    <a:bodyPr/>
                    <a:lstStyle/>
                    <a:p>
                      <a:pPr algn="ctr" fontAlgn="base" latinLnBrk="0">
                        <a:lnSpc>
                          <a:spcPct val="114000"/>
                        </a:lnSpc>
                        <a:buNone/>
                      </a:pPr>
                      <a:r>
                        <a:rPr lang="zh-CN" altLang="en-US" sz="1600" b="1">
                          <a:effectLst/>
                          <a:latin typeface="Microsoft YaHei" panose="020B0503020204020204" pitchFamily="34" charset="-122"/>
                          <a:ea typeface="Microsoft YaHei" panose="020B0503020204020204" pitchFamily="34" charset="-122"/>
                        </a:rPr>
                        <a:t>​卷积层</a:t>
                      </a:r>
                      <a:r>
                        <a:rPr lang="en-US" altLang="zh-CN" sz="1600" b="1">
                          <a:effectLst/>
                          <a:latin typeface="Microsoft YaHei" panose="020B0503020204020204" pitchFamily="34" charset="-122"/>
                          <a:ea typeface="Microsoft YaHei" panose="020B0503020204020204" pitchFamily="34" charset="-122"/>
                        </a:rPr>
                        <a:t>3</a:t>
                      </a:r>
                      <a:r>
                        <a:rPr lang="zh-CN" altLang="en-US" sz="1600" b="1">
                          <a:effectLst/>
                          <a:latin typeface="Microsoft YaHei" panose="020B0503020204020204" pitchFamily="34" charset="-122"/>
                          <a:ea typeface="Microsoft YaHei" panose="020B0503020204020204" pitchFamily="34" charset="-122"/>
                        </a:rPr>
                        <a:t>​</a:t>
                      </a:r>
                    </a:p>
                  </a:txBody>
                  <a:tcPr marL="58780" marR="122458" marT="61229" marB="61229" anchor="ctr"/>
                </a:tc>
                <a:tc>
                  <a:txBody>
                    <a:bodyPr/>
                    <a:lstStyle/>
                    <a:p>
                      <a:pPr algn="ctr" fontAlgn="base" latinLnBrk="0">
                        <a:lnSpc>
                          <a:spcPct val="114000"/>
                        </a:lnSpc>
                        <a:buNone/>
                      </a:pPr>
                      <a:r>
                        <a:rPr lang="en-US" sz="1600" b="1" dirty="0">
                          <a:effectLst/>
                          <a:latin typeface="Microsoft YaHei" panose="020B0503020204020204" pitchFamily="34" charset="-122"/>
                          <a:ea typeface="Microsoft YaHei" panose="020B0503020204020204" pitchFamily="34" charset="-122"/>
                        </a:rPr>
                        <a:t>28x28</a:t>
                      </a:r>
                    </a:p>
                  </a:txBody>
                  <a:tcPr marL="58780" marR="122458" marT="61229" marB="61229" anchor="ctr"/>
                </a:tc>
                <a:tc>
                  <a:txBody>
                    <a:bodyPr/>
                    <a:lstStyle/>
                    <a:p>
                      <a:pPr algn="ctr" fontAlgn="base" latinLnBrk="0">
                        <a:lnSpc>
                          <a:spcPct val="114000"/>
                        </a:lnSpc>
                        <a:buNone/>
                      </a:pPr>
                      <a:r>
                        <a:rPr lang="en-US" altLang="zh-CN" sz="1600" b="1" dirty="0">
                          <a:effectLst/>
                          <a:latin typeface="Microsoft YaHei" panose="020B0503020204020204" pitchFamily="34" charset="-122"/>
                          <a:ea typeface="Microsoft YaHei" panose="020B0503020204020204" pitchFamily="34" charset="-122"/>
                        </a:rPr>
                        <a:t>2</a:t>
                      </a:r>
                      <a:r>
                        <a:rPr lang="zh-CN" altLang="en-US" sz="1600" b="1" dirty="0">
                          <a:effectLst/>
                          <a:latin typeface="Microsoft YaHei" panose="020B0503020204020204" pitchFamily="34" charset="-122"/>
                          <a:ea typeface="Microsoft YaHei" panose="020B0503020204020204" pitchFamily="34" charset="-122"/>
                        </a:rPr>
                        <a:t>个残差块</a:t>
                      </a:r>
                      <a:br>
                        <a:rPr lang="zh-CN" altLang="en-US" sz="1600" b="1" dirty="0">
                          <a:effectLst/>
                          <a:latin typeface="Microsoft YaHei" panose="020B0503020204020204" pitchFamily="34" charset="-122"/>
                          <a:ea typeface="Microsoft YaHei" panose="020B0503020204020204" pitchFamily="34" charset="-122"/>
                        </a:rPr>
                      </a:br>
                      <a:r>
                        <a:rPr lang="zh-CN" altLang="en-US" sz="1600" b="1" dirty="0">
                          <a:effectLst/>
                          <a:latin typeface="Microsoft YaHei" panose="020B0503020204020204" pitchFamily="34" charset="-122"/>
                          <a:ea typeface="Microsoft YaHei" panose="020B0503020204020204" pitchFamily="34" charset="-122"/>
                        </a:rPr>
                        <a:t>每个块</a:t>
                      </a:r>
                      <a:r>
                        <a:rPr lang="en-US" altLang="zh-CN" sz="1600" b="1" dirty="0">
                          <a:effectLst/>
                          <a:latin typeface="Microsoft YaHei" panose="020B0503020204020204" pitchFamily="34" charset="-122"/>
                          <a:ea typeface="Microsoft YaHei" panose="020B0503020204020204" pitchFamily="34" charset="-122"/>
                        </a:rPr>
                        <a:t>2</a:t>
                      </a:r>
                      <a:r>
                        <a:rPr lang="zh-CN" altLang="en-US" sz="1600" b="1" dirty="0">
                          <a:effectLst/>
                          <a:latin typeface="Microsoft YaHei" panose="020B0503020204020204" pitchFamily="34" charset="-122"/>
                          <a:ea typeface="Microsoft YaHei" panose="020B0503020204020204" pitchFamily="34" charset="-122"/>
                        </a:rPr>
                        <a:t>层，共</a:t>
                      </a:r>
                      <a:r>
                        <a:rPr lang="en-US" altLang="zh-CN" sz="1600" b="1" dirty="0">
                          <a:effectLst/>
                          <a:latin typeface="Microsoft YaHei" panose="020B0503020204020204" pitchFamily="34" charset="-122"/>
                          <a:ea typeface="Microsoft YaHei" panose="020B0503020204020204" pitchFamily="34" charset="-122"/>
                        </a:rPr>
                        <a:t>128</a:t>
                      </a:r>
                      <a:r>
                        <a:rPr lang="zh-CN" altLang="en-US" sz="1600" b="1" dirty="0">
                          <a:effectLst/>
                          <a:latin typeface="Microsoft YaHei" panose="020B0503020204020204" pitchFamily="34" charset="-122"/>
                          <a:ea typeface="Microsoft YaHei" panose="020B0503020204020204" pitchFamily="34" charset="-122"/>
                        </a:rPr>
                        <a:t>维</a:t>
                      </a:r>
                    </a:p>
                  </a:txBody>
                  <a:tcPr marL="58780" marR="122458" marT="61229" marB="61229" anchor="ctr"/>
                </a:tc>
                <a:tc>
                  <a:txBody>
                    <a:bodyPr/>
                    <a:lstStyle/>
                    <a:p>
                      <a:pPr algn="ctr" fontAlgn="base" latinLnBrk="0">
                        <a:lnSpc>
                          <a:spcPct val="114000"/>
                        </a:lnSpc>
                        <a:buNone/>
                      </a:pPr>
                      <a:r>
                        <a:rPr lang="en-US" altLang="zh-CN" sz="1600" b="1" dirty="0">
                          <a:effectLst/>
                          <a:latin typeface="Microsoft YaHei" panose="020B0503020204020204" pitchFamily="34" charset="-122"/>
                          <a:ea typeface="Microsoft YaHei" panose="020B0503020204020204" pitchFamily="34" charset="-122"/>
                        </a:rPr>
                        <a:t>4</a:t>
                      </a:r>
                      <a:r>
                        <a:rPr lang="zh-CN" altLang="en-US" sz="1600" b="1" dirty="0">
                          <a:effectLst/>
                          <a:latin typeface="Microsoft YaHei" panose="020B0503020204020204" pitchFamily="34" charset="-122"/>
                          <a:ea typeface="Microsoft YaHei" panose="020B0503020204020204" pitchFamily="34" charset="-122"/>
                        </a:rPr>
                        <a:t>个残差块</a:t>
                      </a:r>
                      <a:br>
                        <a:rPr lang="zh-CN" altLang="en-US" sz="1600" b="1" dirty="0">
                          <a:effectLst/>
                          <a:latin typeface="Microsoft YaHei" panose="020B0503020204020204" pitchFamily="34" charset="-122"/>
                          <a:ea typeface="Microsoft YaHei" panose="020B0503020204020204" pitchFamily="34" charset="-122"/>
                        </a:rPr>
                      </a:br>
                      <a:r>
                        <a:rPr lang="zh-CN" altLang="en-US" sz="1600" b="1" dirty="0">
                          <a:effectLst/>
                          <a:latin typeface="Microsoft YaHei" panose="020B0503020204020204" pitchFamily="34" charset="-122"/>
                          <a:ea typeface="Microsoft YaHei" panose="020B0503020204020204" pitchFamily="34" charset="-122"/>
                        </a:rPr>
                        <a:t>每个块</a:t>
                      </a:r>
                      <a:r>
                        <a:rPr lang="en-US" altLang="zh-CN" sz="1600" b="1" dirty="0">
                          <a:effectLst/>
                          <a:latin typeface="Microsoft YaHei" panose="020B0503020204020204" pitchFamily="34" charset="-122"/>
                          <a:ea typeface="Microsoft YaHei" panose="020B0503020204020204" pitchFamily="34" charset="-122"/>
                        </a:rPr>
                        <a:t>2</a:t>
                      </a:r>
                      <a:r>
                        <a:rPr lang="zh-CN" altLang="en-US" sz="1600" b="1" dirty="0">
                          <a:effectLst/>
                          <a:latin typeface="Microsoft YaHei" panose="020B0503020204020204" pitchFamily="34" charset="-122"/>
                          <a:ea typeface="Microsoft YaHei" panose="020B0503020204020204" pitchFamily="34" charset="-122"/>
                        </a:rPr>
                        <a:t>层，共</a:t>
                      </a:r>
                      <a:r>
                        <a:rPr lang="en-US" altLang="zh-CN" sz="1600" b="1" dirty="0">
                          <a:effectLst/>
                          <a:latin typeface="Microsoft YaHei" panose="020B0503020204020204" pitchFamily="34" charset="-122"/>
                          <a:ea typeface="Microsoft YaHei" panose="020B0503020204020204" pitchFamily="34" charset="-122"/>
                        </a:rPr>
                        <a:t>128</a:t>
                      </a:r>
                      <a:r>
                        <a:rPr lang="zh-CN" altLang="en-US" sz="1600" b="1" dirty="0">
                          <a:effectLst/>
                          <a:latin typeface="Microsoft YaHei" panose="020B0503020204020204" pitchFamily="34" charset="-122"/>
                          <a:ea typeface="Microsoft YaHei" panose="020B0503020204020204" pitchFamily="34" charset="-122"/>
                        </a:rPr>
                        <a:t>维</a:t>
                      </a:r>
                    </a:p>
                  </a:txBody>
                  <a:tcPr marL="58780" marR="122458" marT="61229" marB="61229" anchor="ctr"/>
                </a:tc>
                <a:tc>
                  <a:txBody>
                    <a:bodyPr/>
                    <a:lstStyle/>
                    <a:p>
                      <a:pPr algn="ctr" fontAlgn="base" latinLnBrk="0">
                        <a:lnSpc>
                          <a:spcPct val="114000"/>
                        </a:lnSpc>
                        <a:buNone/>
                      </a:pPr>
                      <a:r>
                        <a:rPr lang="en-US" altLang="zh-CN" sz="1600" b="1" dirty="0">
                          <a:effectLst/>
                          <a:latin typeface="Microsoft YaHei" panose="020B0503020204020204" pitchFamily="34" charset="-122"/>
                          <a:ea typeface="Microsoft YaHei" panose="020B0503020204020204" pitchFamily="34" charset="-122"/>
                        </a:rPr>
                        <a:t>4</a:t>
                      </a:r>
                      <a:r>
                        <a:rPr lang="zh-CN" altLang="en-US" sz="1600" b="1" dirty="0">
                          <a:effectLst/>
                          <a:latin typeface="Microsoft YaHei" panose="020B0503020204020204" pitchFamily="34" charset="-122"/>
                          <a:ea typeface="Microsoft YaHei" panose="020B0503020204020204" pitchFamily="34" charset="-122"/>
                        </a:rPr>
                        <a:t>个残差块</a:t>
                      </a:r>
                      <a:br>
                        <a:rPr lang="zh-CN" altLang="en-US" sz="1600" b="1" dirty="0">
                          <a:effectLst/>
                          <a:latin typeface="Microsoft YaHei" panose="020B0503020204020204" pitchFamily="34" charset="-122"/>
                          <a:ea typeface="Microsoft YaHei" panose="020B0503020204020204" pitchFamily="34" charset="-122"/>
                        </a:rPr>
                      </a:br>
                      <a:r>
                        <a:rPr lang="zh-CN" altLang="en-US" sz="1600" b="1" dirty="0">
                          <a:effectLst/>
                          <a:latin typeface="Microsoft YaHei" panose="020B0503020204020204" pitchFamily="34" charset="-122"/>
                          <a:ea typeface="Microsoft YaHei" panose="020B0503020204020204" pitchFamily="34" charset="-122"/>
                        </a:rPr>
                        <a:t>​每个是瓶颈块，共</a:t>
                      </a:r>
                      <a:r>
                        <a:rPr lang="en-US" altLang="zh-CN" sz="1600" b="1" dirty="0">
                          <a:effectLst/>
                          <a:latin typeface="Microsoft YaHei" panose="020B0503020204020204" pitchFamily="34" charset="-122"/>
                          <a:ea typeface="Microsoft YaHei" panose="020B0503020204020204" pitchFamily="34" charset="-122"/>
                        </a:rPr>
                        <a:t>512</a:t>
                      </a:r>
                      <a:r>
                        <a:rPr lang="zh-CN" altLang="en-US" sz="1600" b="1" dirty="0">
                          <a:effectLst/>
                          <a:latin typeface="Microsoft YaHei" panose="020B0503020204020204" pitchFamily="34" charset="-122"/>
                          <a:ea typeface="Microsoft YaHei" panose="020B0503020204020204" pitchFamily="34" charset="-122"/>
                        </a:rPr>
                        <a:t>维</a:t>
                      </a:r>
                    </a:p>
                  </a:txBody>
                  <a:tcPr marL="58780" marR="122458" marT="61229" marB="61229" anchor="ctr"/>
                </a:tc>
                <a:tc>
                  <a:txBody>
                    <a:bodyPr/>
                    <a:lstStyle/>
                    <a:p>
                      <a:pPr algn="ctr" fontAlgn="base" latinLnBrk="0">
                        <a:lnSpc>
                          <a:spcPct val="114000"/>
                        </a:lnSpc>
                        <a:buNone/>
                      </a:pPr>
                      <a:r>
                        <a:rPr lang="en-US" altLang="zh-CN" sz="1600" b="1" dirty="0">
                          <a:effectLst/>
                          <a:latin typeface="Microsoft YaHei" panose="020B0503020204020204" pitchFamily="34" charset="-122"/>
                          <a:ea typeface="Microsoft YaHei" panose="020B0503020204020204" pitchFamily="34" charset="-122"/>
                        </a:rPr>
                        <a:t>4</a:t>
                      </a:r>
                      <a:r>
                        <a:rPr lang="zh-CN" altLang="en-US" sz="1600" b="1" dirty="0">
                          <a:effectLst/>
                          <a:latin typeface="Microsoft YaHei" panose="020B0503020204020204" pitchFamily="34" charset="-122"/>
                          <a:ea typeface="Microsoft YaHei" panose="020B0503020204020204" pitchFamily="34" charset="-122"/>
                        </a:rPr>
                        <a:t>个残差块</a:t>
                      </a:r>
                      <a:br>
                        <a:rPr lang="zh-CN" altLang="en-US" sz="1600" b="1" dirty="0">
                          <a:effectLst/>
                          <a:latin typeface="Microsoft YaHei" panose="020B0503020204020204" pitchFamily="34" charset="-122"/>
                          <a:ea typeface="Microsoft YaHei" panose="020B0503020204020204" pitchFamily="34" charset="-122"/>
                        </a:rPr>
                      </a:br>
                      <a:r>
                        <a:rPr lang="zh-CN" altLang="en-US" sz="1600" b="1" dirty="0">
                          <a:effectLst/>
                          <a:latin typeface="Microsoft YaHei" panose="020B0503020204020204" pitchFamily="34" charset="-122"/>
                          <a:ea typeface="Microsoft YaHei" panose="020B0503020204020204" pitchFamily="34" charset="-122"/>
                        </a:rPr>
                        <a:t>​每个是瓶颈块，共</a:t>
                      </a:r>
                      <a:r>
                        <a:rPr lang="en-US" altLang="zh-CN" sz="1600" b="1" dirty="0">
                          <a:effectLst/>
                          <a:latin typeface="Microsoft YaHei" panose="020B0503020204020204" pitchFamily="34" charset="-122"/>
                          <a:ea typeface="Microsoft YaHei" panose="020B0503020204020204" pitchFamily="34" charset="-122"/>
                        </a:rPr>
                        <a:t>512</a:t>
                      </a:r>
                      <a:r>
                        <a:rPr lang="zh-CN" altLang="en-US" sz="1600" b="1" dirty="0">
                          <a:effectLst/>
                          <a:latin typeface="Microsoft YaHei" panose="020B0503020204020204" pitchFamily="34" charset="-122"/>
                          <a:ea typeface="Microsoft YaHei" panose="020B0503020204020204" pitchFamily="34" charset="-122"/>
                        </a:rPr>
                        <a:t>维</a:t>
                      </a:r>
                    </a:p>
                  </a:txBody>
                  <a:tcPr marL="58780" marR="122458" marT="61229" marB="61229" anchor="ctr"/>
                </a:tc>
                <a:tc>
                  <a:txBody>
                    <a:bodyPr/>
                    <a:lstStyle/>
                    <a:p>
                      <a:pPr algn="ctr" fontAlgn="base" latinLnBrk="0">
                        <a:lnSpc>
                          <a:spcPct val="114000"/>
                        </a:lnSpc>
                        <a:buNone/>
                      </a:pPr>
                      <a:r>
                        <a:rPr lang="en-US" altLang="zh-CN" sz="1600" b="1">
                          <a:effectLst/>
                          <a:latin typeface="Microsoft YaHei" panose="020B0503020204020204" pitchFamily="34" charset="-122"/>
                          <a:ea typeface="Microsoft YaHei" panose="020B0503020204020204" pitchFamily="34" charset="-122"/>
                        </a:rPr>
                        <a:t>8</a:t>
                      </a:r>
                      <a:r>
                        <a:rPr lang="zh-CN" altLang="en-US" sz="1600" b="1">
                          <a:effectLst/>
                          <a:latin typeface="Microsoft YaHei" panose="020B0503020204020204" pitchFamily="34" charset="-122"/>
                          <a:ea typeface="Microsoft YaHei" panose="020B0503020204020204" pitchFamily="34" charset="-122"/>
                        </a:rPr>
                        <a:t>个残差块</a:t>
                      </a:r>
                      <a:br>
                        <a:rPr lang="zh-CN" altLang="en-US" sz="1600" b="1">
                          <a:effectLst/>
                          <a:latin typeface="Microsoft YaHei" panose="020B0503020204020204" pitchFamily="34" charset="-122"/>
                          <a:ea typeface="Microsoft YaHei" panose="020B0503020204020204" pitchFamily="34" charset="-122"/>
                        </a:rPr>
                      </a:br>
                      <a:r>
                        <a:rPr lang="zh-CN" altLang="en-US" sz="1600" b="1">
                          <a:effectLst/>
                          <a:latin typeface="Microsoft YaHei" panose="020B0503020204020204" pitchFamily="34" charset="-122"/>
                          <a:ea typeface="Microsoft YaHei" panose="020B0503020204020204" pitchFamily="34" charset="-122"/>
                        </a:rPr>
                        <a:t>​每个是瓶颈块，共</a:t>
                      </a:r>
                      <a:r>
                        <a:rPr lang="en-US" altLang="zh-CN" sz="1600" b="1">
                          <a:effectLst/>
                          <a:latin typeface="Microsoft YaHei" panose="020B0503020204020204" pitchFamily="34" charset="-122"/>
                          <a:ea typeface="Microsoft YaHei" panose="020B0503020204020204" pitchFamily="34" charset="-122"/>
                        </a:rPr>
                        <a:t>512</a:t>
                      </a:r>
                      <a:r>
                        <a:rPr lang="zh-CN" altLang="en-US" sz="1600" b="1">
                          <a:effectLst/>
                          <a:latin typeface="Microsoft YaHei" panose="020B0503020204020204" pitchFamily="34" charset="-122"/>
                          <a:ea typeface="Microsoft YaHei" panose="020B0503020204020204" pitchFamily="34" charset="-122"/>
                        </a:rPr>
                        <a:t>维</a:t>
                      </a:r>
                    </a:p>
                  </a:txBody>
                  <a:tcPr marL="58780" marR="122458" marT="61229" marB="61229" anchor="ctr"/>
                </a:tc>
                <a:extLst>
                  <a:ext uri="{0D108BD9-81ED-4DB2-BD59-A6C34878D82A}">
                    <a16:rowId xmlns:a16="http://schemas.microsoft.com/office/drawing/2014/main" val="168612426"/>
                  </a:ext>
                </a:extLst>
              </a:tr>
              <a:tr h="905235">
                <a:tc>
                  <a:txBody>
                    <a:bodyPr/>
                    <a:lstStyle/>
                    <a:p>
                      <a:pPr marL="0" algn="ctr" defTabSz="914400" rtl="0" eaLnBrk="1" fontAlgn="base" latinLnBrk="0" hangingPunct="1">
                        <a:lnSpc>
                          <a:spcPct val="114000"/>
                        </a:lnSpc>
                        <a:buNone/>
                      </a:pPr>
                      <a:r>
                        <a:rPr lang="zh-CN" altLang="en-US" sz="1600" b="1" kern="1200" dirty="0">
                          <a:solidFill>
                            <a:schemeClr val="dk1"/>
                          </a:solidFill>
                          <a:effectLst/>
                          <a:latin typeface="Microsoft YaHei" panose="020B0503020204020204" pitchFamily="34" charset="-122"/>
                          <a:ea typeface="Microsoft YaHei" panose="020B0503020204020204" pitchFamily="34" charset="-122"/>
                          <a:cs typeface="+mn-cs"/>
                        </a:rPr>
                        <a:t>​卷积层</a:t>
                      </a:r>
                      <a:r>
                        <a:rPr lang="en-US" altLang="zh-CN" sz="1600" b="1" kern="1200" dirty="0">
                          <a:solidFill>
                            <a:schemeClr val="dk1"/>
                          </a:solidFill>
                          <a:effectLst/>
                          <a:latin typeface="Microsoft YaHei" panose="020B0503020204020204" pitchFamily="34" charset="-122"/>
                          <a:ea typeface="Microsoft YaHei" panose="020B0503020204020204" pitchFamily="34" charset="-122"/>
                          <a:cs typeface="+mn-cs"/>
                        </a:rPr>
                        <a:t>4</a:t>
                      </a:r>
                      <a:r>
                        <a:rPr lang="zh-CN" altLang="en-US" sz="1600" b="1" kern="1200" dirty="0">
                          <a:solidFill>
                            <a:schemeClr val="dk1"/>
                          </a:solidFill>
                          <a:effectLst/>
                          <a:latin typeface="Microsoft YaHei" panose="020B0503020204020204" pitchFamily="34" charset="-122"/>
                          <a:ea typeface="Microsoft YaHei" panose="020B0503020204020204" pitchFamily="34" charset="-122"/>
                          <a:cs typeface="+mn-cs"/>
                        </a:rPr>
                        <a:t>​</a:t>
                      </a:r>
                    </a:p>
                  </a:txBody>
                  <a:tcPr marL="58780" marR="122458" marT="61229" marB="61229" anchor="ctr">
                    <a:solidFill>
                      <a:schemeClr val="accent2">
                        <a:lumMod val="20000"/>
                        <a:lumOff val="80000"/>
                      </a:schemeClr>
                    </a:solidFill>
                  </a:tcPr>
                </a:tc>
                <a:tc>
                  <a:txBody>
                    <a:bodyPr/>
                    <a:lstStyle/>
                    <a:p>
                      <a:pPr marL="0" algn="ctr" defTabSz="914400" rtl="0" eaLnBrk="1" fontAlgn="base" latinLnBrk="0" hangingPunct="1">
                        <a:lnSpc>
                          <a:spcPct val="114000"/>
                        </a:lnSpc>
                        <a:buNone/>
                      </a:pPr>
                      <a:r>
                        <a:rPr lang="en-US" sz="1600" b="1" kern="1200" dirty="0">
                          <a:solidFill>
                            <a:schemeClr val="dk1"/>
                          </a:solidFill>
                          <a:effectLst/>
                          <a:latin typeface="Microsoft YaHei" panose="020B0503020204020204" pitchFamily="34" charset="-122"/>
                          <a:ea typeface="Microsoft YaHei" panose="020B0503020204020204" pitchFamily="34" charset="-122"/>
                          <a:cs typeface="+mn-cs"/>
                        </a:rPr>
                        <a:t>14x14</a:t>
                      </a:r>
                    </a:p>
                  </a:txBody>
                  <a:tcPr marL="58780" marR="122458" marT="61229" marB="61229" anchor="ctr">
                    <a:solidFill>
                      <a:schemeClr val="accent2">
                        <a:lumMod val="20000"/>
                        <a:lumOff val="80000"/>
                      </a:schemeClr>
                    </a:solidFill>
                  </a:tcPr>
                </a:tc>
                <a:tc>
                  <a:txBody>
                    <a:bodyPr/>
                    <a:lstStyle/>
                    <a:p>
                      <a:pPr marL="0" algn="ctr" defTabSz="914400" rtl="0" eaLnBrk="1" fontAlgn="base" latinLnBrk="0" hangingPunct="1">
                        <a:lnSpc>
                          <a:spcPct val="114000"/>
                        </a:lnSpc>
                        <a:buNone/>
                      </a:pPr>
                      <a:r>
                        <a:rPr lang="en-US" altLang="zh-CN" sz="1600" b="1" kern="1200" dirty="0">
                          <a:solidFill>
                            <a:schemeClr val="dk1"/>
                          </a:solidFill>
                          <a:effectLst/>
                          <a:latin typeface="Microsoft YaHei" panose="020B0503020204020204" pitchFamily="34" charset="-122"/>
                          <a:ea typeface="Microsoft YaHei" panose="020B0503020204020204" pitchFamily="34" charset="-122"/>
                          <a:cs typeface="+mn-cs"/>
                        </a:rPr>
                        <a:t>2</a:t>
                      </a:r>
                      <a:r>
                        <a:rPr lang="zh-CN" altLang="en-US" sz="1600" b="1" kern="1200" dirty="0">
                          <a:solidFill>
                            <a:schemeClr val="dk1"/>
                          </a:solidFill>
                          <a:effectLst/>
                          <a:latin typeface="Microsoft YaHei" panose="020B0503020204020204" pitchFamily="34" charset="-122"/>
                          <a:ea typeface="Microsoft YaHei" panose="020B0503020204020204" pitchFamily="34" charset="-122"/>
                          <a:cs typeface="+mn-cs"/>
                        </a:rPr>
                        <a:t>个残差块</a:t>
                      </a:r>
                      <a:br>
                        <a:rPr lang="zh-CN" altLang="en-US" sz="1600" b="1" kern="1200" dirty="0">
                          <a:solidFill>
                            <a:schemeClr val="dk1"/>
                          </a:solidFill>
                          <a:effectLst/>
                          <a:latin typeface="Microsoft YaHei" panose="020B0503020204020204" pitchFamily="34" charset="-122"/>
                          <a:ea typeface="Microsoft YaHei" panose="020B0503020204020204" pitchFamily="34" charset="-122"/>
                          <a:cs typeface="+mn-cs"/>
                        </a:rPr>
                      </a:br>
                      <a:r>
                        <a:rPr lang="zh-CN" altLang="en-US" sz="1600" b="1" kern="1200" dirty="0">
                          <a:solidFill>
                            <a:schemeClr val="dk1"/>
                          </a:solidFill>
                          <a:effectLst/>
                          <a:latin typeface="Microsoft YaHei" panose="020B0503020204020204" pitchFamily="34" charset="-122"/>
                          <a:ea typeface="Microsoft YaHei" panose="020B0503020204020204" pitchFamily="34" charset="-122"/>
                          <a:cs typeface="+mn-cs"/>
                        </a:rPr>
                        <a:t>每个块</a:t>
                      </a:r>
                      <a:r>
                        <a:rPr lang="en-US" altLang="zh-CN" sz="1600" b="1" kern="1200" dirty="0">
                          <a:solidFill>
                            <a:schemeClr val="dk1"/>
                          </a:solidFill>
                          <a:effectLst/>
                          <a:latin typeface="Microsoft YaHei" panose="020B0503020204020204" pitchFamily="34" charset="-122"/>
                          <a:ea typeface="Microsoft YaHei" panose="020B0503020204020204" pitchFamily="34" charset="-122"/>
                          <a:cs typeface="+mn-cs"/>
                        </a:rPr>
                        <a:t>2</a:t>
                      </a:r>
                      <a:r>
                        <a:rPr lang="zh-CN" altLang="en-US" sz="1600" b="1" kern="1200" dirty="0">
                          <a:solidFill>
                            <a:schemeClr val="dk1"/>
                          </a:solidFill>
                          <a:effectLst/>
                          <a:latin typeface="Microsoft YaHei" panose="020B0503020204020204" pitchFamily="34" charset="-122"/>
                          <a:ea typeface="Microsoft YaHei" panose="020B0503020204020204" pitchFamily="34" charset="-122"/>
                          <a:cs typeface="+mn-cs"/>
                        </a:rPr>
                        <a:t>层，共</a:t>
                      </a:r>
                      <a:r>
                        <a:rPr lang="en-US" altLang="zh-CN" sz="1600" b="1" kern="1200" dirty="0">
                          <a:solidFill>
                            <a:schemeClr val="dk1"/>
                          </a:solidFill>
                          <a:effectLst/>
                          <a:latin typeface="Microsoft YaHei" panose="020B0503020204020204" pitchFamily="34" charset="-122"/>
                          <a:ea typeface="Microsoft YaHei" panose="020B0503020204020204" pitchFamily="34" charset="-122"/>
                          <a:cs typeface="+mn-cs"/>
                        </a:rPr>
                        <a:t>256</a:t>
                      </a:r>
                      <a:r>
                        <a:rPr lang="zh-CN" altLang="en-US" sz="1600" b="1" kern="1200" dirty="0">
                          <a:solidFill>
                            <a:schemeClr val="dk1"/>
                          </a:solidFill>
                          <a:effectLst/>
                          <a:latin typeface="Microsoft YaHei" panose="020B0503020204020204" pitchFamily="34" charset="-122"/>
                          <a:ea typeface="Microsoft YaHei" panose="020B0503020204020204" pitchFamily="34" charset="-122"/>
                          <a:cs typeface="+mn-cs"/>
                        </a:rPr>
                        <a:t>维</a:t>
                      </a:r>
                    </a:p>
                  </a:txBody>
                  <a:tcPr marL="58780" marR="122458" marT="61229" marB="61229" anchor="ctr">
                    <a:solidFill>
                      <a:schemeClr val="accent2">
                        <a:lumMod val="20000"/>
                        <a:lumOff val="80000"/>
                      </a:schemeClr>
                    </a:solidFill>
                  </a:tcPr>
                </a:tc>
                <a:tc>
                  <a:txBody>
                    <a:bodyPr/>
                    <a:lstStyle/>
                    <a:p>
                      <a:pPr marL="0" algn="ctr" defTabSz="914400" rtl="0" eaLnBrk="1" fontAlgn="base" latinLnBrk="0" hangingPunct="1">
                        <a:lnSpc>
                          <a:spcPct val="114000"/>
                        </a:lnSpc>
                        <a:buNone/>
                      </a:pPr>
                      <a:r>
                        <a:rPr lang="en-US" altLang="zh-CN" sz="1600" b="1" kern="1200" dirty="0">
                          <a:solidFill>
                            <a:schemeClr val="dk1"/>
                          </a:solidFill>
                          <a:effectLst/>
                          <a:latin typeface="Microsoft YaHei" panose="020B0503020204020204" pitchFamily="34" charset="-122"/>
                          <a:ea typeface="Microsoft YaHei" panose="020B0503020204020204" pitchFamily="34" charset="-122"/>
                          <a:cs typeface="+mn-cs"/>
                        </a:rPr>
                        <a:t>6</a:t>
                      </a:r>
                      <a:r>
                        <a:rPr lang="zh-CN" altLang="en-US" sz="1600" b="1" kern="1200" dirty="0">
                          <a:solidFill>
                            <a:schemeClr val="dk1"/>
                          </a:solidFill>
                          <a:effectLst/>
                          <a:latin typeface="Microsoft YaHei" panose="020B0503020204020204" pitchFamily="34" charset="-122"/>
                          <a:ea typeface="Microsoft YaHei" panose="020B0503020204020204" pitchFamily="34" charset="-122"/>
                          <a:cs typeface="+mn-cs"/>
                        </a:rPr>
                        <a:t>个残差块</a:t>
                      </a:r>
                      <a:br>
                        <a:rPr lang="zh-CN" altLang="en-US" sz="1600" b="1" kern="1200" dirty="0">
                          <a:solidFill>
                            <a:schemeClr val="dk1"/>
                          </a:solidFill>
                          <a:effectLst/>
                          <a:latin typeface="Microsoft YaHei" panose="020B0503020204020204" pitchFamily="34" charset="-122"/>
                          <a:ea typeface="Microsoft YaHei" panose="020B0503020204020204" pitchFamily="34" charset="-122"/>
                          <a:cs typeface="+mn-cs"/>
                        </a:rPr>
                      </a:br>
                      <a:r>
                        <a:rPr lang="zh-CN" altLang="en-US" sz="1600" b="1" kern="1200" dirty="0">
                          <a:solidFill>
                            <a:schemeClr val="dk1"/>
                          </a:solidFill>
                          <a:effectLst/>
                          <a:latin typeface="Microsoft YaHei" panose="020B0503020204020204" pitchFamily="34" charset="-122"/>
                          <a:ea typeface="Microsoft YaHei" panose="020B0503020204020204" pitchFamily="34" charset="-122"/>
                          <a:cs typeface="+mn-cs"/>
                        </a:rPr>
                        <a:t>每个块</a:t>
                      </a:r>
                      <a:r>
                        <a:rPr lang="en-US" altLang="zh-CN" sz="1600" b="1" kern="1200" dirty="0">
                          <a:solidFill>
                            <a:schemeClr val="dk1"/>
                          </a:solidFill>
                          <a:effectLst/>
                          <a:latin typeface="Microsoft YaHei" panose="020B0503020204020204" pitchFamily="34" charset="-122"/>
                          <a:ea typeface="Microsoft YaHei" panose="020B0503020204020204" pitchFamily="34" charset="-122"/>
                          <a:cs typeface="+mn-cs"/>
                        </a:rPr>
                        <a:t>2</a:t>
                      </a:r>
                      <a:r>
                        <a:rPr lang="zh-CN" altLang="en-US" sz="1600" b="1" kern="1200" dirty="0">
                          <a:solidFill>
                            <a:schemeClr val="dk1"/>
                          </a:solidFill>
                          <a:effectLst/>
                          <a:latin typeface="Microsoft YaHei" panose="020B0503020204020204" pitchFamily="34" charset="-122"/>
                          <a:ea typeface="Microsoft YaHei" panose="020B0503020204020204" pitchFamily="34" charset="-122"/>
                          <a:cs typeface="+mn-cs"/>
                        </a:rPr>
                        <a:t>层，共</a:t>
                      </a:r>
                      <a:r>
                        <a:rPr lang="en-US" altLang="zh-CN" sz="1600" b="1" kern="1200" dirty="0">
                          <a:solidFill>
                            <a:schemeClr val="dk1"/>
                          </a:solidFill>
                          <a:effectLst/>
                          <a:latin typeface="Microsoft YaHei" panose="020B0503020204020204" pitchFamily="34" charset="-122"/>
                          <a:ea typeface="Microsoft YaHei" panose="020B0503020204020204" pitchFamily="34" charset="-122"/>
                          <a:cs typeface="+mn-cs"/>
                        </a:rPr>
                        <a:t>256</a:t>
                      </a:r>
                      <a:r>
                        <a:rPr lang="zh-CN" altLang="en-US" sz="1600" b="1" kern="1200" dirty="0">
                          <a:solidFill>
                            <a:schemeClr val="dk1"/>
                          </a:solidFill>
                          <a:effectLst/>
                          <a:latin typeface="Microsoft YaHei" panose="020B0503020204020204" pitchFamily="34" charset="-122"/>
                          <a:ea typeface="Microsoft YaHei" panose="020B0503020204020204" pitchFamily="34" charset="-122"/>
                          <a:cs typeface="+mn-cs"/>
                        </a:rPr>
                        <a:t>维</a:t>
                      </a:r>
                    </a:p>
                  </a:txBody>
                  <a:tcPr marL="58780" marR="122458" marT="61229" marB="61229" anchor="ctr">
                    <a:solidFill>
                      <a:schemeClr val="accent2">
                        <a:lumMod val="20000"/>
                        <a:lumOff val="80000"/>
                      </a:schemeClr>
                    </a:solidFill>
                  </a:tcPr>
                </a:tc>
                <a:tc>
                  <a:txBody>
                    <a:bodyPr/>
                    <a:lstStyle/>
                    <a:p>
                      <a:pPr marL="0" algn="ctr" defTabSz="914400" rtl="0" eaLnBrk="1" fontAlgn="base" latinLnBrk="0" hangingPunct="1">
                        <a:lnSpc>
                          <a:spcPct val="114000"/>
                        </a:lnSpc>
                        <a:buNone/>
                      </a:pPr>
                      <a:r>
                        <a:rPr lang="en-US" altLang="zh-CN" sz="1600" b="1" kern="1200" dirty="0">
                          <a:solidFill>
                            <a:schemeClr val="dk1"/>
                          </a:solidFill>
                          <a:effectLst/>
                          <a:latin typeface="Microsoft YaHei" panose="020B0503020204020204" pitchFamily="34" charset="-122"/>
                          <a:ea typeface="Microsoft YaHei" panose="020B0503020204020204" pitchFamily="34" charset="-122"/>
                          <a:cs typeface="+mn-cs"/>
                        </a:rPr>
                        <a:t>6</a:t>
                      </a:r>
                      <a:r>
                        <a:rPr lang="zh-CN" altLang="en-US" sz="1600" b="1" kern="1200" dirty="0">
                          <a:solidFill>
                            <a:schemeClr val="dk1"/>
                          </a:solidFill>
                          <a:effectLst/>
                          <a:latin typeface="Microsoft YaHei" panose="020B0503020204020204" pitchFamily="34" charset="-122"/>
                          <a:ea typeface="Microsoft YaHei" panose="020B0503020204020204" pitchFamily="34" charset="-122"/>
                          <a:cs typeface="+mn-cs"/>
                        </a:rPr>
                        <a:t>个残差块</a:t>
                      </a:r>
                      <a:br>
                        <a:rPr lang="zh-CN" altLang="en-US" sz="1600" b="1" kern="1200" dirty="0">
                          <a:solidFill>
                            <a:schemeClr val="dk1"/>
                          </a:solidFill>
                          <a:effectLst/>
                          <a:latin typeface="Microsoft YaHei" panose="020B0503020204020204" pitchFamily="34" charset="-122"/>
                          <a:ea typeface="Microsoft YaHei" panose="020B0503020204020204" pitchFamily="34" charset="-122"/>
                          <a:cs typeface="+mn-cs"/>
                        </a:rPr>
                      </a:br>
                      <a:r>
                        <a:rPr lang="zh-CN" altLang="en-US" sz="1600" b="1" kern="1200" dirty="0">
                          <a:solidFill>
                            <a:schemeClr val="dk1"/>
                          </a:solidFill>
                          <a:effectLst/>
                          <a:latin typeface="Microsoft YaHei" panose="020B0503020204020204" pitchFamily="34" charset="-122"/>
                          <a:ea typeface="Microsoft YaHei" panose="020B0503020204020204" pitchFamily="34" charset="-122"/>
                          <a:cs typeface="+mn-cs"/>
                        </a:rPr>
                        <a:t>​每个是瓶颈块，共</a:t>
                      </a:r>
                      <a:r>
                        <a:rPr lang="en-US" altLang="zh-CN" sz="1600" b="1" kern="1200" dirty="0">
                          <a:solidFill>
                            <a:schemeClr val="dk1"/>
                          </a:solidFill>
                          <a:effectLst/>
                          <a:latin typeface="Microsoft YaHei" panose="020B0503020204020204" pitchFamily="34" charset="-122"/>
                          <a:ea typeface="Microsoft YaHei" panose="020B0503020204020204" pitchFamily="34" charset="-122"/>
                          <a:cs typeface="+mn-cs"/>
                        </a:rPr>
                        <a:t>1024</a:t>
                      </a:r>
                      <a:r>
                        <a:rPr lang="zh-CN" altLang="en-US" sz="1600" b="1" kern="1200" dirty="0">
                          <a:solidFill>
                            <a:schemeClr val="dk1"/>
                          </a:solidFill>
                          <a:effectLst/>
                          <a:latin typeface="Microsoft YaHei" panose="020B0503020204020204" pitchFamily="34" charset="-122"/>
                          <a:ea typeface="Microsoft YaHei" panose="020B0503020204020204" pitchFamily="34" charset="-122"/>
                          <a:cs typeface="+mn-cs"/>
                        </a:rPr>
                        <a:t>维</a:t>
                      </a:r>
                    </a:p>
                  </a:txBody>
                  <a:tcPr marL="58780" marR="122458" marT="61229" marB="61229" anchor="ctr">
                    <a:solidFill>
                      <a:schemeClr val="accent2">
                        <a:lumMod val="20000"/>
                        <a:lumOff val="80000"/>
                      </a:schemeClr>
                    </a:solidFill>
                  </a:tcPr>
                </a:tc>
                <a:tc>
                  <a:txBody>
                    <a:bodyPr/>
                    <a:lstStyle/>
                    <a:p>
                      <a:pPr marL="0" algn="ctr" defTabSz="914400" rtl="0" eaLnBrk="1" fontAlgn="base" latinLnBrk="0" hangingPunct="1">
                        <a:lnSpc>
                          <a:spcPct val="114000"/>
                        </a:lnSpc>
                        <a:buNone/>
                      </a:pPr>
                      <a:r>
                        <a:rPr lang="en-US" altLang="zh-CN" sz="1600" b="1" kern="1200" dirty="0">
                          <a:solidFill>
                            <a:schemeClr val="dk1"/>
                          </a:solidFill>
                          <a:effectLst/>
                          <a:latin typeface="Microsoft YaHei" panose="020B0503020204020204" pitchFamily="34" charset="-122"/>
                          <a:ea typeface="Microsoft YaHei" panose="020B0503020204020204" pitchFamily="34" charset="-122"/>
                          <a:cs typeface="+mn-cs"/>
                        </a:rPr>
                        <a:t>23</a:t>
                      </a:r>
                      <a:r>
                        <a:rPr lang="zh-CN" altLang="en-US" sz="1600" b="1" kern="1200" dirty="0">
                          <a:solidFill>
                            <a:schemeClr val="dk1"/>
                          </a:solidFill>
                          <a:effectLst/>
                          <a:latin typeface="Microsoft YaHei" panose="020B0503020204020204" pitchFamily="34" charset="-122"/>
                          <a:ea typeface="Microsoft YaHei" panose="020B0503020204020204" pitchFamily="34" charset="-122"/>
                          <a:cs typeface="+mn-cs"/>
                        </a:rPr>
                        <a:t>个残差块</a:t>
                      </a:r>
                      <a:br>
                        <a:rPr lang="zh-CN" altLang="en-US" sz="1600" b="1" kern="1200" dirty="0">
                          <a:solidFill>
                            <a:schemeClr val="dk1"/>
                          </a:solidFill>
                          <a:effectLst/>
                          <a:latin typeface="Microsoft YaHei" panose="020B0503020204020204" pitchFamily="34" charset="-122"/>
                          <a:ea typeface="Microsoft YaHei" panose="020B0503020204020204" pitchFamily="34" charset="-122"/>
                          <a:cs typeface="+mn-cs"/>
                        </a:rPr>
                      </a:br>
                      <a:r>
                        <a:rPr lang="zh-CN" altLang="en-US" sz="1600" b="1" kern="1200" dirty="0">
                          <a:solidFill>
                            <a:schemeClr val="dk1"/>
                          </a:solidFill>
                          <a:effectLst/>
                          <a:latin typeface="Microsoft YaHei" panose="020B0503020204020204" pitchFamily="34" charset="-122"/>
                          <a:ea typeface="Microsoft YaHei" panose="020B0503020204020204" pitchFamily="34" charset="-122"/>
                          <a:cs typeface="+mn-cs"/>
                        </a:rPr>
                        <a:t>​每个是瓶颈块，共</a:t>
                      </a:r>
                      <a:r>
                        <a:rPr lang="en-US" altLang="zh-CN" sz="1600" b="1" kern="1200" dirty="0">
                          <a:solidFill>
                            <a:schemeClr val="dk1"/>
                          </a:solidFill>
                          <a:effectLst/>
                          <a:latin typeface="Microsoft YaHei" panose="020B0503020204020204" pitchFamily="34" charset="-122"/>
                          <a:ea typeface="Microsoft YaHei" panose="020B0503020204020204" pitchFamily="34" charset="-122"/>
                          <a:cs typeface="+mn-cs"/>
                        </a:rPr>
                        <a:t>1024</a:t>
                      </a:r>
                      <a:r>
                        <a:rPr lang="zh-CN" altLang="en-US" sz="1600" b="1" kern="1200" dirty="0">
                          <a:solidFill>
                            <a:schemeClr val="dk1"/>
                          </a:solidFill>
                          <a:effectLst/>
                          <a:latin typeface="Microsoft YaHei" panose="020B0503020204020204" pitchFamily="34" charset="-122"/>
                          <a:ea typeface="Microsoft YaHei" panose="020B0503020204020204" pitchFamily="34" charset="-122"/>
                          <a:cs typeface="+mn-cs"/>
                        </a:rPr>
                        <a:t>维</a:t>
                      </a:r>
                    </a:p>
                  </a:txBody>
                  <a:tcPr marL="58780" marR="122458" marT="61229" marB="61229" anchor="ctr">
                    <a:solidFill>
                      <a:schemeClr val="accent2">
                        <a:lumMod val="20000"/>
                        <a:lumOff val="80000"/>
                      </a:schemeClr>
                    </a:solidFill>
                  </a:tcPr>
                </a:tc>
                <a:tc>
                  <a:txBody>
                    <a:bodyPr/>
                    <a:lstStyle/>
                    <a:p>
                      <a:pPr marL="0" algn="ctr" defTabSz="914400" rtl="0" eaLnBrk="1" fontAlgn="base" latinLnBrk="0" hangingPunct="1">
                        <a:lnSpc>
                          <a:spcPct val="114000"/>
                        </a:lnSpc>
                        <a:buNone/>
                      </a:pPr>
                      <a:r>
                        <a:rPr lang="en-US" altLang="zh-CN" sz="1600" b="1" kern="1200" dirty="0">
                          <a:solidFill>
                            <a:schemeClr val="dk1"/>
                          </a:solidFill>
                          <a:effectLst/>
                          <a:latin typeface="Microsoft YaHei" panose="020B0503020204020204" pitchFamily="34" charset="-122"/>
                          <a:ea typeface="Microsoft YaHei" panose="020B0503020204020204" pitchFamily="34" charset="-122"/>
                          <a:cs typeface="+mn-cs"/>
                        </a:rPr>
                        <a:t>36</a:t>
                      </a:r>
                      <a:r>
                        <a:rPr lang="zh-CN" altLang="en-US" sz="1600" b="1" kern="1200" dirty="0">
                          <a:solidFill>
                            <a:schemeClr val="dk1"/>
                          </a:solidFill>
                          <a:effectLst/>
                          <a:latin typeface="Microsoft YaHei" panose="020B0503020204020204" pitchFamily="34" charset="-122"/>
                          <a:ea typeface="Microsoft YaHei" panose="020B0503020204020204" pitchFamily="34" charset="-122"/>
                          <a:cs typeface="+mn-cs"/>
                        </a:rPr>
                        <a:t>个残差块</a:t>
                      </a:r>
                      <a:br>
                        <a:rPr lang="zh-CN" altLang="en-US" sz="1600" b="1" kern="1200" dirty="0">
                          <a:solidFill>
                            <a:schemeClr val="dk1"/>
                          </a:solidFill>
                          <a:effectLst/>
                          <a:latin typeface="Microsoft YaHei" panose="020B0503020204020204" pitchFamily="34" charset="-122"/>
                          <a:ea typeface="Microsoft YaHei" panose="020B0503020204020204" pitchFamily="34" charset="-122"/>
                          <a:cs typeface="+mn-cs"/>
                        </a:rPr>
                      </a:br>
                      <a:r>
                        <a:rPr lang="zh-CN" altLang="en-US" sz="1600" b="1" kern="1200" dirty="0">
                          <a:solidFill>
                            <a:schemeClr val="dk1"/>
                          </a:solidFill>
                          <a:effectLst/>
                          <a:latin typeface="Microsoft YaHei" panose="020B0503020204020204" pitchFamily="34" charset="-122"/>
                          <a:ea typeface="Microsoft YaHei" panose="020B0503020204020204" pitchFamily="34" charset="-122"/>
                          <a:cs typeface="+mn-cs"/>
                        </a:rPr>
                        <a:t>​每个是瓶颈块，共</a:t>
                      </a:r>
                      <a:r>
                        <a:rPr lang="en-US" altLang="zh-CN" sz="1600" b="1" kern="1200" dirty="0">
                          <a:solidFill>
                            <a:schemeClr val="dk1"/>
                          </a:solidFill>
                          <a:effectLst/>
                          <a:latin typeface="Microsoft YaHei" panose="020B0503020204020204" pitchFamily="34" charset="-122"/>
                          <a:ea typeface="Microsoft YaHei" panose="020B0503020204020204" pitchFamily="34" charset="-122"/>
                          <a:cs typeface="+mn-cs"/>
                        </a:rPr>
                        <a:t>1024</a:t>
                      </a:r>
                      <a:r>
                        <a:rPr lang="zh-CN" altLang="en-US" sz="1600" b="1" kern="1200" dirty="0">
                          <a:solidFill>
                            <a:schemeClr val="dk1"/>
                          </a:solidFill>
                          <a:effectLst/>
                          <a:latin typeface="Microsoft YaHei" panose="020B0503020204020204" pitchFamily="34" charset="-122"/>
                          <a:ea typeface="Microsoft YaHei" panose="020B0503020204020204" pitchFamily="34" charset="-122"/>
                          <a:cs typeface="+mn-cs"/>
                        </a:rPr>
                        <a:t>维</a:t>
                      </a:r>
                    </a:p>
                  </a:txBody>
                  <a:tcPr marL="58780" marR="122458" marT="61229" marB="61229" anchor="ctr">
                    <a:solidFill>
                      <a:schemeClr val="accent2">
                        <a:lumMod val="20000"/>
                        <a:lumOff val="80000"/>
                      </a:schemeClr>
                    </a:solidFill>
                  </a:tcPr>
                </a:tc>
                <a:extLst>
                  <a:ext uri="{0D108BD9-81ED-4DB2-BD59-A6C34878D82A}">
                    <a16:rowId xmlns:a16="http://schemas.microsoft.com/office/drawing/2014/main" val="1695557994"/>
                  </a:ext>
                </a:extLst>
              </a:tr>
              <a:tr h="905235">
                <a:tc>
                  <a:txBody>
                    <a:bodyPr/>
                    <a:lstStyle/>
                    <a:p>
                      <a:pPr algn="ctr" fontAlgn="base" latinLnBrk="0">
                        <a:lnSpc>
                          <a:spcPct val="114000"/>
                        </a:lnSpc>
                        <a:buNone/>
                      </a:pPr>
                      <a:r>
                        <a:rPr lang="zh-CN" altLang="en-US" sz="1600" b="1">
                          <a:effectLst/>
                          <a:latin typeface="Microsoft YaHei" panose="020B0503020204020204" pitchFamily="34" charset="-122"/>
                          <a:ea typeface="Microsoft YaHei" panose="020B0503020204020204" pitchFamily="34" charset="-122"/>
                        </a:rPr>
                        <a:t>​卷积层</a:t>
                      </a:r>
                      <a:r>
                        <a:rPr lang="en-US" altLang="zh-CN" sz="1600" b="1">
                          <a:effectLst/>
                          <a:latin typeface="Microsoft YaHei" panose="020B0503020204020204" pitchFamily="34" charset="-122"/>
                          <a:ea typeface="Microsoft YaHei" panose="020B0503020204020204" pitchFamily="34" charset="-122"/>
                        </a:rPr>
                        <a:t>5</a:t>
                      </a:r>
                      <a:r>
                        <a:rPr lang="zh-CN" altLang="en-US" sz="1600" b="1">
                          <a:effectLst/>
                          <a:latin typeface="Microsoft YaHei" panose="020B0503020204020204" pitchFamily="34" charset="-122"/>
                          <a:ea typeface="Microsoft YaHei" panose="020B0503020204020204" pitchFamily="34" charset="-122"/>
                        </a:rPr>
                        <a:t>​</a:t>
                      </a:r>
                    </a:p>
                  </a:txBody>
                  <a:tcPr marL="58780" marR="122458" marT="61229" marB="61229" anchor="ctr"/>
                </a:tc>
                <a:tc>
                  <a:txBody>
                    <a:bodyPr/>
                    <a:lstStyle/>
                    <a:p>
                      <a:pPr algn="ctr" fontAlgn="base" latinLnBrk="0">
                        <a:lnSpc>
                          <a:spcPct val="114000"/>
                        </a:lnSpc>
                        <a:buNone/>
                      </a:pPr>
                      <a:r>
                        <a:rPr lang="en-US" sz="1600" b="1">
                          <a:effectLst/>
                          <a:latin typeface="Microsoft YaHei" panose="020B0503020204020204" pitchFamily="34" charset="-122"/>
                          <a:ea typeface="Microsoft YaHei" panose="020B0503020204020204" pitchFamily="34" charset="-122"/>
                        </a:rPr>
                        <a:t>7x7</a:t>
                      </a:r>
                    </a:p>
                  </a:txBody>
                  <a:tcPr marL="58780" marR="122458" marT="61229" marB="61229" anchor="ctr"/>
                </a:tc>
                <a:tc>
                  <a:txBody>
                    <a:bodyPr/>
                    <a:lstStyle/>
                    <a:p>
                      <a:pPr algn="ctr" fontAlgn="base" latinLnBrk="0">
                        <a:lnSpc>
                          <a:spcPct val="114000"/>
                        </a:lnSpc>
                        <a:buNone/>
                      </a:pPr>
                      <a:r>
                        <a:rPr lang="en-US" altLang="zh-CN" sz="1600" b="1">
                          <a:effectLst/>
                          <a:latin typeface="Microsoft YaHei" panose="020B0503020204020204" pitchFamily="34" charset="-122"/>
                          <a:ea typeface="Microsoft YaHei" panose="020B0503020204020204" pitchFamily="34" charset="-122"/>
                        </a:rPr>
                        <a:t>2</a:t>
                      </a:r>
                      <a:r>
                        <a:rPr lang="zh-CN" altLang="en-US" sz="1600" b="1">
                          <a:effectLst/>
                          <a:latin typeface="Microsoft YaHei" panose="020B0503020204020204" pitchFamily="34" charset="-122"/>
                          <a:ea typeface="Microsoft YaHei" panose="020B0503020204020204" pitchFamily="34" charset="-122"/>
                        </a:rPr>
                        <a:t>个残差块</a:t>
                      </a:r>
                      <a:br>
                        <a:rPr lang="zh-CN" altLang="en-US" sz="1600" b="1">
                          <a:effectLst/>
                          <a:latin typeface="Microsoft YaHei" panose="020B0503020204020204" pitchFamily="34" charset="-122"/>
                          <a:ea typeface="Microsoft YaHei" panose="020B0503020204020204" pitchFamily="34" charset="-122"/>
                        </a:rPr>
                      </a:br>
                      <a:r>
                        <a:rPr lang="zh-CN" altLang="en-US" sz="1600" b="1">
                          <a:effectLst/>
                          <a:latin typeface="Microsoft YaHei" panose="020B0503020204020204" pitchFamily="34" charset="-122"/>
                          <a:ea typeface="Microsoft YaHei" panose="020B0503020204020204" pitchFamily="34" charset="-122"/>
                        </a:rPr>
                        <a:t>每个块</a:t>
                      </a:r>
                      <a:r>
                        <a:rPr lang="en-US" altLang="zh-CN" sz="1600" b="1">
                          <a:effectLst/>
                          <a:latin typeface="Microsoft YaHei" panose="020B0503020204020204" pitchFamily="34" charset="-122"/>
                          <a:ea typeface="Microsoft YaHei" panose="020B0503020204020204" pitchFamily="34" charset="-122"/>
                        </a:rPr>
                        <a:t>2</a:t>
                      </a:r>
                      <a:r>
                        <a:rPr lang="zh-CN" altLang="en-US" sz="1600" b="1">
                          <a:effectLst/>
                          <a:latin typeface="Microsoft YaHei" panose="020B0503020204020204" pitchFamily="34" charset="-122"/>
                          <a:ea typeface="Microsoft YaHei" panose="020B0503020204020204" pitchFamily="34" charset="-122"/>
                        </a:rPr>
                        <a:t>层，共</a:t>
                      </a:r>
                      <a:r>
                        <a:rPr lang="en-US" altLang="zh-CN" sz="1600" b="1">
                          <a:effectLst/>
                          <a:latin typeface="Microsoft YaHei" panose="020B0503020204020204" pitchFamily="34" charset="-122"/>
                          <a:ea typeface="Microsoft YaHei" panose="020B0503020204020204" pitchFamily="34" charset="-122"/>
                        </a:rPr>
                        <a:t>512</a:t>
                      </a:r>
                      <a:r>
                        <a:rPr lang="zh-CN" altLang="en-US" sz="1600" b="1">
                          <a:effectLst/>
                          <a:latin typeface="Microsoft YaHei" panose="020B0503020204020204" pitchFamily="34" charset="-122"/>
                          <a:ea typeface="Microsoft YaHei" panose="020B0503020204020204" pitchFamily="34" charset="-122"/>
                        </a:rPr>
                        <a:t>维</a:t>
                      </a:r>
                    </a:p>
                  </a:txBody>
                  <a:tcPr marL="58780" marR="122458" marT="61229" marB="61229" anchor="ctr"/>
                </a:tc>
                <a:tc>
                  <a:txBody>
                    <a:bodyPr/>
                    <a:lstStyle/>
                    <a:p>
                      <a:pPr algn="ctr" fontAlgn="base" latinLnBrk="0">
                        <a:lnSpc>
                          <a:spcPct val="114000"/>
                        </a:lnSpc>
                        <a:buNone/>
                      </a:pPr>
                      <a:r>
                        <a:rPr lang="en-US" altLang="zh-CN" sz="1600" b="1" dirty="0">
                          <a:effectLst/>
                          <a:latin typeface="Microsoft YaHei" panose="020B0503020204020204" pitchFamily="34" charset="-122"/>
                          <a:ea typeface="Microsoft YaHei" panose="020B0503020204020204" pitchFamily="34" charset="-122"/>
                        </a:rPr>
                        <a:t>3</a:t>
                      </a:r>
                      <a:r>
                        <a:rPr lang="zh-CN" altLang="en-US" sz="1600" b="1" dirty="0">
                          <a:effectLst/>
                          <a:latin typeface="Microsoft YaHei" panose="020B0503020204020204" pitchFamily="34" charset="-122"/>
                          <a:ea typeface="Microsoft YaHei" panose="020B0503020204020204" pitchFamily="34" charset="-122"/>
                        </a:rPr>
                        <a:t>个残差块</a:t>
                      </a:r>
                      <a:br>
                        <a:rPr lang="zh-CN" altLang="en-US" sz="1600" b="1" dirty="0">
                          <a:effectLst/>
                          <a:latin typeface="Microsoft YaHei" panose="020B0503020204020204" pitchFamily="34" charset="-122"/>
                          <a:ea typeface="Microsoft YaHei" panose="020B0503020204020204" pitchFamily="34" charset="-122"/>
                        </a:rPr>
                      </a:br>
                      <a:r>
                        <a:rPr lang="zh-CN" altLang="en-US" sz="1600" b="1" dirty="0">
                          <a:effectLst/>
                          <a:latin typeface="Microsoft YaHei" panose="020B0503020204020204" pitchFamily="34" charset="-122"/>
                          <a:ea typeface="Microsoft YaHei" panose="020B0503020204020204" pitchFamily="34" charset="-122"/>
                        </a:rPr>
                        <a:t>每个块</a:t>
                      </a:r>
                      <a:r>
                        <a:rPr lang="en-US" altLang="zh-CN" sz="1600" b="1" dirty="0">
                          <a:effectLst/>
                          <a:latin typeface="Microsoft YaHei" panose="020B0503020204020204" pitchFamily="34" charset="-122"/>
                          <a:ea typeface="Microsoft YaHei" panose="020B0503020204020204" pitchFamily="34" charset="-122"/>
                        </a:rPr>
                        <a:t>2</a:t>
                      </a:r>
                      <a:r>
                        <a:rPr lang="zh-CN" altLang="en-US" sz="1600" b="1" dirty="0">
                          <a:effectLst/>
                          <a:latin typeface="Microsoft YaHei" panose="020B0503020204020204" pitchFamily="34" charset="-122"/>
                          <a:ea typeface="Microsoft YaHei" panose="020B0503020204020204" pitchFamily="34" charset="-122"/>
                        </a:rPr>
                        <a:t>层，共</a:t>
                      </a:r>
                      <a:r>
                        <a:rPr lang="en-US" altLang="zh-CN" sz="1600" b="1" dirty="0">
                          <a:effectLst/>
                          <a:latin typeface="Microsoft YaHei" panose="020B0503020204020204" pitchFamily="34" charset="-122"/>
                          <a:ea typeface="Microsoft YaHei" panose="020B0503020204020204" pitchFamily="34" charset="-122"/>
                        </a:rPr>
                        <a:t>512</a:t>
                      </a:r>
                      <a:r>
                        <a:rPr lang="zh-CN" altLang="en-US" sz="1600" b="1" dirty="0">
                          <a:effectLst/>
                          <a:latin typeface="Microsoft YaHei" panose="020B0503020204020204" pitchFamily="34" charset="-122"/>
                          <a:ea typeface="Microsoft YaHei" panose="020B0503020204020204" pitchFamily="34" charset="-122"/>
                        </a:rPr>
                        <a:t>维</a:t>
                      </a:r>
                    </a:p>
                  </a:txBody>
                  <a:tcPr marL="58780" marR="122458" marT="61229" marB="61229" anchor="ctr"/>
                </a:tc>
                <a:tc>
                  <a:txBody>
                    <a:bodyPr/>
                    <a:lstStyle/>
                    <a:p>
                      <a:pPr algn="ctr" fontAlgn="base" latinLnBrk="0">
                        <a:lnSpc>
                          <a:spcPct val="114000"/>
                        </a:lnSpc>
                        <a:buNone/>
                      </a:pPr>
                      <a:r>
                        <a:rPr lang="en-US" altLang="zh-CN" sz="1600" b="1" dirty="0">
                          <a:effectLst/>
                          <a:latin typeface="Microsoft YaHei" panose="020B0503020204020204" pitchFamily="34" charset="-122"/>
                          <a:ea typeface="Microsoft YaHei" panose="020B0503020204020204" pitchFamily="34" charset="-122"/>
                        </a:rPr>
                        <a:t>3</a:t>
                      </a:r>
                      <a:r>
                        <a:rPr lang="zh-CN" altLang="en-US" sz="1600" b="1" dirty="0">
                          <a:effectLst/>
                          <a:latin typeface="Microsoft YaHei" panose="020B0503020204020204" pitchFamily="34" charset="-122"/>
                          <a:ea typeface="Microsoft YaHei" panose="020B0503020204020204" pitchFamily="34" charset="-122"/>
                        </a:rPr>
                        <a:t>个残差块</a:t>
                      </a:r>
                      <a:br>
                        <a:rPr lang="zh-CN" altLang="en-US" sz="1600" b="1" dirty="0">
                          <a:effectLst/>
                          <a:latin typeface="Microsoft YaHei" panose="020B0503020204020204" pitchFamily="34" charset="-122"/>
                          <a:ea typeface="Microsoft YaHei" panose="020B0503020204020204" pitchFamily="34" charset="-122"/>
                        </a:rPr>
                      </a:br>
                      <a:r>
                        <a:rPr lang="zh-CN" altLang="en-US" sz="1600" b="1" dirty="0">
                          <a:effectLst/>
                          <a:latin typeface="Microsoft YaHei" panose="020B0503020204020204" pitchFamily="34" charset="-122"/>
                          <a:ea typeface="Microsoft YaHei" panose="020B0503020204020204" pitchFamily="34" charset="-122"/>
                        </a:rPr>
                        <a:t>​每个是瓶颈块，共</a:t>
                      </a:r>
                      <a:r>
                        <a:rPr lang="en-US" altLang="zh-CN" sz="1600" b="1" dirty="0">
                          <a:effectLst/>
                          <a:latin typeface="Microsoft YaHei" panose="020B0503020204020204" pitchFamily="34" charset="-122"/>
                          <a:ea typeface="Microsoft YaHei" panose="020B0503020204020204" pitchFamily="34" charset="-122"/>
                        </a:rPr>
                        <a:t>2048</a:t>
                      </a:r>
                      <a:r>
                        <a:rPr lang="zh-CN" altLang="en-US" sz="1600" b="1" dirty="0">
                          <a:effectLst/>
                          <a:latin typeface="Microsoft YaHei" panose="020B0503020204020204" pitchFamily="34" charset="-122"/>
                          <a:ea typeface="Microsoft YaHei" panose="020B0503020204020204" pitchFamily="34" charset="-122"/>
                        </a:rPr>
                        <a:t>维</a:t>
                      </a:r>
                    </a:p>
                  </a:txBody>
                  <a:tcPr marL="58780" marR="122458" marT="61229" marB="61229" anchor="ctr"/>
                </a:tc>
                <a:tc>
                  <a:txBody>
                    <a:bodyPr/>
                    <a:lstStyle/>
                    <a:p>
                      <a:pPr algn="ctr" fontAlgn="base" latinLnBrk="0">
                        <a:lnSpc>
                          <a:spcPct val="114000"/>
                        </a:lnSpc>
                        <a:buNone/>
                      </a:pPr>
                      <a:r>
                        <a:rPr lang="en-US" altLang="zh-CN" sz="1600" b="1" dirty="0">
                          <a:effectLst/>
                          <a:latin typeface="Microsoft YaHei" panose="020B0503020204020204" pitchFamily="34" charset="-122"/>
                          <a:ea typeface="Microsoft YaHei" panose="020B0503020204020204" pitchFamily="34" charset="-122"/>
                        </a:rPr>
                        <a:t>3</a:t>
                      </a:r>
                      <a:r>
                        <a:rPr lang="zh-CN" altLang="en-US" sz="1600" b="1" dirty="0">
                          <a:effectLst/>
                          <a:latin typeface="Microsoft YaHei" panose="020B0503020204020204" pitchFamily="34" charset="-122"/>
                          <a:ea typeface="Microsoft YaHei" panose="020B0503020204020204" pitchFamily="34" charset="-122"/>
                        </a:rPr>
                        <a:t>个残差块</a:t>
                      </a:r>
                      <a:br>
                        <a:rPr lang="zh-CN" altLang="en-US" sz="1600" b="1" dirty="0">
                          <a:effectLst/>
                          <a:latin typeface="Microsoft YaHei" panose="020B0503020204020204" pitchFamily="34" charset="-122"/>
                          <a:ea typeface="Microsoft YaHei" panose="020B0503020204020204" pitchFamily="34" charset="-122"/>
                        </a:rPr>
                      </a:br>
                      <a:r>
                        <a:rPr lang="zh-CN" altLang="en-US" sz="1600" b="1" dirty="0">
                          <a:effectLst/>
                          <a:latin typeface="Microsoft YaHei" panose="020B0503020204020204" pitchFamily="34" charset="-122"/>
                          <a:ea typeface="Microsoft YaHei" panose="020B0503020204020204" pitchFamily="34" charset="-122"/>
                        </a:rPr>
                        <a:t>​每个是瓶颈块，共</a:t>
                      </a:r>
                      <a:r>
                        <a:rPr lang="en-US" altLang="zh-CN" sz="1600" b="1" dirty="0">
                          <a:effectLst/>
                          <a:latin typeface="Microsoft YaHei" panose="020B0503020204020204" pitchFamily="34" charset="-122"/>
                          <a:ea typeface="Microsoft YaHei" panose="020B0503020204020204" pitchFamily="34" charset="-122"/>
                        </a:rPr>
                        <a:t>2048</a:t>
                      </a:r>
                      <a:r>
                        <a:rPr lang="zh-CN" altLang="en-US" sz="1600" b="1" dirty="0">
                          <a:effectLst/>
                          <a:latin typeface="Microsoft YaHei" panose="020B0503020204020204" pitchFamily="34" charset="-122"/>
                          <a:ea typeface="Microsoft YaHei" panose="020B0503020204020204" pitchFamily="34" charset="-122"/>
                        </a:rPr>
                        <a:t>维</a:t>
                      </a:r>
                    </a:p>
                  </a:txBody>
                  <a:tcPr marL="58780" marR="122458" marT="61229" marB="61229" anchor="ctr"/>
                </a:tc>
                <a:tc>
                  <a:txBody>
                    <a:bodyPr/>
                    <a:lstStyle/>
                    <a:p>
                      <a:pPr algn="ctr" fontAlgn="base" latinLnBrk="0">
                        <a:lnSpc>
                          <a:spcPct val="114000"/>
                        </a:lnSpc>
                        <a:buNone/>
                      </a:pPr>
                      <a:r>
                        <a:rPr lang="en-US" altLang="zh-CN" sz="1600" b="1" dirty="0">
                          <a:effectLst/>
                          <a:latin typeface="Microsoft YaHei" panose="020B0503020204020204" pitchFamily="34" charset="-122"/>
                          <a:ea typeface="Microsoft YaHei" panose="020B0503020204020204" pitchFamily="34" charset="-122"/>
                        </a:rPr>
                        <a:t>3</a:t>
                      </a:r>
                      <a:r>
                        <a:rPr lang="zh-CN" altLang="en-US" sz="1600" b="1" dirty="0">
                          <a:effectLst/>
                          <a:latin typeface="Microsoft YaHei" panose="020B0503020204020204" pitchFamily="34" charset="-122"/>
                          <a:ea typeface="Microsoft YaHei" panose="020B0503020204020204" pitchFamily="34" charset="-122"/>
                        </a:rPr>
                        <a:t>个残差块</a:t>
                      </a:r>
                      <a:br>
                        <a:rPr lang="zh-CN" altLang="en-US" sz="1600" b="1" dirty="0">
                          <a:effectLst/>
                          <a:latin typeface="Microsoft YaHei" panose="020B0503020204020204" pitchFamily="34" charset="-122"/>
                          <a:ea typeface="Microsoft YaHei" panose="020B0503020204020204" pitchFamily="34" charset="-122"/>
                        </a:rPr>
                      </a:br>
                      <a:r>
                        <a:rPr lang="zh-CN" altLang="en-US" sz="1600" b="1" dirty="0">
                          <a:effectLst/>
                          <a:latin typeface="Microsoft YaHei" panose="020B0503020204020204" pitchFamily="34" charset="-122"/>
                          <a:ea typeface="Microsoft YaHei" panose="020B0503020204020204" pitchFamily="34" charset="-122"/>
                        </a:rPr>
                        <a:t>​每个是瓶颈块，共</a:t>
                      </a:r>
                      <a:r>
                        <a:rPr lang="en-US" altLang="zh-CN" sz="1600" b="1" dirty="0">
                          <a:effectLst/>
                          <a:latin typeface="Microsoft YaHei" panose="020B0503020204020204" pitchFamily="34" charset="-122"/>
                          <a:ea typeface="Microsoft YaHei" panose="020B0503020204020204" pitchFamily="34" charset="-122"/>
                        </a:rPr>
                        <a:t>2048</a:t>
                      </a:r>
                      <a:r>
                        <a:rPr lang="zh-CN" altLang="en-US" sz="1600" b="1" dirty="0">
                          <a:effectLst/>
                          <a:latin typeface="Microsoft YaHei" panose="020B0503020204020204" pitchFamily="34" charset="-122"/>
                          <a:ea typeface="Microsoft YaHei" panose="020B0503020204020204" pitchFamily="34" charset="-122"/>
                        </a:rPr>
                        <a:t>维</a:t>
                      </a:r>
                    </a:p>
                  </a:txBody>
                  <a:tcPr marL="58780" marR="122458" marT="61229" marB="61229" anchor="ctr"/>
                </a:tc>
                <a:extLst>
                  <a:ext uri="{0D108BD9-81ED-4DB2-BD59-A6C34878D82A}">
                    <a16:rowId xmlns:a16="http://schemas.microsoft.com/office/drawing/2014/main" val="360463721"/>
                  </a:ext>
                </a:extLst>
              </a:tr>
              <a:tr h="607657">
                <a:tc>
                  <a:txBody>
                    <a:bodyPr/>
                    <a:lstStyle/>
                    <a:p>
                      <a:pPr marL="0" algn="ctr" defTabSz="914400" rtl="0" eaLnBrk="1" fontAlgn="base" latinLnBrk="0" hangingPunct="1">
                        <a:lnSpc>
                          <a:spcPct val="114000"/>
                        </a:lnSpc>
                        <a:buNone/>
                      </a:pPr>
                      <a:r>
                        <a:rPr lang="zh-CN" altLang="en-US" sz="1600" b="1" kern="1200" dirty="0">
                          <a:solidFill>
                            <a:schemeClr val="dk1"/>
                          </a:solidFill>
                          <a:effectLst/>
                          <a:latin typeface="Microsoft YaHei" panose="020B0503020204020204" pitchFamily="34" charset="-122"/>
                          <a:ea typeface="Microsoft YaHei" panose="020B0503020204020204" pitchFamily="34" charset="-122"/>
                          <a:cs typeface="+mn-cs"/>
                        </a:rPr>
                        <a:t>​输出层​</a:t>
                      </a:r>
                    </a:p>
                  </a:txBody>
                  <a:tcPr marL="58780" marR="122458" marT="61229" marB="61229" anchor="ctr">
                    <a:solidFill>
                      <a:schemeClr val="accent2">
                        <a:lumMod val="20000"/>
                        <a:lumOff val="80000"/>
                      </a:schemeClr>
                    </a:solidFill>
                  </a:tcPr>
                </a:tc>
                <a:tc>
                  <a:txBody>
                    <a:bodyPr/>
                    <a:lstStyle/>
                    <a:p>
                      <a:pPr marL="0" algn="ctr" defTabSz="914400" rtl="0" eaLnBrk="1" fontAlgn="base" latinLnBrk="0" hangingPunct="1">
                        <a:lnSpc>
                          <a:spcPct val="114000"/>
                        </a:lnSpc>
                        <a:buNone/>
                      </a:pPr>
                      <a:r>
                        <a:rPr lang="en-US" sz="1600" b="1" kern="1200" dirty="0">
                          <a:solidFill>
                            <a:schemeClr val="dk1"/>
                          </a:solidFill>
                          <a:effectLst/>
                          <a:latin typeface="Microsoft YaHei" panose="020B0503020204020204" pitchFamily="34" charset="-122"/>
                          <a:ea typeface="Microsoft YaHei" panose="020B0503020204020204" pitchFamily="34" charset="-122"/>
                          <a:cs typeface="+mn-cs"/>
                        </a:rPr>
                        <a:t>1x1</a:t>
                      </a:r>
                    </a:p>
                  </a:txBody>
                  <a:tcPr marL="58780" marR="122458" marT="61229" marB="61229" anchor="ctr">
                    <a:solidFill>
                      <a:schemeClr val="accent2">
                        <a:lumMod val="20000"/>
                        <a:lumOff val="80000"/>
                      </a:schemeClr>
                    </a:solidFill>
                  </a:tcPr>
                </a:tc>
                <a:tc gridSpan="5">
                  <a:txBody>
                    <a:bodyPr/>
                    <a:lstStyle/>
                    <a:p>
                      <a:pPr marL="0" algn="ctr" defTabSz="914400" rtl="0" eaLnBrk="1" fontAlgn="base" latinLnBrk="0" hangingPunct="1">
                        <a:lnSpc>
                          <a:spcPct val="114000"/>
                        </a:lnSpc>
                        <a:buNone/>
                      </a:pPr>
                      <a:r>
                        <a:rPr lang="en-US" sz="1600" b="1" kern="1200" dirty="0">
                          <a:solidFill>
                            <a:schemeClr val="dk1"/>
                          </a:solidFill>
                          <a:effectLst/>
                          <a:latin typeface="Microsoft YaHei" panose="020B0503020204020204" pitchFamily="34" charset="-122"/>
                          <a:ea typeface="Microsoft YaHei" panose="020B0503020204020204" pitchFamily="34" charset="-122"/>
                          <a:cs typeface="+mn-cs"/>
                        </a:rPr>
                        <a:t>\multicolumn{5}{c</a:t>
                      </a:r>
                      <a:r>
                        <a:rPr lang="en-US" altLang="zh-CN" sz="1600" b="1" kern="1200" dirty="0">
                          <a:solidFill>
                            <a:schemeClr val="dk1"/>
                          </a:solidFill>
                          <a:effectLst/>
                          <a:latin typeface="Microsoft YaHei" panose="020B0503020204020204" pitchFamily="34" charset="-122"/>
                          <a:ea typeface="Microsoft YaHei" panose="020B0503020204020204" pitchFamily="34" charset="-122"/>
                          <a:cs typeface="+mn-cs"/>
                        </a:rPr>
                        <a:t>}{</a:t>
                      </a:r>
                      <a:r>
                        <a:rPr lang="zh-CN" altLang="en-US" sz="1600" b="1" kern="1200" dirty="0">
                          <a:solidFill>
                            <a:schemeClr val="dk1"/>
                          </a:solidFill>
                          <a:effectLst/>
                          <a:latin typeface="Microsoft YaHei" panose="020B0503020204020204" pitchFamily="34" charset="-122"/>
                          <a:ea typeface="Microsoft YaHei" panose="020B0503020204020204" pitchFamily="34" charset="-122"/>
                          <a:cs typeface="+mn-cs"/>
                        </a:rPr>
                        <a:t>全局平均池化 </a:t>
                      </a:r>
                      <a:r>
                        <a:rPr lang="en-US" altLang="zh-CN" sz="1600" b="1" kern="1200" dirty="0">
                          <a:solidFill>
                            <a:schemeClr val="dk1"/>
                          </a:solidFill>
                          <a:effectLst/>
                          <a:latin typeface="Microsoft YaHei" panose="020B0503020204020204" pitchFamily="34" charset="-122"/>
                          <a:ea typeface="Microsoft YaHei" panose="020B0503020204020204" pitchFamily="34" charset="-122"/>
                          <a:cs typeface="+mn-cs"/>
                        </a:rPr>
                        <a:t>-&gt; 1000</a:t>
                      </a:r>
                      <a:r>
                        <a:rPr lang="zh-CN" altLang="en-US" sz="1600" b="1" kern="1200" dirty="0">
                          <a:solidFill>
                            <a:schemeClr val="dk1"/>
                          </a:solidFill>
                          <a:effectLst/>
                          <a:latin typeface="Microsoft YaHei" panose="020B0503020204020204" pitchFamily="34" charset="-122"/>
                          <a:ea typeface="Microsoft YaHei" panose="020B0503020204020204" pitchFamily="34" charset="-122"/>
                          <a:cs typeface="+mn-cs"/>
                        </a:rPr>
                        <a:t>维全连接层 </a:t>
                      </a:r>
                      <a:r>
                        <a:rPr lang="en-US" altLang="zh-CN" sz="1600" b="1" kern="1200" dirty="0">
                          <a:solidFill>
                            <a:schemeClr val="dk1"/>
                          </a:solidFill>
                          <a:effectLst/>
                          <a:latin typeface="Microsoft YaHei" panose="020B0503020204020204" pitchFamily="34" charset="-122"/>
                          <a:ea typeface="Microsoft YaHei" panose="020B0503020204020204" pitchFamily="34" charset="-122"/>
                          <a:cs typeface="+mn-cs"/>
                        </a:rPr>
                        <a:t>-&gt; </a:t>
                      </a:r>
                      <a:r>
                        <a:rPr lang="en-US" sz="1600" b="1" kern="1200" dirty="0" err="1">
                          <a:solidFill>
                            <a:schemeClr val="dk1"/>
                          </a:solidFill>
                          <a:effectLst/>
                          <a:latin typeface="Microsoft YaHei" panose="020B0503020204020204" pitchFamily="34" charset="-122"/>
                          <a:ea typeface="Microsoft YaHei" panose="020B0503020204020204" pitchFamily="34" charset="-122"/>
                          <a:cs typeface="+mn-cs"/>
                        </a:rPr>
                        <a:t>Softmax</a:t>
                      </a:r>
                      <a:r>
                        <a:rPr lang="en-US" sz="1600" b="1" kern="1200" dirty="0">
                          <a:solidFill>
                            <a:schemeClr val="dk1"/>
                          </a:solidFill>
                          <a:effectLst/>
                          <a:latin typeface="Microsoft YaHei" panose="020B0503020204020204" pitchFamily="34" charset="-122"/>
                          <a:ea typeface="Microsoft YaHei" panose="020B0503020204020204" pitchFamily="34" charset="-122"/>
                          <a:cs typeface="+mn-cs"/>
                        </a:rPr>
                        <a:t>}</a:t>
                      </a:r>
                    </a:p>
                  </a:txBody>
                  <a:tcPr marL="58780" marR="122458" marT="61229" marB="61229" anchor="ctr">
                    <a:solidFill>
                      <a:schemeClr val="accent2">
                        <a:lumMod val="20000"/>
                        <a:lumOff val="80000"/>
                      </a:schemeClr>
                    </a:solidFill>
                  </a:tcPr>
                </a:tc>
                <a:tc hMerge="1">
                  <a:txBody>
                    <a:bodyPr/>
                    <a:lstStyle/>
                    <a:p>
                      <a:endParaRPr/>
                    </a:p>
                  </a:txBody>
                  <a:tcPr marL="58780" marR="122458" marT="61229" marB="61229" anchor="ctr">
                    <a:lnL>
                      <a:noFill/>
                    </a:lnL>
                    <a:lnR>
                      <a:noFill/>
                    </a:lnR>
                    <a:lnT>
                      <a:noFill/>
                    </a:lnT>
                    <a:lnB>
                      <a:noFill/>
                    </a:lnB>
                    <a:noFill/>
                  </a:tcPr>
                </a:tc>
                <a:tc hMerge="1">
                  <a:txBody>
                    <a:bodyPr/>
                    <a:lstStyle/>
                    <a:p>
                      <a:endParaRPr lang="zh-CN" altLang="en-US" sz="1200" dirty="0"/>
                    </a:p>
                  </a:txBody>
                  <a:tcPr marL="58780" marR="58780" marT="29390" marB="29390">
                    <a:lnL>
                      <a:noFill/>
                    </a:lnL>
                    <a:lnT>
                      <a:noFill/>
                    </a:lnT>
                  </a:tcPr>
                </a:tc>
                <a:tc hMerge="1">
                  <a:txBody>
                    <a:bodyPr/>
                    <a:lstStyle/>
                    <a:p>
                      <a:endParaRPr lang="zh-CN" altLang="en-US" sz="1200" dirty="0"/>
                    </a:p>
                  </a:txBody>
                  <a:tcPr marL="58780" marR="58780" marT="29390" marB="29390">
                    <a:lnT>
                      <a:noFill/>
                    </a:lnT>
                  </a:tcPr>
                </a:tc>
                <a:tc hMerge="1">
                  <a:txBody>
                    <a:bodyPr/>
                    <a:lstStyle/>
                    <a:p>
                      <a:endParaRPr lang="zh-CN" altLang="en-US" sz="1200" dirty="0"/>
                    </a:p>
                  </a:txBody>
                  <a:tcPr marL="58780" marR="58780" marT="29390" marB="29390">
                    <a:lnT>
                      <a:noFill/>
                    </a:lnT>
                  </a:tcPr>
                </a:tc>
                <a:extLst>
                  <a:ext uri="{0D108BD9-81ED-4DB2-BD59-A6C34878D82A}">
                    <a16:rowId xmlns:a16="http://schemas.microsoft.com/office/drawing/2014/main" val="831205803"/>
                  </a:ext>
                </a:extLst>
              </a:tr>
            </a:tbl>
          </a:graphicData>
        </a:graphic>
      </p:graphicFrame>
    </p:spTree>
    <p:custDataLst>
      <p:tags r:id="rId1"/>
    </p:custDataLst>
    <p:extLst>
      <p:ext uri="{BB962C8B-B14F-4D97-AF65-F5344CB8AC3E}">
        <p14:creationId xmlns:p14="http://schemas.microsoft.com/office/powerpoint/2010/main" val="39821489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AE1E70-0C1D-1F33-23D0-C4A320A56803}"/>
            </a:ext>
          </a:extLst>
        </p:cNvPr>
        <p:cNvGrpSpPr/>
        <p:nvPr/>
      </p:nvGrpSpPr>
      <p:grpSpPr>
        <a:xfrm>
          <a:off x="0" y="0"/>
          <a:ext cx="0" cy="0"/>
          <a:chOff x="0" y="0"/>
          <a:chExt cx="0" cy="0"/>
        </a:xfrm>
      </p:grpSpPr>
      <p:sp>
        <p:nvSpPr>
          <p:cNvPr id="121" name="标题 11">
            <a:extLst>
              <a:ext uri="{FF2B5EF4-FFF2-40B4-BE49-F238E27FC236}">
                <a16:creationId xmlns:a16="http://schemas.microsoft.com/office/drawing/2014/main" id="{C9642245-1665-1EF7-DB07-58B9ECD5D1C1}"/>
              </a:ext>
            </a:extLst>
          </p:cNvPr>
          <p:cNvSpPr txBox="1"/>
          <p:nvPr>
            <p:custDataLst>
              <p:tags r:id="rId2"/>
            </p:custDataLst>
          </p:nvPr>
        </p:nvSpPr>
        <p:spPr bwMode="auto">
          <a:xfrm>
            <a:off x="1219099" y="179835"/>
            <a:ext cx="10972901" cy="535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spAutoFit/>
          </a:bodyPr>
          <a:lstStyle>
            <a:lvl1pPr algn="l" rtl="0" eaLnBrk="0" fontAlgn="base" hangingPunct="0">
              <a:lnSpc>
                <a:spcPct val="90000"/>
              </a:lnSpc>
              <a:spcBef>
                <a:spcPct val="0"/>
              </a:spcBef>
              <a:spcAft>
                <a:spcPct val="0"/>
              </a:spcAft>
              <a:defRPr lang="zh-CN" altLang="en-US" sz="3600" b="1" kern="1200" baseline="0">
                <a:solidFill>
                  <a:schemeClr val="tx1"/>
                </a:solidFill>
                <a:latin typeface="微软雅黑" panose="020B0503020204020204" pitchFamily="34" charset="-122"/>
                <a:ea typeface="微软雅黑" panose="020B0503020204020204" pitchFamily="34" charset="-122"/>
                <a:cs typeface="+mn-cs"/>
              </a:defRPr>
            </a:lvl1pPr>
            <a:lvl2pPr algn="l" rtl="0" eaLnBrk="0" fontAlgn="base" hangingPunct="0">
              <a:lnSpc>
                <a:spcPct val="90000"/>
              </a:lnSpc>
              <a:spcBef>
                <a:spcPct val="0"/>
              </a:spcBef>
              <a:spcAft>
                <a:spcPct val="0"/>
              </a:spcAft>
              <a:defRPr sz="440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2pPr>
            <a:lvl3pPr algn="l" rtl="0" eaLnBrk="0" fontAlgn="base" hangingPunct="0">
              <a:lnSpc>
                <a:spcPct val="90000"/>
              </a:lnSpc>
              <a:spcBef>
                <a:spcPct val="0"/>
              </a:spcBef>
              <a:spcAft>
                <a:spcPct val="0"/>
              </a:spcAft>
              <a:defRPr sz="440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3pPr>
            <a:lvl4pPr algn="l" rtl="0" eaLnBrk="0" fontAlgn="base" hangingPunct="0">
              <a:lnSpc>
                <a:spcPct val="90000"/>
              </a:lnSpc>
              <a:spcBef>
                <a:spcPct val="0"/>
              </a:spcBef>
              <a:spcAft>
                <a:spcPct val="0"/>
              </a:spcAft>
              <a:defRPr sz="440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4pPr>
            <a:lvl5pPr algn="l" rtl="0" eaLnBrk="0" fontAlgn="base" hangingPunct="0">
              <a:lnSpc>
                <a:spcPct val="90000"/>
              </a:lnSpc>
              <a:spcBef>
                <a:spcPct val="0"/>
              </a:spcBef>
              <a:spcAft>
                <a:spcPct val="0"/>
              </a:spcAft>
              <a:defRPr sz="440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5pPr>
            <a:lvl6pPr marL="457200" algn="l" rtl="0" fontAlgn="base">
              <a:lnSpc>
                <a:spcPct val="90000"/>
              </a:lnSpc>
              <a:spcBef>
                <a:spcPct val="0"/>
              </a:spcBef>
              <a:spcAft>
                <a:spcPct val="0"/>
              </a:spcAft>
              <a:defRPr sz="4400">
                <a:solidFill>
                  <a:schemeClr val="tx1"/>
                </a:solidFill>
                <a:latin typeface="Century Gothic" panose="020B0502020202020204" pitchFamily="34" charset="0"/>
                <a:ea typeface="微软雅黑" panose="020B0503020204020204" pitchFamily="34" charset="-122"/>
              </a:defRPr>
            </a:lvl6pPr>
            <a:lvl7pPr marL="914400" algn="l" rtl="0" fontAlgn="base">
              <a:lnSpc>
                <a:spcPct val="90000"/>
              </a:lnSpc>
              <a:spcBef>
                <a:spcPct val="0"/>
              </a:spcBef>
              <a:spcAft>
                <a:spcPct val="0"/>
              </a:spcAft>
              <a:defRPr sz="4400">
                <a:solidFill>
                  <a:schemeClr val="tx1"/>
                </a:solidFill>
                <a:latin typeface="Century Gothic" panose="020B0502020202020204" pitchFamily="34" charset="0"/>
                <a:ea typeface="微软雅黑" panose="020B0503020204020204" pitchFamily="34" charset="-122"/>
              </a:defRPr>
            </a:lvl7pPr>
            <a:lvl8pPr marL="1371600" algn="l" rtl="0" fontAlgn="base">
              <a:lnSpc>
                <a:spcPct val="90000"/>
              </a:lnSpc>
              <a:spcBef>
                <a:spcPct val="0"/>
              </a:spcBef>
              <a:spcAft>
                <a:spcPct val="0"/>
              </a:spcAft>
              <a:defRPr sz="4400">
                <a:solidFill>
                  <a:schemeClr val="tx1"/>
                </a:solidFill>
                <a:latin typeface="Century Gothic" panose="020B0502020202020204" pitchFamily="34" charset="0"/>
                <a:ea typeface="微软雅黑" panose="020B0503020204020204" pitchFamily="34" charset="-122"/>
              </a:defRPr>
            </a:lvl8pPr>
            <a:lvl9pPr marL="1828800" algn="l" rtl="0" fontAlgn="base">
              <a:lnSpc>
                <a:spcPct val="90000"/>
              </a:lnSpc>
              <a:spcBef>
                <a:spcPct val="0"/>
              </a:spcBef>
              <a:spcAft>
                <a:spcPct val="0"/>
              </a:spcAft>
              <a:defRPr sz="4400">
                <a:solidFill>
                  <a:schemeClr val="tx1"/>
                </a:solidFill>
                <a:latin typeface="Century Gothic" panose="020B0502020202020204" pitchFamily="34" charset="0"/>
                <a:ea typeface="微软雅黑" panose="020B0503020204020204" pitchFamily="34" charset="-122"/>
              </a:defRPr>
            </a:lvl9pPr>
          </a:lstStyle>
          <a:p>
            <a:pPr>
              <a:defRPr/>
            </a:pPr>
            <a:r>
              <a:rPr lang="en-US" altLang="zh-CN" sz="3200" kern="0" spc="-150" dirty="0" err="1">
                <a:gradFill>
                  <a:gsLst>
                    <a:gs pos="0">
                      <a:srgbClr val="7D1E2E"/>
                    </a:gs>
                    <a:gs pos="100000">
                      <a:srgbClr val="0070C0"/>
                    </a:gs>
                  </a:gsLst>
                  <a:lin ang="2700000" scaled="0"/>
                </a:gradFill>
                <a:latin typeface="Microsoft YaHei" panose="020B0503020204020204" pitchFamily="34" charset="-122"/>
                <a:ea typeface="Microsoft YaHei" panose="020B0503020204020204" pitchFamily="34" charset="-122"/>
                <a:cs typeface="Times New Roman" panose="02020603050405020304" pitchFamily="18" charset="0"/>
              </a:rPr>
              <a:t>ResNet</a:t>
            </a:r>
            <a:r>
              <a:rPr lang="zh-CN" altLang="en-US" sz="3200" kern="0" spc="-150" dirty="0">
                <a:gradFill>
                  <a:gsLst>
                    <a:gs pos="0">
                      <a:srgbClr val="7D1E2E"/>
                    </a:gs>
                    <a:gs pos="100000">
                      <a:srgbClr val="0070C0"/>
                    </a:gs>
                  </a:gsLst>
                  <a:lin ang="2700000" scaled="0"/>
                </a:gradFill>
                <a:latin typeface="Microsoft YaHei" panose="020B0503020204020204" pitchFamily="34" charset="-122"/>
                <a:ea typeface="Microsoft YaHei" panose="020B0503020204020204" pitchFamily="34" charset="-122"/>
                <a:cs typeface="Times New Roman" panose="02020603050405020304" pitchFamily="18" charset="0"/>
              </a:rPr>
              <a:t>网络</a:t>
            </a:r>
            <a:r>
              <a:rPr lang="en-US" altLang="zh-CN" sz="3200" kern="0" spc="-150" dirty="0">
                <a:gradFill>
                  <a:gsLst>
                    <a:gs pos="0">
                      <a:srgbClr val="7D1E2E"/>
                    </a:gs>
                    <a:gs pos="100000">
                      <a:srgbClr val="0070C0"/>
                    </a:gs>
                  </a:gsLst>
                  <a:lin ang="2700000" scaled="0"/>
                </a:gradFill>
                <a:latin typeface="Microsoft YaHei" panose="020B0503020204020204" pitchFamily="34" charset="-122"/>
                <a:ea typeface="Microsoft YaHei" panose="020B0503020204020204" pitchFamily="34" charset="-122"/>
                <a:cs typeface="Times New Roman" panose="02020603050405020304" pitchFamily="18" charset="0"/>
              </a:rPr>
              <a:t>-</a:t>
            </a:r>
            <a:r>
              <a:rPr lang="zh-CN" altLang="en-US" sz="3200" kern="0" spc="-150" dirty="0">
                <a:gradFill>
                  <a:gsLst>
                    <a:gs pos="0">
                      <a:srgbClr val="7D1E2E"/>
                    </a:gs>
                    <a:gs pos="100000">
                      <a:srgbClr val="0070C0"/>
                    </a:gs>
                  </a:gsLst>
                  <a:lin ang="2700000" scaled="0"/>
                </a:gradFill>
                <a:latin typeface="Microsoft YaHei" panose="020B0503020204020204" pitchFamily="34" charset="-122"/>
                <a:ea typeface="Microsoft YaHei" panose="020B0503020204020204" pitchFamily="34" charset="-122"/>
                <a:cs typeface="Times New Roman" panose="02020603050405020304" pitchFamily="18" charset="0"/>
              </a:rPr>
              <a:t>代码详解</a:t>
            </a:r>
          </a:p>
        </p:txBody>
      </p:sp>
      <p:pic>
        <p:nvPicPr>
          <p:cNvPr id="5" name="图片 4">
            <a:extLst>
              <a:ext uri="{FF2B5EF4-FFF2-40B4-BE49-F238E27FC236}">
                <a16:creationId xmlns:a16="http://schemas.microsoft.com/office/drawing/2014/main" id="{A7E54736-A493-5C2C-E6D4-A02C37B50923}"/>
              </a:ext>
            </a:extLst>
          </p:cNvPr>
          <p:cNvPicPr>
            <a:picLocks noChangeAspect="1"/>
          </p:cNvPicPr>
          <p:nvPr/>
        </p:nvPicPr>
        <p:blipFill>
          <a:blip r:embed="rId5"/>
          <a:stretch>
            <a:fillRect/>
          </a:stretch>
        </p:blipFill>
        <p:spPr>
          <a:xfrm>
            <a:off x="364171" y="818200"/>
            <a:ext cx="7326887" cy="5859965"/>
          </a:xfrm>
          <a:prstGeom prst="rect">
            <a:avLst/>
          </a:prstGeom>
        </p:spPr>
      </p:pic>
      <p:sp>
        <p:nvSpPr>
          <p:cNvPr id="7" name="圆角矩形标注 6">
            <a:extLst>
              <a:ext uri="{FF2B5EF4-FFF2-40B4-BE49-F238E27FC236}">
                <a16:creationId xmlns:a16="http://schemas.microsoft.com/office/drawing/2014/main" id="{4E04451C-CA4F-8D53-4C24-F66AABCEA077}"/>
              </a:ext>
            </a:extLst>
          </p:cNvPr>
          <p:cNvSpPr/>
          <p:nvPr/>
        </p:nvSpPr>
        <p:spPr>
          <a:xfrm>
            <a:off x="8859768" y="1474964"/>
            <a:ext cx="2311245" cy="886351"/>
          </a:xfrm>
          <a:prstGeom prst="wedgeRoundRectCallout">
            <a:avLst>
              <a:gd name="adj1" fmla="val -94605"/>
              <a:gd name="adj2" fmla="val 1583"/>
              <a:gd name="adj3" fmla="val 16667"/>
            </a:avLst>
          </a:prstGeom>
          <a:solidFill>
            <a:srgbClr val="C00000">
              <a:alpha val="80000"/>
            </a:srgbClr>
          </a:solidFill>
          <a:ln>
            <a:noFill/>
            <a:prstDash val="dash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2400" b="1" dirty="0"/>
              <a:t>定义网络结构</a:t>
            </a:r>
          </a:p>
        </p:txBody>
      </p:sp>
      <p:sp>
        <p:nvSpPr>
          <p:cNvPr id="8" name="圆角矩形标注 7">
            <a:extLst>
              <a:ext uri="{FF2B5EF4-FFF2-40B4-BE49-F238E27FC236}">
                <a16:creationId xmlns:a16="http://schemas.microsoft.com/office/drawing/2014/main" id="{A6A704D9-0649-26BD-6700-687030D80C96}"/>
              </a:ext>
            </a:extLst>
          </p:cNvPr>
          <p:cNvSpPr/>
          <p:nvPr/>
        </p:nvSpPr>
        <p:spPr>
          <a:xfrm>
            <a:off x="8914931" y="5722012"/>
            <a:ext cx="2311245" cy="886351"/>
          </a:xfrm>
          <a:prstGeom prst="wedgeRoundRectCallout">
            <a:avLst>
              <a:gd name="adj1" fmla="val -97761"/>
              <a:gd name="adj2" fmla="val -35758"/>
              <a:gd name="adj3" fmla="val 16667"/>
            </a:avLst>
          </a:prstGeom>
          <a:solidFill>
            <a:srgbClr val="C00000">
              <a:alpha val="80000"/>
            </a:srgbClr>
          </a:solidFill>
          <a:ln>
            <a:noFill/>
            <a:prstDash val="dash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2400" b="1" dirty="0"/>
              <a:t>执行网络流程</a:t>
            </a:r>
          </a:p>
        </p:txBody>
      </p:sp>
      <p:sp>
        <p:nvSpPr>
          <p:cNvPr id="9" name="圆角矩形 8">
            <a:extLst>
              <a:ext uri="{FF2B5EF4-FFF2-40B4-BE49-F238E27FC236}">
                <a16:creationId xmlns:a16="http://schemas.microsoft.com/office/drawing/2014/main" id="{59B63875-170C-8608-343A-BF9A65294B84}"/>
              </a:ext>
            </a:extLst>
          </p:cNvPr>
          <p:cNvSpPr/>
          <p:nvPr/>
        </p:nvSpPr>
        <p:spPr>
          <a:xfrm>
            <a:off x="1020987" y="1500419"/>
            <a:ext cx="6799096" cy="2404013"/>
          </a:xfrm>
          <a:prstGeom prst="roundRect">
            <a:avLst>
              <a:gd name="adj" fmla="val 1732"/>
            </a:avLst>
          </a:prstGeom>
          <a:noFill/>
          <a:ln w="19050">
            <a:solidFill>
              <a:srgbClr val="C00000"/>
            </a:solidFill>
            <a:prstDash val="dash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 name="圆角矩形 9">
            <a:extLst>
              <a:ext uri="{FF2B5EF4-FFF2-40B4-BE49-F238E27FC236}">
                <a16:creationId xmlns:a16="http://schemas.microsoft.com/office/drawing/2014/main" id="{D6F75A43-BE17-31C1-4A92-DE3209D52ABB}"/>
              </a:ext>
            </a:extLst>
          </p:cNvPr>
          <p:cNvSpPr/>
          <p:nvPr/>
        </p:nvSpPr>
        <p:spPr>
          <a:xfrm>
            <a:off x="1020987" y="4007266"/>
            <a:ext cx="6799096" cy="2601097"/>
          </a:xfrm>
          <a:prstGeom prst="roundRect">
            <a:avLst>
              <a:gd name="adj" fmla="val 1732"/>
            </a:avLst>
          </a:prstGeom>
          <a:noFill/>
          <a:ln w="19050">
            <a:solidFill>
              <a:srgbClr val="C00000"/>
            </a:solidFill>
            <a:prstDash val="dash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4098" name="Picture 2">
            <a:extLst>
              <a:ext uri="{FF2B5EF4-FFF2-40B4-BE49-F238E27FC236}">
                <a16:creationId xmlns:a16="http://schemas.microsoft.com/office/drawing/2014/main" id="{D2D06621-67F8-B276-3FAE-76B47E60CEF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27614" y="4042898"/>
            <a:ext cx="3242657" cy="2529831"/>
          </a:xfrm>
          <a:prstGeom prst="rect">
            <a:avLst/>
          </a:prstGeom>
          <a:noFill/>
          <a:extLst>
            <a:ext uri="{909E8E84-426E-40DD-AFC4-6F175D3DCCD1}">
              <a14:hiddenFill xmlns:a14="http://schemas.microsoft.com/office/drawing/2010/main">
                <a:solidFill>
                  <a:srgbClr val="FFFFFF"/>
                </a:solidFill>
              </a14:hiddenFill>
            </a:ext>
          </a:extLst>
        </p:spPr>
      </p:pic>
      <p:pic>
        <p:nvPicPr>
          <p:cNvPr id="12" name="图片 11">
            <a:extLst>
              <a:ext uri="{FF2B5EF4-FFF2-40B4-BE49-F238E27FC236}">
                <a16:creationId xmlns:a16="http://schemas.microsoft.com/office/drawing/2014/main" id="{A4FAB2F0-6B6A-1DDD-087D-34B7D65AE8A9}"/>
              </a:ext>
            </a:extLst>
          </p:cNvPr>
          <p:cNvPicPr>
            <a:picLocks noChangeAspect="1"/>
          </p:cNvPicPr>
          <p:nvPr/>
        </p:nvPicPr>
        <p:blipFill>
          <a:blip r:embed="rId7"/>
          <a:stretch>
            <a:fillRect/>
          </a:stretch>
        </p:blipFill>
        <p:spPr>
          <a:xfrm>
            <a:off x="8124648" y="2600117"/>
            <a:ext cx="3781483" cy="884522"/>
          </a:xfrm>
          <a:prstGeom prst="rect">
            <a:avLst/>
          </a:prstGeom>
        </p:spPr>
      </p:pic>
      <p:sp>
        <p:nvSpPr>
          <p:cNvPr id="14" name="文本框 13">
            <a:extLst>
              <a:ext uri="{FF2B5EF4-FFF2-40B4-BE49-F238E27FC236}">
                <a16:creationId xmlns:a16="http://schemas.microsoft.com/office/drawing/2014/main" id="{38BCF83A-1B53-AF51-C600-D939F8677ADA}"/>
              </a:ext>
            </a:extLst>
          </p:cNvPr>
          <p:cNvSpPr txBox="1"/>
          <p:nvPr/>
        </p:nvSpPr>
        <p:spPr>
          <a:xfrm>
            <a:off x="8307668" y="3748182"/>
            <a:ext cx="3520161" cy="1446550"/>
          </a:xfrm>
          <a:prstGeom prst="rect">
            <a:avLst/>
          </a:prstGeom>
          <a:noFill/>
        </p:spPr>
        <p:txBody>
          <a:bodyPr wrap="square">
            <a:spAutoFit/>
          </a:bodyPr>
          <a:lstStyle/>
          <a:p>
            <a:pPr marL="342900" indent="-342900">
              <a:buFont typeface="Wingdings" pitchFamily="2" charset="2"/>
              <a:buChar char="n"/>
            </a:pPr>
            <a:r>
              <a:rPr lang="zh-CN" altLang="en-US" sz="2200" b="1" dirty="0">
                <a:latin typeface="Microsoft YaHei" panose="020B0503020204020204" pitchFamily="34" charset="-122"/>
                <a:ea typeface="Microsoft YaHei" panose="020B0503020204020204" pitchFamily="34" charset="-122"/>
              </a:rPr>
              <a:t>经典深度网络开源地址：</a:t>
            </a:r>
            <a:r>
              <a:rPr lang="en-US" altLang="zh-CN" sz="2200" b="1" dirty="0">
                <a:latin typeface="Microsoft YaHei" panose="020B0503020204020204" pitchFamily="34" charset="-122"/>
                <a:ea typeface="Microsoft YaHei" panose="020B0503020204020204" pitchFamily="34" charset="-122"/>
                <a:hlinkClick r:id="rId8"/>
              </a:rPr>
              <a:t>https://github.com/Cadene/pretrained-models.pytorch</a:t>
            </a:r>
            <a:r>
              <a:rPr lang="zh-CN" altLang="en-US" sz="2200" b="1" dirty="0">
                <a:latin typeface="Microsoft YaHei" panose="020B0503020204020204" pitchFamily="34" charset="-122"/>
                <a:ea typeface="Microsoft YaHei" panose="020B0503020204020204" pitchFamily="34" charset="-122"/>
              </a:rPr>
              <a:t> </a:t>
            </a:r>
          </a:p>
        </p:txBody>
      </p:sp>
    </p:spTree>
    <p:custDataLst>
      <p:tags r:id="rId1"/>
    </p:custDataLst>
    <p:extLst>
      <p:ext uri="{BB962C8B-B14F-4D97-AF65-F5344CB8AC3E}">
        <p14:creationId xmlns:p14="http://schemas.microsoft.com/office/powerpoint/2010/main" val="41263032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152203-661D-F59D-2607-FBD7ADA7DE5D}"/>
            </a:ext>
          </a:extLst>
        </p:cNvPr>
        <p:cNvGrpSpPr/>
        <p:nvPr/>
      </p:nvGrpSpPr>
      <p:grpSpPr>
        <a:xfrm>
          <a:off x="0" y="0"/>
          <a:ext cx="0" cy="0"/>
          <a:chOff x="0" y="0"/>
          <a:chExt cx="0" cy="0"/>
        </a:xfrm>
      </p:grpSpPr>
      <p:sp>
        <p:nvSpPr>
          <p:cNvPr id="121" name="标题 11">
            <a:extLst>
              <a:ext uri="{FF2B5EF4-FFF2-40B4-BE49-F238E27FC236}">
                <a16:creationId xmlns:a16="http://schemas.microsoft.com/office/drawing/2014/main" id="{8BEF8A4D-D6E4-F74F-CB8A-94064DBE22FE}"/>
              </a:ext>
            </a:extLst>
          </p:cNvPr>
          <p:cNvSpPr txBox="1"/>
          <p:nvPr>
            <p:custDataLst>
              <p:tags r:id="rId2"/>
            </p:custDataLst>
          </p:nvPr>
        </p:nvSpPr>
        <p:spPr bwMode="auto">
          <a:xfrm>
            <a:off x="1219099" y="179835"/>
            <a:ext cx="10972901" cy="535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spAutoFit/>
          </a:bodyPr>
          <a:lstStyle>
            <a:lvl1pPr algn="l" rtl="0" eaLnBrk="0" fontAlgn="base" hangingPunct="0">
              <a:lnSpc>
                <a:spcPct val="90000"/>
              </a:lnSpc>
              <a:spcBef>
                <a:spcPct val="0"/>
              </a:spcBef>
              <a:spcAft>
                <a:spcPct val="0"/>
              </a:spcAft>
              <a:defRPr lang="zh-CN" altLang="en-US" sz="3600" b="1" kern="1200" baseline="0">
                <a:solidFill>
                  <a:schemeClr val="tx1"/>
                </a:solidFill>
                <a:latin typeface="微软雅黑" panose="020B0503020204020204" pitchFamily="34" charset="-122"/>
                <a:ea typeface="微软雅黑" panose="020B0503020204020204" pitchFamily="34" charset="-122"/>
                <a:cs typeface="+mn-cs"/>
              </a:defRPr>
            </a:lvl1pPr>
            <a:lvl2pPr algn="l" rtl="0" eaLnBrk="0" fontAlgn="base" hangingPunct="0">
              <a:lnSpc>
                <a:spcPct val="90000"/>
              </a:lnSpc>
              <a:spcBef>
                <a:spcPct val="0"/>
              </a:spcBef>
              <a:spcAft>
                <a:spcPct val="0"/>
              </a:spcAft>
              <a:defRPr sz="440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2pPr>
            <a:lvl3pPr algn="l" rtl="0" eaLnBrk="0" fontAlgn="base" hangingPunct="0">
              <a:lnSpc>
                <a:spcPct val="90000"/>
              </a:lnSpc>
              <a:spcBef>
                <a:spcPct val="0"/>
              </a:spcBef>
              <a:spcAft>
                <a:spcPct val="0"/>
              </a:spcAft>
              <a:defRPr sz="440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3pPr>
            <a:lvl4pPr algn="l" rtl="0" eaLnBrk="0" fontAlgn="base" hangingPunct="0">
              <a:lnSpc>
                <a:spcPct val="90000"/>
              </a:lnSpc>
              <a:spcBef>
                <a:spcPct val="0"/>
              </a:spcBef>
              <a:spcAft>
                <a:spcPct val="0"/>
              </a:spcAft>
              <a:defRPr sz="440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4pPr>
            <a:lvl5pPr algn="l" rtl="0" eaLnBrk="0" fontAlgn="base" hangingPunct="0">
              <a:lnSpc>
                <a:spcPct val="90000"/>
              </a:lnSpc>
              <a:spcBef>
                <a:spcPct val="0"/>
              </a:spcBef>
              <a:spcAft>
                <a:spcPct val="0"/>
              </a:spcAft>
              <a:defRPr sz="440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5pPr>
            <a:lvl6pPr marL="457200" algn="l" rtl="0" fontAlgn="base">
              <a:lnSpc>
                <a:spcPct val="90000"/>
              </a:lnSpc>
              <a:spcBef>
                <a:spcPct val="0"/>
              </a:spcBef>
              <a:spcAft>
                <a:spcPct val="0"/>
              </a:spcAft>
              <a:defRPr sz="4400">
                <a:solidFill>
                  <a:schemeClr val="tx1"/>
                </a:solidFill>
                <a:latin typeface="Century Gothic" panose="020B0502020202020204" pitchFamily="34" charset="0"/>
                <a:ea typeface="微软雅黑" panose="020B0503020204020204" pitchFamily="34" charset="-122"/>
              </a:defRPr>
            </a:lvl6pPr>
            <a:lvl7pPr marL="914400" algn="l" rtl="0" fontAlgn="base">
              <a:lnSpc>
                <a:spcPct val="90000"/>
              </a:lnSpc>
              <a:spcBef>
                <a:spcPct val="0"/>
              </a:spcBef>
              <a:spcAft>
                <a:spcPct val="0"/>
              </a:spcAft>
              <a:defRPr sz="4400">
                <a:solidFill>
                  <a:schemeClr val="tx1"/>
                </a:solidFill>
                <a:latin typeface="Century Gothic" panose="020B0502020202020204" pitchFamily="34" charset="0"/>
                <a:ea typeface="微软雅黑" panose="020B0503020204020204" pitchFamily="34" charset="-122"/>
              </a:defRPr>
            </a:lvl7pPr>
            <a:lvl8pPr marL="1371600" algn="l" rtl="0" fontAlgn="base">
              <a:lnSpc>
                <a:spcPct val="90000"/>
              </a:lnSpc>
              <a:spcBef>
                <a:spcPct val="0"/>
              </a:spcBef>
              <a:spcAft>
                <a:spcPct val="0"/>
              </a:spcAft>
              <a:defRPr sz="4400">
                <a:solidFill>
                  <a:schemeClr val="tx1"/>
                </a:solidFill>
                <a:latin typeface="Century Gothic" panose="020B0502020202020204" pitchFamily="34" charset="0"/>
                <a:ea typeface="微软雅黑" panose="020B0503020204020204" pitchFamily="34" charset="-122"/>
              </a:defRPr>
            </a:lvl8pPr>
            <a:lvl9pPr marL="1828800" algn="l" rtl="0" fontAlgn="base">
              <a:lnSpc>
                <a:spcPct val="90000"/>
              </a:lnSpc>
              <a:spcBef>
                <a:spcPct val="0"/>
              </a:spcBef>
              <a:spcAft>
                <a:spcPct val="0"/>
              </a:spcAft>
              <a:defRPr sz="4400">
                <a:solidFill>
                  <a:schemeClr val="tx1"/>
                </a:solidFill>
                <a:latin typeface="Century Gothic" panose="020B0502020202020204" pitchFamily="34" charset="0"/>
                <a:ea typeface="微软雅黑" panose="020B0503020204020204" pitchFamily="34" charset="-122"/>
              </a:defRPr>
            </a:lvl9pPr>
          </a:lstStyle>
          <a:p>
            <a:pPr>
              <a:defRPr/>
            </a:pPr>
            <a:r>
              <a:rPr lang="en-US" altLang="zh-CN" sz="3200" kern="0" spc="-150" dirty="0" err="1">
                <a:gradFill>
                  <a:gsLst>
                    <a:gs pos="0">
                      <a:srgbClr val="7D1E2E"/>
                    </a:gs>
                    <a:gs pos="100000">
                      <a:srgbClr val="0070C0"/>
                    </a:gs>
                  </a:gsLst>
                  <a:lin ang="2700000" scaled="0"/>
                </a:gradFill>
                <a:latin typeface="Microsoft YaHei" panose="020B0503020204020204" pitchFamily="34" charset="-122"/>
                <a:ea typeface="Microsoft YaHei" panose="020B0503020204020204" pitchFamily="34" charset="-122"/>
                <a:cs typeface="Times New Roman" panose="02020603050405020304" pitchFamily="18" charset="0"/>
              </a:rPr>
              <a:t>DenseNet</a:t>
            </a:r>
            <a:r>
              <a:rPr lang="zh-CN" altLang="en-US" sz="3200" kern="0" spc="-150" dirty="0">
                <a:gradFill>
                  <a:gsLst>
                    <a:gs pos="0">
                      <a:srgbClr val="7D1E2E"/>
                    </a:gs>
                    <a:gs pos="100000">
                      <a:srgbClr val="0070C0"/>
                    </a:gs>
                  </a:gsLst>
                  <a:lin ang="2700000" scaled="0"/>
                </a:gradFill>
                <a:latin typeface="Microsoft YaHei" panose="020B0503020204020204" pitchFamily="34" charset="-122"/>
                <a:ea typeface="Microsoft YaHei" panose="020B0503020204020204" pitchFamily="34" charset="-122"/>
                <a:cs typeface="Times New Roman" panose="02020603050405020304" pitchFamily="18" charset="0"/>
              </a:rPr>
              <a:t>网络</a:t>
            </a:r>
            <a:r>
              <a:rPr lang="en-US" altLang="zh-CN" sz="3200" kern="0" spc="-150" dirty="0">
                <a:gradFill>
                  <a:gsLst>
                    <a:gs pos="0">
                      <a:srgbClr val="7D1E2E"/>
                    </a:gs>
                    <a:gs pos="100000">
                      <a:srgbClr val="0070C0"/>
                    </a:gs>
                  </a:gsLst>
                  <a:lin ang="2700000" scaled="0"/>
                </a:gradFill>
                <a:latin typeface="Microsoft YaHei" panose="020B0503020204020204" pitchFamily="34" charset="-122"/>
                <a:ea typeface="Microsoft YaHei" panose="020B0503020204020204" pitchFamily="34" charset="-122"/>
                <a:cs typeface="Times New Roman" panose="02020603050405020304" pitchFamily="18" charset="0"/>
              </a:rPr>
              <a:t>-</a:t>
            </a:r>
            <a:r>
              <a:rPr lang="zh-CN" altLang="en-US" sz="3200" kern="0" spc="-150" dirty="0">
                <a:gradFill>
                  <a:gsLst>
                    <a:gs pos="0">
                      <a:srgbClr val="7D1E2E"/>
                    </a:gs>
                    <a:gs pos="100000">
                      <a:srgbClr val="0070C0"/>
                    </a:gs>
                  </a:gsLst>
                  <a:lin ang="2700000" scaled="0"/>
                </a:gradFill>
                <a:latin typeface="Microsoft YaHei" panose="020B0503020204020204" pitchFamily="34" charset="-122"/>
                <a:ea typeface="Microsoft YaHei" panose="020B0503020204020204" pitchFamily="34" charset="-122"/>
                <a:cs typeface="Times New Roman" panose="02020603050405020304" pitchFamily="18" charset="0"/>
              </a:rPr>
              <a:t>密集连接</a:t>
            </a:r>
          </a:p>
        </p:txBody>
      </p:sp>
      <p:pic>
        <p:nvPicPr>
          <p:cNvPr id="2" name="图片 1">
            <a:extLst>
              <a:ext uri="{FF2B5EF4-FFF2-40B4-BE49-F238E27FC236}">
                <a16:creationId xmlns:a16="http://schemas.microsoft.com/office/drawing/2014/main" id="{6E519DED-599A-573A-EC4B-E7FB6D52D270}"/>
              </a:ext>
            </a:extLst>
          </p:cNvPr>
          <p:cNvPicPr>
            <a:picLocks noChangeAspect="1"/>
          </p:cNvPicPr>
          <p:nvPr/>
        </p:nvPicPr>
        <p:blipFill>
          <a:blip r:embed="rId5"/>
          <a:stretch>
            <a:fillRect/>
          </a:stretch>
        </p:blipFill>
        <p:spPr>
          <a:xfrm>
            <a:off x="614646" y="4903537"/>
            <a:ext cx="11258063" cy="1655596"/>
          </a:xfrm>
          <a:prstGeom prst="rect">
            <a:avLst/>
          </a:prstGeom>
        </p:spPr>
      </p:pic>
      <p:grpSp>
        <p:nvGrpSpPr>
          <p:cNvPr id="5" name="组合 4">
            <a:extLst>
              <a:ext uri="{FF2B5EF4-FFF2-40B4-BE49-F238E27FC236}">
                <a16:creationId xmlns:a16="http://schemas.microsoft.com/office/drawing/2014/main" id="{F202C45C-D8F9-273E-7EC2-8A8ED18D2C92}"/>
              </a:ext>
            </a:extLst>
          </p:cNvPr>
          <p:cNvGrpSpPr/>
          <p:nvPr/>
        </p:nvGrpSpPr>
        <p:grpSpPr>
          <a:xfrm>
            <a:off x="440742" y="1132673"/>
            <a:ext cx="4053517" cy="3353557"/>
            <a:chOff x="643489" y="1549980"/>
            <a:chExt cx="4053517" cy="3353557"/>
          </a:xfrm>
        </p:grpSpPr>
        <p:pic>
          <p:nvPicPr>
            <p:cNvPr id="3" name="图片 2">
              <a:extLst>
                <a:ext uri="{FF2B5EF4-FFF2-40B4-BE49-F238E27FC236}">
                  <a16:creationId xmlns:a16="http://schemas.microsoft.com/office/drawing/2014/main" id="{3C9E5435-EC08-D6AA-0F31-5D38E36B5A9D}"/>
                </a:ext>
              </a:extLst>
            </p:cNvPr>
            <p:cNvPicPr>
              <a:picLocks noChangeAspect="1"/>
            </p:cNvPicPr>
            <p:nvPr/>
          </p:nvPicPr>
          <p:blipFill>
            <a:blip r:embed="rId6"/>
            <a:stretch>
              <a:fillRect/>
            </a:stretch>
          </p:blipFill>
          <p:spPr>
            <a:xfrm>
              <a:off x="805592" y="4325349"/>
              <a:ext cx="3729313" cy="578188"/>
            </a:xfrm>
            <a:prstGeom prst="rect">
              <a:avLst/>
            </a:prstGeom>
          </p:spPr>
        </p:pic>
        <p:pic>
          <p:nvPicPr>
            <p:cNvPr id="4" name="图片 3">
              <a:extLst>
                <a:ext uri="{FF2B5EF4-FFF2-40B4-BE49-F238E27FC236}">
                  <a16:creationId xmlns:a16="http://schemas.microsoft.com/office/drawing/2014/main" id="{48132D6B-5DF6-B698-C1A2-C85DF5797DCF}"/>
                </a:ext>
              </a:extLst>
            </p:cNvPr>
            <p:cNvPicPr>
              <a:picLocks noChangeAspect="1"/>
            </p:cNvPicPr>
            <p:nvPr/>
          </p:nvPicPr>
          <p:blipFill>
            <a:blip r:embed="rId7"/>
            <a:stretch>
              <a:fillRect/>
            </a:stretch>
          </p:blipFill>
          <p:spPr>
            <a:xfrm>
              <a:off x="643489" y="1549980"/>
              <a:ext cx="4053517" cy="2820067"/>
            </a:xfrm>
            <a:prstGeom prst="rect">
              <a:avLst/>
            </a:prstGeom>
          </p:spPr>
        </p:pic>
      </p:grpSp>
      <p:pic>
        <p:nvPicPr>
          <p:cNvPr id="6" name="图片 5">
            <a:extLst>
              <a:ext uri="{FF2B5EF4-FFF2-40B4-BE49-F238E27FC236}">
                <a16:creationId xmlns:a16="http://schemas.microsoft.com/office/drawing/2014/main" id="{0956097D-817E-E4EB-0D02-A6B2760CB607}"/>
              </a:ext>
            </a:extLst>
          </p:cNvPr>
          <p:cNvPicPr>
            <a:picLocks noChangeAspect="1"/>
          </p:cNvPicPr>
          <p:nvPr/>
        </p:nvPicPr>
        <p:blipFill>
          <a:blip r:embed="rId8"/>
          <a:stretch>
            <a:fillRect/>
          </a:stretch>
        </p:blipFill>
        <p:spPr>
          <a:xfrm>
            <a:off x="4768993" y="1093403"/>
            <a:ext cx="6820162" cy="3308170"/>
          </a:xfrm>
          <a:prstGeom prst="rect">
            <a:avLst/>
          </a:prstGeom>
        </p:spPr>
      </p:pic>
      <p:sp>
        <p:nvSpPr>
          <p:cNvPr id="7" name="文本框 6">
            <a:extLst>
              <a:ext uri="{FF2B5EF4-FFF2-40B4-BE49-F238E27FC236}">
                <a16:creationId xmlns:a16="http://schemas.microsoft.com/office/drawing/2014/main" id="{1EBCFB28-CCE2-CC72-F9DE-A010573AFFCE}"/>
              </a:ext>
            </a:extLst>
          </p:cNvPr>
          <p:cNvSpPr txBox="1"/>
          <p:nvPr/>
        </p:nvSpPr>
        <p:spPr>
          <a:xfrm>
            <a:off x="7332392" y="4538341"/>
            <a:ext cx="2676938" cy="400110"/>
          </a:xfrm>
          <a:prstGeom prst="rect">
            <a:avLst/>
          </a:prstGeom>
          <a:noFill/>
        </p:spPr>
        <p:txBody>
          <a:bodyPr wrap="square">
            <a:spAutoFit/>
          </a:bodyPr>
          <a:lstStyle/>
          <a:p>
            <a:pPr algn="ctr"/>
            <a:r>
              <a:rPr lang="en-US" altLang="zh-CN" sz="2000" b="1" dirty="0" err="1">
                <a:solidFill>
                  <a:srgbClr val="C00000"/>
                </a:solidFill>
                <a:latin typeface="Microsoft YaHei" panose="020B0503020204020204" pitchFamily="34" charset="-122"/>
                <a:ea typeface="Microsoft YaHei" panose="020B0503020204020204" pitchFamily="34" charset="-122"/>
                <a:cs typeface="Times New Roman" panose="02020603050405020304" pitchFamily="18" charset="0"/>
              </a:rPr>
              <a:t>DenseNet</a:t>
            </a:r>
            <a:r>
              <a:rPr lang="zh-CN" altLang="en-US" sz="2000" b="1" dirty="0">
                <a:solidFill>
                  <a:srgbClr val="C00000"/>
                </a:solidFill>
                <a:latin typeface="Microsoft YaHei" panose="020B0503020204020204" pitchFamily="34" charset="-122"/>
                <a:ea typeface="Microsoft YaHei" panose="020B0503020204020204" pitchFamily="34" charset="-122"/>
                <a:cs typeface="Times New Roman" panose="02020603050405020304" pitchFamily="18" charset="0"/>
              </a:rPr>
              <a:t>网络设置</a:t>
            </a:r>
          </a:p>
        </p:txBody>
      </p:sp>
      <p:sp>
        <p:nvSpPr>
          <p:cNvPr id="8" name="文本框 7">
            <a:extLst>
              <a:ext uri="{FF2B5EF4-FFF2-40B4-BE49-F238E27FC236}">
                <a16:creationId xmlns:a16="http://schemas.microsoft.com/office/drawing/2014/main" id="{0F1A34BB-7DDD-01CD-753A-31C535F99D9C}"/>
              </a:ext>
            </a:extLst>
          </p:cNvPr>
          <p:cNvSpPr txBox="1"/>
          <p:nvPr/>
        </p:nvSpPr>
        <p:spPr>
          <a:xfrm>
            <a:off x="1129031" y="4538341"/>
            <a:ext cx="2676938" cy="400110"/>
          </a:xfrm>
          <a:prstGeom prst="rect">
            <a:avLst/>
          </a:prstGeom>
          <a:noFill/>
        </p:spPr>
        <p:txBody>
          <a:bodyPr wrap="square">
            <a:spAutoFit/>
          </a:bodyPr>
          <a:lstStyle/>
          <a:p>
            <a:pPr algn="ctr"/>
            <a:r>
              <a:rPr lang="zh-CN" altLang="en-US" sz="2000" b="1" dirty="0">
                <a:solidFill>
                  <a:srgbClr val="C00000"/>
                </a:solidFill>
                <a:latin typeface="Microsoft YaHei" panose="020B0503020204020204" pitchFamily="34" charset="-122"/>
                <a:ea typeface="Microsoft YaHei" panose="020B0503020204020204" pitchFamily="34" charset="-122"/>
                <a:cs typeface="Times New Roman" panose="02020603050405020304" pitchFamily="18" charset="0"/>
              </a:rPr>
              <a:t>密集连接</a:t>
            </a:r>
          </a:p>
        </p:txBody>
      </p:sp>
    </p:spTree>
    <p:custDataLst>
      <p:tags r:id="rId1"/>
    </p:custDataLst>
    <p:extLst>
      <p:ext uri="{BB962C8B-B14F-4D97-AF65-F5344CB8AC3E}">
        <p14:creationId xmlns:p14="http://schemas.microsoft.com/office/powerpoint/2010/main" val="28551385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1901D-2FBE-EA09-931D-1D15C4B3FD52}"/>
            </a:ext>
          </a:extLst>
        </p:cNvPr>
        <p:cNvGrpSpPr/>
        <p:nvPr/>
      </p:nvGrpSpPr>
      <p:grpSpPr>
        <a:xfrm>
          <a:off x="0" y="0"/>
          <a:ext cx="0" cy="0"/>
          <a:chOff x="0" y="0"/>
          <a:chExt cx="0" cy="0"/>
        </a:xfrm>
      </p:grpSpPr>
      <p:sp>
        <p:nvSpPr>
          <p:cNvPr id="121" name="标题 11">
            <a:extLst>
              <a:ext uri="{FF2B5EF4-FFF2-40B4-BE49-F238E27FC236}">
                <a16:creationId xmlns:a16="http://schemas.microsoft.com/office/drawing/2014/main" id="{B013DD37-A63F-316A-481D-8E21C83AE671}"/>
              </a:ext>
            </a:extLst>
          </p:cNvPr>
          <p:cNvSpPr txBox="1"/>
          <p:nvPr>
            <p:custDataLst>
              <p:tags r:id="rId2"/>
            </p:custDataLst>
          </p:nvPr>
        </p:nvSpPr>
        <p:spPr bwMode="auto">
          <a:xfrm>
            <a:off x="1219099" y="179835"/>
            <a:ext cx="10972901" cy="535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spAutoFit/>
          </a:bodyPr>
          <a:lstStyle>
            <a:lvl1pPr algn="l" rtl="0" eaLnBrk="0" fontAlgn="base" hangingPunct="0">
              <a:lnSpc>
                <a:spcPct val="90000"/>
              </a:lnSpc>
              <a:spcBef>
                <a:spcPct val="0"/>
              </a:spcBef>
              <a:spcAft>
                <a:spcPct val="0"/>
              </a:spcAft>
              <a:defRPr lang="zh-CN" altLang="en-US" sz="3600" b="1" kern="1200" baseline="0">
                <a:solidFill>
                  <a:schemeClr val="tx1"/>
                </a:solidFill>
                <a:latin typeface="微软雅黑" panose="020B0503020204020204" pitchFamily="34" charset="-122"/>
                <a:ea typeface="微软雅黑" panose="020B0503020204020204" pitchFamily="34" charset="-122"/>
                <a:cs typeface="+mn-cs"/>
              </a:defRPr>
            </a:lvl1pPr>
            <a:lvl2pPr algn="l" rtl="0" eaLnBrk="0" fontAlgn="base" hangingPunct="0">
              <a:lnSpc>
                <a:spcPct val="90000"/>
              </a:lnSpc>
              <a:spcBef>
                <a:spcPct val="0"/>
              </a:spcBef>
              <a:spcAft>
                <a:spcPct val="0"/>
              </a:spcAft>
              <a:defRPr sz="440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2pPr>
            <a:lvl3pPr algn="l" rtl="0" eaLnBrk="0" fontAlgn="base" hangingPunct="0">
              <a:lnSpc>
                <a:spcPct val="90000"/>
              </a:lnSpc>
              <a:spcBef>
                <a:spcPct val="0"/>
              </a:spcBef>
              <a:spcAft>
                <a:spcPct val="0"/>
              </a:spcAft>
              <a:defRPr sz="440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3pPr>
            <a:lvl4pPr algn="l" rtl="0" eaLnBrk="0" fontAlgn="base" hangingPunct="0">
              <a:lnSpc>
                <a:spcPct val="90000"/>
              </a:lnSpc>
              <a:spcBef>
                <a:spcPct val="0"/>
              </a:spcBef>
              <a:spcAft>
                <a:spcPct val="0"/>
              </a:spcAft>
              <a:defRPr sz="440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4pPr>
            <a:lvl5pPr algn="l" rtl="0" eaLnBrk="0" fontAlgn="base" hangingPunct="0">
              <a:lnSpc>
                <a:spcPct val="90000"/>
              </a:lnSpc>
              <a:spcBef>
                <a:spcPct val="0"/>
              </a:spcBef>
              <a:spcAft>
                <a:spcPct val="0"/>
              </a:spcAft>
              <a:defRPr sz="440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5pPr>
            <a:lvl6pPr marL="457200" algn="l" rtl="0" fontAlgn="base">
              <a:lnSpc>
                <a:spcPct val="90000"/>
              </a:lnSpc>
              <a:spcBef>
                <a:spcPct val="0"/>
              </a:spcBef>
              <a:spcAft>
                <a:spcPct val="0"/>
              </a:spcAft>
              <a:defRPr sz="4400">
                <a:solidFill>
                  <a:schemeClr val="tx1"/>
                </a:solidFill>
                <a:latin typeface="Century Gothic" panose="020B0502020202020204" pitchFamily="34" charset="0"/>
                <a:ea typeface="微软雅黑" panose="020B0503020204020204" pitchFamily="34" charset="-122"/>
              </a:defRPr>
            </a:lvl6pPr>
            <a:lvl7pPr marL="914400" algn="l" rtl="0" fontAlgn="base">
              <a:lnSpc>
                <a:spcPct val="90000"/>
              </a:lnSpc>
              <a:spcBef>
                <a:spcPct val="0"/>
              </a:spcBef>
              <a:spcAft>
                <a:spcPct val="0"/>
              </a:spcAft>
              <a:defRPr sz="4400">
                <a:solidFill>
                  <a:schemeClr val="tx1"/>
                </a:solidFill>
                <a:latin typeface="Century Gothic" panose="020B0502020202020204" pitchFamily="34" charset="0"/>
                <a:ea typeface="微软雅黑" panose="020B0503020204020204" pitchFamily="34" charset="-122"/>
              </a:defRPr>
            </a:lvl7pPr>
            <a:lvl8pPr marL="1371600" algn="l" rtl="0" fontAlgn="base">
              <a:lnSpc>
                <a:spcPct val="90000"/>
              </a:lnSpc>
              <a:spcBef>
                <a:spcPct val="0"/>
              </a:spcBef>
              <a:spcAft>
                <a:spcPct val="0"/>
              </a:spcAft>
              <a:defRPr sz="4400">
                <a:solidFill>
                  <a:schemeClr val="tx1"/>
                </a:solidFill>
                <a:latin typeface="Century Gothic" panose="020B0502020202020204" pitchFamily="34" charset="0"/>
                <a:ea typeface="微软雅黑" panose="020B0503020204020204" pitchFamily="34" charset="-122"/>
              </a:defRPr>
            </a:lvl8pPr>
            <a:lvl9pPr marL="1828800" algn="l" rtl="0" fontAlgn="base">
              <a:lnSpc>
                <a:spcPct val="90000"/>
              </a:lnSpc>
              <a:spcBef>
                <a:spcPct val="0"/>
              </a:spcBef>
              <a:spcAft>
                <a:spcPct val="0"/>
              </a:spcAft>
              <a:defRPr sz="4400">
                <a:solidFill>
                  <a:schemeClr val="tx1"/>
                </a:solidFill>
                <a:latin typeface="Century Gothic" panose="020B0502020202020204" pitchFamily="34" charset="0"/>
                <a:ea typeface="微软雅黑" panose="020B0503020204020204" pitchFamily="34" charset="-122"/>
              </a:defRPr>
            </a:lvl9pPr>
          </a:lstStyle>
          <a:p>
            <a:pPr>
              <a:defRPr/>
            </a:pPr>
            <a:r>
              <a:rPr lang="zh-CN" altLang="en-US" sz="3200" kern="0" spc="-150" dirty="0">
                <a:gradFill>
                  <a:gsLst>
                    <a:gs pos="0">
                      <a:srgbClr val="7D1E2E"/>
                    </a:gs>
                    <a:gs pos="100000">
                      <a:srgbClr val="0070C0"/>
                    </a:gs>
                  </a:gsLst>
                  <a:lin ang="2700000" scaled="0"/>
                </a:gradFill>
                <a:latin typeface="Microsoft YaHei" panose="020B0503020204020204" pitchFamily="34" charset="-122"/>
                <a:ea typeface="Microsoft YaHei" panose="020B0503020204020204" pitchFamily="34" charset="-122"/>
                <a:cs typeface="Times New Roman" panose="02020603050405020304" pitchFamily="18" charset="0"/>
              </a:rPr>
              <a:t>跳跃连接</a:t>
            </a:r>
            <a:r>
              <a:rPr lang="en-US" altLang="zh-CN" sz="3200" kern="0" spc="-150" dirty="0">
                <a:gradFill>
                  <a:gsLst>
                    <a:gs pos="0">
                      <a:srgbClr val="7D1E2E"/>
                    </a:gs>
                    <a:gs pos="100000">
                      <a:srgbClr val="0070C0"/>
                    </a:gs>
                  </a:gsLst>
                  <a:lin ang="2700000" scaled="0"/>
                </a:gradFill>
                <a:latin typeface="Microsoft YaHei" panose="020B0503020204020204" pitchFamily="34" charset="-122"/>
                <a:ea typeface="Microsoft YaHei" panose="020B0503020204020204" pitchFamily="34" charset="-122"/>
                <a:cs typeface="Times New Roman" panose="02020603050405020304" pitchFamily="18" charset="0"/>
              </a:rPr>
              <a:t>-</a:t>
            </a:r>
            <a:r>
              <a:rPr lang="zh-CN" altLang="en-US" sz="3200" kern="0" spc="-150" dirty="0">
                <a:gradFill>
                  <a:gsLst>
                    <a:gs pos="0">
                      <a:srgbClr val="7D1E2E"/>
                    </a:gs>
                    <a:gs pos="100000">
                      <a:srgbClr val="0070C0"/>
                    </a:gs>
                  </a:gsLst>
                  <a:lin ang="2700000" scaled="0"/>
                </a:gradFill>
                <a:latin typeface="Microsoft YaHei" panose="020B0503020204020204" pitchFamily="34" charset="-122"/>
                <a:ea typeface="Microsoft YaHei" panose="020B0503020204020204" pitchFamily="34" charset="-122"/>
                <a:cs typeface="Times New Roman" panose="02020603050405020304" pitchFamily="18" charset="0"/>
              </a:rPr>
              <a:t>打破网络的对称性</a:t>
            </a:r>
          </a:p>
        </p:txBody>
      </p:sp>
      <p:pic>
        <p:nvPicPr>
          <p:cNvPr id="11" name="图片 10">
            <a:extLst>
              <a:ext uri="{FF2B5EF4-FFF2-40B4-BE49-F238E27FC236}">
                <a16:creationId xmlns:a16="http://schemas.microsoft.com/office/drawing/2014/main" id="{8A980C99-E757-EE29-59F7-C7730580B598}"/>
              </a:ext>
            </a:extLst>
          </p:cNvPr>
          <p:cNvPicPr>
            <a:picLocks noChangeAspect="1"/>
          </p:cNvPicPr>
          <p:nvPr/>
        </p:nvPicPr>
        <p:blipFill rotWithShape="1">
          <a:blip r:embed="rId5"/>
          <a:srcRect t="9780"/>
          <a:stretch/>
        </p:blipFill>
        <p:spPr>
          <a:xfrm>
            <a:off x="682095" y="874985"/>
            <a:ext cx="10827810" cy="2059634"/>
          </a:xfrm>
          <a:prstGeom prst="rect">
            <a:avLst/>
          </a:prstGeom>
        </p:spPr>
      </p:pic>
      <p:sp>
        <p:nvSpPr>
          <p:cNvPr id="18" name="文本框 17">
            <a:extLst>
              <a:ext uri="{FF2B5EF4-FFF2-40B4-BE49-F238E27FC236}">
                <a16:creationId xmlns:a16="http://schemas.microsoft.com/office/drawing/2014/main" id="{97CE73FA-FB0D-C25F-3A8D-8346CF1ACF0E}"/>
              </a:ext>
            </a:extLst>
          </p:cNvPr>
          <p:cNvSpPr txBox="1"/>
          <p:nvPr/>
        </p:nvSpPr>
        <p:spPr>
          <a:xfrm>
            <a:off x="403798" y="3094239"/>
            <a:ext cx="3645132" cy="3434786"/>
          </a:xfrm>
          <a:prstGeom prst="rect">
            <a:avLst/>
          </a:prstGeom>
          <a:noFill/>
          <a:ln w="22225">
            <a:solidFill>
              <a:schemeClr val="tx1">
                <a:lumMod val="85000"/>
                <a:lumOff val="15000"/>
              </a:schemeClr>
            </a:solidFill>
            <a:prstDash val="dashDot"/>
          </a:ln>
        </p:spPr>
        <p:txBody>
          <a:bodyPr wrap="square">
            <a:spAutoFit/>
          </a:bodyPr>
          <a:lstStyle/>
          <a:p>
            <a:pPr>
              <a:lnSpc>
                <a:spcPct val="125000"/>
              </a:lnSpc>
            </a:pPr>
            <a:r>
              <a:rPr lang="zh-CN" altLang="en-US" sz="2200" b="1" dirty="0">
                <a:solidFill>
                  <a:srgbClr val="C00000"/>
                </a:solidFill>
                <a:latin typeface="Microsoft YaHei" panose="020B0503020204020204" pitchFamily="34" charset="-122"/>
                <a:ea typeface="Microsoft YaHei" panose="020B0503020204020204" pitchFamily="34" charset="-122"/>
                <a:cs typeface="Times New Roman" panose="02020603050405020304" pitchFamily="18" charset="0"/>
              </a:rPr>
              <a:t>多路径信息流：</a:t>
            </a:r>
            <a:r>
              <a:rPr lang="zh-CN" altLang="en-US" sz="2200" b="1" dirty="0">
                <a:solidFill>
                  <a:schemeClr val="tx1">
                    <a:lumMod val="85000"/>
                    <a:lumOff val="15000"/>
                  </a:schemeClr>
                </a:solidFill>
                <a:latin typeface="Microsoft YaHei" panose="020B0503020204020204" pitchFamily="34" charset="-122"/>
                <a:ea typeface="Microsoft YaHei" panose="020B0503020204020204" pitchFamily="34" charset="-122"/>
                <a:cs typeface="Times New Roman" panose="02020603050405020304" pitchFamily="18" charset="0"/>
              </a:rPr>
              <a:t>跳跃连接允许数据通过主路径（多层非线性变换）和跳跃路径（直接连接）并行传递。</a:t>
            </a:r>
            <a:r>
              <a:rPr lang="zh-CN" altLang="en-US" sz="2200" b="1" dirty="0">
                <a:solidFill>
                  <a:schemeClr val="accent2">
                    <a:lumMod val="75000"/>
                  </a:schemeClr>
                </a:solidFill>
                <a:latin typeface="Microsoft YaHei" panose="020B0503020204020204" pitchFamily="34" charset="-122"/>
                <a:ea typeface="Microsoft YaHei" panose="020B0503020204020204" pitchFamily="34" charset="-122"/>
                <a:cs typeface="Times New Roman" panose="02020603050405020304" pitchFamily="18" charset="0"/>
              </a:rPr>
              <a:t>主路径学习残差函数​（目标输出与输入的差值），而跳跃路径保留原始输入，迫使不同路径的参数朝不同方向优化</a:t>
            </a:r>
          </a:p>
        </p:txBody>
      </p:sp>
      <p:sp>
        <p:nvSpPr>
          <p:cNvPr id="19" name="文本框 18">
            <a:extLst>
              <a:ext uri="{FF2B5EF4-FFF2-40B4-BE49-F238E27FC236}">
                <a16:creationId xmlns:a16="http://schemas.microsoft.com/office/drawing/2014/main" id="{32207647-F17F-89D2-4F64-2DEE4E31C95F}"/>
              </a:ext>
            </a:extLst>
          </p:cNvPr>
          <p:cNvSpPr txBox="1"/>
          <p:nvPr/>
        </p:nvSpPr>
        <p:spPr>
          <a:xfrm>
            <a:off x="4273434" y="3094239"/>
            <a:ext cx="3645132" cy="3434786"/>
          </a:xfrm>
          <a:prstGeom prst="rect">
            <a:avLst/>
          </a:prstGeom>
          <a:noFill/>
          <a:ln w="22225">
            <a:solidFill>
              <a:schemeClr val="tx1">
                <a:lumMod val="85000"/>
                <a:lumOff val="15000"/>
              </a:schemeClr>
            </a:solidFill>
            <a:prstDash val="dashDot"/>
          </a:ln>
        </p:spPr>
        <p:txBody>
          <a:bodyPr wrap="square">
            <a:spAutoFit/>
          </a:bodyPr>
          <a:lstStyle/>
          <a:p>
            <a:pPr>
              <a:lnSpc>
                <a:spcPct val="125000"/>
              </a:lnSpc>
            </a:pPr>
            <a:r>
              <a:rPr lang="zh-CN" altLang="en-US" sz="2200" b="1" dirty="0">
                <a:solidFill>
                  <a:srgbClr val="C00000"/>
                </a:solidFill>
                <a:latin typeface="Microsoft YaHei" panose="020B0503020204020204" pitchFamily="34" charset="-122"/>
                <a:ea typeface="Microsoft YaHei" panose="020B0503020204020204" pitchFamily="34" charset="-122"/>
                <a:cs typeface="Times New Roman" panose="02020603050405020304" pitchFamily="18" charset="0"/>
              </a:rPr>
              <a:t> 梯度路径优化：</a:t>
            </a:r>
            <a:r>
              <a:rPr lang="zh-CN" altLang="en-US" sz="2200" b="1" dirty="0">
                <a:solidFill>
                  <a:schemeClr val="tx1">
                    <a:lumMod val="85000"/>
                    <a:lumOff val="15000"/>
                  </a:schemeClr>
                </a:solidFill>
                <a:latin typeface="Microsoft YaHei" panose="020B0503020204020204" pitchFamily="34" charset="-122"/>
                <a:ea typeface="Microsoft YaHei" panose="020B0503020204020204" pitchFamily="34" charset="-122"/>
                <a:cs typeface="Times New Roman" panose="02020603050405020304" pitchFamily="18" charset="0"/>
              </a:rPr>
              <a:t>梯度通过跳跃路径直接传递，绕过部分层，不同层接收到差异化的梯度信号（如残差块的梯度包含直接项）。</a:t>
            </a:r>
            <a:r>
              <a:rPr lang="zh-CN" altLang="en-US" sz="2200" b="1" dirty="0">
                <a:solidFill>
                  <a:schemeClr val="accent2">
                    <a:lumMod val="75000"/>
                  </a:schemeClr>
                </a:solidFill>
                <a:latin typeface="Microsoft YaHei" panose="020B0503020204020204" pitchFamily="34" charset="-122"/>
                <a:ea typeface="Microsoft YaHei" panose="020B0503020204020204" pitchFamily="34" charset="-122"/>
                <a:cs typeface="Times New Roman" panose="02020603050405020304" pitchFamily="18" charset="0"/>
              </a:rPr>
              <a:t>跳跃连接缩短梯度传播路径，使深层参数能够有效更新，避免因梯度消失导致的对称性锁定</a:t>
            </a:r>
          </a:p>
        </p:txBody>
      </p:sp>
      <p:sp>
        <p:nvSpPr>
          <p:cNvPr id="20" name="文本框 19">
            <a:extLst>
              <a:ext uri="{FF2B5EF4-FFF2-40B4-BE49-F238E27FC236}">
                <a16:creationId xmlns:a16="http://schemas.microsoft.com/office/drawing/2014/main" id="{28FF1F77-B246-C9C3-2E40-065922C6936C}"/>
              </a:ext>
            </a:extLst>
          </p:cNvPr>
          <p:cNvSpPr txBox="1"/>
          <p:nvPr/>
        </p:nvSpPr>
        <p:spPr>
          <a:xfrm>
            <a:off x="8143070" y="3094239"/>
            <a:ext cx="3645132" cy="3434786"/>
          </a:xfrm>
          <a:prstGeom prst="rect">
            <a:avLst/>
          </a:prstGeom>
          <a:noFill/>
          <a:ln w="22225">
            <a:solidFill>
              <a:schemeClr val="tx1">
                <a:lumMod val="85000"/>
                <a:lumOff val="15000"/>
              </a:schemeClr>
            </a:solidFill>
            <a:prstDash val="dashDot"/>
          </a:ln>
        </p:spPr>
        <p:txBody>
          <a:bodyPr wrap="square">
            <a:spAutoFit/>
          </a:bodyPr>
          <a:lstStyle/>
          <a:p>
            <a:pPr>
              <a:lnSpc>
                <a:spcPct val="125000"/>
              </a:lnSpc>
            </a:pPr>
            <a:r>
              <a:rPr lang="zh-CN" altLang="en-US" sz="2200" b="1" dirty="0">
                <a:solidFill>
                  <a:srgbClr val="C00000"/>
                </a:solidFill>
                <a:latin typeface="Microsoft YaHei" panose="020B0503020204020204" pitchFamily="34" charset="-122"/>
                <a:ea typeface="Microsoft YaHei" panose="020B0503020204020204" pitchFamily="34" charset="-122"/>
                <a:cs typeface="Times New Roman" panose="02020603050405020304" pitchFamily="18" charset="0"/>
              </a:rPr>
              <a:t>强制特征分化：</a:t>
            </a:r>
            <a:r>
              <a:rPr lang="zh-CN" altLang="en-US" sz="2200" b="1" dirty="0">
                <a:solidFill>
                  <a:schemeClr val="tx1">
                    <a:lumMod val="85000"/>
                    <a:lumOff val="15000"/>
                  </a:schemeClr>
                </a:solidFill>
                <a:latin typeface="Microsoft YaHei" panose="020B0503020204020204" pitchFamily="34" charset="-122"/>
                <a:ea typeface="Microsoft YaHei" panose="020B0503020204020204" pitchFamily="34" charset="-122"/>
                <a:cs typeface="Times New Roman" panose="02020603050405020304" pitchFamily="18" charset="0"/>
              </a:rPr>
              <a:t>不同层需捕捉输入的不同残差分量（如边缘增强、纹理修正），避免冗余特征学习。</a:t>
            </a:r>
            <a:r>
              <a:rPr lang="zh-CN" altLang="en-US" sz="2200" b="1" dirty="0">
                <a:solidFill>
                  <a:schemeClr val="accent2">
                    <a:lumMod val="75000"/>
                  </a:schemeClr>
                </a:solidFill>
                <a:latin typeface="Microsoft YaHei" panose="020B0503020204020204" pitchFamily="34" charset="-122"/>
                <a:ea typeface="Microsoft YaHei" panose="020B0503020204020204" pitchFamily="34" charset="-122"/>
                <a:cs typeface="Times New Roman" panose="02020603050405020304" pitchFamily="18" charset="0"/>
              </a:rPr>
              <a:t>跳跃连接迫使网络主路径专注于增量调整，而非重复输入特征，有效打破网络对称性，促进各层学习多样化特征</a:t>
            </a:r>
          </a:p>
        </p:txBody>
      </p:sp>
    </p:spTree>
    <p:custDataLst>
      <p:tags r:id="rId1"/>
    </p:custDataLst>
    <p:extLst>
      <p:ext uri="{BB962C8B-B14F-4D97-AF65-F5344CB8AC3E}">
        <p14:creationId xmlns:p14="http://schemas.microsoft.com/office/powerpoint/2010/main" val="38443139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95B77C-3789-4BE5-0E28-5CB1A7E217BE}"/>
            </a:ext>
          </a:extLst>
        </p:cNvPr>
        <p:cNvGrpSpPr/>
        <p:nvPr/>
      </p:nvGrpSpPr>
      <p:grpSpPr>
        <a:xfrm>
          <a:off x="0" y="0"/>
          <a:ext cx="0" cy="0"/>
          <a:chOff x="0" y="0"/>
          <a:chExt cx="0" cy="0"/>
        </a:xfrm>
      </p:grpSpPr>
      <p:sp>
        <p:nvSpPr>
          <p:cNvPr id="121" name="标题 11">
            <a:extLst>
              <a:ext uri="{FF2B5EF4-FFF2-40B4-BE49-F238E27FC236}">
                <a16:creationId xmlns:a16="http://schemas.microsoft.com/office/drawing/2014/main" id="{6C7CA5DA-BE75-C69F-EBDD-27461D36AC97}"/>
              </a:ext>
            </a:extLst>
          </p:cNvPr>
          <p:cNvSpPr txBox="1"/>
          <p:nvPr>
            <p:custDataLst>
              <p:tags r:id="rId2"/>
            </p:custDataLst>
          </p:nvPr>
        </p:nvSpPr>
        <p:spPr bwMode="auto">
          <a:xfrm>
            <a:off x="1219099" y="179835"/>
            <a:ext cx="10972901" cy="535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spAutoFit/>
          </a:bodyPr>
          <a:lstStyle>
            <a:lvl1pPr algn="l" rtl="0" eaLnBrk="0" fontAlgn="base" hangingPunct="0">
              <a:lnSpc>
                <a:spcPct val="90000"/>
              </a:lnSpc>
              <a:spcBef>
                <a:spcPct val="0"/>
              </a:spcBef>
              <a:spcAft>
                <a:spcPct val="0"/>
              </a:spcAft>
              <a:defRPr lang="zh-CN" altLang="en-US" sz="3600" b="1" kern="1200" baseline="0">
                <a:solidFill>
                  <a:schemeClr val="tx1"/>
                </a:solidFill>
                <a:latin typeface="微软雅黑" panose="020B0503020204020204" pitchFamily="34" charset="-122"/>
                <a:ea typeface="微软雅黑" panose="020B0503020204020204" pitchFamily="34" charset="-122"/>
                <a:cs typeface="+mn-cs"/>
              </a:defRPr>
            </a:lvl1pPr>
            <a:lvl2pPr algn="l" rtl="0" eaLnBrk="0" fontAlgn="base" hangingPunct="0">
              <a:lnSpc>
                <a:spcPct val="90000"/>
              </a:lnSpc>
              <a:spcBef>
                <a:spcPct val="0"/>
              </a:spcBef>
              <a:spcAft>
                <a:spcPct val="0"/>
              </a:spcAft>
              <a:defRPr sz="440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2pPr>
            <a:lvl3pPr algn="l" rtl="0" eaLnBrk="0" fontAlgn="base" hangingPunct="0">
              <a:lnSpc>
                <a:spcPct val="90000"/>
              </a:lnSpc>
              <a:spcBef>
                <a:spcPct val="0"/>
              </a:spcBef>
              <a:spcAft>
                <a:spcPct val="0"/>
              </a:spcAft>
              <a:defRPr sz="440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3pPr>
            <a:lvl4pPr algn="l" rtl="0" eaLnBrk="0" fontAlgn="base" hangingPunct="0">
              <a:lnSpc>
                <a:spcPct val="90000"/>
              </a:lnSpc>
              <a:spcBef>
                <a:spcPct val="0"/>
              </a:spcBef>
              <a:spcAft>
                <a:spcPct val="0"/>
              </a:spcAft>
              <a:defRPr sz="440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4pPr>
            <a:lvl5pPr algn="l" rtl="0" eaLnBrk="0" fontAlgn="base" hangingPunct="0">
              <a:lnSpc>
                <a:spcPct val="90000"/>
              </a:lnSpc>
              <a:spcBef>
                <a:spcPct val="0"/>
              </a:spcBef>
              <a:spcAft>
                <a:spcPct val="0"/>
              </a:spcAft>
              <a:defRPr sz="440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5pPr>
            <a:lvl6pPr marL="457200" algn="l" rtl="0" fontAlgn="base">
              <a:lnSpc>
                <a:spcPct val="90000"/>
              </a:lnSpc>
              <a:spcBef>
                <a:spcPct val="0"/>
              </a:spcBef>
              <a:spcAft>
                <a:spcPct val="0"/>
              </a:spcAft>
              <a:defRPr sz="4400">
                <a:solidFill>
                  <a:schemeClr val="tx1"/>
                </a:solidFill>
                <a:latin typeface="Century Gothic" panose="020B0502020202020204" pitchFamily="34" charset="0"/>
                <a:ea typeface="微软雅黑" panose="020B0503020204020204" pitchFamily="34" charset="-122"/>
              </a:defRPr>
            </a:lvl6pPr>
            <a:lvl7pPr marL="914400" algn="l" rtl="0" fontAlgn="base">
              <a:lnSpc>
                <a:spcPct val="90000"/>
              </a:lnSpc>
              <a:spcBef>
                <a:spcPct val="0"/>
              </a:spcBef>
              <a:spcAft>
                <a:spcPct val="0"/>
              </a:spcAft>
              <a:defRPr sz="4400">
                <a:solidFill>
                  <a:schemeClr val="tx1"/>
                </a:solidFill>
                <a:latin typeface="Century Gothic" panose="020B0502020202020204" pitchFamily="34" charset="0"/>
                <a:ea typeface="微软雅黑" panose="020B0503020204020204" pitchFamily="34" charset="-122"/>
              </a:defRPr>
            </a:lvl7pPr>
            <a:lvl8pPr marL="1371600" algn="l" rtl="0" fontAlgn="base">
              <a:lnSpc>
                <a:spcPct val="90000"/>
              </a:lnSpc>
              <a:spcBef>
                <a:spcPct val="0"/>
              </a:spcBef>
              <a:spcAft>
                <a:spcPct val="0"/>
              </a:spcAft>
              <a:defRPr sz="4400">
                <a:solidFill>
                  <a:schemeClr val="tx1"/>
                </a:solidFill>
                <a:latin typeface="Century Gothic" panose="020B0502020202020204" pitchFamily="34" charset="0"/>
                <a:ea typeface="微软雅黑" panose="020B0503020204020204" pitchFamily="34" charset="-122"/>
              </a:defRPr>
            </a:lvl8pPr>
            <a:lvl9pPr marL="1828800" algn="l" rtl="0" fontAlgn="base">
              <a:lnSpc>
                <a:spcPct val="90000"/>
              </a:lnSpc>
              <a:spcBef>
                <a:spcPct val="0"/>
              </a:spcBef>
              <a:spcAft>
                <a:spcPct val="0"/>
              </a:spcAft>
              <a:defRPr sz="4400">
                <a:solidFill>
                  <a:schemeClr val="tx1"/>
                </a:solidFill>
                <a:latin typeface="Century Gothic" panose="020B0502020202020204" pitchFamily="34" charset="0"/>
                <a:ea typeface="微软雅黑" panose="020B0503020204020204" pitchFamily="34" charset="-122"/>
              </a:defRPr>
            </a:lvl9pPr>
          </a:lstStyle>
          <a:p>
            <a:pPr>
              <a:defRPr/>
            </a:pPr>
            <a:r>
              <a:rPr lang="en-US" altLang="zh-CN" sz="3200" kern="0" spc="-150" dirty="0" err="1">
                <a:gradFill>
                  <a:gsLst>
                    <a:gs pos="0">
                      <a:srgbClr val="7D1E2E"/>
                    </a:gs>
                    <a:gs pos="100000">
                      <a:srgbClr val="0070C0"/>
                    </a:gs>
                  </a:gsLst>
                  <a:lin ang="2700000" scaled="0"/>
                </a:gradFill>
                <a:latin typeface="Microsoft YaHei" panose="020B0503020204020204" pitchFamily="34" charset="-122"/>
                <a:ea typeface="Microsoft YaHei" panose="020B0503020204020204" pitchFamily="34" charset="-122"/>
                <a:cs typeface="Times New Roman" panose="02020603050405020304" pitchFamily="18" charset="0"/>
              </a:rPr>
              <a:t>EfficientNet</a:t>
            </a:r>
            <a:r>
              <a:rPr lang="en-US" altLang="zh-CN" sz="3200" kern="0" spc="-150" dirty="0">
                <a:gradFill>
                  <a:gsLst>
                    <a:gs pos="0">
                      <a:srgbClr val="7D1E2E"/>
                    </a:gs>
                    <a:gs pos="100000">
                      <a:srgbClr val="0070C0"/>
                    </a:gs>
                  </a:gsLst>
                  <a:lin ang="2700000" scaled="0"/>
                </a:gradFill>
                <a:latin typeface="Microsoft YaHei" panose="020B0503020204020204" pitchFamily="34" charset="-122"/>
                <a:ea typeface="Microsoft YaHei" panose="020B0503020204020204" pitchFamily="34" charset="-122"/>
                <a:cs typeface="Times New Roman" panose="02020603050405020304" pitchFamily="18" charset="0"/>
              </a:rPr>
              <a:t>-</a:t>
            </a:r>
            <a:r>
              <a:rPr lang="zh-CN" altLang="en-US" sz="3200" kern="0" spc="-150" dirty="0">
                <a:gradFill>
                  <a:gsLst>
                    <a:gs pos="0">
                      <a:srgbClr val="7D1E2E"/>
                    </a:gs>
                    <a:gs pos="100000">
                      <a:srgbClr val="0070C0"/>
                    </a:gs>
                  </a:gsLst>
                  <a:lin ang="2700000" scaled="0"/>
                </a:gradFill>
                <a:latin typeface="Microsoft YaHei" panose="020B0503020204020204" pitchFamily="34" charset="-122"/>
                <a:ea typeface="Microsoft YaHei" panose="020B0503020204020204" pitchFamily="34" charset="-122"/>
                <a:cs typeface="Times New Roman" panose="02020603050405020304" pitchFamily="18" charset="0"/>
              </a:rPr>
              <a:t>深度、宽度、分辨率</a:t>
            </a:r>
          </a:p>
        </p:txBody>
      </p:sp>
      <p:sp>
        <p:nvSpPr>
          <p:cNvPr id="2" name="文本框 1">
            <a:extLst>
              <a:ext uri="{FF2B5EF4-FFF2-40B4-BE49-F238E27FC236}">
                <a16:creationId xmlns:a16="http://schemas.microsoft.com/office/drawing/2014/main" id="{F3D6CAF4-A054-DC72-9E01-7A954B47DBDE}"/>
              </a:ext>
            </a:extLst>
          </p:cNvPr>
          <p:cNvSpPr txBox="1"/>
          <p:nvPr/>
        </p:nvSpPr>
        <p:spPr>
          <a:xfrm>
            <a:off x="325371" y="874442"/>
            <a:ext cx="11506832" cy="430887"/>
          </a:xfrm>
          <a:prstGeom prst="rect">
            <a:avLst/>
          </a:prstGeom>
          <a:noFill/>
        </p:spPr>
        <p:txBody>
          <a:bodyPr wrap="square">
            <a:spAutoFit/>
          </a:bodyPr>
          <a:lstStyle/>
          <a:p>
            <a:pPr marL="342900" indent="-342900">
              <a:buFont typeface="Wingdings" pitchFamily="2" charset="2"/>
              <a:buChar char="p"/>
            </a:pPr>
            <a:r>
              <a:rPr lang="en-US" altLang="zh-CN" sz="2200" b="1" dirty="0" err="1">
                <a:solidFill>
                  <a:srgbClr val="C00000"/>
                </a:solidFill>
                <a:latin typeface="Microsoft YaHei" panose="020B0503020204020204" pitchFamily="34" charset="-122"/>
                <a:ea typeface="Microsoft YaHei" panose="020B0503020204020204" pitchFamily="34" charset="-122"/>
                <a:cs typeface="Times New Roman" panose="02020603050405020304" pitchFamily="18" charset="0"/>
              </a:rPr>
              <a:t>EfficientNet</a:t>
            </a:r>
            <a:r>
              <a:rPr lang="en-US" altLang="zh-CN" sz="2200" b="1" dirty="0">
                <a:solidFill>
                  <a:srgbClr val="C00000"/>
                </a:solidFill>
                <a:latin typeface="Microsoft YaHei" panose="020B0503020204020204" pitchFamily="34" charset="-122"/>
                <a:ea typeface="Microsoft YaHei" panose="020B0503020204020204" pitchFamily="34" charset="-122"/>
                <a:cs typeface="Times New Roman" panose="02020603050405020304" pitchFamily="18" charset="0"/>
              </a:rPr>
              <a:t> </a:t>
            </a:r>
            <a:r>
              <a:rPr lang="zh-CN" altLang="en-US" sz="2200" b="1" dirty="0">
                <a:solidFill>
                  <a:srgbClr val="C00000"/>
                </a:solidFill>
                <a:latin typeface="Microsoft YaHei" panose="020B0503020204020204" pitchFamily="34" charset="-122"/>
                <a:ea typeface="Microsoft YaHei" panose="020B0503020204020204" pitchFamily="34" charset="-122"/>
                <a:cs typeface="Times New Roman" panose="02020603050405020304" pitchFamily="18" charset="0"/>
              </a:rPr>
              <a:t>：</a:t>
            </a:r>
            <a:r>
              <a:rPr lang="zh-CN" altLang="en-US" sz="2200" b="1" i="0" dirty="0">
                <a:solidFill>
                  <a:srgbClr val="4D4D4D"/>
                </a:solidFill>
                <a:effectLst/>
                <a:latin typeface="Microsoft YaHei" panose="020B0503020204020204" pitchFamily="34" charset="-122"/>
                <a:ea typeface="Microsoft YaHei" panose="020B0503020204020204" pitchFamily="34" charset="-122"/>
                <a:cs typeface="Times New Roman" panose="02020603050405020304" pitchFamily="18" charset="0"/>
              </a:rPr>
              <a:t>系统化联合缩放网络</a:t>
            </a:r>
            <a:r>
              <a:rPr lang="zh-CN" altLang="en-US" sz="2200" b="1" i="0" dirty="0">
                <a:solidFill>
                  <a:srgbClr val="C00000"/>
                </a:solidFill>
                <a:effectLst/>
                <a:latin typeface="Microsoft YaHei" panose="020B0503020204020204" pitchFamily="34" charset="-122"/>
                <a:ea typeface="Microsoft YaHei" panose="020B0503020204020204" pitchFamily="34" charset="-122"/>
                <a:cs typeface="Times New Roman" panose="02020603050405020304" pitchFamily="18" charset="0"/>
              </a:rPr>
              <a:t>深度</a:t>
            </a:r>
            <a:r>
              <a:rPr lang="zh-CN" altLang="en-US" sz="2200" b="1" i="0" dirty="0">
                <a:solidFill>
                  <a:srgbClr val="4D4D4D"/>
                </a:solidFill>
                <a:effectLst/>
                <a:latin typeface="Microsoft YaHei" panose="020B0503020204020204" pitchFamily="34" charset="-122"/>
                <a:ea typeface="Microsoft YaHei" panose="020B0503020204020204" pitchFamily="34" charset="-122"/>
                <a:cs typeface="Times New Roman" panose="02020603050405020304" pitchFamily="18" charset="0"/>
              </a:rPr>
              <a:t>、</a:t>
            </a:r>
            <a:r>
              <a:rPr lang="zh-CN" altLang="en-US" sz="2200" b="1" i="0" dirty="0">
                <a:solidFill>
                  <a:srgbClr val="C00000"/>
                </a:solidFill>
                <a:effectLst/>
                <a:latin typeface="Microsoft YaHei" panose="020B0503020204020204" pitchFamily="34" charset="-122"/>
                <a:ea typeface="Microsoft YaHei" panose="020B0503020204020204" pitchFamily="34" charset="-122"/>
                <a:cs typeface="Times New Roman" panose="02020603050405020304" pitchFamily="18" charset="0"/>
              </a:rPr>
              <a:t>宽度</a:t>
            </a:r>
            <a:r>
              <a:rPr lang="zh-CN" altLang="en-US" sz="2200" b="1" i="0" dirty="0">
                <a:solidFill>
                  <a:srgbClr val="4D4D4D"/>
                </a:solidFill>
                <a:effectLst/>
                <a:latin typeface="Microsoft YaHei" panose="020B0503020204020204" pitchFamily="34" charset="-122"/>
                <a:ea typeface="Microsoft YaHei" panose="020B0503020204020204" pitchFamily="34" charset="-122"/>
                <a:cs typeface="Times New Roman" panose="02020603050405020304" pitchFamily="18" charset="0"/>
              </a:rPr>
              <a:t>和</a:t>
            </a:r>
            <a:r>
              <a:rPr lang="zh-CN" altLang="en-US" sz="2200" b="1" i="0" dirty="0">
                <a:solidFill>
                  <a:srgbClr val="C00000"/>
                </a:solidFill>
                <a:effectLst/>
                <a:latin typeface="Microsoft YaHei" panose="020B0503020204020204" pitchFamily="34" charset="-122"/>
                <a:ea typeface="Microsoft YaHei" panose="020B0503020204020204" pitchFamily="34" charset="-122"/>
                <a:cs typeface="Times New Roman" panose="02020603050405020304" pitchFamily="18" charset="0"/>
              </a:rPr>
              <a:t>分辨率</a:t>
            </a:r>
            <a:r>
              <a:rPr lang="zh-CN" altLang="en-US" sz="2200" b="1" i="0" dirty="0">
                <a:solidFill>
                  <a:srgbClr val="4D4D4D"/>
                </a:solidFill>
                <a:effectLst/>
                <a:latin typeface="Microsoft YaHei" panose="020B0503020204020204" pitchFamily="34" charset="-122"/>
                <a:ea typeface="Microsoft YaHei" panose="020B0503020204020204" pitchFamily="34" charset="-122"/>
                <a:cs typeface="Times New Roman" panose="02020603050405020304" pitchFamily="18" charset="0"/>
              </a:rPr>
              <a:t>，平衡模型精度与计算资源消耗</a:t>
            </a:r>
            <a:endParaRPr lang="zh-CN" altLang="en-US" sz="2200" b="1" dirty="0">
              <a:latin typeface="Microsoft YaHei" panose="020B0503020204020204" pitchFamily="34" charset="-122"/>
              <a:ea typeface="Microsoft YaHei" panose="020B0503020204020204" pitchFamily="34" charset="-122"/>
              <a:cs typeface="Times New Roman" panose="02020603050405020304" pitchFamily="18" charset="0"/>
            </a:endParaRPr>
          </a:p>
        </p:txBody>
      </p:sp>
      <p:pic>
        <p:nvPicPr>
          <p:cNvPr id="3" name="图片 2">
            <a:extLst>
              <a:ext uri="{FF2B5EF4-FFF2-40B4-BE49-F238E27FC236}">
                <a16:creationId xmlns:a16="http://schemas.microsoft.com/office/drawing/2014/main" id="{A80B4775-FAD9-3874-3566-DA6E989011AF}"/>
              </a:ext>
            </a:extLst>
          </p:cNvPr>
          <p:cNvPicPr>
            <a:picLocks noChangeAspect="1"/>
          </p:cNvPicPr>
          <p:nvPr/>
        </p:nvPicPr>
        <p:blipFill>
          <a:blip r:embed="rId5"/>
          <a:stretch>
            <a:fillRect/>
          </a:stretch>
        </p:blipFill>
        <p:spPr>
          <a:xfrm>
            <a:off x="465736" y="3218410"/>
            <a:ext cx="8046061" cy="3328164"/>
          </a:xfrm>
          <a:prstGeom prst="rect">
            <a:avLst/>
          </a:prstGeom>
        </p:spPr>
      </p:pic>
      <p:sp>
        <p:nvSpPr>
          <p:cNvPr id="4" name="文本框 3">
            <a:extLst>
              <a:ext uri="{FF2B5EF4-FFF2-40B4-BE49-F238E27FC236}">
                <a16:creationId xmlns:a16="http://schemas.microsoft.com/office/drawing/2014/main" id="{F49EB379-C592-73D7-BFB0-BA342CEF9A89}"/>
              </a:ext>
            </a:extLst>
          </p:cNvPr>
          <p:cNvSpPr txBox="1"/>
          <p:nvPr/>
        </p:nvSpPr>
        <p:spPr>
          <a:xfrm>
            <a:off x="425806" y="1424932"/>
            <a:ext cx="3755761" cy="1746440"/>
          </a:xfrm>
          <a:prstGeom prst="rect">
            <a:avLst/>
          </a:prstGeom>
          <a:noFill/>
        </p:spPr>
        <p:txBody>
          <a:bodyPr wrap="square">
            <a:spAutoFit/>
          </a:bodyPr>
          <a:lstStyle/>
          <a:p>
            <a:pPr marL="285750" indent="-285750" algn="just">
              <a:lnSpc>
                <a:spcPct val="125000"/>
              </a:lnSpc>
              <a:buFont typeface="Wingdings" pitchFamily="2" charset="2"/>
              <a:buChar char="n"/>
            </a:pPr>
            <a:r>
              <a:rPr lang="zh-CN" altLang="en-US" sz="2200" b="1" dirty="0">
                <a:solidFill>
                  <a:schemeClr val="accent2">
                    <a:lumMod val="75000"/>
                  </a:schemeClr>
                </a:solidFill>
                <a:latin typeface="Microsoft YaHei" panose="020B0503020204020204" pitchFamily="34" charset="-122"/>
                <a:ea typeface="Microsoft YaHei" panose="020B0503020204020204" pitchFamily="34" charset="-122"/>
              </a:rPr>
              <a:t>网络深度</a:t>
            </a:r>
            <a:r>
              <a:rPr lang="zh-CN" altLang="en-US" sz="2200" b="1" dirty="0">
                <a:latin typeface="Microsoft YaHei" panose="020B0503020204020204" pitchFamily="34" charset="-122"/>
                <a:ea typeface="Microsoft YaHei" panose="020B0503020204020204" pitchFamily="34" charset="-122"/>
              </a:rPr>
              <a:t>：</a:t>
            </a:r>
            <a:r>
              <a:rPr lang="zh-CN" altLang="en-US" sz="2200" b="1" dirty="0">
                <a:solidFill>
                  <a:schemeClr val="tx1">
                    <a:lumMod val="85000"/>
                    <a:lumOff val="15000"/>
                  </a:schemeClr>
                </a:solidFill>
                <a:latin typeface="Microsoft YaHei" panose="020B0503020204020204" pitchFamily="34" charset="-122"/>
                <a:ea typeface="Microsoft YaHei" panose="020B0503020204020204" pitchFamily="34" charset="-122"/>
              </a:rPr>
              <a:t>网络深度的增加，如</a:t>
            </a:r>
            <a:r>
              <a:rPr lang="en-US" altLang="zh-CN" sz="2200" b="1" dirty="0">
                <a:solidFill>
                  <a:schemeClr val="tx1">
                    <a:lumMod val="85000"/>
                    <a:lumOff val="15000"/>
                  </a:schemeClr>
                </a:solidFill>
                <a:latin typeface="Microsoft YaHei" panose="020B0503020204020204" pitchFamily="34" charset="-122"/>
                <a:ea typeface="Microsoft YaHei" panose="020B0503020204020204" pitchFamily="34" charset="-122"/>
                <a:cs typeface="Times New Roman" panose="02020603050405020304" pitchFamily="18" charset="0"/>
              </a:rPr>
              <a:t>R</a:t>
            </a:r>
            <a:r>
              <a:rPr lang="zh-CN" altLang="en-US" sz="2200" b="1" dirty="0">
                <a:solidFill>
                  <a:schemeClr val="tx1">
                    <a:lumMod val="85000"/>
                    <a:lumOff val="15000"/>
                  </a:schemeClr>
                </a:solidFill>
                <a:latin typeface="Microsoft YaHei" panose="020B0503020204020204" pitchFamily="34" charset="-122"/>
                <a:ea typeface="Microsoft YaHei" panose="020B0503020204020204" pitchFamily="34" charset="-122"/>
                <a:cs typeface="Times New Roman" panose="02020603050405020304" pitchFamily="18" charset="0"/>
              </a:rPr>
              <a:t>es</a:t>
            </a:r>
            <a:r>
              <a:rPr lang="en-US" altLang="zh-CN" sz="2200" b="1" dirty="0">
                <a:solidFill>
                  <a:schemeClr val="tx1">
                    <a:lumMod val="85000"/>
                    <a:lumOff val="15000"/>
                  </a:schemeClr>
                </a:solidFill>
                <a:latin typeface="Microsoft YaHei" panose="020B0503020204020204" pitchFamily="34" charset="-122"/>
                <a:ea typeface="Microsoft YaHei" panose="020B0503020204020204" pitchFamily="34" charset="-122"/>
                <a:cs typeface="Times New Roman" panose="02020603050405020304" pitchFamily="18" charset="0"/>
              </a:rPr>
              <a:t>N</a:t>
            </a:r>
            <a:r>
              <a:rPr lang="zh-CN" altLang="en-US" sz="2200" b="1" dirty="0">
                <a:solidFill>
                  <a:schemeClr val="tx1">
                    <a:lumMod val="85000"/>
                    <a:lumOff val="15000"/>
                  </a:schemeClr>
                </a:solidFill>
                <a:latin typeface="Microsoft YaHei" panose="020B0503020204020204" pitchFamily="34" charset="-122"/>
                <a:ea typeface="Microsoft YaHei" panose="020B0503020204020204" pitchFamily="34" charset="-122"/>
                <a:cs typeface="Times New Roman" panose="02020603050405020304" pitchFamily="18" charset="0"/>
              </a:rPr>
              <a:t>et</a:t>
            </a:r>
            <a:r>
              <a:rPr lang="zh-CN" altLang="en-US" sz="2200" b="1" dirty="0">
                <a:solidFill>
                  <a:schemeClr val="tx1">
                    <a:lumMod val="85000"/>
                    <a:lumOff val="15000"/>
                  </a:schemeClr>
                </a:solidFill>
                <a:latin typeface="Microsoft YaHei" panose="020B0503020204020204" pitchFamily="34" charset="-122"/>
                <a:ea typeface="Microsoft YaHei" panose="020B0503020204020204" pitchFamily="34" charset="-122"/>
              </a:rPr>
              <a:t>就是通过残差网络的堆叠，增加网络层数，以此来提升精度；</a:t>
            </a:r>
            <a:endParaRPr lang="en-US" altLang="zh-CN" sz="2200" b="1" dirty="0">
              <a:solidFill>
                <a:schemeClr val="tx1">
                  <a:lumMod val="85000"/>
                  <a:lumOff val="15000"/>
                </a:schemeClr>
              </a:solidFill>
              <a:latin typeface="Microsoft YaHei" panose="020B0503020204020204" pitchFamily="34" charset="-122"/>
              <a:ea typeface="Microsoft YaHei" panose="020B0503020204020204" pitchFamily="34" charset="-122"/>
            </a:endParaRPr>
          </a:p>
        </p:txBody>
      </p:sp>
      <p:pic>
        <p:nvPicPr>
          <p:cNvPr id="5" name="图片 4">
            <a:extLst>
              <a:ext uri="{FF2B5EF4-FFF2-40B4-BE49-F238E27FC236}">
                <a16:creationId xmlns:a16="http://schemas.microsoft.com/office/drawing/2014/main" id="{F77CB6C4-1833-D559-E5E4-3176179A960C}"/>
              </a:ext>
            </a:extLst>
          </p:cNvPr>
          <p:cNvPicPr>
            <a:picLocks noChangeAspect="1"/>
          </p:cNvPicPr>
          <p:nvPr/>
        </p:nvPicPr>
        <p:blipFill>
          <a:blip r:embed="rId6"/>
          <a:stretch>
            <a:fillRect/>
          </a:stretch>
        </p:blipFill>
        <p:spPr>
          <a:xfrm>
            <a:off x="8593713" y="4484285"/>
            <a:ext cx="3361871" cy="1950574"/>
          </a:xfrm>
          <a:prstGeom prst="rect">
            <a:avLst/>
          </a:prstGeom>
        </p:spPr>
      </p:pic>
      <p:sp>
        <p:nvSpPr>
          <p:cNvPr id="6" name="文本框 5">
            <a:extLst>
              <a:ext uri="{FF2B5EF4-FFF2-40B4-BE49-F238E27FC236}">
                <a16:creationId xmlns:a16="http://schemas.microsoft.com/office/drawing/2014/main" id="{43D68519-A3AE-EE77-4400-34E201FC0696}"/>
              </a:ext>
            </a:extLst>
          </p:cNvPr>
          <p:cNvSpPr txBox="1"/>
          <p:nvPr/>
        </p:nvSpPr>
        <p:spPr>
          <a:xfrm>
            <a:off x="4223055" y="1424932"/>
            <a:ext cx="3755761" cy="1746440"/>
          </a:xfrm>
          <a:prstGeom prst="rect">
            <a:avLst/>
          </a:prstGeom>
          <a:noFill/>
        </p:spPr>
        <p:txBody>
          <a:bodyPr wrap="square">
            <a:spAutoFit/>
          </a:bodyPr>
          <a:lstStyle/>
          <a:p>
            <a:pPr marL="285750" indent="-285750" algn="just">
              <a:lnSpc>
                <a:spcPct val="125000"/>
              </a:lnSpc>
              <a:buFont typeface="Wingdings" pitchFamily="2" charset="2"/>
              <a:buChar char="n"/>
            </a:pPr>
            <a:r>
              <a:rPr lang="zh-CN" altLang="en-US" sz="2200" b="1" dirty="0">
                <a:solidFill>
                  <a:schemeClr val="accent2">
                    <a:lumMod val="75000"/>
                  </a:schemeClr>
                </a:solidFill>
                <a:latin typeface="Microsoft YaHei" panose="020B0503020204020204" pitchFamily="34" charset="-122"/>
                <a:ea typeface="Microsoft YaHei" panose="020B0503020204020204" pitchFamily="34" charset="-122"/>
              </a:rPr>
              <a:t>网络宽度</a:t>
            </a:r>
            <a:r>
              <a:rPr lang="zh-CN" altLang="en-US" sz="2200" b="1" dirty="0">
                <a:latin typeface="Microsoft YaHei" panose="020B0503020204020204" pitchFamily="34" charset="-122"/>
                <a:ea typeface="Microsoft YaHei" panose="020B0503020204020204" pitchFamily="34" charset="-122"/>
              </a:rPr>
              <a:t>：</a:t>
            </a:r>
            <a:r>
              <a:rPr lang="zh-CN" altLang="en-US" sz="2200" b="1" dirty="0">
                <a:solidFill>
                  <a:schemeClr val="tx1">
                    <a:lumMod val="85000"/>
                    <a:lumOff val="15000"/>
                  </a:schemeClr>
                </a:solidFill>
                <a:latin typeface="Microsoft YaHei" panose="020B0503020204020204" pitchFamily="34" charset="-122"/>
                <a:ea typeface="Microsoft YaHei" panose="020B0503020204020204" pitchFamily="34" charset="-122"/>
              </a:rPr>
              <a:t>网络宽度的增加，通过增加每层网络的特征层数，提取更多的特征，以此来提升精度；</a:t>
            </a:r>
          </a:p>
        </p:txBody>
      </p:sp>
      <p:sp>
        <p:nvSpPr>
          <p:cNvPr id="7" name="文本框 6">
            <a:extLst>
              <a:ext uri="{FF2B5EF4-FFF2-40B4-BE49-F238E27FC236}">
                <a16:creationId xmlns:a16="http://schemas.microsoft.com/office/drawing/2014/main" id="{AB5AF74F-B8BB-42E2-6483-E451EE9B29AD}"/>
              </a:ext>
            </a:extLst>
          </p:cNvPr>
          <p:cNvSpPr txBox="1"/>
          <p:nvPr/>
        </p:nvSpPr>
        <p:spPr>
          <a:xfrm>
            <a:off x="8020304" y="1424932"/>
            <a:ext cx="3755761" cy="1746440"/>
          </a:xfrm>
          <a:prstGeom prst="rect">
            <a:avLst/>
          </a:prstGeom>
          <a:noFill/>
        </p:spPr>
        <p:txBody>
          <a:bodyPr wrap="square">
            <a:spAutoFit/>
          </a:bodyPr>
          <a:lstStyle/>
          <a:p>
            <a:pPr marL="285750" indent="-285750" algn="just">
              <a:lnSpc>
                <a:spcPct val="125000"/>
              </a:lnSpc>
              <a:buFont typeface="Wingdings" pitchFamily="2" charset="2"/>
              <a:buChar char="n"/>
            </a:pPr>
            <a:r>
              <a:rPr lang="zh-CN" altLang="en-US" sz="2200" b="1" dirty="0">
                <a:solidFill>
                  <a:schemeClr val="accent2">
                    <a:lumMod val="75000"/>
                  </a:schemeClr>
                </a:solidFill>
                <a:latin typeface="Microsoft YaHei" panose="020B0503020204020204" pitchFamily="34" charset="-122"/>
                <a:ea typeface="Microsoft YaHei" panose="020B0503020204020204" pitchFamily="34" charset="-122"/>
              </a:rPr>
              <a:t>输入分辨率：</a:t>
            </a:r>
            <a:r>
              <a:rPr lang="zh-CN" altLang="en-US" sz="2200" b="1" dirty="0">
                <a:solidFill>
                  <a:schemeClr val="tx1">
                    <a:lumMod val="85000"/>
                    <a:lumOff val="15000"/>
                  </a:schemeClr>
                </a:solidFill>
                <a:latin typeface="Microsoft YaHei" panose="020B0503020204020204" pitchFamily="34" charset="-122"/>
                <a:ea typeface="Microsoft YaHei" panose="020B0503020204020204" pitchFamily="34" charset="-122"/>
              </a:rPr>
              <a:t>输入分辨率越高的图像，蕴含的信息越多，能够学习到更多的特征，从而提升精度。</a:t>
            </a:r>
          </a:p>
        </p:txBody>
      </p:sp>
      <p:sp>
        <p:nvSpPr>
          <p:cNvPr id="8" name="文本框 7">
            <a:extLst>
              <a:ext uri="{FF2B5EF4-FFF2-40B4-BE49-F238E27FC236}">
                <a16:creationId xmlns:a16="http://schemas.microsoft.com/office/drawing/2014/main" id="{FFC782B4-6153-3949-697F-03BC7534DA39}"/>
              </a:ext>
            </a:extLst>
          </p:cNvPr>
          <p:cNvSpPr txBox="1"/>
          <p:nvPr/>
        </p:nvSpPr>
        <p:spPr>
          <a:xfrm>
            <a:off x="8394376" y="3635998"/>
            <a:ext cx="3231604" cy="430887"/>
          </a:xfrm>
          <a:prstGeom prst="rect">
            <a:avLst/>
          </a:prstGeom>
          <a:noFill/>
          <a:ln w="19050">
            <a:solidFill>
              <a:schemeClr val="accent2">
                <a:lumMod val="75000"/>
              </a:schemeClr>
            </a:solidFill>
            <a:prstDash val="dashDot"/>
          </a:ln>
        </p:spPr>
        <p:txBody>
          <a:bodyPr wrap="square">
            <a:spAutoFit/>
          </a:bodyPr>
          <a:lstStyle/>
          <a:p>
            <a:pPr algn="ctr"/>
            <a:r>
              <a:rPr lang="zh-CN" altLang="en-US" sz="2200" b="1" dirty="0">
                <a:solidFill>
                  <a:schemeClr val="accent2">
                    <a:lumMod val="75000"/>
                  </a:schemeClr>
                </a:solidFill>
                <a:latin typeface="Microsoft YaHei" panose="020B0503020204020204" pitchFamily="34" charset="-122"/>
                <a:ea typeface="Microsoft YaHei" panose="020B0503020204020204" pitchFamily="34" charset="-122"/>
              </a:rPr>
              <a:t>速度和精度复合缩放</a:t>
            </a:r>
          </a:p>
        </p:txBody>
      </p:sp>
    </p:spTree>
    <p:custDataLst>
      <p:tags r:id="rId1"/>
    </p:custDataLst>
    <p:extLst>
      <p:ext uri="{BB962C8B-B14F-4D97-AF65-F5344CB8AC3E}">
        <p14:creationId xmlns:p14="http://schemas.microsoft.com/office/powerpoint/2010/main" val="18571046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8072A3-2A17-ABBD-6E6D-BC4EC5486CED}"/>
            </a:ext>
          </a:extLst>
        </p:cNvPr>
        <p:cNvGrpSpPr/>
        <p:nvPr/>
      </p:nvGrpSpPr>
      <p:grpSpPr>
        <a:xfrm>
          <a:off x="0" y="0"/>
          <a:ext cx="0" cy="0"/>
          <a:chOff x="0" y="0"/>
          <a:chExt cx="0" cy="0"/>
        </a:xfrm>
      </p:grpSpPr>
      <p:sp>
        <p:nvSpPr>
          <p:cNvPr id="121" name="标题 11">
            <a:extLst>
              <a:ext uri="{FF2B5EF4-FFF2-40B4-BE49-F238E27FC236}">
                <a16:creationId xmlns:a16="http://schemas.microsoft.com/office/drawing/2014/main" id="{D88C2D2B-E8C6-7783-72DC-F09A3ABBBFBA}"/>
              </a:ext>
            </a:extLst>
          </p:cNvPr>
          <p:cNvSpPr txBox="1"/>
          <p:nvPr>
            <p:custDataLst>
              <p:tags r:id="rId2"/>
            </p:custDataLst>
          </p:nvPr>
        </p:nvSpPr>
        <p:spPr bwMode="auto">
          <a:xfrm>
            <a:off x="1219099" y="179835"/>
            <a:ext cx="10972901" cy="535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spAutoFit/>
          </a:bodyPr>
          <a:lstStyle>
            <a:lvl1pPr algn="l" rtl="0" eaLnBrk="0" fontAlgn="base" hangingPunct="0">
              <a:lnSpc>
                <a:spcPct val="90000"/>
              </a:lnSpc>
              <a:spcBef>
                <a:spcPct val="0"/>
              </a:spcBef>
              <a:spcAft>
                <a:spcPct val="0"/>
              </a:spcAft>
              <a:defRPr lang="zh-CN" altLang="en-US" sz="3600" b="1" kern="1200" baseline="0">
                <a:solidFill>
                  <a:schemeClr val="tx1"/>
                </a:solidFill>
                <a:latin typeface="微软雅黑" panose="020B0503020204020204" pitchFamily="34" charset="-122"/>
                <a:ea typeface="微软雅黑" panose="020B0503020204020204" pitchFamily="34" charset="-122"/>
                <a:cs typeface="+mn-cs"/>
              </a:defRPr>
            </a:lvl1pPr>
            <a:lvl2pPr algn="l" rtl="0" eaLnBrk="0" fontAlgn="base" hangingPunct="0">
              <a:lnSpc>
                <a:spcPct val="90000"/>
              </a:lnSpc>
              <a:spcBef>
                <a:spcPct val="0"/>
              </a:spcBef>
              <a:spcAft>
                <a:spcPct val="0"/>
              </a:spcAft>
              <a:defRPr sz="440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2pPr>
            <a:lvl3pPr algn="l" rtl="0" eaLnBrk="0" fontAlgn="base" hangingPunct="0">
              <a:lnSpc>
                <a:spcPct val="90000"/>
              </a:lnSpc>
              <a:spcBef>
                <a:spcPct val="0"/>
              </a:spcBef>
              <a:spcAft>
                <a:spcPct val="0"/>
              </a:spcAft>
              <a:defRPr sz="440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3pPr>
            <a:lvl4pPr algn="l" rtl="0" eaLnBrk="0" fontAlgn="base" hangingPunct="0">
              <a:lnSpc>
                <a:spcPct val="90000"/>
              </a:lnSpc>
              <a:spcBef>
                <a:spcPct val="0"/>
              </a:spcBef>
              <a:spcAft>
                <a:spcPct val="0"/>
              </a:spcAft>
              <a:defRPr sz="440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4pPr>
            <a:lvl5pPr algn="l" rtl="0" eaLnBrk="0" fontAlgn="base" hangingPunct="0">
              <a:lnSpc>
                <a:spcPct val="90000"/>
              </a:lnSpc>
              <a:spcBef>
                <a:spcPct val="0"/>
              </a:spcBef>
              <a:spcAft>
                <a:spcPct val="0"/>
              </a:spcAft>
              <a:defRPr sz="440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5pPr>
            <a:lvl6pPr marL="457200" algn="l" rtl="0" fontAlgn="base">
              <a:lnSpc>
                <a:spcPct val="90000"/>
              </a:lnSpc>
              <a:spcBef>
                <a:spcPct val="0"/>
              </a:spcBef>
              <a:spcAft>
                <a:spcPct val="0"/>
              </a:spcAft>
              <a:defRPr sz="4400">
                <a:solidFill>
                  <a:schemeClr val="tx1"/>
                </a:solidFill>
                <a:latin typeface="Century Gothic" panose="020B0502020202020204" pitchFamily="34" charset="0"/>
                <a:ea typeface="微软雅黑" panose="020B0503020204020204" pitchFamily="34" charset="-122"/>
              </a:defRPr>
            </a:lvl6pPr>
            <a:lvl7pPr marL="914400" algn="l" rtl="0" fontAlgn="base">
              <a:lnSpc>
                <a:spcPct val="90000"/>
              </a:lnSpc>
              <a:spcBef>
                <a:spcPct val="0"/>
              </a:spcBef>
              <a:spcAft>
                <a:spcPct val="0"/>
              </a:spcAft>
              <a:defRPr sz="4400">
                <a:solidFill>
                  <a:schemeClr val="tx1"/>
                </a:solidFill>
                <a:latin typeface="Century Gothic" panose="020B0502020202020204" pitchFamily="34" charset="0"/>
                <a:ea typeface="微软雅黑" panose="020B0503020204020204" pitchFamily="34" charset="-122"/>
              </a:defRPr>
            </a:lvl7pPr>
            <a:lvl8pPr marL="1371600" algn="l" rtl="0" fontAlgn="base">
              <a:lnSpc>
                <a:spcPct val="90000"/>
              </a:lnSpc>
              <a:spcBef>
                <a:spcPct val="0"/>
              </a:spcBef>
              <a:spcAft>
                <a:spcPct val="0"/>
              </a:spcAft>
              <a:defRPr sz="4400">
                <a:solidFill>
                  <a:schemeClr val="tx1"/>
                </a:solidFill>
                <a:latin typeface="Century Gothic" panose="020B0502020202020204" pitchFamily="34" charset="0"/>
                <a:ea typeface="微软雅黑" panose="020B0503020204020204" pitchFamily="34" charset="-122"/>
              </a:defRPr>
            </a:lvl8pPr>
            <a:lvl9pPr marL="1828800" algn="l" rtl="0" fontAlgn="base">
              <a:lnSpc>
                <a:spcPct val="90000"/>
              </a:lnSpc>
              <a:spcBef>
                <a:spcPct val="0"/>
              </a:spcBef>
              <a:spcAft>
                <a:spcPct val="0"/>
              </a:spcAft>
              <a:defRPr sz="4400">
                <a:solidFill>
                  <a:schemeClr val="tx1"/>
                </a:solidFill>
                <a:latin typeface="Century Gothic" panose="020B0502020202020204" pitchFamily="34" charset="0"/>
                <a:ea typeface="微软雅黑" panose="020B0503020204020204" pitchFamily="34" charset="-122"/>
              </a:defRPr>
            </a:lvl9pPr>
          </a:lstStyle>
          <a:p>
            <a:pPr>
              <a:defRPr/>
            </a:pPr>
            <a:r>
              <a:rPr lang="zh-CN" altLang="en-US" sz="3200" kern="0" spc="-150" dirty="0">
                <a:gradFill>
                  <a:gsLst>
                    <a:gs pos="0">
                      <a:srgbClr val="7D1E2E"/>
                    </a:gs>
                    <a:gs pos="100000">
                      <a:srgbClr val="0070C0"/>
                    </a:gs>
                  </a:gsLst>
                  <a:lin ang="2700000" scaled="0"/>
                </a:gradFill>
                <a:latin typeface="Microsoft YaHei" panose="020B0503020204020204" pitchFamily="34" charset="-122"/>
                <a:ea typeface="Microsoft YaHei" panose="020B0503020204020204" pitchFamily="34" charset="-122"/>
                <a:cs typeface="Times New Roman" panose="02020603050405020304" pitchFamily="18" charset="0"/>
              </a:rPr>
              <a:t>循环神经网络</a:t>
            </a:r>
            <a:r>
              <a:rPr lang="en-US" altLang="zh-CN" sz="3200" kern="0" spc="-150" dirty="0">
                <a:gradFill>
                  <a:gsLst>
                    <a:gs pos="0">
                      <a:srgbClr val="7D1E2E"/>
                    </a:gs>
                    <a:gs pos="100000">
                      <a:srgbClr val="0070C0"/>
                    </a:gs>
                  </a:gsLst>
                  <a:lin ang="2700000" scaled="0"/>
                </a:gradFill>
                <a:latin typeface="Microsoft YaHei" panose="020B0503020204020204" pitchFamily="34" charset="-122"/>
                <a:ea typeface="Microsoft YaHei" panose="020B0503020204020204" pitchFamily="34" charset="-122"/>
                <a:cs typeface="Times New Roman" panose="02020603050405020304" pitchFamily="18" charset="0"/>
              </a:rPr>
              <a:t>-RNN</a:t>
            </a:r>
            <a:endParaRPr lang="zh-CN" altLang="en-US" sz="3200" kern="0" spc="-150" dirty="0">
              <a:gradFill>
                <a:gsLst>
                  <a:gs pos="0">
                    <a:srgbClr val="7D1E2E"/>
                  </a:gs>
                  <a:gs pos="100000">
                    <a:srgbClr val="0070C0"/>
                  </a:gs>
                </a:gsLst>
                <a:lin ang="2700000" scaled="0"/>
              </a:gradFill>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2" name="文本框 1">
            <a:extLst>
              <a:ext uri="{FF2B5EF4-FFF2-40B4-BE49-F238E27FC236}">
                <a16:creationId xmlns:a16="http://schemas.microsoft.com/office/drawing/2014/main" id="{84495E82-7EE8-264F-341C-F9E80996B0F7}"/>
              </a:ext>
            </a:extLst>
          </p:cNvPr>
          <p:cNvSpPr txBox="1"/>
          <p:nvPr/>
        </p:nvSpPr>
        <p:spPr>
          <a:xfrm>
            <a:off x="516051" y="874442"/>
            <a:ext cx="11276882" cy="895630"/>
          </a:xfrm>
          <a:prstGeom prst="rect">
            <a:avLst/>
          </a:prstGeom>
          <a:noFill/>
        </p:spPr>
        <p:txBody>
          <a:bodyPr wrap="square">
            <a:spAutoFit/>
          </a:bodyPr>
          <a:lstStyle/>
          <a:p>
            <a:pPr marL="342900" indent="-342900">
              <a:lnSpc>
                <a:spcPct val="125000"/>
              </a:lnSpc>
              <a:buFont typeface="Wingdings" pitchFamily="2" charset="2"/>
              <a:buChar char="p"/>
            </a:pPr>
            <a:r>
              <a:rPr lang="zh-CN" altLang="en-US" sz="2200" b="1" dirty="0">
                <a:solidFill>
                  <a:srgbClr val="C00000"/>
                </a:solidFill>
                <a:latin typeface="Microsoft YaHei" panose="020B0503020204020204" pitchFamily="34" charset="-122"/>
                <a:ea typeface="Microsoft YaHei" panose="020B0503020204020204" pitchFamily="34" charset="-122"/>
                <a:cs typeface="Times New Roman" panose="02020603050405020304" pitchFamily="18" charset="0"/>
              </a:rPr>
              <a:t>循环神经网络：</a:t>
            </a:r>
            <a:r>
              <a:rPr lang="zh-CN" altLang="en-US" sz="2200" b="1" dirty="0">
                <a:solidFill>
                  <a:schemeClr val="tx1">
                    <a:lumMod val="85000"/>
                    <a:lumOff val="15000"/>
                  </a:schemeClr>
                </a:solidFill>
                <a:latin typeface="Microsoft YaHei" panose="020B0503020204020204" pitchFamily="34" charset="-122"/>
                <a:ea typeface="Microsoft YaHei" panose="020B0503020204020204" pitchFamily="34" charset="-122"/>
                <a:cs typeface="Times New Roman" panose="02020603050405020304" pitchFamily="18" charset="0"/>
              </a:rPr>
              <a:t>循环神经网络的核心思想是通过引入</a:t>
            </a:r>
            <a:r>
              <a:rPr lang="zh-CN" altLang="en-US" sz="2200" b="1" dirty="0">
                <a:solidFill>
                  <a:schemeClr val="accent2">
                    <a:lumMod val="75000"/>
                  </a:schemeClr>
                </a:solidFill>
                <a:latin typeface="Microsoft YaHei" panose="020B0503020204020204" pitchFamily="34" charset="-122"/>
                <a:ea typeface="Microsoft YaHei" panose="020B0503020204020204" pitchFamily="34" charset="-122"/>
                <a:cs typeface="Times New Roman" panose="02020603050405020304" pitchFamily="18" charset="0"/>
              </a:rPr>
              <a:t>循环结构</a:t>
            </a:r>
            <a:r>
              <a:rPr lang="zh-CN" altLang="en-US" sz="2200" b="1" dirty="0">
                <a:solidFill>
                  <a:schemeClr val="tx1">
                    <a:lumMod val="85000"/>
                    <a:lumOff val="15000"/>
                  </a:schemeClr>
                </a:solidFill>
                <a:latin typeface="Microsoft YaHei" panose="020B0503020204020204" pitchFamily="34" charset="-122"/>
                <a:ea typeface="Microsoft YaHei" panose="020B0503020204020204" pitchFamily="34" charset="-122"/>
                <a:cs typeface="Times New Roman" panose="02020603050405020304" pitchFamily="18" charset="0"/>
              </a:rPr>
              <a:t>，使网络能够处理序列数据​（如时间序列、自然语言、语音等），并</a:t>
            </a:r>
            <a:r>
              <a:rPr lang="zh-CN" altLang="en-US" sz="2200" b="1" dirty="0">
                <a:solidFill>
                  <a:schemeClr val="accent2">
                    <a:lumMod val="75000"/>
                  </a:schemeClr>
                </a:solidFill>
                <a:latin typeface="Microsoft YaHei" panose="020B0503020204020204" pitchFamily="34" charset="-122"/>
                <a:ea typeface="Microsoft YaHei" panose="020B0503020204020204" pitchFamily="34" charset="-122"/>
                <a:cs typeface="Times New Roman" panose="02020603050405020304" pitchFamily="18" charset="0"/>
              </a:rPr>
              <a:t>捕捉序列中的时间依赖性和上下文信息</a:t>
            </a:r>
            <a:endParaRPr lang="zh-CN" altLang="en-US" sz="2200" b="1" dirty="0">
              <a:solidFill>
                <a:schemeClr val="tx1">
                  <a:lumMod val="85000"/>
                  <a:lumOff val="15000"/>
                </a:schemeClr>
              </a:solidFill>
              <a:latin typeface="Microsoft YaHei" panose="020B0503020204020204" pitchFamily="34" charset="-122"/>
              <a:ea typeface="Microsoft YaHei" panose="020B0503020204020204" pitchFamily="34" charset="-122"/>
              <a:cs typeface="Times New Roman" panose="02020603050405020304" pitchFamily="18" charset="0"/>
            </a:endParaRPr>
          </a:p>
        </p:txBody>
      </p:sp>
      <p:pic>
        <p:nvPicPr>
          <p:cNvPr id="48130" name="Picture 2">
            <a:extLst>
              <a:ext uri="{FF2B5EF4-FFF2-40B4-BE49-F238E27FC236}">
                <a16:creationId xmlns:a16="http://schemas.microsoft.com/office/drawing/2014/main" id="{CC3E031A-D485-097E-DB5A-FD5EDA52C06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5985" y="2110897"/>
            <a:ext cx="2842590" cy="2238422"/>
          </a:xfrm>
          <a:prstGeom prst="rect">
            <a:avLst/>
          </a:prstGeom>
          <a:noFill/>
          <a:extLst>
            <a:ext uri="{909E8E84-426E-40DD-AFC4-6F175D3DCCD1}">
              <a14:hiddenFill xmlns:a14="http://schemas.microsoft.com/office/drawing/2010/main">
                <a:solidFill>
                  <a:srgbClr val="FFFFFF"/>
                </a:solidFill>
              </a14:hiddenFill>
            </a:ext>
          </a:extLst>
        </p:spPr>
      </p:pic>
      <p:pic>
        <p:nvPicPr>
          <p:cNvPr id="48132" name="Picture 4" descr="在这里插入图片描述">
            <a:extLst>
              <a:ext uri="{FF2B5EF4-FFF2-40B4-BE49-F238E27FC236}">
                <a16:creationId xmlns:a16="http://schemas.microsoft.com/office/drawing/2014/main" id="{43F2D1D3-E30B-8935-94B8-EB111E6BBE6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61787" y="2110898"/>
            <a:ext cx="2919794" cy="2238422"/>
          </a:xfrm>
          <a:prstGeom prst="rect">
            <a:avLst/>
          </a:prstGeom>
          <a:noFill/>
          <a:extLst>
            <a:ext uri="{909E8E84-426E-40DD-AFC4-6F175D3DCCD1}">
              <a14:hiddenFill xmlns:a14="http://schemas.microsoft.com/office/drawing/2010/main">
                <a:solidFill>
                  <a:srgbClr val="FFFFFF"/>
                </a:solidFill>
              </a14:hiddenFill>
            </a:ext>
          </a:extLst>
        </p:spPr>
      </p:pic>
      <p:pic>
        <p:nvPicPr>
          <p:cNvPr id="48134" name="Picture 6" descr="在这里插入图片描述">
            <a:extLst>
              <a:ext uri="{FF2B5EF4-FFF2-40B4-BE49-F238E27FC236}">
                <a16:creationId xmlns:a16="http://schemas.microsoft.com/office/drawing/2014/main" id="{428898AE-3B39-6D92-9931-3441C6E8736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944792" y="2110897"/>
            <a:ext cx="2591223" cy="2241955"/>
          </a:xfrm>
          <a:prstGeom prst="rect">
            <a:avLst/>
          </a:prstGeom>
          <a:noFill/>
          <a:extLst>
            <a:ext uri="{909E8E84-426E-40DD-AFC4-6F175D3DCCD1}">
              <a14:hiddenFill xmlns:a14="http://schemas.microsoft.com/office/drawing/2010/main">
                <a:solidFill>
                  <a:srgbClr val="FFFFFF"/>
                </a:solidFill>
              </a14:hiddenFill>
            </a:ext>
          </a:extLst>
        </p:spPr>
      </p:pic>
      <p:sp>
        <p:nvSpPr>
          <p:cNvPr id="10" name="文本框 9">
            <a:extLst>
              <a:ext uri="{FF2B5EF4-FFF2-40B4-BE49-F238E27FC236}">
                <a16:creationId xmlns:a16="http://schemas.microsoft.com/office/drawing/2014/main" id="{B0FD3556-0289-840F-BB97-175CEC160D62}"/>
              </a:ext>
            </a:extLst>
          </p:cNvPr>
          <p:cNvSpPr txBox="1"/>
          <p:nvPr/>
        </p:nvSpPr>
        <p:spPr>
          <a:xfrm>
            <a:off x="9859617" y="4471186"/>
            <a:ext cx="1427919" cy="361637"/>
          </a:xfrm>
          <a:prstGeom prst="rect">
            <a:avLst/>
          </a:prstGeom>
          <a:noFill/>
        </p:spPr>
        <p:txBody>
          <a:bodyPr wrap="square">
            <a:spAutoFit/>
          </a:bodyPr>
          <a:lstStyle/>
          <a:p>
            <a:pPr algn="ctr">
              <a:lnSpc>
                <a:spcPts val="2100"/>
              </a:lnSpc>
              <a:spcBef>
                <a:spcPts val="1800"/>
              </a:spcBef>
              <a:spcAft>
                <a:spcPts val="600"/>
              </a:spcAft>
            </a:pPr>
            <a:r>
              <a:rPr lang="en-US" altLang="zh-CN" b="1" i="0" dirty="0">
                <a:solidFill>
                  <a:schemeClr val="tx1">
                    <a:lumMod val="85000"/>
                    <a:lumOff val="15000"/>
                  </a:schemeClr>
                </a:solidFill>
                <a:effectLst/>
                <a:latin typeface="Microsoft YaHei" panose="020B0503020204020204" pitchFamily="34" charset="-122"/>
                <a:ea typeface="Microsoft YaHei" panose="020B0503020204020204" pitchFamily="34" charset="-122"/>
                <a:cs typeface="Times New Roman" panose="02020603050405020304" pitchFamily="18" charset="0"/>
              </a:rPr>
              <a:t>1 vs N</a:t>
            </a:r>
          </a:p>
        </p:txBody>
      </p:sp>
      <p:sp>
        <p:nvSpPr>
          <p:cNvPr id="11" name="文本框 10">
            <a:extLst>
              <a:ext uri="{FF2B5EF4-FFF2-40B4-BE49-F238E27FC236}">
                <a16:creationId xmlns:a16="http://schemas.microsoft.com/office/drawing/2014/main" id="{D9C13B6D-774C-836F-6ECE-33AAA9395EEB}"/>
              </a:ext>
            </a:extLst>
          </p:cNvPr>
          <p:cNvSpPr txBox="1"/>
          <p:nvPr/>
        </p:nvSpPr>
        <p:spPr>
          <a:xfrm>
            <a:off x="5837583" y="4467655"/>
            <a:ext cx="1427919" cy="361637"/>
          </a:xfrm>
          <a:prstGeom prst="rect">
            <a:avLst/>
          </a:prstGeom>
          <a:noFill/>
        </p:spPr>
        <p:txBody>
          <a:bodyPr wrap="square">
            <a:spAutoFit/>
          </a:bodyPr>
          <a:lstStyle/>
          <a:p>
            <a:pPr algn="ctr">
              <a:lnSpc>
                <a:spcPts val="2100"/>
              </a:lnSpc>
              <a:spcBef>
                <a:spcPts val="1800"/>
              </a:spcBef>
              <a:spcAft>
                <a:spcPts val="600"/>
              </a:spcAft>
            </a:pPr>
            <a:r>
              <a:rPr lang="en-US" altLang="zh-CN" b="1" dirty="0">
                <a:solidFill>
                  <a:schemeClr val="tx1">
                    <a:lumMod val="85000"/>
                    <a:lumOff val="15000"/>
                  </a:schemeClr>
                </a:solidFill>
                <a:latin typeface="Microsoft YaHei" panose="020B0503020204020204" pitchFamily="34" charset="-122"/>
                <a:ea typeface="Microsoft YaHei" panose="020B0503020204020204" pitchFamily="34" charset="-122"/>
                <a:cs typeface="Times New Roman" panose="02020603050405020304" pitchFamily="18" charset="0"/>
              </a:rPr>
              <a:t>N</a:t>
            </a:r>
            <a:r>
              <a:rPr lang="en-US" altLang="zh-CN" b="1" i="0" dirty="0">
                <a:solidFill>
                  <a:schemeClr val="tx1">
                    <a:lumMod val="85000"/>
                    <a:lumOff val="15000"/>
                  </a:schemeClr>
                </a:solidFill>
                <a:effectLst/>
                <a:latin typeface="Microsoft YaHei" panose="020B0503020204020204" pitchFamily="34" charset="-122"/>
                <a:ea typeface="Microsoft YaHei" panose="020B0503020204020204" pitchFamily="34" charset="-122"/>
                <a:cs typeface="Times New Roman" panose="02020603050405020304" pitchFamily="18" charset="0"/>
              </a:rPr>
              <a:t> vs 1</a:t>
            </a:r>
          </a:p>
        </p:txBody>
      </p:sp>
      <p:sp>
        <p:nvSpPr>
          <p:cNvPr id="12" name="文本框 11">
            <a:extLst>
              <a:ext uri="{FF2B5EF4-FFF2-40B4-BE49-F238E27FC236}">
                <a16:creationId xmlns:a16="http://schemas.microsoft.com/office/drawing/2014/main" id="{78F40DA2-2E2D-0EF5-E606-4B42B9C1B9B9}"/>
              </a:ext>
            </a:extLst>
          </p:cNvPr>
          <p:cNvSpPr txBox="1"/>
          <p:nvPr/>
        </p:nvSpPr>
        <p:spPr>
          <a:xfrm>
            <a:off x="1686339" y="4467653"/>
            <a:ext cx="1427919" cy="361637"/>
          </a:xfrm>
          <a:prstGeom prst="rect">
            <a:avLst/>
          </a:prstGeom>
          <a:noFill/>
        </p:spPr>
        <p:txBody>
          <a:bodyPr wrap="square">
            <a:spAutoFit/>
          </a:bodyPr>
          <a:lstStyle/>
          <a:p>
            <a:pPr algn="ctr">
              <a:lnSpc>
                <a:spcPts val="2100"/>
              </a:lnSpc>
              <a:spcBef>
                <a:spcPts val="1800"/>
              </a:spcBef>
              <a:spcAft>
                <a:spcPts val="600"/>
              </a:spcAft>
            </a:pPr>
            <a:r>
              <a:rPr lang="en-US" altLang="zh-CN" b="1" dirty="0">
                <a:solidFill>
                  <a:schemeClr val="tx1">
                    <a:lumMod val="85000"/>
                    <a:lumOff val="15000"/>
                  </a:schemeClr>
                </a:solidFill>
                <a:latin typeface="Microsoft YaHei" panose="020B0503020204020204" pitchFamily="34" charset="-122"/>
                <a:ea typeface="Microsoft YaHei" panose="020B0503020204020204" pitchFamily="34" charset="-122"/>
                <a:cs typeface="Times New Roman" panose="02020603050405020304" pitchFamily="18" charset="0"/>
              </a:rPr>
              <a:t>N</a:t>
            </a:r>
            <a:r>
              <a:rPr lang="en-US" altLang="zh-CN" b="1" i="0" dirty="0">
                <a:solidFill>
                  <a:schemeClr val="tx1">
                    <a:lumMod val="85000"/>
                    <a:lumOff val="15000"/>
                  </a:schemeClr>
                </a:solidFill>
                <a:effectLst/>
                <a:latin typeface="Microsoft YaHei" panose="020B0503020204020204" pitchFamily="34" charset="-122"/>
                <a:ea typeface="Microsoft YaHei" panose="020B0503020204020204" pitchFamily="34" charset="-122"/>
                <a:cs typeface="Times New Roman" panose="02020603050405020304" pitchFamily="18" charset="0"/>
              </a:rPr>
              <a:t> vs N</a:t>
            </a:r>
          </a:p>
        </p:txBody>
      </p:sp>
      <p:sp>
        <p:nvSpPr>
          <p:cNvPr id="14" name="文本框 13">
            <a:extLst>
              <a:ext uri="{FF2B5EF4-FFF2-40B4-BE49-F238E27FC236}">
                <a16:creationId xmlns:a16="http://schemas.microsoft.com/office/drawing/2014/main" id="{AB0ABBE7-FA60-6A5A-036B-05570044D4C3}"/>
              </a:ext>
            </a:extLst>
          </p:cNvPr>
          <p:cNvSpPr txBox="1"/>
          <p:nvPr/>
        </p:nvSpPr>
        <p:spPr>
          <a:xfrm>
            <a:off x="457559" y="4814817"/>
            <a:ext cx="11276882" cy="1742015"/>
          </a:xfrm>
          <a:prstGeom prst="rect">
            <a:avLst/>
          </a:prstGeom>
          <a:noFill/>
        </p:spPr>
        <p:txBody>
          <a:bodyPr wrap="square">
            <a:spAutoFit/>
          </a:bodyPr>
          <a:lstStyle/>
          <a:p>
            <a:pPr marL="342900" indent="-342900">
              <a:lnSpc>
                <a:spcPct val="125000"/>
              </a:lnSpc>
              <a:buFont typeface="Wingdings" pitchFamily="2" charset="2"/>
              <a:buChar char="n"/>
            </a:pPr>
            <a:r>
              <a:rPr lang="zh-CN" altLang="en-US" sz="2200" b="1" dirty="0">
                <a:solidFill>
                  <a:srgbClr val="C00000"/>
                </a:solidFill>
                <a:latin typeface="Microsoft YaHei" panose="020B0503020204020204" pitchFamily="34" charset="-122"/>
                <a:ea typeface="Microsoft YaHei" panose="020B0503020204020204" pitchFamily="34" charset="-122"/>
                <a:cs typeface="Times New Roman" panose="02020603050405020304" pitchFamily="18" charset="0"/>
              </a:rPr>
              <a:t>长期依赖问题：</a:t>
            </a:r>
            <a:r>
              <a:rPr lang="zh-CN" altLang="en-US" sz="2200" b="1" dirty="0">
                <a:solidFill>
                  <a:schemeClr val="tx1">
                    <a:lumMod val="85000"/>
                    <a:lumOff val="15000"/>
                  </a:schemeClr>
                </a:solidFill>
                <a:latin typeface="Microsoft YaHei" panose="020B0503020204020204" pitchFamily="34" charset="-122"/>
                <a:ea typeface="Microsoft YaHei" panose="020B0503020204020204" pitchFamily="34" charset="-122"/>
                <a:cs typeface="Times New Roman" panose="02020603050405020304" pitchFamily="18" charset="0"/>
              </a:rPr>
              <a:t>由于</a:t>
            </a:r>
            <a:r>
              <a:rPr lang="en-US" altLang="zh-CN" sz="2200" b="1" dirty="0">
                <a:solidFill>
                  <a:schemeClr val="tx1">
                    <a:lumMod val="85000"/>
                    <a:lumOff val="15000"/>
                  </a:schemeClr>
                </a:solidFill>
                <a:latin typeface="Microsoft YaHei" panose="020B0503020204020204" pitchFamily="34" charset="-122"/>
                <a:ea typeface="Microsoft YaHei" panose="020B0503020204020204" pitchFamily="34" charset="-122"/>
                <a:cs typeface="Times New Roman" panose="02020603050405020304" pitchFamily="18" charset="0"/>
              </a:rPr>
              <a:t>RNN</a:t>
            </a:r>
            <a:r>
              <a:rPr lang="zh-CN" altLang="en-US" sz="2200" b="1" dirty="0">
                <a:solidFill>
                  <a:schemeClr val="tx1">
                    <a:lumMod val="85000"/>
                    <a:lumOff val="15000"/>
                  </a:schemeClr>
                </a:solidFill>
                <a:latin typeface="Microsoft YaHei" panose="020B0503020204020204" pitchFamily="34" charset="-122"/>
                <a:ea typeface="Microsoft YaHei" panose="020B0503020204020204" pitchFamily="34" charset="-122"/>
                <a:cs typeface="Times New Roman" panose="02020603050405020304" pitchFamily="18" charset="0"/>
              </a:rPr>
              <a:t>采用循环结构，在处理长序列时，</a:t>
            </a:r>
            <a:r>
              <a:rPr lang="zh-CN" altLang="en-US" sz="2200" b="1" dirty="0">
                <a:solidFill>
                  <a:schemeClr val="accent2">
                    <a:lumMod val="75000"/>
                  </a:schemeClr>
                </a:solidFill>
                <a:latin typeface="Microsoft YaHei" panose="020B0503020204020204" pitchFamily="34" charset="-122"/>
                <a:ea typeface="Microsoft YaHei" panose="020B0503020204020204" pitchFamily="34" charset="-122"/>
                <a:cs typeface="Times New Roman" panose="02020603050405020304" pitchFamily="18" charset="0"/>
              </a:rPr>
              <a:t>会出现梯度消失或梯度爆炸现象，乃至信息覆盖或丢失的问题</a:t>
            </a:r>
            <a:r>
              <a:rPr lang="zh-CN" altLang="en-US" sz="2200" b="1" dirty="0">
                <a:solidFill>
                  <a:schemeClr val="tx1">
                    <a:lumMod val="85000"/>
                    <a:lumOff val="15000"/>
                  </a:schemeClr>
                </a:solidFill>
                <a:latin typeface="Microsoft YaHei" panose="020B0503020204020204" pitchFamily="34" charset="-122"/>
                <a:ea typeface="Microsoft YaHei" panose="020B0503020204020204" pitchFamily="34" charset="-122"/>
                <a:cs typeface="Times New Roman" panose="02020603050405020304" pitchFamily="18" charset="0"/>
              </a:rPr>
              <a:t>，导致网络难以学习长期依赖关系</a:t>
            </a:r>
            <a:endParaRPr lang="en-US" altLang="zh-CN" sz="2200" b="1" dirty="0">
              <a:solidFill>
                <a:schemeClr val="tx1">
                  <a:lumMod val="85000"/>
                  <a:lumOff val="15000"/>
                </a:schemeClr>
              </a:solidFill>
              <a:latin typeface="Microsoft YaHei" panose="020B0503020204020204" pitchFamily="34" charset="-122"/>
              <a:ea typeface="Microsoft YaHei" panose="020B0503020204020204" pitchFamily="34" charset="-122"/>
              <a:cs typeface="Times New Roman" panose="02020603050405020304" pitchFamily="18" charset="0"/>
            </a:endParaRPr>
          </a:p>
          <a:p>
            <a:pPr marL="342900" indent="-342900">
              <a:lnSpc>
                <a:spcPct val="125000"/>
              </a:lnSpc>
              <a:buFont typeface="Wingdings" pitchFamily="2" charset="2"/>
              <a:buChar char="n"/>
            </a:pPr>
            <a:r>
              <a:rPr lang="zh-CN" altLang="en-US" sz="2200" b="1" dirty="0">
                <a:solidFill>
                  <a:srgbClr val="C00000"/>
                </a:solidFill>
                <a:latin typeface="Microsoft YaHei" panose="020B0503020204020204" pitchFamily="34" charset="-122"/>
                <a:ea typeface="Microsoft YaHei" panose="020B0503020204020204" pitchFamily="34" charset="-122"/>
                <a:cs typeface="Times New Roman" panose="02020603050405020304" pitchFamily="18" charset="0"/>
              </a:rPr>
              <a:t>计算复杂度高</a:t>
            </a:r>
            <a:r>
              <a:rPr lang="zh-CN" altLang="en-US" sz="2200" b="1" dirty="0">
                <a:solidFill>
                  <a:schemeClr val="tx1">
                    <a:lumMod val="85000"/>
                    <a:lumOff val="15000"/>
                  </a:schemeClr>
                </a:solidFill>
                <a:latin typeface="Microsoft YaHei" panose="020B0503020204020204" pitchFamily="34" charset="-122"/>
                <a:ea typeface="Microsoft YaHei" panose="020B0503020204020204" pitchFamily="34" charset="-122"/>
                <a:cs typeface="Times New Roman" panose="02020603050405020304" pitchFamily="18" charset="0"/>
              </a:rPr>
              <a:t>：</a:t>
            </a:r>
            <a:r>
              <a:rPr lang="en-US" altLang="zh-CN" sz="2200" b="1" dirty="0">
                <a:solidFill>
                  <a:schemeClr val="tx1">
                    <a:lumMod val="85000"/>
                    <a:lumOff val="15000"/>
                  </a:schemeClr>
                </a:solidFill>
                <a:latin typeface="Microsoft YaHei" panose="020B0503020204020204" pitchFamily="34" charset="-122"/>
                <a:ea typeface="Microsoft YaHei" panose="020B0503020204020204" pitchFamily="34" charset="-122"/>
                <a:cs typeface="Times New Roman" panose="02020603050405020304" pitchFamily="18" charset="0"/>
              </a:rPr>
              <a:t>RNN</a:t>
            </a:r>
            <a:r>
              <a:rPr lang="zh-CN" altLang="en-US" sz="2200" b="1" dirty="0">
                <a:solidFill>
                  <a:schemeClr val="tx1">
                    <a:lumMod val="85000"/>
                    <a:lumOff val="15000"/>
                  </a:schemeClr>
                </a:solidFill>
                <a:latin typeface="Microsoft YaHei" panose="020B0503020204020204" pitchFamily="34" charset="-122"/>
                <a:ea typeface="Microsoft YaHei" panose="020B0503020204020204" pitchFamily="34" charset="-122"/>
                <a:cs typeface="Times New Roman" panose="02020603050405020304" pitchFamily="18" charset="0"/>
              </a:rPr>
              <a:t>的</a:t>
            </a:r>
            <a:r>
              <a:rPr lang="zh-CN" altLang="en-US" sz="2200" b="1" dirty="0">
                <a:solidFill>
                  <a:schemeClr val="accent2">
                    <a:lumMod val="75000"/>
                  </a:schemeClr>
                </a:solidFill>
                <a:latin typeface="Microsoft YaHei" panose="020B0503020204020204" pitchFamily="34" charset="-122"/>
                <a:ea typeface="Microsoft YaHei" panose="020B0503020204020204" pitchFamily="34" charset="-122"/>
                <a:cs typeface="Times New Roman" panose="02020603050405020304" pitchFamily="18" charset="0"/>
              </a:rPr>
              <a:t>计算过程是顺序的</a:t>
            </a:r>
            <a:r>
              <a:rPr lang="zh-CN" altLang="en-US" sz="2200" b="1" dirty="0">
                <a:solidFill>
                  <a:schemeClr val="tx1">
                    <a:lumMod val="85000"/>
                    <a:lumOff val="15000"/>
                  </a:schemeClr>
                </a:solidFill>
                <a:latin typeface="Microsoft YaHei" panose="020B0503020204020204" pitchFamily="34" charset="-122"/>
                <a:ea typeface="Microsoft YaHei" panose="020B0503020204020204" pitchFamily="34" charset="-122"/>
                <a:cs typeface="Times New Roman" panose="02020603050405020304" pitchFamily="18" charset="0"/>
              </a:rPr>
              <a:t>，导致在网络训练和推理阶段计算复杂度较高。这限制了</a:t>
            </a:r>
            <a:r>
              <a:rPr lang="en-US" altLang="zh-CN" sz="2200" b="1" dirty="0">
                <a:solidFill>
                  <a:schemeClr val="tx1">
                    <a:lumMod val="85000"/>
                    <a:lumOff val="15000"/>
                  </a:schemeClr>
                </a:solidFill>
                <a:latin typeface="Microsoft YaHei" panose="020B0503020204020204" pitchFamily="34" charset="-122"/>
                <a:ea typeface="Microsoft YaHei" panose="020B0503020204020204" pitchFamily="34" charset="-122"/>
                <a:cs typeface="Times New Roman" panose="02020603050405020304" pitchFamily="18" charset="0"/>
              </a:rPr>
              <a:t>RNN</a:t>
            </a:r>
            <a:r>
              <a:rPr lang="zh-CN" altLang="en-US" sz="2200" b="1" dirty="0">
                <a:solidFill>
                  <a:schemeClr val="tx1">
                    <a:lumMod val="85000"/>
                    <a:lumOff val="15000"/>
                  </a:schemeClr>
                </a:solidFill>
                <a:latin typeface="Microsoft YaHei" panose="020B0503020204020204" pitchFamily="34" charset="-122"/>
                <a:ea typeface="Microsoft YaHei" panose="020B0503020204020204" pitchFamily="34" charset="-122"/>
                <a:cs typeface="Times New Roman" panose="02020603050405020304" pitchFamily="18" charset="0"/>
              </a:rPr>
              <a:t>在处理长序列或大规模任务时的可扩展性和灵活性</a:t>
            </a:r>
          </a:p>
        </p:txBody>
      </p:sp>
    </p:spTree>
    <p:custDataLst>
      <p:tags r:id="rId1"/>
    </p:custDataLst>
    <p:extLst>
      <p:ext uri="{BB962C8B-B14F-4D97-AF65-F5344CB8AC3E}">
        <p14:creationId xmlns:p14="http://schemas.microsoft.com/office/powerpoint/2010/main" val="34559247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34B339-B7D8-9262-BD0D-CB5A445A6091}"/>
            </a:ext>
          </a:extLst>
        </p:cNvPr>
        <p:cNvGrpSpPr/>
        <p:nvPr/>
      </p:nvGrpSpPr>
      <p:grpSpPr>
        <a:xfrm>
          <a:off x="0" y="0"/>
          <a:ext cx="0" cy="0"/>
          <a:chOff x="0" y="0"/>
          <a:chExt cx="0" cy="0"/>
        </a:xfrm>
      </p:grpSpPr>
      <p:sp>
        <p:nvSpPr>
          <p:cNvPr id="121" name="标题 11">
            <a:extLst>
              <a:ext uri="{FF2B5EF4-FFF2-40B4-BE49-F238E27FC236}">
                <a16:creationId xmlns:a16="http://schemas.microsoft.com/office/drawing/2014/main" id="{DA77CB75-9449-5A9B-3B84-8C82F95F8984}"/>
              </a:ext>
            </a:extLst>
          </p:cNvPr>
          <p:cNvSpPr txBox="1"/>
          <p:nvPr>
            <p:custDataLst>
              <p:tags r:id="rId2"/>
            </p:custDataLst>
          </p:nvPr>
        </p:nvSpPr>
        <p:spPr bwMode="auto">
          <a:xfrm>
            <a:off x="1219099" y="179835"/>
            <a:ext cx="10972901" cy="535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spAutoFit/>
          </a:bodyPr>
          <a:lstStyle>
            <a:lvl1pPr algn="l" rtl="0" eaLnBrk="0" fontAlgn="base" hangingPunct="0">
              <a:lnSpc>
                <a:spcPct val="90000"/>
              </a:lnSpc>
              <a:spcBef>
                <a:spcPct val="0"/>
              </a:spcBef>
              <a:spcAft>
                <a:spcPct val="0"/>
              </a:spcAft>
              <a:defRPr lang="zh-CN" altLang="en-US" sz="3600" b="1" kern="1200" baseline="0">
                <a:solidFill>
                  <a:schemeClr val="tx1"/>
                </a:solidFill>
                <a:latin typeface="微软雅黑" panose="020B0503020204020204" pitchFamily="34" charset="-122"/>
                <a:ea typeface="微软雅黑" panose="020B0503020204020204" pitchFamily="34" charset="-122"/>
                <a:cs typeface="+mn-cs"/>
              </a:defRPr>
            </a:lvl1pPr>
            <a:lvl2pPr algn="l" rtl="0" eaLnBrk="0" fontAlgn="base" hangingPunct="0">
              <a:lnSpc>
                <a:spcPct val="90000"/>
              </a:lnSpc>
              <a:spcBef>
                <a:spcPct val="0"/>
              </a:spcBef>
              <a:spcAft>
                <a:spcPct val="0"/>
              </a:spcAft>
              <a:defRPr sz="440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2pPr>
            <a:lvl3pPr algn="l" rtl="0" eaLnBrk="0" fontAlgn="base" hangingPunct="0">
              <a:lnSpc>
                <a:spcPct val="90000"/>
              </a:lnSpc>
              <a:spcBef>
                <a:spcPct val="0"/>
              </a:spcBef>
              <a:spcAft>
                <a:spcPct val="0"/>
              </a:spcAft>
              <a:defRPr sz="440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3pPr>
            <a:lvl4pPr algn="l" rtl="0" eaLnBrk="0" fontAlgn="base" hangingPunct="0">
              <a:lnSpc>
                <a:spcPct val="90000"/>
              </a:lnSpc>
              <a:spcBef>
                <a:spcPct val="0"/>
              </a:spcBef>
              <a:spcAft>
                <a:spcPct val="0"/>
              </a:spcAft>
              <a:defRPr sz="440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4pPr>
            <a:lvl5pPr algn="l" rtl="0" eaLnBrk="0" fontAlgn="base" hangingPunct="0">
              <a:lnSpc>
                <a:spcPct val="90000"/>
              </a:lnSpc>
              <a:spcBef>
                <a:spcPct val="0"/>
              </a:spcBef>
              <a:spcAft>
                <a:spcPct val="0"/>
              </a:spcAft>
              <a:defRPr sz="440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5pPr>
            <a:lvl6pPr marL="457200" algn="l" rtl="0" fontAlgn="base">
              <a:lnSpc>
                <a:spcPct val="90000"/>
              </a:lnSpc>
              <a:spcBef>
                <a:spcPct val="0"/>
              </a:spcBef>
              <a:spcAft>
                <a:spcPct val="0"/>
              </a:spcAft>
              <a:defRPr sz="4400">
                <a:solidFill>
                  <a:schemeClr val="tx1"/>
                </a:solidFill>
                <a:latin typeface="Century Gothic" panose="020B0502020202020204" pitchFamily="34" charset="0"/>
                <a:ea typeface="微软雅黑" panose="020B0503020204020204" pitchFamily="34" charset="-122"/>
              </a:defRPr>
            </a:lvl6pPr>
            <a:lvl7pPr marL="914400" algn="l" rtl="0" fontAlgn="base">
              <a:lnSpc>
                <a:spcPct val="90000"/>
              </a:lnSpc>
              <a:spcBef>
                <a:spcPct val="0"/>
              </a:spcBef>
              <a:spcAft>
                <a:spcPct val="0"/>
              </a:spcAft>
              <a:defRPr sz="4400">
                <a:solidFill>
                  <a:schemeClr val="tx1"/>
                </a:solidFill>
                <a:latin typeface="Century Gothic" panose="020B0502020202020204" pitchFamily="34" charset="0"/>
                <a:ea typeface="微软雅黑" panose="020B0503020204020204" pitchFamily="34" charset="-122"/>
              </a:defRPr>
            </a:lvl7pPr>
            <a:lvl8pPr marL="1371600" algn="l" rtl="0" fontAlgn="base">
              <a:lnSpc>
                <a:spcPct val="90000"/>
              </a:lnSpc>
              <a:spcBef>
                <a:spcPct val="0"/>
              </a:spcBef>
              <a:spcAft>
                <a:spcPct val="0"/>
              </a:spcAft>
              <a:defRPr sz="4400">
                <a:solidFill>
                  <a:schemeClr val="tx1"/>
                </a:solidFill>
                <a:latin typeface="Century Gothic" panose="020B0502020202020204" pitchFamily="34" charset="0"/>
                <a:ea typeface="微软雅黑" panose="020B0503020204020204" pitchFamily="34" charset="-122"/>
              </a:defRPr>
            </a:lvl8pPr>
            <a:lvl9pPr marL="1828800" algn="l" rtl="0" fontAlgn="base">
              <a:lnSpc>
                <a:spcPct val="90000"/>
              </a:lnSpc>
              <a:spcBef>
                <a:spcPct val="0"/>
              </a:spcBef>
              <a:spcAft>
                <a:spcPct val="0"/>
              </a:spcAft>
              <a:defRPr sz="4400">
                <a:solidFill>
                  <a:schemeClr val="tx1"/>
                </a:solidFill>
                <a:latin typeface="Century Gothic" panose="020B0502020202020204" pitchFamily="34" charset="0"/>
                <a:ea typeface="微软雅黑" panose="020B0503020204020204" pitchFamily="34" charset="-122"/>
              </a:defRPr>
            </a:lvl9pPr>
          </a:lstStyle>
          <a:p>
            <a:pPr>
              <a:defRPr/>
            </a:pPr>
            <a:r>
              <a:rPr lang="zh-CN" altLang="en-US" sz="3200" kern="0" spc="-150" dirty="0">
                <a:gradFill>
                  <a:gsLst>
                    <a:gs pos="0">
                      <a:srgbClr val="7D1E2E"/>
                    </a:gs>
                    <a:gs pos="100000">
                      <a:srgbClr val="0070C0"/>
                    </a:gs>
                  </a:gsLst>
                  <a:lin ang="2700000" scaled="0"/>
                </a:gradFill>
                <a:latin typeface="Microsoft YaHei" panose="020B0503020204020204" pitchFamily="34" charset="-122"/>
                <a:ea typeface="Microsoft YaHei" panose="020B0503020204020204" pitchFamily="34" charset="-122"/>
                <a:cs typeface="Times New Roman" panose="02020603050405020304" pitchFamily="18" charset="0"/>
              </a:rPr>
              <a:t>循环神经网络</a:t>
            </a:r>
            <a:r>
              <a:rPr lang="en-US" altLang="zh-CN" sz="3200" kern="0" spc="-150" dirty="0">
                <a:gradFill>
                  <a:gsLst>
                    <a:gs pos="0">
                      <a:srgbClr val="7D1E2E"/>
                    </a:gs>
                    <a:gs pos="100000">
                      <a:srgbClr val="0070C0"/>
                    </a:gs>
                  </a:gsLst>
                  <a:lin ang="2700000" scaled="0"/>
                </a:gradFill>
                <a:latin typeface="Microsoft YaHei" panose="020B0503020204020204" pitchFamily="34" charset="-122"/>
                <a:ea typeface="Microsoft YaHei" panose="020B0503020204020204" pitchFamily="34" charset="-122"/>
                <a:cs typeface="Times New Roman" panose="02020603050405020304" pitchFamily="18" charset="0"/>
              </a:rPr>
              <a:t>-RNN</a:t>
            </a:r>
            <a:endParaRPr lang="zh-CN" altLang="en-US" sz="3200" kern="0" spc="-150" dirty="0">
              <a:gradFill>
                <a:gsLst>
                  <a:gs pos="0">
                    <a:srgbClr val="7D1E2E"/>
                  </a:gs>
                  <a:gs pos="100000">
                    <a:srgbClr val="0070C0"/>
                  </a:gs>
                </a:gsLst>
                <a:lin ang="2700000" scaled="0"/>
              </a:gradFill>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2" name="文本框 1">
            <a:extLst>
              <a:ext uri="{FF2B5EF4-FFF2-40B4-BE49-F238E27FC236}">
                <a16:creationId xmlns:a16="http://schemas.microsoft.com/office/drawing/2014/main" id="{5BBA7024-4BA4-0CE3-9F28-C84E2DE948CD}"/>
              </a:ext>
            </a:extLst>
          </p:cNvPr>
          <p:cNvSpPr txBox="1"/>
          <p:nvPr/>
        </p:nvSpPr>
        <p:spPr>
          <a:xfrm>
            <a:off x="516051" y="874442"/>
            <a:ext cx="11276882" cy="895630"/>
          </a:xfrm>
          <a:prstGeom prst="rect">
            <a:avLst/>
          </a:prstGeom>
          <a:noFill/>
        </p:spPr>
        <p:txBody>
          <a:bodyPr wrap="square">
            <a:spAutoFit/>
          </a:bodyPr>
          <a:lstStyle/>
          <a:p>
            <a:pPr marL="342900" indent="-342900">
              <a:lnSpc>
                <a:spcPct val="125000"/>
              </a:lnSpc>
              <a:buFont typeface="Wingdings" pitchFamily="2" charset="2"/>
              <a:buChar char="p"/>
            </a:pPr>
            <a:r>
              <a:rPr lang="zh-CN" altLang="en-US" sz="2200" b="1" dirty="0">
                <a:solidFill>
                  <a:srgbClr val="C00000"/>
                </a:solidFill>
                <a:latin typeface="Microsoft YaHei" panose="020B0503020204020204" pitchFamily="34" charset="-122"/>
                <a:ea typeface="Microsoft YaHei" panose="020B0503020204020204" pitchFamily="34" charset="-122"/>
                <a:cs typeface="Times New Roman" panose="02020603050405020304" pitchFamily="18" charset="0"/>
              </a:rPr>
              <a:t>循环神经网络：</a:t>
            </a:r>
            <a:r>
              <a:rPr lang="zh-CN" altLang="en-US" sz="2200" b="1" dirty="0">
                <a:solidFill>
                  <a:schemeClr val="tx1">
                    <a:lumMod val="85000"/>
                    <a:lumOff val="15000"/>
                  </a:schemeClr>
                </a:solidFill>
                <a:latin typeface="Microsoft YaHei" panose="020B0503020204020204" pitchFamily="34" charset="-122"/>
                <a:ea typeface="Microsoft YaHei" panose="020B0503020204020204" pitchFamily="34" charset="-122"/>
                <a:cs typeface="Times New Roman" panose="02020603050405020304" pitchFamily="18" charset="0"/>
              </a:rPr>
              <a:t>循环神经网络的核心思想是通过引入</a:t>
            </a:r>
            <a:r>
              <a:rPr lang="zh-CN" altLang="en-US" sz="2200" b="1" dirty="0">
                <a:solidFill>
                  <a:schemeClr val="accent2">
                    <a:lumMod val="75000"/>
                  </a:schemeClr>
                </a:solidFill>
                <a:latin typeface="Microsoft YaHei" panose="020B0503020204020204" pitchFamily="34" charset="-122"/>
                <a:ea typeface="Microsoft YaHei" panose="020B0503020204020204" pitchFamily="34" charset="-122"/>
                <a:cs typeface="Times New Roman" panose="02020603050405020304" pitchFamily="18" charset="0"/>
              </a:rPr>
              <a:t>循环结构</a:t>
            </a:r>
            <a:r>
              <a:rPr lang="zh-CN" altLang="en-US" sz="2200" b="1" dirty="0">
                <a:solidFill>
                  <a:schemeClr val="tx1">
                    <a:lumMod val="85000"/>
                    <a:lumOff val="15000"/>
                  </a:schemeClr>
                </a:solidFill>
                <a:latin typeface="Microsoft YaHei" panose="020B0503020204020204" pitchFamily="34" charset="-122"/>
                <a:ea typeface="Microsoft YaHei" panose="020B0503020204020204" pitchFamily="34" charset="-122"/>
                <a:cs typeface="Times New Roman" panose="02020603050405020304" pitchFamily="18" charset="0"/>
              </a:rPr>
              <a:t>，使网络能够处理序列数据​（如时间序列、自然语言、语音等），并</a:t>
            </a:r>
            <a:r>
              <a:rPr lang="zh-CN" altLang="en-US" sz="2200" b="1" dirty="0">
                <a:solidFill>
                  <a:schemeClr val="accent2">
                    <a:lumMod val="75000"/>
                  </a:schemeClr>
                </a:solidFill>
                <a:latin typeface="Microsoft YaHei" panose="020B0503020204020204" pitchFamily="34" charset="-122"/>
                <a:ea typeface="Microsoft YaHei" panose="020B0503020204020204" pitchFamily="34" charset="-122"/>
                <a:cs typeface="Times New Roman" panose="02020603050405020304" pitchFamily="18" charset="0"/>
              </a:rPr>
              <a:t>捕捉序列中的时间依赖性和上下文信息</a:t>
            </a:r>
            <a:endParaRPr lang="zh-CN" altLang="en-US" sz="2200" b="1" dirty="0">
              <a:solidFill>
                <a:schemeClr val="tx1">
                  <a:lumMod val="85000"/>
                  <a:lumOff val="15000"/>
                </a:schemeClr>
              </a:solidFill>
              <a:latin typeface="Microsoft YaHei" panose="020B0503020204020204" pitchFamily="34" charset="-122"/>
              <a:ea typeface="Microsoft YaHei" panose="020B0503020204020204" pitchFamily="34" charset="-122"/>
              <a:cs typeface="Times New Roman" panose="02020603050405020304" pitchFamily="18" charset="0"/>
            </a:endParaRPr>
          </a:p>
        </p:txBody>
      </p:sp>
      <p:pic>
        <p:nvPicPr>
          <p:cNvPr id="49154" name="Picture 2" descr="在这里插入图片描述">
            <a:extLst>
              <a:ext uri="{FF2B5EF4-FFF2-40B4-BE49-F238E27FC236}">
                <a16:creationId xmlns:a16="http://schemas.microsoft.com/office/drawing/2014/main" id="{72D3419A-811C-20DD-7E41-EB935F97BE1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32014" y="2016873"/>
            <a:ext cx="4603473" cy="2309986"/>
          </a:xfrm>
          <a:prstGeom prst="rect">
            <a:avLst/>
          </a:prstGeom>
          <a:noFill/>
          <a:extLst>
            <a:ext uri="{909E8E84-426E-40DD-AFC4-6F175D3DCCD1}">
              <a14:hiddenFill xmlns:a14="http://schemas.microsoft.com/office/drawing/2010/main">
                <a:solidFill>
                  <a:srgbClr val="FFFFFF"/>
                </a:solidFill>
              </a14:hiddenFill>
            </a:ext>
          </a:extLst>
        </p:spPr>
      </p:pic>
      <p:pic>
        <p:nvPicPr>
          <p:cNvPr id="3" name="图片 2">
            <a:extLst>
              <a:ext uri="{FF2B5EF4-FFF2-40B4-BE49-F238E27FC236}">
                <a16:creationId xmlns:a16="http://schemas.microsoft.com/office/drawing/2014/main" id="{B71AF673-93E5-0057-1101-99D8B7EFCADC}"/>
              </a:ext>
            </a:extLst>
          </p:cNvPr>
          <p:cNvPicPr>
            <a:picLocks noChangeAspect="1"/>
          </p:cNvPicPr>
          <p:nvPr/>
        </p:nvPicPr>
        <p:blipFill>
          <a:blip r:embed="rId6"/>
          <a:stretch>
            <a:fillRect/>
          </a:stretch>
        </p:blipFill>
        <p:spPr>
          <a:xfrm>
            <a:off x="7113626" y="1856788"/>
            <a:ext cx="4069475" cy="2730010"/>
          </a:xfrm>
          <a:prstGeom prst="rect">
            <a:avLst/>
          </a:prstGeom>
        </p:spPr>
      </p:pic>
      <p:sp>
        <p:nvSpPr>
          <p:cNvPr id="5" name="文本框 4">
            <a:extLst>
              <a:ext uri="{FF2B5EF4-FFF2-40B4-BE49-F238E27FC236}">
                <a16:creationId xmlns:a16="http://schemas.microsoft.com/office/drawing/2014/main" id="{1B5FB602-DC00-7F7A-A6A7-99EF42E0FA62}"/>
              </a:ext>
            </a:extLst>
          </p:cNvPr>
          <p:cNvSpPr txBox="1"/>
          <p:nvPr/>
        </p:nvSpPr>
        <p:spPr>
          <a:xfrm>
            <a:off x="516051" y="4733078"/>
            <a:ext cx="11407592" cy="1746440"/>
          </a:xfrm>
          <a:prstGeom prst="rect">
            <a:avLst/>
          </a:prstGeom>
          <a:noFill/>
        </p:spPr>
        <p:txBody>
          <a:bodyPr wrap="square">
            <a:spAutoFit/>
          </a:bodyPr>
          <a:lstStyle/>
          <a:p>
            <a:pPr marL="342900" indent="-342900" fontAlgn="base">
              <a:lnSpc>
                <a:spcPct val="125000"/>
              </a:lnSpc>
              <a:buFont typeface="Wingdings" pitchFamily="2" charset="2"/>
              <a:buChar char="n"/>
            </a:pPr>
            <a:r>
              <a:rPr lang="zh-CN" altLang="en-US" sz="2200" b="1" i="0" dirty="0">
                <a:solidFill>
                  <a:srgbClr val="C00000"/>
                </a:solidFill>
                <a:effectLst/>
                <a:latin typeface="Microsoft YaHei" panose="020B0503020204020204" pitchFamily="34" charset="-122"/>
                <a:ea typeface="Microsoft YaHei" panose="020B0503020204020204" pitchFamily="34" charset="-122"/>
              </a:rPr>
              <a:t>记忆功能：</a:t>
            </a:r>
            <a:r>
              <a:rPr lang="zh-CN" altLang="en-US" sz="2200" b="1" i="0" dirty="0">
                <a:effectLst/>
                <a:latin typeface="Microsoft YaHei" panose="020B0503020204020204" pitchFamily="34" charset="-122"/>
                <a:ea typeface="Microsoft YaHei" panose="020B0503020204020204" pitchFamily="34" charset="-122"/>
              </a:rPr>
              <a:t>隐藏层状态作为网络的“记忆”，携带历史</a:t>
            </a:r>
            <a:r>
              <a:rPr lang="zh-CN" altLang="en-US" sz="2200" b="1" dirty="0">
                <a:latin typeface="Microsoft YaHei" panose="020B0503020204020204" pitchFamily="34" charset="-122"/>
                <a:ea typeface="Microsoft YaHei" panose="020B0503020204020204" pitchFamily="34" charset="-122"/>
              </a:rPr>
              <a:t>语义</a:t>
            </a:r>
            <a:r>
              <a:rPr lang="zh-CN" altLang="en-US" sz="2200" b="1" i="0" dirty="0">
                <a:effectLst/>
                <a:latin typeface="Microsoft YaHei" panose="020B0503020204020204" pitchFamily="34" charset="-122"/>
                <a:ea typeface="Microsoft YaHei" panose="020B0503020204020204" pitchFamily="34" charset="-122"/>
              </a:rPr>
              <a:t>信息（如之前单词的含义、时序模式），即一个序列当前的输出与前面的输出也有关</a:t>
            </a:r>
          </a:p>
          <a:p>
            <a:pPr marL="342900" indent="-342900" algn="l" fontAlgn="base">
              <a:lnSpc>
                <a:spcPct val="125000"/>
              </a:lnSpc>
              <a:buFont typeface="Wingdings" pitchFamily="2" charset="2"/>
              <a:buChar char="n"/>
            </a:pPr>
            <a:r>
              <a:rPr lang="zh-CN" altLang="en-US" sz="2200" b="1" i="0" dirty="0">
                <a:solidFill>
                  <a:srgbClr val="C00000"/>
                </a:solidFill>
                <a:effectLst/>
                <a:latin typeface="Microsoft YaHei" panose="020B0503020204020204" pitchFamily="34" charset="-122"/>
                <a:ea typeface="Microsoft YaHei" panose="020B0503020204020204" pitchFamily="34" charset="-122"/>
              </a:rPr>
              <a:t>上下文建模：</a:t>
            </a:r>
            <a:r>
              <a:rPr lang="zh-CN" altLang="en-US" sz="2200" b="1" i="0" dirty="0">
                <a:effectLst/>
                <a:latin typeface="Microsoft YaHei" panose="020B0503020204020204" pitchFamily="34" charset="-122"/>
                <a:ea typeface="Microsoft YaHei" panose="020B0503020204020204" pitchFamily="34" charset="-122"/>
              </a:rPr>
              <a:t>通过隐藏状态的传递，</a:t>
            </a:r>
            <a:r>
              <a:rPr lang="en-US" altLang="zh-CN" sz="2200" b="1" i="0" dirty="0">
                <a:effectLst/>
                <a:latin typeface="Microsoft YaHei" panose="020B0503020204020204" pitchFamily="34" charset="-122"/>
                <a:ea typeface="Microsoft YaHei" panose="020B0503020204020204" pitchFamily="34" charset="-122"/>
              </a:rPr>
              <a:t>RNN</a:t>
            </a:r>
            <a:r>
              <a:rPr lang="zh-CN" altLang="en-US" sz="2200" b="1" i="0" dirty="0">
                <a:effectLst/>
                <a:latin typeface="Microsoft YaHei" panose="020B0503020204020204" pitchFamily="34" charset="-122"/>
                <a:ea typeface="Microsoft YaHei" panose="020B0503020204020204" pitchFamily="34" charset="-122"/>
              </a:rPr>
              <a:t>能够捕捉序列中的长期依赖（如句子中远距离词语的关系）</a:t>
            </a:r>
            <a:r>
              <a:rPr lang="zh-CN" altLang="en-US" sz="2200" b="1" dirty="0">
                <a:latin typeface="Microsoft YaHei" panose="020B0503020204020204" pitchFamily="34" charset="-122"/>
                <a:ea typeface="Microsoft YaHei" panose="020B0503020204020204" pitchFamily="34" charset="-122"/>
              </a:rPr>
              <a:t>，同时</a:t>
            </a:r>
            <a:r>
              <a:rPr lang="zh-CN" altLang="en-US" sz="2200" b="1" i="0" dirty="0">
                <a:effectLst/>
                <a:latin typeface="Microsoft YaHei" panose="020B0503020204020204" pitchFamily="34" charset="-122"/>
                <a:ea typeface="Microsoft YaHei" panose="020B0503020204020204" pitchFamily="34" charset="-122"/>
              </a:rPr>
              <a:t>动态调整输出，依赖当前输入和历史状态（如预测下一个单词）。</a:t>
            </a:r>
          </a:p>
        </p:txBody>
      </p:sp>
      <p:pic>
        <p:nvPicPr>
          <p:cNvPr id="6" name="图片 5">
            <a:extLst>
              <a:ext uri="{FF2B5EF4-FFF2-40B4-BE49-F238E27FC236}">
                <a16:creationId xmlns:a16="http://schemas.microsoft.com/office/drawing/2014/main" id="{2B3F0305-2E5F-16B4-3649-382BDFD07483}"/>
              </a:ext>
            </a:extLst>
          </p:cNvPr>
          <p:cNvPicPr>
            <a:picLocks noChangeAspect="1"/>
          </p:cNvPicPr>
          <p:nvPr/>
        </p:nvPicPr>
        <p:blipFill>
          <a:blip r:embed="rId7"/>
          <a:stretch>
            <a:fillRect/>
          </a:stretch>
        </p:blipFill>
        <p:spPr>
          <a:xfrm>
            <a:off x="1008899" y="4010221"/>
            <a:ext cx="4603473" cy="519747"/>
          </a:xfrm>
          <a:prstGeom prst="rect">
            <a:avLst/>
          </a:prstGeom>
        </p:spPr>
      </p:pic>
    </p:spTree>
    <p:custDataLst>
      <p:tags r:id="rId1"/>
    </p:custDataLst>
    <p:extLst>
      <p:ext uri="{BB962C8B-B14F-4D97-AF65-F5344CB8AC3E}">
        <p14:creationId xmlns:p14="http://schemas.microsoft.com/office/powerpoint/2010/main" val="34259119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0ECE75-7E53-8CCC-E81B-34FC127A6493}"/>
            </a:ext>
          </a:extLst>
        </p:cNvPr>
        <p:cNvGrpSpPr/>
        <p:nvPr/>
      </p:nvGrpSpPr>
      <p:grpSpPr>
        <a:xfrm>
          <a:off x="0" y="0"/>
          <a:ext cx="0" cy="0"/>
          <a:chOff x="0" y="0"/>
          <a:chExt cx="0" cy="0"/>
        </a:xfrm>
      </p:grpSpPr>
      <p:sp>
        <p:nvSpPr>
          <p:cNvPr id="121" name="标题 11">
            <a:extLst>
              <a:ext uri="{FF2B5EF4-FFF2-40B4-BE49-F238E27FC236}">
                <a16:creationId xmlns:a16="http://schemas.microsoft.com/office/drawing/2014/main" id="{260AA043-4692-CA27-D896-CD2BB394831D}"/>
              </a:ext>
            </a:extLst>
          </p:cNvPr>
          <p:cNvSpPr txBox="1"/>
          <p:nvPr>
            <p:custDataLst>
              <p:tags r:id="rId2"/>
            </p:custDataLst>
          </p:nvPr>
        </p:nvSpPr>
        <p:spPr bwMode="auto">
          <a:xfrm>
            <a:off x="1219099" y="179835"/>
            <a:ext cx="10972901" cy="535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spAutoFit/>
          </a:bodyPr>
          <a:lstStyle>
            <a:lvl1pPr algn="l" rtl="0" eaLnBrk="0" fontAlgn="base" hangingPunct="0">
              <a:lnSpc>
                <a:spcPct val="90000"/>
              </a:lnSpc>
              <a:spcBef>
                <a:spcPct val="0"/>
              </a:spcBef>
              <a:spcAft>
                <a:spcPct val="0"/>
              </a:spcAft>
              <a:defRPr lang="zh-CN" altLang="en-US" sz="3600" b="1" kern="1200" baseline="0">
                <a:solidFill>
                  <a:schemeClr val="tx1"/>
                </a:solidFill>
                <a:latin typeface="微软雅黑" panose="020B0503020204020204" pitchFamily="34" charset="-122"/>
                <a:ea typeface="微软雅黑" panose="020B0503020204020204" pitchFamily="34" charset="-122"/>
                <a:cs typeface="+mn-cs"/>
              </a:defRPr>
            </a:lvl1pPr>
            <a:lvl2pPr algn="l" rtl="0" eaLnBrk="0" fontAlgn="base" hangingPunct="0">
              <a:lnSpc>
                <a:spcPct val="90000"/>
              </a:lnSpc>
              <a:spcBef>
                <a:spcPct val="0"/>
              </a:spcBef>
              <a:spcAft>
                <a:spcPct val="0"/>
              </a:spcAft>
              <a:defRPr sz="440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2pPr>
            <a:lvl3pPr algn="l" rtl="0" eaLnBrk="0" fontAlgn="base" hangingPunct="0">
              <a:lnSpc>
                <a:spcPct val="90000"/>
              </a:lnSpc>
              <a:spcBef>
                <a:spcPct val="0"/>
              </a:spcBef>
              <a:spcAft>
                <a:spcPct val="0"/>
              </a:spcAft>
              <a:defRPr sz="440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3pPr>
            <a:lvl4pPr algn="l" rtl="0" eaLnBrk="0" fontAlgn="base" hangingPunct="0">
              <a:lnSpc>
                <a:spcPct val="90000"/>
              </a:lnSpc>
              <a:spcBef>
                <a:spcPct val="0"/>
              </a:spcBef>
              <a:spcAft>
                <a:spcPct val="0"/>
              </a:spcAft>
              <a:defRPr sz="440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4pPr>
            <a:lvl5pPr algn="l" rtl="0" eaLnBrk="0" fontAlgn="base" hangingPunct="0">
              <a:lnSpc>
                <a:spcPct val="90000"/>
              </a:lnSpc>
              <a:spcBef>
                <a:spcPct val="0"/>
              </a:spcBef>
              <a:spcAft>
                <a:spcPct val="0"/>
              </a:spcAft>
              <a:defRPr sz="440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5pPr>
            <a:lvl6pPr marL="457200" algn="l" rtl="0" fontAlgn="base">
              <a:lnSpc>
                <a:spcPct val="90000"/>
              </a:lnSpc>
              <a:spcBef>
                <a:spcPct val="0"/>
              </a:spcBef>
              <a:spcAft>
                <a:spcPct val="0"/>
              </a:spcAft>
              <a:defRPr sz="4400">
                <a:solidFill>
                  <a:schemeClr val="tx1"/>
                </a:solidFill>
                <a:latin typeface="Century Gothic" panose="020B0502020202020204" pitchFamily="34" charset="0"/>
                <a:ea typeface="微软雅黑" panose="020B0503020204020204" pitchFamily="34" charset="-122"/>
              </a:defRPr>
            </a:lvl6pPr>
            <a:lvl7pPr marL="914400" algn="l" rtl="0" fontAlgn="base">
              <a:lnSpc>
                <a:spcPct val="90000"/>
              </a:lnSpc>
              <a:spcBef>
                <a:spcPct val="0"/>
              </a:spcBef>
              <a:spcAft>
                <a:spcPct val="0"/>
              </a:spcAft>
              <a:defRPr sz="4400">
                <a:solidFill>
                  <a:schemeClr val="tx1"/>
                </a:solidFill>
                <a:latin typeface="Century Gothic" panose="020B0502020202020204" pitchFamily="34" charset="0"/>
                <a:ea typeface="微软雅黑" panose="020B0503020204020204" pitchFamily="34" charset="-122"/>
              </a:defRPr>
            </a:lvl7pPr>
            <a:lvl8pPr marL="1371600" algn="l" rtl="0" fontAlgn="base">
              <a:lnSpc>
                <a:spcPct val="90000"/>
              </a:lnSpc>
              <a:spcBef>
                <a:spcPct val="0"/>
              </a:spcBef>
              <a:spcAft>
                <a:spcPct val="0"/>
              </a:spcAft>
              <a:defRPr sz="4400">
                <a:solidFill>
                  <a:schemeClr val="tx1"/>
                </a:solidFill>
                <a:latin typeface="Century Gothic" panose="020B0502020202020204" pitchFamily="34" charset="0"/>
                <a:ea typeface="微软雅黑" panose="020B0503020204020204" pitchFamily="34" charset="-122"/>
              </a:defRPr>
            </a:lvl8pPr>
            <a:lvl9pPr marL="1828800" algn="l" rtl="0" fontAlgn="base">
              <a:lnSpc>
                <a:spcPct val="90000"/>
              </a:lnSpc>
              <a:spcBef>
                <a:spcPct val="0"/>
              </a:spcBef>
              <a:spcAft>
                <a:spcPct val="0"/>
              </a:spcAft>
              <a:defRPr sz="4400">
                <a:solidFill>
                  <a:schemeClr val="tx1"/>
                </a:solidFill>
                <a:latin typeface="Century Gothic" panose="020B0502020202020204" pitchFamily="34" charset="0"/>
                <a:ea typeface="微软雅黑" panose="020B0503020204020204" pitchFamily="34" charset="-122"/>
              </a:defRPr>
            </a:lvl9pPr>
          </a:lstStyle>
          <a:p>
            <a:pPr>
              <a:defRPr/>
            </a:pPr>
            <a:r>
              <a:rPr lang="zh-CN" altLang="en-US" sz="3200" kern="0" spc="-150" dirty="0">
                <a:gradFill>
                  <a:gsLst>
                    <a:gs pos="0">
                      <a:srgbClr val="7D1E2E"/>
                    </a:gs>
                    <a:gs pos="100000">
                      <a:srgbClr val="0070C0"/>
                    </a:gs>
                  </a:gsLst>
                  <a:lin ang="2700000" scaled="0"/>
                </a:gradFill>
                <a:latin typeface="Microsoft YaHei" panose="020B0503020204020204" pitchFamily="34" charset="-122"/>
                <a:ea typeface="Microsoft YaHei" panose="020B0503020204020204" pitchFamily="34" charset="-122"/>
                <a:cs typeface="Times New Roman" panose="02020603050405020304" pitchFamily="18" charset="0"/>
              </a:rPr>
              <a:t>长短期记忆网络</a:t>
            </a:r>
            <a:r>
              <a:rPr lang="en-US" altLang="zh-CN" sz="3200" kern="0" spc="-150" dirty="0">
                <a:gradFill>
                  <a:gsLst>
                    <a:gs pos="0">
                      <a:srgbClr val="7D1E2E"/>
                    </a:gs>
                    <a:gs pos="100000">
                      <a:srgbClr val="0070C0"/>
                    </a:gs>
                  </a:gsLst>
                  <a:lin ang="2700000" scaled="0"/>
                </a:gradFill>
                <a:latin typeface="Microsoft YaHei" panose="020B0503020204020204" pitchFamily="34" charset="-122"/>
                <a:ea typeface="Microsoft YaHei" panose="020B0503020204020204" pitchFamily="34" charset="-122"/>
                <a:cs typeface="Times New Roman" panose="02020603050405020304" pitchFamily="18" charset="0"/>
              </a:rPr>
              <a:t>-LSTM</a:t>
            </a:r>
            <a:endParaRPr lang="zh-CN" altLang="en-US" sz="3200" kern="0" spc="-150" dirty="0">
              <a:gradFill>
                <a:gsLst>
                  <a:gs pos="0">
                    <a:srgbClr val="7D1E2E"/>
                  </a:gs>
                  <a:gs pos="100000">
                    <a:srgbClr val="0070C0"/>
                  </a:gs>
                </a:gsLst>
                <a:lin ang="2700000" scaled="0"/>
              </a:gradFill>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2" name="文本框 1">
            <a:extLst>
              <a:ext uri="{FF2B5EF4-FFF2-40B4-BE49-F238E27FC236}">
                <a16:creationId xmlns:a16="http://schemas.microsoft.com/office/drawing/2014/main" id="{4D78C0D1-F70B-2351-F0D0-BD075A9F9C1D}"/>
              </a:ext>
            </a:extLst>
          </p:cNvPr>
          <p:cNvSpPr txBox="1"/>
          <p:nvPr/>
        </p:nvSpPr>
        <p:spPr>
          <a:xfrm>
            <a:off x="516051" y="874442"/>
            <a:ext cx="11276882" cy="900055"/>
          </a:xfrm>
          <a:prstGeom prst="rect">
            <a:avLst/>
          </a:prstGeom>
          <a:noFill/>
        </p:spPr>
        <p:txBody>
          <a:bodyPr wrap="square">
            <a:spAutoFit/>
          </a:bodyPr>
          <a:lstStyle/>
          <a:p>
            <a:pPr marL="342900" indent="-342900">
              <a:lnSpc>
                <a:spcPct val="125000"/>
              </a:lnSpc>
              <a:buFont typeface="Wingdings" pitchFamily="2" charset="2"/>
              <a:buChar char="p"/>
            </a:pPr>
            <a:r>
              <a:rPr lang="zh-CN" altLang="en-US" sz="2200" b="1" kern="0" spc="-150" dirty="0">
                <a:solidFill>
                  <a:srgbClr val="C00000"/>
                </a:solidFill>
                <a:latin typeface="Microsoft YaHei" panose="020B0503020204020204" pitchFamily="34" charset="-122"/>
                <a:ea typeface="Microsoft YaHei" panose="020B0503020204020204" pitchFamily="34" charset="-122"/>
                <a:cs typeface="Times New Roman" panose="02020603050405020304" pitchFamily="18" charset="0"/>
              </a:rPr>
              <a:t>长短期记忆网络：</a:t>
            </a:r>
            <a:r>
              <a:rPr lang="en-US" altLang="zh-CN" sz="2200" b="1" dirty="0">
                <a:latin typeface="Microsoft YaHei" panose="020B0503020204020204" pitchFamily="34" charset="-122"/>
                <a:ea typeface="Microsoft YaHei" panose="020B0503020204020204" pitchFamily="34" charset="-122"/>
                <a:cs typeface="Times New Roman" panose="02020603050405020304" pitchFamily="18" charset="0"/>
              </a:rPr>
              <a:t>LSTM</a:t>
            </a:r>
            <a:r>
              <a:rPr lang="zh-CN" altLang="en-US" sz="2200" b="1" dirty="0">
                <a:latin typeface="Microsoft YaHei" panose="020B0503020204020204" pitchFamily="34" charset="-122"/>
                <a:ea typeface="Microsoft YaHei" panose="020B0503020204020204" pitchFamily="34" charset="-122"/>
                <a:cs typeface="Times New Roman" panose="02020603050405020304" pitchFamily="18" charset="0"/>
              </a:rPr>
              <a:t>核心思想是通过细胞状态和门控机制，赋予网络选择性记忆与遗忘的能力，解决长序列建模中的梯度问题，同时平衡长期记忆与短期输入的动态调整</a:t>
            </a:r>
          </a:p>
        </p:txBody>
      </p:sp>
      <p:pic>
        <p:nvPicPr>
          <p:cNvPr id="50178" name="Picture 2">
            <a:extLst>
              <a:ext uri="{FF2B5EF4-FFF2-40B4-BE49-F238E27FC236}">
                <a16:creationId xmlns:a16="http://schemas.microsoft.com/office/drawing/2014/main" id="{F543AAE1-2C1F-F3C5-81C9-2A8501B9C86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64641" y="2080448"/>
            <a:ext cx="5095660" cy="1907555"/>
          </a:xfrm>
          <a:prstGeom prst="rect">
            <a:avLst/>
          </a:prstGeom>
          <a:noFill/>
          <a:extLst>
            <a:ext uri="{909E8E84-426E-40DD-AFC4-6F175D3DCCD1}">
              <a14:hiddenFill xmlns:a14="http://schemas.microsoft.com/office/drawing/2010/main">
                <a:solidFill>
                  <a:srgbClr val="FFFFFF"/>
                </a:solidFill>
              </a14:hiddenFill>
            </a:ext>
          </a:extLst>
        </p:spPr>
      </p:pic>
      <p:pic>
        <p:nvPicPr>
          <p:cNvPr id="50180" name="Picture 4">
            <a:extLst>
              <a:ext uri="{FF2B5EF4-FFF2-40B4-BE49-F238E27FC236}">
                <a16:creationId xmlns:a16="http://schemas.microsoft.com/office/drawing/2014/main" id="{47521CE2-A772-F38D-423C-D54C10EFF32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549390" y="2011680"/>
            <a:ext cx="5243544" cy="1969743"/>
          </a:xfrm>
          <a:prstGeom prst="rect">
            <a:avLst/>
          </a:prstGeom>
          <a:noFill/>
          <a:extLst>
            <a:ext uri="{909E8E84-426E-40DD-AFC4-6F175D3DCCD1}">
              <a14:hiddenFill xmlns:a14="http://schemas.microsoft.com/office/drawing/2010/main">
                <a:solidFill>
                  <a:srgbClr val="FFFFFF"/>
                </a:solidFill>
              </a14:hiddenFill>
            </a:ext>
          </a:extLst>
        </p:spPr>
      </p:pic>
      <p:sp>
        <p:nvSpPr>
          <p:cNvPr id="3" name="文本框 2">
            <a:extLst>
              <a:ext uri="{FF2B5EF4-FFF2-40B4-BE49-F238E27FC236}">
                <a16:creationId xmlns:a16="http://schemas.microsoft.com/office/drawing/2014/main" id="{6CC46143-950C-6B4E-C0FC-B9C44858A3FE}"/>
              </a:ext>
            </a:extLst>
          </p:cNvPr>
          <p:cNvSpPr txBox="1"/>
          <p:nvPr/>
        </p:nvSpPr>
        <p:spPr>
          <a:xfrm>
            <a:off x="2360709" y="3988003"/>
            <a:ext cx="1427919" cy="361637"/>
          </a:xfrm>
          <a:prstGeom prst="rect">
            <a:avLst/>
          </a:prstGeom>
          <a:noFill/>
        </p:spPr>
        <p:txBody>
          <a:bodyPr wrap="square">
            <a:spAutoFit/>
          </a:bodyPr>
          <a:lstStyle/>
          <a:p>
            <a:pPr algn="ctr">
              <a:lnSpc>
                <a:spcPts val="2100"/>
              </a:lnSpc>
              <a:spcBef>
                <a:spcPts val="1800"/>
              </a:spcBef>
              <a:spcAft>
                <a:spcPts val="600"/>
              </a:spcAft>
            </a:pPr>
            <a:r>
              <a:rPr lang="en-US" altLang="zh-CN" b="1" dirty="0">
                <a:solidFill>
                  <a:schemeClr val="tx1">
                    <a:lumMod val="85000"/>
                    <a:lumOff val="15000"/>
                  </a:schemeClr>
                </a:solidFill>
                <a:latin typeface="Microsoft YaHei" panose="020B0503020204020204" pitchFamily="34" charset="-122"/>
                <a:ea typeface="Microsoft YaHei" panose="020B0503020204020204" pitchFamily="34" charset="-122"/>
                <a:cs typeface="Times New Roman" panose="02020603050405020304" pitchFamily="18" charset="0"/>
              </a:rPr>
              <a:t>RNN</a:t>
            </a:r>
            <a:endParaRPr lang="en-US" altLang="zh-CN" b="1" i="0" dirty="0">
              <a:solidFill>
                <a:schemeClr val="tx1">
                  <a:lumMod val="85000"/>
                  <a:lumOff val="15000"/>
                </a:schemeClr>
              </a:solidFill>
              <a:effectLst/>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4" name="文本框 3">
            <a:extLst>
              <a:ext uri="{FF2B5EF4-FFF2-40B4-BE49-F238E27FC236}">
                <a16:creationId xmlns:a16="http://schemas.microsoft.com/office/drawing/2014/main" id="{2DAA3C5E-9B28-3249-691A-032924877792}"/>
              </a:ext>
            </a:extLst>
          </p:cNvPr>
          <p:cNvSpPr txBox="1"/>
          <p:nvPr/>
        </p:nvSpPr>
        <p:spPr>
          <a:xfrm>
            <a:off x="8457202" y="4042212"/>
            <a:ext cx="1427919" cy="361637"/>
          </a:xfrm>
          <a:prstGeom prst="rect">
            <a:avLst/>
          </a:prstGeom>
          <a:noFill/>
        </p:spPr>
        <p:txBody>
          <a:bodyPr wrap="square">
            <a:spAutoFit/>
          </a:bodyPr>
          <a:lstStyle/>
          <a:p>
            <a:pPr algn="ctr">
              <a:lnSpc>
                <a:spcPts val="2100"/>
              </a:lnSpc>
              <a:spcBef>
                <a:spcPts val="1800"/>
              </a:spcBef>
              <a:spcAft>
                <a:spcPts val="600"/>
              </a:spcAft>
            </a:pPr>
            <a:r>
              <a:rPr lang="en-US" altLang="zh-CN" b="1" dirty="0">
                <a:solidFill>
                  <a:schemeClr val="tx1">
                    <a:lumMod val="85000"/>
                    <a:lumOff val="15000"/>
                  </a:schemeClr>
                </a:solidFill>
                <a:latin typeface="Microsoft YaHei" panose="020B0503020204020204" pitchFamily="34" charset="-122"/>
                <a:ea typeface="Microsoft YaHei" panose="020B0503020204020204" pitchFamily="34" charset="-122"/>
                <a:cs typeface="Times New Roman" panose="02020603050405020304" pitchFamily="18" charset="0"/>
              </a:rPr>
              <a:t>LSTM</a:t>
            </a:r>
            <a:endParaRPr lang="en-US" altLang="zh-CN" b="1" i="0" dirty="0">
              <a:solidFill>
                <a:schemeClr val="tx1">
                  <a:lumMod val="85000"/>
                  <a:lumOff val="15000"/>
                </a:schemeClr>
              </a:solidFill>
              <a:effectLst/>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5" name="文本框 4">
            <a:extLst>
              <a:ext uri="{FF2B5EF4-FFF2-40B4-BE49-F238E27FC236}">
                <a16:creationId xmlns:a16="http://schemas.microsoft.com/office/drawing/2014/main" id="{EAC67156-4450-AC43-19B5-5266F1A6B1E3}"/>
              </a:ext>
            </a:extLst>
          </p:cNvPr>
          <p:cNvSpPr txBox="1"/>
          <p:nvPr/>
        </p:nvSpPr>
        <p:spPr>
          <a:xfrm>
            <a:off x="516051" y="4495636"/>
            <a:ext cx="11425472" cy="2165208"/>
          </a:xfrm>
          <a:prstGeom prst="rect">
            <a:avLst/>
          </a:prstGeom>
          <a:noFill/>
        </p:spPr>
        <p:txBody>
          <a:bodyPr wrap="square">
            <a:spAutoFit/>
          </a:bodyPr>
          <a:lstStyle/>
          <a:p>
            <a:pPr marL="342900" indent="-342900">
              <a:lnSpc>
                <a:spcPct val="125000"/>
              </a:lnSpc>
              <a:buFont typeface="Wingdings" pitchFamily="2" charset="2"/>
              <a:buChar char="n"/>
            </a:pPr>
            <a:r>
              <a:rPr lang="zh-CN" altLang="en-US" sz="2200" b="1" kern="0" spc="-150" dirty="0">
                <a:solidFill>
                  <a:srgbClr val="C00000"/>
                </a:solidFill>
                <a:latin typeface="Microsoft YaHei" panose="020B0503020204020204" pitchFamily="34" charset="-122"/>
                <a:ea typeface="Microsoft YaHei" panose="020B0503020204020204" pitchFamily="34" charset="-122"/>
                <a:cs typeface="Times New Roman" panose="02020603050405020304" pitchFamily="18" charset="0"/>
              </a:rPr>
              <a:t>细胞状态：</a:t>
            </a:r>
            <a:r>
              <a:rPr lang="zh-CN" altLang="en-US" sz="2200" b="1" kern="0" spc="-150" dirty="0">
                <a:solidFill>
                  <a:schemeClr val="tx1">
                    <a:lumMod val="85000"/>
                    <a:lumOff val="15000"/>
                  </a:schemeClr>
                </a:solidFill>
                <a:latin typeface="Microsoft YaHei" panose="020B0503020204020204" pitchFamily="34" charset="-122"/>
                <a:ea typeface="Microsoft YaHei" panose="020B0503020204020204" pitchFamily="34" charset="-122"/>
                <a:cs typeface="Times New Roman" panose="02020603050405020304" pitchFamily="18" charset="0"/>
              </a:rPr>
              <a:t>作为“记忆通道”，允许信息无损传递，贯穿整个时间步，保存长期信息</a:t>
            </a:r>
            <a:endParaRPr lang="en-US" altLang="zh-CN" sz="2200" b="1" kern="0" spc="-150" dirty="0">
              <a:solidFill>
                <a:schemeClr val="tx1">
                  <a:lumMod val="85000"/>
                  <a:lumOff val="15000"/>
                </a:schemeClr>
              </a:solidFill>
              <a:latin typeface="Microsoft YaHei" panose="020B0503020204020204" pitchFamily="34" charset="-122"/>
              <a:ea typeface="Microsoft YaHei" panose="020B0503020204020204" pitchFamily="34" charset="-122"/>
              <a:cs typeface="Times New Roman" panose="02020603050405020304" pitchFamily="18" charset="0"/>
            </a:endParaRPr>
          </a:p>
          <a:p>
            <a:pPr marL="342900" indent="-342900">
              <a:lnSpc>
                <a:spcPct val="125000"/>
              </a:lnSpc>
              <a:buFont typeface="Wingdings" pitchFamily="2" charset="2"/>
              <a:buChar char="n"/>
            </a:pPr>
            <a:r>
              <a:rPr lang="zh-CN" altLang="en-US" sz="2200" b="1" kern="0" spc="-150" dirty="0">
                <a:solidFill>
                  <a:srgbClr val="C00000"/>
                </a:solidFill>
                <a:latin typeface="Microsoft YaHei" panose="020B0503020204020204" pitchFamily="34" charset="-122"/>
                <a:ea typeface="Microsoft YaHei" panose="020B0503020204020204" pitchFamily="34" charset="-122"/>
                <a:cs typeface="Times New Roman" panose="02020603050405020304" pitchFamily="18" charset="0"/>
              </a:rPr>
              <a:t>门控单元： ​</a:t>
            </a:r>
            <a:r>
              <a:rPr lang="zh-CN" altLang="en-US" sz="2200" b="1" kern="0" spc="-150" dirty="0">
                <a:solidFill>
                  <a:schemeClr val="accent2">
                    <a:lumMod val="75000"/>
                  </a:schemeClr>
                </a:solidFill>
                <a:latin typeface="Microsoft YaHei" panose="020B0503020204020204" pitchFamily="34" charset="-122"/>
                <a:ea typeface="Microsoft YaHei" panose="020B0503020204020204" pitchFamily="34" charset="-122"/>
                <a:cs typeface="Times New Roman" panose="02020603050405020304" pitchFamily="18" charset="0"/>
              </a:rPr>
              <a:t>遗忘门、 ​输入门、输出门</a:t>
            </a:r>
            <a:r>
              <a:rPr lang="zh-CN" altLang="en-US" sz="2200" b="1" kern="0" spc="-150" dirty="0">
                <a:solidFill>
                  <a:schemeClr val="tx1">
                    <a:lumMod val="85000"/>
                    <a:lumOff val="15000"/>
                  </a:schemeClr>
                </a:solidFill>
                <a:latin typeface="Microsoft YaHei" panose="020B0503020204020204" pitchFamily="34" charset="-122"/>
                <a:ea typeface="Microsoft YaHei" panose="020B0503020204020204" pitchFamily="34" charset="-122"/>
                <a:cs typeface="Times New Roman" panose="02020603050405020304" pitchFamily="18" charset="0"/>
              </a:rPr>
              <a:t>，均通过</a:t>
            </a:r>
            <a:r>
              <a:rPr lang="en-US" altLang="zh-CN" sz="2200" b="1" kern="0" spc="-150" dirty="0">
                <a:solidFill>
                  <a:schemeClr val="tx1">
                    <a:lumMod val="85000"/>
                    <a:lumOff val="15000"/>
                  </a:schemeClr>
                </a:solidFill>
                <a:latin typeface="Microsoft YaHei" panose="020B0503020204020204" pitchFamily="34" charset="-122"/>
                <a:ea typeface="Microsoft YaHei" panose="020B0503020204020204" pitchFamily="34" charset="-122"/>
                <a:cs typeface="Times New Roman" panose="02020603050405020304" pitchFamily="18" charset="0"/>
              </a:rPr>
              <a:t>Sigmoid</a:t>
            </a:r>
            <a:r>
              <a:rPr lang="zh-CN" altLang="en-US" sz="2200" b="1" kern="0" spc="-150" dirty="0">
                <a:solidFill>
                  <a:schemeClr val="tx1">
                    <a:lumMod val="85000"/>
                    <a:lumOff val="15000"/>
                  </a:schemeClr>
                </a:solidFill>
                <a:latin typeface="Microsoft YaHei" panose="020B0503020204020204" pitchFamily="34" charset="-122"/>
                <a:ea typeface="Microsoft YaHei" panose="020B0503020204020204" pitchFamily="34" charset="-122"/>
                <a:cs typeface="Times New Roman" panose="02020603050405020304" pitchFamily="18" charset="0"/>
              </a:rPr>
              <a:t>函数（输出</a:t>
            </a:r>
            <a:r>
              <a:rPr lang="en-US" altLang="zh-CN" sz="2200" b="1" kern="0" spc="-150" dirty="0">
                <a:solidFill>
                  <a:schemeClr val="tx1">
                    <a:lumMod val="85000"/>
                    <a:lumOff val="15000"/>
                  </a:schemeClr>
                </a:solidFill>
                <a:latin typeface="Microsoft YaHei" panose="020B0503020204020204" pitchFamily="34" charset="-122"/>
                <a:ea typeface="Microsoft YaHei" panose="020B0503020204020204" pitchFamily="34" charset="-122"/>
                <a:cs typeface="Times New Roman" panose="02020603050405020304" pitchFamily="18" charset="0"/>
              </a:rPr>
              <a:t>0</a:t>
            </a:r>
            <a:r>
              <a:rPr lang="zh-CN" altLang="en-US" sz="2200" b="1" kern="0" spc="-150" dirty="0">
                <a:solidFill>
                  <a:schemeClr val="tx1">
                    <a:lumMod val="85000"/>
                    <a:lumOff val="15000"/>
                  </a:schemeClr>
                </a:solidFill>
                <a:latin typeface="Microsoft YaHei" panose="020B0503020204020204" pitchFamily="34" charset="-122"/>
                <a:ea typeface="Microsoft YaHei" panose="020B0503020204020204" pitchFamily="34" charset="-122"/>
                <a:cs typeface="Times New Roman" panose="02020603050405020304" pitchFamily="18" charset="0"/>
              </a:rPr>
              <a:t>到</a:t>
            </a:r>
            <a:r>
              <a:rPr lang="en-US" altLang="zh-CN" sz="2200" b="1" kern="0" spc="-150" dirty="0">
                <a:solidFill>
                  <a:schemeClr val="tx1">
                    <a:lumMod val="85000"/>
                    <a:lumOff val="15000"/>
                  </a:schemeClr>
                </a:solidFill>
                <a:latin typeface="Microsoft YaHei" panose="020B0503020204020204" pitchFamily="34" charset="-122"/>
                <a:ea typeface="Microsoft YaHei" panose="020B0503020204020204" pitchFamily="34" charset="-122"/>
                <a:cs typeface="Times New Roman" panose="02020603050405020304" pitchFamily="18" charset="0"/>
              </a:rPr>
              <a:t>1</a:t>
            </a:r>
            <a:r>
              <a:rPr lang="zh-CN" altLang="en-US" sz="2200" b="1" kern="0" spc="-150" dirty="0">
                <a:solidFill>
                  <a:schemeClr val="tx1">
                    <a:lumMod val="85000"/>
                    <a:lumOff val="15000"/>
                  </a:schemeClr>
                </a:solidFill>
                <a:latin typeface="Microsoft YaHei" panose="020B0503020204020204" pitchFamily="34" charset="-122"/>
                <a:ea typeface="Microsoft YaHei" panose="020B0503020204020204" pitchFamily="34" charset="-122"/>
                <a:cs typeface="Times New Roman" panose="02020603050405020304" pitchFamily="18" charset="0"/>
              </a:rPr>
              <a:t>的权重）控制信息流</a:t>
            </a:r>
            <a:endParaRPr lang="en-US" altLang="zh-CN" sz="2200" b="1" kern="0" spc="-150" dirty="0">
              <a:solidFill>
                <a:schemeClr val="tx1">
                  <a:lumMod val="85000"/>
                  <a:lumOff val="15000"/>
                </a:schemeClr>
              </a:solidFill>
              <a:latin typeface="Microsoft YaHei" panose="020B0503020204020204" pitchFamily="34" charset="-122"/>
              <a:ea typeface="Microsoft YaHei" panose="020B0503020204020204" pitchFamily="34" charset="-122"/>
              <a:cs typeface="Times New Roman" panose="02020603050405020304" pitchFamily="18" charset="0"/>
            </a:endParaRPr>
          </a:p>
          <a:p>
            <a:pPr>
              <a:lnSpc>
                <a:spcPct val="125000"/>
              </a:lnSpc>
            </a:pPr>
            <a:endParaRPr lang="en-US" altLang="zh-CN" sz="2200" b="1" kern="0" spc="-150" dirty="0">
              <a:solidFill>
                <a:schemeClr val="tx1">
                  <a:lumMod val="85000"/>
                  <a:lumOff val="15000"/>
                </a:schemeClr>
              </a:solidFill>
              <a:latin typeface="Microsoft YaHei" panose="020B0503020204020204" pitchFamily="34" charset="-122"/>
              <a:ea typeface="Microsoft YaHei" panose="020B0503020204020204" pitchFamily="34" charset="-122"/>
              <a:cs typeface="Times New Roman" panose="02020603050405020304" pitchFamily="18" charset="0"/>
            </a:endParaRPr>
          </a:p>
          <a:p>
            <a:pPr>
              <a:lnSpc>
                <a:spcPct val="125000"/>
              </a:lnSpc>
            </a:pPr>
            <a:r>
              <a:rPr lang="en-US" altLang="zh-CN" sz="2200" b="1" dirty="0">
                <a:latin typeface="Microsoft YaHei" panose="020B0503020204020204" pitchFamily="34" charset="-122"/>
                <a:ea typeface="Microsoft YaHei" panose="020B0503020204020204" pitchFamily="34" charset="-122"/>
                <a:cs typeface="Times New Roman" panose="02020603050405020304" pitchFamily="18" charset="0"/>
              </a:rPr>
              <a:t>LSTM</a:t>
            </a:r>
            <a:r>
              <a:rPr lang="zh-CN" altLang="en-US" sz="2200" b="1" dirty="0">
                <a:latin typeface="Microsoft YaHei" panose="020B0503020204020204" pitchFamily="34" charset="-122"/>
                <a:ea typeface="Microsoft YaHei" panose="020B0503020204020204" pitchFamily="34" charset="-122"/>
                <a:cs typeface="Times New Roman" panose="02020603050405020304" pitchFamily="18" charset="0"/>
              </a:rPr>
              <a:t>优势：</a:t>
            </a:r>
            <a:r>
              <a:rPr lang="zh-CN" altLang="en-US" sz="2200" b="1" kern="0" spc="-150" dirty="0">
                <a:solidFill>
                  <a:schemeClr val="tx1">
                    <a:lumMod val="85000"/>
                    <a:lumOff val="15000"/>
                  </a:schemeClr>
                </a:solidFill>
                <a:latin typeface="Microsoft YaHei" panose="020B0503020204020204" pitchFamily="34" charset="-122"/>
                <a:ea typeface="Microsoft YaHei" panose="020B0503020204020204" pitchFamily="34" charset="-122"/>
                <a:cs typeface="Times New Roman" panose="02020603050405020304" pitchFamily="18" charset="0"/>
              </a:rPr>
              <a:t>在文本生成、语音识别等长序列任务中，</a:t>
            </a:r>
            <a:r>
              <a:rPr lang="en-US" altLang="zh-CN" sz="2200" b="1" kern="0" spc="-150" dirty="0">
                <a:solidFill>
                  <a:schemeClr val="tx1">
                    <a:lumMod val="85000"/>
                    <a:lumOff val="15000"/>
                  </a:schemeClr>
                </a:solidFill>
                <a:latin typeface="Microsoft YaHei" panose="020B0503020204020204" pitchFamily="34" charset="-122"/>
                <a:ea typeface="Microsoft YaHei" panose="020B0503020204020204" pitchFamily="34" charset="-122"/>
                <a:cs typeface="Times New Roman" panose="02020603050405020304" pitchFamily="18" charset="0"/>
              </a:rPr>
              <a:t>LSTM</a:t>
            </a:r>
            <a:r>
              <a:rPr lang="zh-CN" altLang="en-US" sz="2200" b="1" kern="0" spc="-150" dirty="0">
                <a:solidFill>
                  <a:schemeClr val="tx1">
                    <a:lumMod val="85000"/>
                    <a:lumOff val="15000"/>
                  </a:schemeClr>
                </a:solidFill>
                <a:latin typeface="Microsoft YaHei" panose="020B0503020204020204" pitchFamily="34" charset="-122"/>
                <a:ea typeface="Microsoft YaHei" panose="020B0503020204020204" pitchFamily="34" charset="-122"/>
                <a:cs typeface="Times New Roman" panose="02020603050405020304" pitchFamily="18" charset="0"/>
              </a:rPr>
              <a:t>的长期记忆能力显著优于普通</a:t>
            </a:r>
            <a:r>
              <a:rPr lang="en-US" altLang="zh-CN" sz="2200" b="1" kern="0" spc="-150" dirty="0">
                <a:solidFill>
                  <a:schemeClr val="tx1">
                    <a:lumMod val="85000"/>
                    <a:lumOff val="15000"/>
                  </a:schemeClr>
                </a:solidFill>
                <a:latin typeface="Microsoft YaHei" panose="020B0503020204020204" pitchFamily="34" charset="-122"/>
                <a:ea typeface="Microsoft YaHei" panose="020B0503020204020204" pitchFamily="34" charset="-122"/>
                <a:cs typeface="Times New Roman" panose="02020603050405020304" pitchFamily="18" charset="0"/>
              </a:rPr>
              <a:t>RNN</a:t>
            </a:r>
            <a:r>
              <a:rPr lang="zh-CN" altLang="en-US" sz="2200" b="1" kern="0" spc="-150" dirty="0">
                <a:solidFill>
                  <a:schemeClr val="tx1">
                    <a:lumMod val="85000"/>
                    <a:lumOff val="15000"/>
                  </a:schemeClr>
                </a:solidFill>
                <a:latin typeface="Microsoft YaHei" panose="020B0503020204020204" pitchFamily="34" charset="-122"/>
                <a:ea typeface="Microsoft YaHei" panose="020B0503020204020204" pitchFamily="34" charset="-122"/>
                <a:cs typeface="Times New Roman" panose="02020603050405020304" pitchFamily="18" charset="0"/>
              </a:rPr>
              <a:t>；此外，在数百时间步后仍能有效传播梯度，而普通</a:t>
            </a:r>
            <a:r>
              <a:rPr lang="en-US" altLang="zh-CN" sz="2200" b="1" kern="0" spc="-150" dirty="0">
                <a:solidFill>
                  <a:schemeClr val="tx1">
                    <a:lumMod val="85000"/>
                    <a:lumOff val="15000"/>
                  </a:schemeClr>
                </a:solidFill>
                <a:latin typeface="Microsoft YaHei" panose="020B0503020204020204" pitchFamily="34" charset="-122"/>
                <a:ea typeface="Microsoft YaHei" panose="020B0503020204020204" pitchFamily="34" charset="-122"/>
                <a:cs typeface="Times New Roman" panose="02020603050405020304" pitchFamily="18" charset="0"/>
              </a:rPr>
              <a:t>RNN</a:t>
            </a:r>
            <a:r>
              <a:rPr lang="zh-CN" altLang="en-US" sz="2200" b="1" kern="0" spc="-150" dirty="0">
                <a:solidFill>
                  <a:schemeClr val="tx1">
                    <a:lumMod val="85000"/>
                    <a:lumOff val="15000"/>
                  </a:schemeClr>
                </a:solidFill>
                <a:latin typeface="Microsoft YaHei" panose="020B0503020204020204" pitchFamily="34" charset="-122"/>
                <a:ea typeface="Microsoft YaHei" panose="020B0503020204020204" pitchFamily="34" charset="-122"/>
                <a:cs typeface="Times New Roman" panose="02020603050405020304" pitchFamily="18" charset="0"/>
              </a:rPr>
              <a:t>的梯度几乎消失。</a:t>
            </a:r>
          </a:p>
        </p:txBody>
      </p:sp>
    </p:spTree>
    <p:custDataLst>
      <p:tags r:id="rId1"/>
    </p:custDataLst>
    <p:extLst>
      <p:ext uri="{BB962C8B-B14F-4D97-AF65-F5344CB8AC3E}">
        <p14:creationId xmlns:p14="http://schemas.microsoft.com/office/powerpoint/2010/main" val="35985671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9CEAAB-1C0B-190C-47F3-5BBAD8AA7A29}"/>
            </a:ext>
          </a:extLst>
        </p:cNvPr>
        <p:cNvGrpSpPr/>
        <p:nvPr/>
      </p:nvGrpSpPr>
      <p:grpSpPr>
        <a:xfrm>
          <a:off x="0" y="0"/>
          <a:ext cx="0" cy="0"/>
          <a:chOff x="0" y="0"/>
          <a:chExt cx="0" cy="0"/>
        </a:xfrm>
      </p:grpSpPr>
      <p:sp>
        <p:nvSpPr>
          <p:cNvPr id="121" name="标题 11">
            <a:extLst>
              <a:ext uri="{FF2B5EF4-FFF2-40B4-BE49-F238E27FC236}">
                <a16:creationId xmlns:a16="http://schemas.microsoft.com/office/drawing/2014/main" id="{8A5F956F-BD66-9C7A-988B-AA34B68BD6FC}"/>
              </a:ext>
            </a:extLst>
          </p:cNvPr>
          <p:cNvSpPr txBox="1"/>
          <p:nvPr>
            <p:custDataLst>
              <p:tags r:id="rId2"/>
            </p:custDataLst>
          </p:nvPr>
        </p:nvSpPr>
        <p:spPr bwMode="auto">
          <a:xfrm>
            <a:off x="1219099" y="179835"/>
            <a:ext cx="10972901" cy="535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spAutoFit/>
          </a:bodyPr>
          <a:lstStyle>
            <a:lvl1pPr algn="l" rtl="0" eaLnBrk="0" fontAlgn="base" hangingPunct="0">
              <a:lnSpc>
                <a:spcPct val="90000"/>
              </a:lnSpc>
              <a:spcBef>
                <a:spcPct val="0"/>
              </a:spcBef>
              <a:spcAft>
                <a:spcPct val="0"/>
              </a:spcAft>
              <a:defRPr lang="zh-CN" altLang="en-US" sz="3600" b="1" kern="1200" baseline="0">
                <a:solidFill>
                  <a:schemeClr val="tx1"/>
                </a:solidFill>
                <a:latin typeface="微软雅黑" panose="020B0503020204020204" pitchFamily="34" charset="-122"/>
                <a:ea typeface="微软雅黑" panose="020B0503020204020204" pitchFamily="34" charset="-122"/>
                <a:cs typeface="+mn-cs"/>
              </a:defRPr>
            </a:lvl1pPr>
            <a:lvl2pPr algn="l" rtl="0" eaLnBrk="0" fontAlgn="base" hangingPunct="0">
              <a:lnSpc>
                <a:spcPct val="90000"/>
              </a:lnSpc>
              <a:spcBef>
                <a:spcPct val="0"/>
              </a:spcBef>
              <a:spcAft>
                <a:spcPct val="0"/>
              </a:spcAft>
              <a:defRPr sz="440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2pPr>
            <a:lvl3pPr algn="l" rtl="0" eaLnBrk="0" fontAlgn="base" hangingPunct="0">
              <a:lnSpc>
                <a:spcPct val="90000"/>
              </a:lnSpc>
              <a:spcBef>
                <a:spcPct val="0"/>
              </a:spcBef>
              <a:spcAft>
                <a:spcPct val="0"/>
              </a:spcAft>
              <a:defRPr sz="440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3pPr>
            <a:lvl4pPr algn="l" rtl="0" eaLnBrk="0" fontAlgn="base" hangingPunct="0">
              <a:lnSpc>
                <a:spcPct val="90000"/>
              </a:lnSpc>
              <a:spcBef>
                <a:spcPct val="0"/>
              </a:spcBef>
              <a:spcAft>
                <a:spcPct val="0"/>
              </a:spcAft>
              <a:defRPr sz="440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4pPr>
            <a:lvl5pPr algn="l" rtl="0" eaLnBrk="0" fontAlgn="base" hangingPunct="0">
              <a:lnSpc>
                <a:spcPct val="90000"/>
              </a:lnSpc>
              <a:spcBef>
                <a:spcPct val="0"/>
              </a:spcBef>
              <a:spcAft>
                <a:spcPct val="0"/>
              </a:spcAft>
              <a:defRPr sz="440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5pPr>
            <a:lvl6pPr marL="457200" algn="l" rtl="0" fontAlgn="base">
              <a:lnSpc>
                <a:spcPct val="90000"/>
              </a:lnSpc>
              <a:spcBef>
                <a:spcPct val="0"/>
              </a:spcBef>
              <a:spcAft>
                <a:spcPct val="0"/>
              </a:spcAft>
              <a:defRPr sz="4400">
                <a:solidFill>
                  <a:schemeClr val="tx1"/>
                </a:solidFill>
                <a:latin typeface="Century Gothic" panose="020B0502020202020204" pitchFamily="34" charset="0"/>
                <a:ea typeface="微软雅黑" panose="020B0503020204020204" pitchFamily="34" charset="-122"/>
              </a:defRPr>
            </a:lvl6pPr>
            <a:lvl7pPr marL="914400" algn="l" rtl="0" fontAlgn="base">
              <a:lnSpc>
                <a:spcPct val="90000"/>
              </a:lnSpc>
              <a:spcBef>
                <a:spcPct val="0"/>
              </a:spcBef>
              <a:spcAft>
                <a:spcPct val="0"/>
              </a:spcAft>
              <a:defRPr sz="4400">
                <a:solidFill>
                  <a:schemeClr val="tx1"/>
                </a:solidFill>
                <a:latin typeface="Century Gothic" panose="020B0502020202020204" pitchFamily="34" charset="0"/>
                <a:ea typeface="微软雅黑" panose="020B0503020204020204" pitchFamily="34" charset="-122"/>
              </a:defRPr>
            </a:lvl7pPr>
            <a:lvl8pPr marL="1371600" algn="l" rtl="0" fontAlgn="base">
              <a:lnSpc>
                <a:spcPct val="90000"/>
              </a:lnSpc>
              <a:spcBef>
                <a:spcPct val="0"/>
              </a:spcBef>
              <a:spcAft>
                <a:spcPct val="0"/>
              </a:spcAft>
              <a:defRPr sz="4400">
                <a:solidFill>
                  <a:schemeClr val="tx1"/>
                </a:solidFill>
                <a:latin typeface="Century Gothic" panose="020B0502020202020204" pitchFamily="34" charset="0"/>
                <a:ea typeface="微软雅黑" panose="020B0503020204020204" pitchFamily="34" charset="-122"/>
              </a:defRPr>
            </a:lvl8pPr>
            <a:lvl9pPr marL="1828800" algn="l" rtl="0" fontAlgn="base">
              <a:lnSpc>
                <a:spcPct val="90000"/>
              </a:lnSpc>
              <a:spcBef>
                <a:spcPct val="0"/>
              </a:spcBef>
              <a:spcAft>
                <a:spcPct val="0"/>
              </a:spcAft>
              <a:defRPr sz="4400">
                <a:solidFill>
                  <a:schemeClr val="tx1"/>
                </a:solidFill>
                <a:latin typeface="Century Gothic" panose="020B0502020202020204" pitchFamily="34" charset="0"/>
                <a:ea typeface="微软雅黑" panose="020B0503020204020204" pitchFamily="34" charset="-122"/>
              </a:defRPr>
            </a:lvl9pPr>
          </a:lstStyle>
          <a:p>
            <a:pPr>
              <a:defRPr/>
            </a:pPr>
            <a:r>
              <a:rPr lang="zh-CN" altLang="en-US" sz="3200" kern="0" spc="-150" dirty="0">
                <a:gradFill>
                  <a:gsLst>
                    <a:gs pos="0">
                      <a:srgbClr val="7D1E2E"/>
                    </a:gs>
                    <a:gs pos="100000">
                      <a:srgbClr val="0070C0"/>
                    </a:gs>
                  </a:gsLst>
                  <a:lin ang="2700000" scaled="0"/>
                </a:gradFill>
                <a:latin typeface="Microsoft YaHei" panose="020B0503020204020204" pitchFamily="34" charset="-122"/>
                <a:ea typeface="Microsoft YaHei" panose="020B0503020204020204" pitchFamily="34" charset="-122"/>
                <a:cs typeface="Times New Roman" panose="02020603050405020304" pitchFamily="18" charset="0"/>
              </a:rPr>
              <a:t>长短期记忆网络</a:t>
            </a:r>
            <a:r>
              <a:rPr lang="en-US" altLang="zh-CN" sz="3200" kern="0" spc="-150" dirty="0">
                <a:gradFill>
                  <a:gsLst>
                    <a:gs pos="0">
                      <a:srgbClr val="7D1E2E"/>
                    </a:gs>
                    <a:gs pos="100000">
                      <a:srgbClr val="0070C0"/>
                    </a:gs>
                  </a:gsLst>
                  <a:lin ang="2700000" scaled="0"/>
                </a:gradFill>
                <a:latin typeface="Microsoft YaHei" panose="020B0503020204020204" pitchFamily="34" charset="-122"/>
                <a:ea typeface="Microsoft YaHei" panose="020B0503020204020204" pitchFamily="34" charset="-122"/>
                <a:cs typeface="Times New Roman" panose="02020603050405020304" pitchFamily="18" charset="0"/>
              </a:rPr>
              <a:t>-</a:t>
            </a:r>
            <a:r>
              <a:rPr lang="zh-CN" altLang="en-US" sz="3200" kern="0" spc="-150" dirty="0">
                <a:gradFill>
                  <a:gsLst>
                    <a:gs pos="0">
                      <a:srgbClr val="7D1E2E"/>
                    </a:gs>
                    <a:gs pos="100000">
                      <a:srgbClr val="0070C0"/>
                    </a:gs>
                  </a:gsLst>
                  <a:lin ang="2700000" scaled="0"/>
                </a:gradFill>
                <a:latin typeface="Microsoft YaHei" panose="020B0503020204020204" pitchFamily="34" charset="-122"/>
                <a:ea typeface="Microsoft YaHei" panose="020B0503020204020204" pitchFamily="34" charset="-122"/>
                <a:cs typeface="Times New Roman" panose="02020603050405020304" pitchFamily="18" charset="0"/>
              </a:rPr>
              <a:t>遗忘门、 ​输入门、输出门</a:t>
            </a:r>
          </a:p>
        </p:txBody>
      </p:sp>
      <p:sp>
        <p:nvSpPr>
          <p:cNvPr id="2" name="文本框 1">
            <a:extLst>
              <a:ext uri="{FF2B5EF4-FFF2-40B4-BE49-F238E27FC236}">
                <a16:creationId xmlns:a16="http://schemas.microsoft.com/office/drawing/2014/main" id="{75E55C68-4B2A-606A-97E8-D4E9F56BDEDB}"/>
              </a:ext>
            </a:extLst>
          </p:cNvPr>
          <p:cNvSpPr txBox="1"/>
          <p:nvPr/>
        </p:nvSpPr>
        <p:spPr>
          <a:xfrm>
            <a:off x="317745" y="951561"/>
            <a:ext cx="11276882" cy="472373"/>
          </a:xfrm>
          <a:prstGeom prst="rect">
            <a:avLst/>
          </a:prstGeom>
          <a:noFill/>
        </p:spPr>
        <p:txBody>
          <a:bodyPr wrap="square">
            <a:spAutoFit/>
          </a:bodyPr>
          <a:lstStyle/>
          <a:p>
            <a:pPr>
              <a:lnSpc>
                <a:spcPct val="125000"/>
              </a:lnSpc>
            </a:pPr>
            <a:r>
              <a:rPr lang="zh-CN" altLang="en-US" sz="2200" b="1" kern="0" spc="-150" dirty="0">
                <a:solidFill>
                  <a:srgbClr val="C00000"/>
                </a:solidFill>
                <a:latin typeface="Microsoft YaHei" panose="020B0503020204020204" pitchFamily="34" charset="-122"/>
                <a:ea typeface="Microsoft YaHei" panose="020B0503020204020204" pitchFamily="34" charset="-122"/>
                <a:cs typeface="Times New Roman" panose="02020603050405020304" pitchFamily="18" charset="0"/>
              </a:rPr>
              <a:t>遗忘门（</a:t>
            </a:r>
            <a:r>
              <a:rPr lang="en-US" altLang="zh-CN" sz="2200" b="1" kern="0" spc="-150" dirty="0">
                <a:solidFill>
                  <a:srgbClr val="C00000"/>
                </a:solidFill>
                <a:latin typeface="Microsoft YaHei" panose="020B0503020204020204" pitchFamily="34" charset="-122"/>
                <a:ea typeface="Microsoft YaHei" panose="020B0503020204020204" pitchFamily="34" charset="-122"/>
                <a:cs typeface="Times New Roman" panose="02020603050405020304" pitchFamily="18" charset="0"/>
              </a:rPr>
              <a:t>Forget Gate</a:t>
            </a:r>
            <a:r>
              <a:rPr lang="zh-CN" altLang="en-US" sz="2200" b="1" kern="0" spc="-150" dirty="0">
                <a:solidFill>
                  <a:srgbClr val="C00000"/>
                </a:solidFill>
                <a:latin typeface="Microsoft YaHei" panose="020B0503020204020204" pitchFamily="34" charset="-122"/>
                <a:ea typeface="Microsoft YaHei" panose="020B0503020204020204" pitchFamily="34" charset="-122"/>
                <a:cs typeface="Times New Roman" panose="02020603050405020304" pitchFamily="18" charset="0"/>
              </a:rPr>
              <a:t>）​：</a:t>
            </a:r>
            <a:r>
              <a:rPr lang="zh-CN" altLang="en-US" sz="2200" b="1" kern="0" spc="-150" dirty="0">
                <a:solidFill>
                  <a:schemeClr val="tx1">
                    <a:lumMod val="85000"/>
                    <a:lumOff val="15000"/>
                  </a:schemeClr>
                </a:solidFill>
                <a:latin typeface="Microsoft YaHei" panose="020B0503020204020204" pitchFamily="34" charset="-122"/>
                <a:ea typeface="Microsoft YaHei" panose="020B0503020204020204" pitchFamily="34" charset="-122"/>
                <a:cs typeface="Times New Roman" panose="02020603050405020304" pitchFamily="18" charset="0"/>
              </a:rPr>
              <a:t>决定从细胞状态中丢弃哪些旧信息</a:t>
            </a:r>
          </a:p>
        </p:txBody>
      </p:sp>
      <p:grpSp>
        <p:nvGrpSpPr>
          <p:cNvPr id="7" name="组合 6">
            <a:extLst>
              <a:ext uri="{FF2B5EF4-FFF2-40B4-BE49-F238E27FC236}">
                <a16:creationId xmlns:a16="http://schemas.microsoft.com/office/drawing/2014/main" id="{7A4EFAB2-5DC7-22E3-36FD-CA14461267F7}"/>
              </a:ext>
            </a:extLst>
          </p:cNvPr>
          <p:cNvGrpSpPr/>
          <p:nvPr/>
        </p:nvGrpSpPr>
        <p:grpSpPr>
          <a:xfrm>
            <a:off x="487495" y="1423934"/>
            <a:ext cx="6595110" cy="2117071"/>
            <a:chOff x="720090" y="2020589"/>
            <a:chExt cx="11072843" cy="3421335"/>
          </a:xfrm>
        </p:grpSpPr>
        <p:pic>
          <p:nvPicPr>
            <p:cNvPr id="51202" name="Picture 2">
              <a:extLst>
                <a:ext uri="{FF2B5EF4-FFF2-40B4-BE49-F238E27FC236}">
                  <a16:creationId xmlns:a16="http://schemas.microsoft.com/office/drawing/2014/main" id="{0D32036B-7D6C-EE05-DBD1-B2663A41310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20090" y="2020589"/>
              <a:ext cx="11072843" cy="3421335"/>
            </a:xfrm>
            <a:prstGeom prst="rect">
              <a:avLst/>
            </a:prstGeom>
            <a:noFill/>
            <a:extLst>
              <a:ext uri="{909E8E84-426E-40DD-AFC4-6F175D3DCCD1}">
                <a14:hiddenFill xmlns:a14="http://schemas.microsoft.com/office/drawing/2010/main">
                  <a:solidFill>
                    <a:srgbClr val="FFFFFF"/>
                  </a:solidFill>
                </a14:hiddenFill>
              </a:ext>
            </a:extLst>
          </p:spPr>
        </p:pic>
        <p:sp>
          <p:nvSpPr>
            <p:cNvPr id="6" name="矩形 5">
              <a:extLst>
                <a:ext uri="{FF2B5EF4-FFF2-40B4-BE49-F238E27FC236}">
                  <a16:creationId xmlns:a16="http://schemas.microsoft.com/office/drawing/2014/main" id="{C06AB8F8-947B-D730-01E5-A923EA28F0B5}"/>
                </a:ext>
              </a:extLst>
            </p:cNvPr>
            <p:cNvSpPr/>
            <p:nvPr/>
          </p:nvSpPr>
          <p:spPr>
            <a:xfrm>
              <a:off x="8446770" y="4617720"/>
              <a:ext cx="3246120" cy="56007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b="1">
                <a:latin typeface="Microsoft YaHei" panose="020B0503020204020204" pitchFamily="34" charset="-122"/>
                <a:ea typeface="Microsoft YaHei" panose="020B0503020204020204" pitchFamily="34" charset="-122"/>
              </a:endParaRPr>
            </a:p>
          </p:txBody>
        </p:sp>
      </p:grpSp>
      <p:sp>
        <p:nvSpPr>
          <p:cNvPr id="8" name="文本框 7">
            <a:extLst>
              <a:ext uri="{FF2B5EF4-FFF2-40B4-BE49-F238E27FC236}">
                <a16:creationId xmlns:a16="http://schemas.microsoft.com/office/drawing/2014/main" id="{93E402CC-03A6-9DCE-7C68-E553DE2A2F7B}"/>
              </a:ext>
            </a:extLst>
          </p:cNvPr>
          <p:cNvSpPr txBox="1"/>
          <p:nvPr/>
        </p:nvSpPr>
        <p:spPr>
          <a:xfrm>
            <a:off x="317745" y="3686380"/>
            <a:ext cx="8035289" cy="472373"/>
          </a:xfrm>
          <a:prstGeom prst="rect">
            <a:avLst/>
          </a:prstGeom>
          <a:noFill/>
        </p:spPr>
        <p:txBody>
          <a:bodyPr wrap="square">
            <a:spAutoFit/>
          </a:bodyPr>
          <a:lstStyle/>
          <a:p>
            <a:pPr>
              <a:lnSpc>
                <a:spcPct val="125000"/>
              </a:lnSpc>
            </a:pPr>
            <a:r>
              <a:rPr lang="zh-CN" altLang="en-US" sz="2200" b="1" kern="0" spc="-150" dirty="0">
                <a:solidFill>
                  <a:srgbClr val="C00000"/>
                </a:solidFill>
                <a:latin typeface="Microsoft YaHei" panose="020B0503020204020204" pitchFamily="34" charset="-122"/>
                <a:ea typeface="Microsoft YaHei" panose="020B0503020204020204" pitchFamily="34" charset="-122"/>
                <a:cs typeface="Times New Roman" panose="02020603050405020304" pitchFamily="18" charset="0"/>
              </a:rPr>
              <a:t>​输入门（</a:t>
            </a:r>
            <a:r>
              <a:rPr lang="en-US" altLang="zh-CN" sz="2200" b="1" kern="0" spc="-150" dirty="0">
                <a:solidFill>
                  <a:srgbClr val="C00000"/>
                </a:solidFill>
                <a:latin typeface="Microsoft YaHei" panose="020B0503020204020204" pitchFamily="34" charset="-122"/>
                <a:ea typeface="Microsoft YaHei" panose="020B0503020204020204" pitchFamily="34" charset="-122"/>
                <a:cs typeface="Times New Roman" panose="02020603050405020304" pitchFamily="18" charset="0"/>
              </a:rPr>
              <a:t>Input Gate</a:t>
            </a:r>
            <a:r>
              <a:rPr lang="zh-CN" altLang="en-US" sz="2200" b="1" kern="0" spc="-150" dirty="0">
                <a:solidFill>
                  <a:srgbClr val="C00000"/>
                </a:solidFill>
                <a:latin typeface="Microsoft YaHei" panose="020B0503020204020204" pitchFamily="34" charset="-122"/>
                <a:ea typeface="Microsoft YaHei" panose="020B0503020204020204" pitchFamily="34" charset="-122"/>
                <a:cs typeface="Times New Roman" panose="02020603050405020304" pitchFamily="18" charset="0"/>
              </a:rPr>
              <a:t>）​：</a:t>
            </a:r>
            <a:r>
              <a:rPr lang="zh-CN" altLang="en-US" sz="2200" b="1" kern="0" spc="-150" dirty="0">
                <a:solidFill>
                  <a:schemeClr val="tx1">
                    <a:lumMod val="85000"/>
                    <a:lumOff val="15000"/>
                  </a:schemeClr>
                </a:solidFill>
                <a:latin typeface="Microsoft YaHei" panose="020B0503020204020204" pitchFamily="34" charset="-122"/>
                <a:ea typeface="Microsoft YaHei" panose="020B0503020204020204" pitchFamily="34" charset="-122"/>
                <a:cs typeface="Times New Roman" panose="02020603050405020304" pitchFamily="18" charset="0"/>
              </a:rPr>
              <a:t>决定当前哪部分信息需存入细胞状态</a:t>
            </a:r>
          </a:p>
        </p:txBody>
      </p:sp>
      <p:pic>
        <p:nvPicPr>
          <p:cNvPr id="51204" name="Picture 4">
            <a:extLst>
              <a:ext uri="{FF2B5EF4-FFF2-40B4-BE49-F238E27FC236}">
                <a16:creationId xmlns:a16="http://schemas.microsoft.com/office/drawing/2014/main" id="{7C92F4EA-4ED1-2099-3CD6-E92E2A09739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7495" y="4267982"/>
            <a:ext cx="6595110" cy="2037786"/>
          </a:xfrm>
          <a:prstGeom prst="rect">
            <a:avLst/>
          </a:prstGeom>
          <a:noFill/>
          <a:extLst>
            <a:ext uri="{909E8E84-426E-40DD-AFC4-6F175D3DCCD1}">
              <a14:hiddenFill xmlns:a14="http://schemas.microsoft.com/office/drawing/2010/main">
                <a:solidFill>
                  <a:srgbClr val="FFFFFF"/>
                </a:solidFill>
              </a14:hiddenFill>
            </a:ext>
          </a:extLst>
        </p:spPr>
      </p:pic>
      <p:sp>
        <p:nvSpPr>
          <p:cNvPr id="9" name="矩形 8">
            <a:extLst>
              <a:ext uri="{FF2B5EF4-FFF2-40B4-BE49-F238E27FC236}">
                <a16:creationId xmlns:a16="http://schemas.microsoft.com/office/drawing/2014/main" id="{E5DCB0AD-E66A-1757-6302-8A960458D435}"/>
              </a:ext>
            </a:extLst>
          </p:cNvPr>
          <p:cNvSpPr/>
          <p:nvPr/>
        </p:nvSpPr>
        <p:spPr>
          <a:xfrm>
            <a:off x="5310573" y="5781918"/>
            <a:ext cx="1933426" cy="34656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b="1">
              <a:latin typeface="Microsoft YaHei" panose="020B0503020204020204" pitchFamily="34" charset="-122"/>
              <a:ea typeface="Microsoft YaHei" panose="020B0503020204020204" pitchFamily="34" charset="-122"/>
            </a:endParaRPr>
          </a:p>
        </p:txBody>
      </p:sp>
      <p:pic>
        <p:nvPicPr>
          <p:cNvPr id="51206" name="Picture 6">
            <a:extLst>
              <a:ext uri="{FF2B5EF4-FFF2-40B4-BE49-F238E27FC236}">
                <a16:creationId xmlns:a16="http://schemas.microsoft.com/office/drawing/2014/main" id="{2A278814-0DDB-6552-9CB7-0F4154F20D6D}"/>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r="48407"/>
          <a:stretch/>
        </p:blipFill>
        <p:spPr bwMode="auto">
          <a:xfrm>
            <a:off x="7851198" y="2476519"/>
            <a:ext cx="3829004" cy="2293145"/>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6">
            <a:extLst>
              <a:ext uri="{FF2B5EF4-FFF2-40B4-BE49-F238E27FC236}">
                <a16:creationId xmlns:a16="http://schemas.microsoft.com/office/drawing/2014/main" id="{E2B0B51C-1DFB-9230-7511-BD59D7CEFD56}"/>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49898" t="31235" b="24639"/>
          <a:stretch/>
        </p:blipFill>
        <p:spPr bwMode="auto">
          <a:xfrm>
            <a:off x="8052814" y="5028788"/>
            <a:ext cx="3508470" cy="954770"/>
          </a:xfrm>
          <a:prstGeom prst="rect">
            <a:avLst/>
          </a:prstGeom>
          <a:noFill/>
          <a:extLst>
            <a:ext uri="{909E8E84-426E-40DD-AFC4-6F175D3DCCD1}">
              <a14:hiddenFill xmlns:a14="http://schemas.microsoft.com/office/drawing/2010/main">
                <a:solidFill>
                  <a:srgbClr val="FFFFFF"/>
                </a:solidFill>
              </a14:hiddenFill>
            </a:ext>
          </a:extLst>
        </p:spPr>
      </p:pic>
      <p:sp>
        <p:nvSpPr>
          <p:cNvPr id="11" name="文本框 10">
            <a:extLst>
              <a:ext uri="{FF2B5EF4-FFF2-40B4-BE49-F238E27FC236}">
                <a16:creationId xmlns:a16="http://schemas.microsoft.com/office/drawing/2014/main" id="{E7959F5C-2A99-2B49-A918-C291F2367EA8}"/>
              </a:ext>
            </a:extLst>
          </p:cNvPr>
          <p:cNvSpPr txBox="1"/>
          <p:nvPr/>
        </p:nvSpPr>
        <p:spPr>
          <a:xfrm>
            <a:off x="8209813" y="925160"/>
            <a:ext cx="3051894" cy="1318759"/>
          </a:xfrm>
          <a:prstGeom prst="rect">
            <a:avLst/>
          </a:prstGeom>
          <a:noFill/>
        </p:spPr>
        <p:txBody>
          <a:bodyPr wrap="square">
            <a:spAutoFit/>
          </a:bodyPr>
          <a:lstStyle/>
          <a:p>
            <a:pPr algn="just">
              <a:lnSpc>
                <a:spcPct val="125000"/>
              </a:lnSpc>
            </a:pPr>
            <a:r>
              <a:rPr lang="zh-CN" altLang="en-US" sz="2200" b="1" kern="0" spc="-150" dirty="0">
                <a:solidFill>
                  <a:srgbClr val="C00000"/>
                </a:solidFill>
                <a:latin typeface="Microsoft YaHei" panose="020B0503020204020204" pitchFamily="34" charset="-122"/>
                <a:ea typeface="Microsoft YaHei" panose="020B0503020204020204" pitchFamily="34" charset="-122"/>
                <a:cs typeface="Times New Roman" panose="02020603050405020304" pitchFamily="18" charset="0"/>
              </a:rPr>
              <a:t>输出门（</a:t>
            </a:r>
            <a:r>
              <a:rPr lang="en-US" altLang="zh-CN" sz="2200" b="1" kern="0" spc="-150" dirty="0">
                <a:solidFill>
                  <a:srgbClr val="C00000"/>
                </a:solidFill>
                <a:latin typeface="Microsoft YaHei" panose="020B0503020204020204" pitchFamily="34" charset="-122"/>
                <a:ea typeface="Microsoft YaHei" panose="020B0503020204020204" pitchFamily="34" charset="-122"/>
                <a:cs typeface="Times New Roman" panose="02020603050405020304" pitchFamily="18" charset="0"/>
              </a:rPr>
              <a:t>Output Gate</a:t>
            </a:r>
            <a:r>
              <a:rPr lang="zh-CN" altLang="en-US" sz="2200" b="1" kern="0" spc="-150" dirty="0">
                <a:solidFill>
                  <a:srgbClr val="C00000"/>
                </a:solidFill>
                <a:latin typeface="Microsoft YaHei" panose="020B0503020204020204" pitchFamily="34" charset="-122"/>
                <a:ea typeface="Microsoft YaHei" panose="020B0503020204020204" pitchFamily="34" charset="-122"/>
                <a:cs typeface="Times New Roman" panose="02020603050405020304" pitchFamily="18" charset="0"/>
              </a:rPr>
              <a:t>）​：</a:t>
            </a:r>
            <a:r>
              <a:rPr lang="zh-CN" altLang="en-US" sz="2200" b="1" kern="0" spc="-150" dirty="0">
                <a:solidFill>
                  <a:schemeClr val="tx1">
                    <a:lumMod val="85000"/>
                    <a:lumOff val="15000"/>
                  </a:schemeClr>
                </a:solidFill>
                <a:latin typeface="Microsoft YaHei" panose="020B0503020204020204" pitchFamily="34" charset="-122"/>
                <a:ea typeface="Microsoft YaHei" panose="020B0503020204020204" pitchFamily="34" charset="-122"/>
                <a:cs typeface="Times New Roman" panose="02020603050405020304" pitchFamily="18" charset="0"/>
              </a:rPr>
              <a:t>决定当前细胞状态中哪些信息需要输出到隐藏状态</a:t>
            </a:r>
          </a:p>
        </p:txBody>
      </p:sp>
    </p:spTree>
    <p:custDataLst>
      <p:tags r:id="rId1"/>
    </p:custDataLst>
    <p:extLst>
      <p:ext uri="{BB962C8B-B14F-4D97-AF65-F5344CB8AC3E}">
        <p14:creationId xmlns:p14="http://schemas.microsoft.com/office/powerpoint/2010/main" val="40576693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F59587-1F5E-4665-6794-1B26511639C0}"/>
            </a:ext>
          </a:extLst>
        </p:cNvPr>
        <p:cNvGrpSpPr/>
        <p:nvPr/>
      </p:nvGrpSpPr>
      <p:grpSpPr>
        <a:xfrm>
          <a:off x="0" y="0"/>
          <a:ext cx="0" cy="0"/>
          <a:chOff x="0" y="0"/>
          <a:chExt cx="0" cy="0"/>
        </a:xfrm>
      </p:grpSpPr>
      <p:pic>
        <p:nvPicPr>
          <p:cNvPr id="52238" name="Picture 14">
            <a:extLst>
              <a:ext uri="{FF2B5EF4-FFF2-40B4-BE49-F238E27FC236}">
                <a16:creationId xmlns:a16="http://schemas.microsoft.com/office/drawing/2014/main" id="{72929AB6-B4D5-D994-78DD-1CC6F640B9CB}"/>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t="13750" r="24794"/>
          <a:stretch/>
        </p:blipFill>
        <p:spPr bwMode="auto">
          <a:xfrm>
            <a:off x="7902600" y="4819055"/>
            <a:ext cx="3357797" cy="1824105"/>
          </a:xfrm>
          <a:prstGeom prst="rect">
            <a:avLst/>
          </a:prstGeom>
          <a:noFill/>
          <a:extLst>
            <a:ext uri="{909E8E84-426E-40DD-AFC4-6F175D3DCCD1}">
              <a14:hiddenFill xmlns:a14="http://schemas.microsoft.com/office/drawing/2010/main">
                <a:solidFill>
                  <a:srgbClr val="FFFFFF"/>
                </a:solidFill>
              </a14:hiddenFill>
            </a:ext>
          </a:extLst>
        </p:spPr>
      </p:pic>
      <p:sp>
        <p:nvSpPr>
          <p:cNvPr id="121" name="标题 11">
            <a:extLst>
              <a:ext uri="{FF2B5EF4-FFF2-40B4-BE49-F238E27FC236}">
                <a16:creationId xmlns:a16="http://schemas.microsoft.com/office/drawing/2014/main" id="{4F535FBE-81BC-9BDC-0708-0ED77E723383}"/>
              </a:ext>
            </a:extLst>
          </p:cNvPr>
          <p:cNvSpPr txBox="1"/>
          <p:nvPr>
            <p:custDataLst>
              <p:tags r:id="rId2"/>
            </p:custDataLst>
          </p:nvPr>
        </p:nvSpPr>
        <p:spPr bwMode="auto">
          <a:xfrm>
            <a:off x="1219099" y="179835"/>
            <a:ext cx="10972901" cy="535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spAutoFit/>
          </a:bodyPr>
          <a:lstStyle>
            <a:lvl1pPr algn="l" rtl="0" eaLnBrk="0" fontAlgn="base" hangingPunct="0">
              <a:lnSpc>
                <a:spcPct val="90000"/>
              </a:lnSpc>
              <a:spcBef>
                <a:spcPct val="0"/>
              </a:spcBef>
              <a:spcAft>
                <a:spcPct val="0"/>
              </a:spcAft>
              <a:defRPr lang="zh-CN" altLang="en-US" sz="3600" b="1" kern="1200" baseline="0">
                <a:solidFill>
                  <a:schemeClr val="tx1"/>
                </a:solidFill>
                <a:latin typeface="微软雅黑" panose="020B0503020204020204" pitchFamily="34" charset="-122"/>
                <a:ea typeface="微软雅黑" panose="020B0503020204020204" pitchFamily="34" charset="-122"/>
                <a:cs typeface="+mn-cs"/>
              </a:defRPr>
            </a:lvl1pPr>
            <a:lvl2pPr algn="l" rtl="0" eaLnBrk="0" fontAlgn="base" hangingPunct="0">
              <a:lnSpc>
                <a:spcPct val="90000"/>
              </a:lnSpc>
              <a:spcBef>
                <a:spcPct val="0"/>
              </a:spcBef>
              <a:spcAft>
                <a:spcPct val="0"/>
              </a:spcAft>
              <a:defRPr sz="440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2pPr>
            <a:lvl3pPr algn="l" rtl="0" eaLnBrk="0" fontAlgn="base" hangingPunct="0">
              <a:lnSpc>
                <a:spcPct val="90000"/>
              </a:lnSpc>
              <a:spcBef>
                <a:spcPct val="0"/>
              </a:spcBef>
              <a:spcAft>
                <a:spcPct val="0"/>
              </a:spcAft>
              <a:defRPr sz="440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3pPr>
            <a:lvl4pPr algn="l" rtl="0" eaLnBrk="0" fontAlgn="base" hangingPunct="0">
              <a:lnSpc>
                <a:spcPct val="90000"/>
              </a:lnSpc>
              <a:spcBef>
                <a:spcPct val="0"/>
              </a:spcBef>
              <a:spcAft>
                <a:spcPct val="0"/>
              </a:spcAft>
              <a:defRPr sz="440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4pPr>
            <a:lvl5pPr algn="l" rtl="0" eaLnBrk="0" fontAlgn="base" hangingPunct="0">
              <a:lnSpc>
                <a:spcPct val="90000"/>
              </a:lnSpc>
              <a:spcBef>
                <a:spcPct val="0"/>
              </a:spcBef>
              <a:spcAft>
                <a:spcPct val="0"/>
              </a:spcAft>
              <a:defRPr sz="440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5pPr>
            <a:lvl6pPr marL="457200" algn="l" rtl="0" fontAlgn="base">
              <a:lnSpc>
                <a:spcPct val="90000"/>
              </a:lnSpc>
              <a:spcBef>
                <a:spcPct val="0"/>
              </a:spcBef>
              <a:spcAft>
                <a:spcPct val="0"/>
              </a:spcAft>
              <a:defRPr sz="4400">
                <a:solidFill>
                  <a:schemeClr val="tx1"/>
                </a:solidFill>
                <a:latin typeface="Century Gothic" panose="020B0502020202020204" pitchFamily="34" charset="0"/>
                <a:ea typeface="微软雅黑" panose="020B0503020204020204" pitchFamily="34" charset="-122"/>
              </a:defRPr>
            </a:lvl6pPr>
            <a:lvl7pPr marL="914400" algn="l" rtl="0" fontAlgn="base">
              <a:lnSpc>
                <a:spcPct val="90000"/>
              </a:lnSpc>
              <a:spcBef>
                <a:spcPct val="0"/>
              </a:spcBef>
              <a:spcAft>
                <a:spcPct val="0"/>
              </a:spcAft>
              <a:defRPr sz="4400">
                <a:solidFill>
                  <a:schemeClr val="tx1"/>
                </a:solidFill>
                <a:latin typeface="Century Gothic" panose="020B0502020202020204" pitchFamily="34" charset="0"/>
                <a:ea typeface="微软雅黑" panose="020B0503020204020204" pitchFamily="34" charset="-122"/>
              </a:defRPr>
            </a:lvl7pPr>
            <a:lvl8pPr marL="1371600" algn="l" rtl="0" fontAlgn="base">
              <a:lnSpc>
                <a:spcPct val="90000"/>
              </a:lnSpc>
              <a:spcBef>
                <a:spcPct val="0"/>
              </a:spcBef>
              <a:spcAft>
                <a:spcPct val="0"/>
              </a:spcAft>
              <a:defRPr sz="4400">
                <a:solidFill>
                  <a:schemeClr val="tx1"/>
                </a:solidFill>
                <a:latin typeface="Century Gothic" panose="020B0502020202020204" pitchFamily="34" charset="0"/>
                <a:ea typeface="微软雅黑" panose="020B0503020204020204" pitchFamily="34" charset="-122"/>
              </a:defRPr>
            </a:lvl8pPr>
            <a:lvl9pPr marL="1828800" algn="l" rtl="0" fontAlgn="base">
              <a:lnSpc>
                <a:spcPct val="90000"/>
              </a:lnSpc>
              <a:spcBef>
                <a:spcPct val="0"/>
              </a:spcBef>
              <a:spcAft>
                <a:spcPct val="0"/>
              </a:spcAft>
              <a:defRPr sz="4400">
                <a:solidFill>
                  <a:schemeClr val="tx1"/>
                </a:solidFill>
                <a:latin typeface="Century Gothic" panose="020B0502020202020204" pitchFamily="34" charset="0"/>
                <a:ea typeface="微软雅黑" panose="020B0503020204020204" pitchFamily="34" charset="-122"/>
              </a:defRPr>
            </a:lvl9pPr>
          </a:lstStyle>
          <a:p>
            <a:pPr>
              <a:defRPr/>
            </a:pPr>
            <a:r>
              <a:rPr lang="zh-CN" altLang="en-US" sz="3200" kern="0" spc="-150" dirty="0">
                <a:gradFill>
                  <a:gsLst>
                    <a:gs pos="0">
                      <a:srgbClr val="7D1E2E"/>
                    </a:gs>
                    <a:gs pos="100000">
                      <a:srgbClr val="0070C0"/>
                    </a:gs>
                  </a:gsLst>
                  <a:lin ang="2700000" scaled="0"/>
                </a:gradFill>
                <a:latin typeface="Microsoft YaHei" panose="020B0503020204020204" pitchFamily="34" charset="-122"/>
                <a:ea typeface="Microsoft YaHei" panose="020B0503020204020204" pitchFamily="34" charset="-122"/>
                <a:cs typeface="Times New Roman" panose="02020603050405020304" pitchFamily="18" charset="0"/>
              </a:rPr>
              <a:t>长短期记忆网络</a:t>
            </a:r>
            <a:r>
              <a:rPr lang="en-US" altLang="zh-CN" sz="3200" kern="0" spc="-150" dirty="0">
                <a:gradFill>
                  <a:gsLst>
                    <a:gs pos="0">
                      <a:srgbClr val="7D1E2E"/>
                    </a:gs>
                    <a:gs pos="100000">
                      <a:srgbClr val="0070C0"/>
                    </a:gs>
                  </a:gsLst>
                  <a:lin ang="2700000" scaled="0"/>
                </a:gradFill>
                <a:latin typeface="Microsoft YaHei" panose="020B0503020204020204" pitchFamily="34" charset="-122"/>
                <a:ea typeface="Microsoft YaHei" panose="020B0503020204020204" pitchFamily="34" charset="-122"/>
                <a:cs typeface="Times New Roman" panose="02020603050405020304" pitchFamily="18" charset="0"/>
              </a:rPr>
              <a:t>-</a:t>
            </a:r>
            <a:r>
              <a:rPr lang="zh-CN" altLang="en-US" sz="3200" kern="0" spc="-150" dirty="0">
                <a:gradFill>
                  <a:gsLst>
                    <a:gs pos="0">
                      <a:srgbClr val="7D1E2E"/>
                    </a:gs>
                    <a:gs pos="100000">
                      <a:srgbClr val="0070C0"/>
                    </a:gs>
                  </a:gsLst>
                  <a:lin ang="2700000" scaled="0"/>
                </a:gradFill>
                <a:latin typeface="Microsoft YaHei" panose="020B0503020204020204" pitchFamily="34" charset="-122"/>
                <a:ea typeface="Microsoft YaHei" panose="020B0503020204020204" pitchFamily="34" charset="-122"/>
                <a:cs typeface="Times New Roman" panose="02020603050405020304" pitchFamily="18" charset="0"/>
              </a:rPr>
              <a:t>遗忘门、 ​输入门、输出门</a:t>
            </a:r>
          </a:p>
        </p:txBody>
      </p:sp>
      <p:grpSp>
        <p:nvGrpSpPr>
          <p:cNvPr id="7" name="组合 6">
            <a:extLst>
              <a:ext uri="{FF2B5EF4-FFF2-40B4-BE49-F238E27FC236}">
                <a16:creationId xmlns:a16="http://schemas.microsoft.com/office/drawing/2014/main" id="{E70ABA41-7B57-DC3B-CA4E-E1E64ED49183}"/>
              </a:ext>
            </a:extLst>
          </p:cNvPr>
          <p:cNvGrpSpPr/>
          <p:nvPr/>
        </p:nvGrpSpPr>
        <p:grpSpPr>
          <a:xfrm>
            <a:off x="816735" y="903719"/>
            <a:ext cx="5957372" cy="1892144"/>
            <a:chOff x="720090" y="2020589"/>
            <a:chExt cx="11072843" cy="3421335"/>
          </a:xfrm>
        </p:grpSpPr>
        <p:pic>
          <p:nvPicPr>
            <p:cNvPr id="51202" name="Picture 2">
              <a:extLst>
                <a:ext uri="{FF2B5EF4-FFF2-40B4-BE49-F238E27FC236}">
                  <a16:creationId xmlns:a16="http://schemas.microsoft.com/office/drawing/2014/main" id="{6C4018A3-3100-B6BC-2209-2A12CB63DBB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20090" y="2020589"/>
              <a:ext cx="11072843" cy="3421335"/>
            </a:xfrm>
            <a:prstGeom prst="rect">
              <a:avLst/>
            </a:prstGeom>
            <a:noFill/>
            <a:extLst>
              <a:ext uri="{909E8E84-426E-40DD-AFC4-6F175D3DCCD1}">
                <a14:hiddenFill xmlns:a14="http://schemas.microsoft.com/office/drawing/2010/main">
                  <a:solidFill>
                    <a:srgbClr val="FFFFFF"/>
                  </a:solidFill>
                </a14:hiddenFill>
              </a:ext>
            </a:extLst>
          </p:spPr>
        </p:pic>
        <p:sp>
          <p:nvSpPr>
            <p:cNvPr id="6" name="矩形 5">
              <a:extLst>
                <a:ext uri="{FF2B5EF4-FFF2-40B4-BE49-F238E27FC236}">
                  <a16:creationId xmlns:a16="http://schemas.microsoft.com/office/drawing/2014/main" id="{32908D08-F1F6-2CE6-DEC5-A99BC97CF942}"/>
                </a:ext>
              </a:extLst>
            </p:cNvPr>
            <p:cNvSpPr/>
            <p:nvPr/>
          </p:nvSpPr>
          <p:spPr>
            <a:xfrm>
              <a:off x="8446770" y="4617720"/>
              <a:ext cx="3246120" cy="56007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b="1">
                <a:latin typeface="Microsoft YaHei" panose="020B0503020204020204" pitchFamily="34" charset="-122"/>
                <a:ea typeface="Microsoft YaHei" panose="020B0503020204020204" pitchFamily="34" charset="-122"/>
              </a:endParaRPr>
            </a:p>
          </p:txBody>
        </p:sp>
      </p:grpSp>
      <p:pic>
        <p:nvPicPr>
          <p:cNvPr id="51204" name="Picture 4">
            <a:extLst>
              <a:ext uri="{FF2B5EF4-FFF2-40B4-BE49-F238E27FC236}">
                <a16:creationId xmlns:a16="http://schemas.microsoft.com/office/drawing/2014/main" id="{F4459919-6291-D05E-CA87-9DB5DA4CE008}"/>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16735" y="2900102"/>
            <a:ext cx="5903547" cy="1824103"/>
          </a:xfrm>
          <a:prstGeom prst="rect">
            <a:avLst/>
          </a:prstGeom>
          <a:noFill/>
          <a:extLst>
            <a:ext uri="{909E8E84-426E-40DD-AFC4-6F175D3DCCD1}">
              <a14:hiddenFill xmlns:a14="http://schemas.microsoft.com/office/drawing/2010/main">
                <a:solidFill>
                  <a:srgbClr val="FFFFFF"/>
                </a:solidFill>
              </a14:hiddenFill>
            </a:ext>
          </a:extLst>
        </p:spPr>
      </p:pic>
      <p:sp>
        <p:nvSpPr>
          <p:cNvPr id="9" name="矩形 8">
            <a:extLst>
              <a:ext uri="{FF2B5EF4-FFF2-40B4-BE49-F238E27FC236}">
                <a16:creationId xmlns:a16="http://schemas.microsoft.com/office/drawing/2014/main" id="{69D0A465-BC65-742A-4AB4-0D812B32F072}"/>
              </a:ext>
            </a:extLst>
          </p:cNvPr>
          <p:cNvSpPr/>
          <p:nvPr/>
        </p:nvSpPr>
        <p:spPr>
          <a:xfrm>
            <a:off x="5088971" y="864824"/>
            <a:ext cx="1933426" cy="34656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b="1">
              <a:latin typeface="Microsoft YaHei" panose="020B0503020204020204" pitchFamily="34" charset="-122"/>
              <a:ea typeface="Microsoft YaHei" panose="020B0503020204020204" pitchFamily="34" charset="-122"/>
            </a:endParaRPr>
          </a:p>
        </p:txBody>
      </p:sp>
      <p:pic>
        <p:nvPicPr>
          <p:cNvPr id="52226" name="Picture 2">
            <a:extLst>
              <a:ext uri="{FF2B5EF4-FFF2-40B4-BE49-F238E27FC236}">
                <a16:creationId xmlns:a16="http://schemas.microsoft.com/office/drawing/2014/main" id="{035747FC-8076-437B-718F-8AC494C6CE72}"/>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16735" y="4819056"/>
            <a:ext cx="5903547" cy="1824104"/>
          </a:xfrm>
          <a:prstGeom prst="rect">
            <a:avLst/>
          </a:prstGeom>
          <a:noFill/>
          <a:extLst>
            <a:ext uri="{909E8E84-426E-40DD-AFC4-6F175D3DCCD1}">
              <a14:hiddenFill xmlns:a14="http://schemas.microsoft.com/office/drawing/2010/main">
                <a:solidFill>
                  <a:srgbClr val="FFFFFF"/>
                </a:solidFill>
              </a14:hiddenFill>
            </a:ext>
          </a:extLst>
        </p:spPr>
      </p:pic>
      <p:sp>
        <p:nvSpPr>
          <p:cNvPr id="3" name="矩形 2">
            <a:extLst>
              <a:ext uri="{FF2B5EF4-FFF2-40B4-BE49-F238E27FC236}">
                <a16:creationId xmlns:a16="http://schemas.microsoft.com/office/drawing/2014/main" id="{3F5E02F7-965B-C2FA-71C9-739475106B74}"/>
              </a:ext>
            </a:extLst>
          </p:cNvPr>
          <p:cNvSpPr/>
          <p:nvPr/>
        </p:nvSpPr>
        <p:spPr>
          <a:xfrm>
            <a:off x="4944438" y="4372001"/>
            <a:ext cx="1933426" cy="34656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b="1">
              <a:latin typeface="Microsoft YaHei" panose="020B0503020204020204" pitchFamily="34" charset="-122"/>
              <a:ea typeface="Microsoft YaHei" panose="020B0503020204020204" pitchFamily="34" charset="-122"/>
            </a:endParaRPr>
          </a:p>
        </p:txBody>
      </p:sp>
      <p:sp>
        <p:nvSpPr>
          <p:cNvPr id="4" name="矩形 3">
            <a:extLst>
              <a:ext uri="{FF2B5EF4-FFF2-40B4-BE49-F238E27FC236}">
                <a16:creationId xmlns:a16="http://schemas.microsoft.com/office/drawing/2014/main" id="{1A3CC954-AE07-338E-723C-80F3223EDD19}"/>
              </a:ext>
            </a:extLst>
          </p:cNvPr>
          <p:cNvSpPr/>
          <p:nvPr/>
        </p:nvSpPr>
        <p:spPr>
          <a:xfrm>
            <a:off x="5010539" y="6226858"/>
            <a:ext cx="1933426" cy="34656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b="1">
              <a:latin typeface="Microsoft YaHei" panose="020B0503020204020204" pitchFamily="34" charset="-122"/>
              <a:ea typeface="Microsoft YaHei" panose="020B0503020204020204" pitchFamily="34" charset="-122"/>
            </a:endParaRPr>
          </a:p>
        </p:txBody>
      </p:sp>
      <p:pic>
        <p:nvPicPr>
          <p:cNvPr id="52232" name="Picture 8">
            <a:extLst>
              <a:ext uri="{FF2B5EF4-FFF2-40B4-BE49-F238E27FC236}">
                <a16:creationId xmlns:a16="http://schemas.microsoft.com/office/drawing/2014/main" id="{DDDC8571-C925-0CEE-D01B-332F594C6465}"/>
              </a:ext>
            </a:extLst>
          </p:cNvPr>
          <p:cNvPicPr>
            <a:picLocks noChangeAspect="1" noChangeArrowheads="1"/>
          </p:cNvPicPr>
          <p:nvPr/>
        </p:nvPicPr>
        <p:blipFill rotWithShape="1">
          <a:blip r:embed="rId9">
            <a:extLst>
              <a:ext uri="{28A0092B-C50C-407E-A947-70E740481C1C}">
                <a14:useLocalDpi xmlns:a14="http://schemas.microsoft.com/office/drawing/2010/main" val="0"/>
              </a:ext>
            </a:extLst>
          </a:blip>
          <a:srcRect t="10000" r="24794"/>
          <a:stretch/>
        </p:blipFill>
        <p:spPr bwMode="auto">
          <a:xfrm>
            <a:off x="7889551" y="903719"/>
            <a:ext cx="3357797" cy="2114906"/>
          </a:xfrm>
          <a:prstGeom prst="rect">
            <a:avLst/>
          </a:prstGeom>
          <a:noFill/>
          <a:extLst>
            <a:ext uri="{909E8E84-426E-40DD-AFC4-6F175D3DCCD1}">
              <a14:hiddenFill xmlns:a14="http://schemas.microsoft.com/office/drawing/2010/main">
                <a:solidFill>
                  <a:srgbClr val="FFFFFF"/>
                </a:solidFill>
              </a14:hiddenFill>
            </a:ext>
          </a:extLst>
        </p:spPr>
      </p:pic>
      <p:pic>
        <p:nvPicPr>
          <p:cNvPr id="52236" name="Picture 12">
            <a:extLst>
              <a:ext uri="{FF2B5EF4-FFF2-40B4-BE49-F238E27FC236}">
                <a16:creationId xmlns:a16="http://schemas.microsoft.com/office/drawing/2014/main" id="{D31B500A-B24A-D5CD-C4A8-16060D586415}"/>
              </a:ext>
            </a:extLst>
          </p:cNvPr>
          <p:cNvPicPr>
            <a:picLocks noChangeAspect="1" noChangeArrowheads="1"/>
          </p:cNvPicPr>
          <p:nvPr/>
        </p:nvPicPr>
        <p:blipFill rotWithShape="1">
          <a:blip r:embed="rId10">
            <a:extLst>
              <a:ext uri="{28A0092B-C50C-407E-A947-70E740481C1C}">
                <a14:useLocalDpi xmlns:a14="http://schemas.microsoft.com/office/drawing/2010/main" val="0"/>
              </a:ext>
            </a:extLst>
          </a:blip>
          <a:srcRect t="13750" r="24794"/>
          <a:stretch/>
        </p:blipFill>
        <p:spPr bwMode="auto">
          <a:xfrm>
            <a:off x="7902600" y="2894461"/>
            <a:ext cx="3357797" cy="1824103"/>
          </a:xfrm>
          <a:prstGeom prst="rect">
            <a:avLst/>
          </a:prstGeom>
          <a:noFill/>
          <a:extLst>
            <a:ext uri="{909E8E84-426E-40DD-AFC4-6F175D3DCCD1}">
              <a14:hiddenFill xmlns:a14="http://schemas.microsoft.com/office/drawing/2010/main">
                <a:solidFill>
                  <a:srgbClr val="FFFFFF"/>
                </a:solidFill>
              </a14:hiddenFill>
            </a:ext>
          </a:extLst>
        </p:spPr>
      </p:pic>
      <p:sp>
        <p:nvSpPr>
          <p:cNvPr id="5" name="文本框 4">
            <a:extLst>
              <a:ext uri="{FF2B5EF4-FFF2-40B4-BE49-F238E27FC236}">
                <a16:creationId xmlns:a16="http://schemas.microsoft.com/office/drawing/2014/main" id="{DC934749-2821-C9A9-101C-251776CD7572}"/>
              </a:ext>
            </a:extLst>
          </p:cNvPr>
          <p:cNvSpPr txBox="1"/>
          <p:nvPr/>
        </p:nvSpPr>
        <p:spPr>
          <a:xfrm>
            <a:off x="6661529" y="1643059"/>
            <a:ext cx="1196262" cy="472373"/>
          </a:xfrm>
          <a:prstGeom prst="rect">
            <a:avLst/>
          </a:prstGeom>
          <a:noFill/>
        </p:spPr>
        <p:txBody>
          <a:bodyPr wrap="square">
            <a:spAutoFit/>
          </a:bodyPr>
          <a:lstStyle/>
          <a:p>
            <a:pPr algn="ctr">
              <a:lnSpc>
                <a:spcPct val="125000"/>
              </a:lnSpc>
            </a:pPr>
            <a:r>
              <a:rPr lang="zh-CN" altLang="en-US" sz="2200" b="1" kern="0" spc="-150" dirty="0">
                <a:solidFill>
                  <a:srgbClr val="C00000"/>
                </a:solidFill>
                <a:latin typeface="Microsoft YaHei" panose="020B0503020204020204" pitchFamily="34" charset="-122"/>
                <a:ea typeface="Microsoft YaHei" panose="020B0503020204020204" pitchFamily="34" charset="-122"/>
                <a:cs typeface="Times New Roman" panose="02020603050405020304" pitchFamily="18" charset="0"/>
              </a:rPr>
              <a:t>遗忘门</a:t>
            </a:r>
            <a:endParaRPr lang="zh-CN" altLang="en-US" sz="2200" b="1" kern="0" spc="-150" dirty="0">
              <a:solidFill>
                <a:schemeClr val="tx1">
                  <a:lumMod val="85000"/>
                  <a:lumOff val="15000"/>
                </a:schemeClr>
              </a:solidFill>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12" name="文本框 11">
            <a:extLst>
              <a:ext uri="{FF2B5EF4-FFF2-40B4-BE49-F238E27FC236}">
                <a16:creationId xmlns:a16="http://schemas.microsoft.com/office/drawing/2014/main" id="{A7A74E94-656D-E410-FF81-729D04757BB9}"/>
              </a:ext>
            </a:extLst>
          </p:cNvPr>
          <p:cNvSpPr txBox="1"/>
          <p:nvPr/>
        </p:nvSpPr>
        <p:spPr>
          <a:xfrm>
            <a:off x="6661529" y="3467162"/>
            <a:ext cx="1196262" cy="472373"/>
          </a:xfrm>
          <a:prstGeom prst="rect">
            <a:avLst/>
          </a:prstGeom>
          <a:noFill/>
        </p:spPr>
        <p:txBody>
          <a:bodyPr wrap="square">
            <a:spAutoFit/>
          </a:bodyPr>
          <a:lstStyle/>
          <a:p>
            <a:pPr algn="ctr">
              <a:lnSpc>
                <a:spcPct val="125000"/>
              </a:lnSpc>
            </a:pPr>
            <a:r>
              <a:rPr lang="zh-CN" altLang="en-US" sz="2200" b="1" kern="0" spc="-150" dirty="0">
                <a:solidFill>
                  <a:srgbClr val="C00000"/>
                </a:solidFill>
                <a:latin typeface="Microsoft YaHei" panose="020B0503020204020204" pitchFamily="34" charset="-122"/>
                <a:ea typeface="Microsoft YaHei" panose="020B0503020204020204" pitchFamily="34" charset="-122"/>
                <a:cs typeface="Times New Roman" panose="02020603050405020304" pitchFamily="18" charset="0"/>
              </a:rPr>
              <a:t>输入门</a:t>
            </a:r>
            <a:endParaRPr lang="zh-CN" altLang="en-US" sz="2200" b="1" kern="0" spc="-150" dirty="0">
              <a:solidFill>
                <a:schemeClr val="tx1">
                  <a:lumMod val="85000"/>
                  <a:lumOff val="15000"/>
                </a:schemeClr>
              </a:solidFill>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13" name="文本框 12">
            <a:extLst>
              <a:ext uri="{FF2B5EF4-FFF2-40B4-BE49-F238E27FC236}">
                <a16:creationId xmlns:a16="http://schemas.microsoft.com/office/drawing/2014/main" id="{9F80CB27-63F1-F925-ED00-1FBD4710D0C8}"/>
              </a:ext>
            </a:extLst>
          </p:cNvPr>
          <p:cNvSpPr txBox="1"/>
          <p:nvPr/>
        </p:nvSpPr>
        <p:spPr>
          <a:xfrm>
            <a:off x="6661529" y="5356319"/>
            <a:ext cx="1196262" cy="472373"/>
          </a:xfrm>
          <a:prstGeom prst="rect">
            <a:avLst/>
          </a:prstGeom>
          <a:noFill/>
        </p:spPr>
        <p:txBody>
          <a:bodyPr wrap="square">
            <a:spAutoFit/>
          </a:bodyPr>
          <a:lstStyle/>
          <a:p>
            <a:pPr algn="ctr">
              <a:lnSpc>
                <a:spcPct val="125000"/>
              </a:lnSpc>
            </a:pPr>
            <a:r>
              <a:rPr lang="zh-CN" altLang="en-US" sz="2200" b="1" kern="0" spc="-150" dirty="0">
                <a:solidFill>
                  <a:srgbClr val="C00000"/>
                </a:solidFill>
                <a:latin typeface="Microsoft YaHei" panose="020B0503020204020204" pitchFamily="34" charset="-122"/>
                <a:ea typeface="Microsoft YaHei" panose="020B0503020204020204" pitchFamily="34" charset="-122"/>
                <a:cs typeface="Times New Roman" panose="02020603050405020304" pitchFamily="18" charset="0"/>
              </a:rPr>
              <a:t>输出门</a:t>
            </a:r>
            <a:endParaRPr lang="zh-CN" altLang="en-US" sz="2200" b="1" kern="0" spc="-150" dirty="0">
              <a:solidFill>
                <a:schemeClr val="tx1">
                  <a:lumMod val="85000"/>
                  <a:lumOff val="15000"/>
                </a:schemeClr>
              </a:solidFill>
              <a:latin typeface="Microsoft YaHei" panose="020B0503020204020204" pitchFamily="34" charset="-122"/>
              <a:ea typeface="Microsoft YaHei" panose="020B0503020204020204" pitchFamily="34" charset="-122"/>
              <a:cs typeface="Times New Roman" panose="02020603050405020304" pitchFamily="18" charset="0"/>
            </a:endParaRPr>
          </a:p>
        </p:txBody>
      </p:sp>
    </p:spTree>
    <p:custDataLst>
      <p:tags r:id="rId1"/>
    </p:custDataLst>
    <p:extLst>
      <p:ext uri="{BB962C8B-B14F-4D97-AF65-F5344CB8AC3E}">
        <p14:creationId xmlns:p14="http://schemas.microsoft.com/office/powerpoint/2010/main" val="19500515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2B5BDE-A541-7186-B17F-341E7D7D255C}"/>
            </a:ext>
          </a:extLst>
        </p:cNvPr>
        <p:cNvGrpSpPr/>
        <p:nvPr/>
      </p:nvGrpSpPr>
      <p:grpSpPr>
        <a:xfrm>
          <a:off x="0" y="0"/>
          <a:ext cx="0" cy="0"/>
          <a:chOff x="0" y="0"/>
          <a:chExt cx="0" cy="0"/>
        </a:xfrm>
      </p:grpSpPr>
      <p:sp>
        <p:nvSpPr>
          <p:cNvPr id="121" name="标题 11">
            <a:extLst>
              <a:ext uri="{FF2B5EF4-FFF2-40B4-BE49-F238E27FC236}">
                <a16:creationId xmlns:a16="http://schemas.microsoft.com/office/drawing/2014/main" id="{BD77A502-689F-9CE4-496A-F2393B400661}"/>
              </a:ext>
            </a:extLst>
          </p:cNvPr>
          <p:cNvSpPr txBox="1"/>
          <p:nvPr>
            <p:custDataLst>
              <p:tags r:id="rId2"/>
            </p:custDataLst>
          </p:nvPr>
        </p:nvSpPr>
        <p:spPr bwMode="auto">
          <a:xfrm>
            <a:off x="1219099" y="179835"/>
            <a:ext cx="10972901" cy="535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spAutoFit/>
          </a:bodyPr>
          <a:lstStyle>
            <a:lvl1pPr algn="l" rtl="0" eaLnBrk="0" fontAlgn="base" hangingPunct="0">
              <a:lnSpc>
                <a:spcPct val="90000"/>
              </a:lnSpc>
              <a:spcBef>
                <a:spcPct val="0"/>
              </a:spcBef>
              <a:spcAft>
                <a:spcPct val="0"/>
              </a:spcAft>
              <a:defRPr lang="zh-CN" altLang="en-US" sz="3600" b="1" kern="1200" baseline="0">
                <a:solidFill>
                  <a:schemeClr val="tx1"/>
                </a:solidFill>
                <a:latin typeface="微软雅黑" panose="020B0503020204020204" pitchFamily="34" charset="-122"/>
                <a:ea typeface="微软雅黑" panose="020B0503020204020204" pitchFamily="34" charset="-122"/>
                <a:cs typeface="+mn-cs"/>
              </a:defRPr>
            </a:lvl1pPr>
            <a:lvl2pPr algn="l" rtl="0" eaLnBrk="0" fontAlgn="base" hangingPunct="0">
              <a:lnSpc>
                <a:spcPct val="90000"/>
              </a:lnSpc>
              <a:spcBef>
                <a:spcPct val="0"/>
              </a:spcBef>
              <a:spcAft>
                <a:spcPct val="0"/>
              </a:spcAft>
              <a:defRPr sz="440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2pPr>
            <a:lvl3pPr algn="l" rtl="0" eaLnBrk="0" fontAlgn="base" hangingPunct="0">
              <a:lnSpc>
                <a:spcPct val="90000"/>
              </a:lnSpc>
              <a:spcBef>
                <a:spcPct val="0"/>
              </a:spcBef>
              <a:spcAft>
                <a:spcPct val="0"/>
              </a:spcAft>
              <a:defRPr sz="440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3pPr>
            <a:lvl4pPr algn="l" rtl="0" eaLnBrk="0" fontAlgn="base" hangingPunct="0">
              <a:lnSpc>
                <a:spcPct val="90000"/>
              </a:lnSpc>
              <a:spcBef>
                <a:spcPct val="0"/>
              </a:spcBef>
              <a:spcAft>
                <a:spcPct val="0"/>
              </a:spcAft>
              <a:defRPr sz="440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4pPr>
            <a:lvl5pPr algn="l" rtl="0" eaLnBrk="0" fontAlgn="base" hangingPunct="0">
              <a:lnSpc>
                <a:spcPct val="90000"/>
              </a:lnSpc>
              <a:spcBef>
                <a:spcPct val="0"/>
              </a:spcBef>
              <a:spcAft>
                <a:spcPct val="0"/>
              </a:spcAft>
              <a:defRPr sz="440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5pPr>
            <a:lvl6pPr marL="457200" algn="l" rtl="0" fontAlgn="base">
              <a:lnSpc>
                <a:spcPct val="90000"/>
              </a:lnSpc>
              <a:spcBef>
                <a:spcPct val="0"/>
              </a:spcBef>
              <a:spcAft>
                <a:spcPct val="0"/>
              </a:spcAft>
              <a:defRPr sz="4400">
                <a:solidFill>
                  <a:schemeClr val="tx1"/>
                </a:solidFill>
                <a:latin typeface="Century Gothic" panose="020B0502020202020204" pitchFamily="34" charset="0"/>
                <a:ea typeface="微软雅黑" panose="020B0503020204020204" pitchFamily="34" charset="-122"/>
              </a:defRPr>
            </a:lvl6pPr>
            <a:lvl7pPr marL="914400" algn="l" rtl="0" fontAlgn="base">
              <a:lnSpc>
                <a:spcPct val="90000"/>
              </a:lnSpc>
              <a:spcBef>
                <a:spcPct val="0"/>
              </a:spcBef>
              <a:spcAft>
                <a:spcPct val="0"/>
              </a:spcAft>
              <a:defRPr sz="4400">
                <a:solidFill>
                  <a:schemeClr val="tx1"/>
                </a:solidFill>
                <a:latin typeface="Century Gothic" panose="020B0502020202020204" pitchFamily="34" charset="0"/>
                <a:ea typeface="微软雅黑" panose="020B0503020204020204" pitchFamily="34" charset="-122"/>
              </a:defRPr>
            </a:lvl7pPr>
            <a:lvl8pPr marL="1371600" algn="l" rtl="0" fontAlgn="base">
              <a:lnSpc>
                <a:spcPct val="90000"/>
              </a:lnSpc>
              <a:spcBef>
                <a:spcPct val="0"/>
              </a:spcBef>
              <a:spcAft>
                <a:spcPct val="0"/>
              </a:spcAft>
              <a:defRPr sz="4400">
                <a:solidFill>
                  <a:schemeClr val="tx1"/>
                </a:solidFill>
                <a:latin typeface="Century Gothic" panose="020B0502020202020204" pitchFamily="34" charset="0"/>
                <a:ea typeface="微软雅黑" panose="020B0503020204020204" pitchFamily="34" charset="-122"/>
              </a:defRPr>
            </a:lvl8pPr>
            <a:lvl9pPr marL="1828800" algn="l" rtl="0" fontAlgn="base">
              <a:lnSpc>
                <a:spcPct val="90000"/>
              </a:lnSpc>
              <a:spcBef>
                <a:spcPct val="0"/>
              </a:spcBef>
              <a:spcAft>
                <a:spcPct val="0"/>
              </a:spcAft>
              <a:defRPr sz="4400">
                <a:solidFill>
                  <a:schemeClr val="tx1"/>
                </a:solidFill>
                <a:latin typeface="Century Gothic" panose="020B0502020202020204" pitchFamily="34" charset="0"/>
                <a:ea typeface="微软雅黑" panose="020B0503020204020204" pitchFamily="34" charset="-122"/>
              </a:defRPr>
            </a:lvl9pPr>
          </a:lstStyle>
          <a:p>
            <a:pPr>
              <a:defRPr/>
            </a:pPr>
            <a:r>
              <a:rPr lang="zh-CN" altLang="en-US" sz="3200" kern="0" spc="-150" dirty="0">
                <a:gradFill>
                  <a:gsLst>
                    <a:gs pos="0">
                      <a:srgbClr val="7D1E2E"/>
                    </a:gs>
                    <a:gs pos="100000">
                      <a:srgbClr val="0070C0"/>
                    </a:gs>
                  </a:gsLst>
                  <a:lin ang="2700000" scaled="0"/>
                </a:gradFill>
                <a:latin typeface="Microsoft YaHei" panose="020B0503020204020204" pitchFamily="34" charset="-122"/>
                <a:ea typeface="Microsoft YaHei" panose="020B0503020204020204" pitchFamily="34" charset="-122"/>
                <a:cs typeface="Times New Roman" panose="02020603050405020304" pitchFamily="18" charset="0"/>
              </a:rPr>
              <a:t>第一次作业</a:t>
            </a:r>
          </a:p>
        </p:txBody>
      </p:sp>
      <p:sp>
        <p:nvSpPr>
          <p:cNvPr id="5" name="文本框 4">
            <a:extLst>
              <a:ext uri="{FF2B5EF4-FFF2-40B4-BE49-F238E27FC236}">
                <a16:creationId xmlns:a16="http://schemas.microsoft.com/office/drawing/2014/main" id="{D0B0D3A6-056A-D46E-4780-19D8D44AD3C8}"/>
              </a:ext>
            </a:extLst>
          </p:cNvPr>
          <p:cNvSpPr txBox="1"/>
          <p:nvPr/>
        </p:nvSpPr>
        <p:spPr>
          <a:xfrm>
            <a:off x="609748" y="1171848"/>
            <a:ext cx="11412087" cy="4694106"/>
          </a:xfrm>
          <a:prstGeom prst="rect">
            <a:avLst/>
          </a:prstGeom>
          <a:noFill/>
        </p:spPr>
        <p:txBody>
          <a:bodyPr wrap="square">
            <a:spAutoFit/>
          </a:bodyPr>
          <a:lstStyle/>
          <a:p>
            <a:pPr marL="342900" indent="-342900">
              <a:lnSpc>
                <a:spcPct val="114000"/>
              </a:lnSpc>
              <a:buFont typeface="Wingdings" pitchFamily="2" charset="2"/>
              <a:buChar char="p"/>
            </a:pPr>
            <a:r>
              <a:rPr lang="zh-CN" altLang="en-US" sz="2200" b="1" dirty="0">
                <a:solidFill>
                  <a:srgbClr val="C00000"/>
                </a:solidFill>
              </a:rPr>
              <a:t>课程作业：</a:t>
            </a:r>
            <a:r>
              <a:rPr lang="zh-CN" altLang="en-US" sz="2200" b="1" dirty="0"/>
              <a:t>相关论文深度研读与 </a:t>
            </a:r>
            <a:r>
              <a:rPr lang="en-US" altLang="zh-CN" sz="2200" b="1" dirty="0"/>
              <a:t>PPT </a:t>
            </a:r>
            <a:r>
              <a:rPr lang="zh-CN" altLang="en-US" sz="2200" b="1" dirty="0"/>
              <a:t>汇报</a:t>
            </a:r>
          </a:p>
          <a:p>
            <a:pPr marL="342900" indent="-342900">
              <a:lnSpc>
                <a:spcPct val="114000"/>
              </a:lnSpc>
              <a:buFont typeface="Wingdings" pitchFamily="2" charset="2"/>
              <a:buChar char="p"/>
            </a:pPr>
            <a:r>
              <a:rPr lang="zh-CN" altLang="en-US" sz="2200" b="1" dirty="0">
                <a:solidFill>
                  <a:srgbClr val="C00000"/>
                </a:solidFill>
              </a:rPr>
              <a:t>任务核心：</a:t>
            </a:r>
            <a:r>
              <a:rPr lang="zh-CN" altLang="en-US" sz="2200" b="1" dirty="0"/>
              <a:t>从本次课程推荐的相关论文中，自主选择 </a:t>
            </a:r>
            <a:r>
              <a:rPr lang="en-US" altLang="zh-CN" sz="2200" b="1" dirty="0"/>
              <a:t>1 </a:t>
            </a:r>
            <a:r>
              <a:rPr lang="zh-CN" altLang="en-US" sz="2200" b="1" dirty="0"/>
              <a:t>篇进行深度阅读与分析，并将研究成果制作成 </a:t>
            </a:r>
            <a:r>
              <a:rPr lang="en-US" altLang="zh-CN" sz="2200" b="1" dirty="0"/>
              <a:t>PPT </a:t>
            </a:r>
            <a:r>
              <a:rPr lang="zh-CN" altLang="en-US" sz="2200" b="1" dirty="0"/>
              <a:t>进行课堂展示。</a:t>
            </a:r>
          </a:p>
          <a:p>
            <a:pPr marL="342900" indent="-342900">
              <a:lnSpc>
                <a:spcPct val="114000"/>
              </a:lnSpc>
              <a:buFont typeface="Wingdings" pitchFamily="2" charset="2"/>
              <a:buChar char="p"/>
            </a:pPr>
            <a:r>
              <a:rPr lang="zh-CN" altLang="en-US" sz="2200" b="1" dirty="0">
                <a:solidFill>
                  <a:srgbClr val="C00000"/>
                </a:solidFill>
              </a:rPr>
              <a:t>具体要求</a:t>
            </a:r>
          </a:p>
          <a:p>
            <a:pPr marL="800100" lvl="1" indent="-342900">
              <a:lnSpc>
                <a:spcPct val="114000"/>
              </a:lnSpc>
              <a:buFont typeface="Wingdings" pitchFamily="2" charset="2"/>
              <a:buChar char="n"/>
            </a:pPr>
            <a:r>
              <a:rPr lang="zh-CN" altLang="en-US" sz="2200" b="1" dirty="0">
                <a:solidFill>
                  <a:srgbClr val="C00000"/>
                </a:solidFill>
              </a:rPr>
              <a:t>论文选择：</a:t>
            </a:r>
            <a:r>
              <a:rPr lang="zh-CN" altLang="en-US" sz="2200" b="1" dirty="0"/>
              <a:t>需从课程提供的相关论文清单中挑选，确保所选论文与课程核心知识点高度相关，并通过谷歌学术（</a:t>
            </a:r>
            <a:r>
              <a:rPr lang="en-US" altLang="zh-CN" sz="2200" b="1" dirty="0"/>
              <a:t>Google Scholar</a:t>
            </a:r>
            <a:r>
              <a:rPr lang="zh-CN" altLang="en-US" sz="2200" b="1" dirty="0"/>
              <a:t>）等学术检索平台获取论文全文；</a:t>
            </a:r>
            <a:endParaRPr lang="en-US" altLang="zh-CN" sz="2200" b="1" dirty="0"/>
          </a:p>
          <a:p>
            <a:pPr marL="800100" lvl="1" indent="-342900">
              <a:lnSpc>
                <a:spcPct val="114000"/>
              </a:lnSpc>
              <a:buFont typeface="Wingdings" pitchFamily="2" charset="2"/>
              <a:buChar char="n"/>
            </a:pPr>
            <a:r>
              <a:rPr lang="zh-CN" altLang="en-US" sz="2200" b="1" dirty="0">
                <a:solidFill>
                  <a:srgbClr val="C00000"/>
                </a:solidFill>
              </a:rPr>
              <a:t>研读标准</a:t>
            </a:r>
            <a:r>
              <a:rPr lang="zh-CN" altLang="en-US" sz="2200" b="1" dirty="0"/>
              <a:t>：需梳理论文的研究背景、核心问题、研究方法、关键结论与创新点，同时结合课程内容提出个人理解或思考（如论文的局限性、对课程知识的补充价值等）。</a:t>
            </a:r>
          </a:p>
          <a:p>
            <a:pPr marL="800100" lvl="1" indent="-342900">
              <a:lnSpc>
                <a:spcPct val="114000"/>
              </a:lnSpc>
              <a:buFont typeface="Wingdings" pitchFamily="2" charset="2"/>
              <a:buChar char="n"/>
            </a:pPr>
            <a:r>
              <a:rPr lang="en-US" altLang="zh-CN" sz="2200" b="1" dirty="0">
                <a:solidFill>
                  <a:srgbClr val="C00000"/>
                </a:solidFill>
              </a:rPr>
              <a:t>PPT </a:t>
            </a:r>
            <a:r>
              <a:rPr lang="zh-CN" altLang="en-US" sz="2200" b="1" dirty="0">
                <a:solidFill>
                  <a:srgbClr val="C00000"/>
                </a:solidFill>
              </a:rPr>
              <a:t>制作：</a:t>
            </a:r>
            <a:r>
              <a:rPr lang="en-US" altLang="zh-CN" sz="2200" b="1" dirty="0"/>
              <a:t>PPT </a:t>
            </a:r>
            <a:r>
              <a:rPr lang="zh-CN" altLang="en-US" sz="2200" b="1" dirty="0"/>
              <a:t>需结构清晰、重点突出，包含 “论文标题与作者”“研究背景与意义”“核心内容梳理”“个人分析与思考”“总结” </a:t>
            </a:r>
            <a:r>
              <a:rPr lang="en-US" altLang="zh-CN" sz="2200" b="1" dirty="0"/>
              <a:t>5 </a:t>
            </a:r>
            <a:r>
              <a:rPr lang="zh-CN" altLang="en-US" sz="2200" b="1" dirty="0"/>
              <a:t>个核心模块；篇幅建议控制在 </a:t>
            </a:r>
            <a:r>
              <a:rPr lang="en-US" altLang="zh-CN" sz="2200" b="1" dirty="0"/>
              <a:t>10-12 </a:t>
            </a:r>
            <a:r>
              <a:rPr lang="zh-CN" altLang="en-US" sz="2200" b="1" dirty="0"/>
              <a:t>页，排版简洁、图文搭配合理，避免大段文字堆砌。</a:t>
            </a:r>
          </a:p>
          <a:p>
            <a:pPr marL="342900" indent="-342900">
              <a:lnSpc>
                <a:spcPct val="114000"/>
              </a:lnSpc>
              <a:buFont typeface="Wingdings" pitchFamily="2" charset="2"/>
              <a:buChar char="p"/>
            </a:pPr>
            <a:r>
              <a:rPr lang="zh-CN" altLang="en-US" sz="2200" b="1" dirty="0">
                <a:solidFill>
                  <a:srgbClr val="C00000"/>
                </a:solidFill>
              </a:rPr>
              <a:t>提交与展示：</a:t>
            </a:r>
            <a:r>
              <a:rPr lang="zh-CN" altLang="en-US" sz="2200" b="1" dirty="0"/>
              <a:t>需在指定截止日期（</a:t>
            </a:r>
            <a:r>
              <a:rPr lang="en-US" altLang="zh-CN" sz="2200" b="1" dirty="0"/>
              <a:t>11</a:t>
            </a:r>
            <a:r>
              <a:rPr lang="zh-CN" altLang="en-US" sz="2200" b="1" dirty="0"/>
              <a:t>月</a:t>
            </a:r>
            <a:r>
              <a:rPr lang="en-US" altLang="zh-CN" sz="2200" b="1" dirty="0"/>
              <a:t>11</a:t>
            </a:r>
            <a:r>
              <a:rPr lang="zh-CN" altLang="en-US" sz="2200" b="1" dirty="0"/>
              <a:t>日）前，将 </a:t>
            </a:r>
            <a:r>
              <a:rPr lang="en-US" altLang="zh-CN" sz="2200" b="1" dirty="0"/>
              <a:t>PPT </a:t>
            </a:r>
            <a:r>
              <a:rPr lang="zh-CN" altLang="en-US" sz="2200" b="1" dirty="0"/>
              <a:t>电子版提交至课程指定平台。</a:t>
            </a:r>
          </a:p>
        </p:txBody>
      </p:sp>
    </p:spTree>
    <p:custDataLst>
      <p:tags r:id="rId1"/>
    </p:custDataLst>
    <p:extLst>
      <p:ext uri="{BB962C8B-B14F-4D97-AF65-F5344CB8AC3E}">
        <p14:creationId xmlns:p14="http://schemas.microsoft.com/office/powerpoint/2010/main" val="18858325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9FDD37-B78A-3898-E09B-E0A5E55429BF}"/>
            </a:ext>
          </a:extLst>
        </p:cNvPr>
        <p:cNvGrpSpPr/>
        <p:nvPr/>
      </p:nvGrpSpPr>
      <p:grpSpPr>
        <a:xfrm>
          <a:off x="0" y="0"/>
          <a:ext cx="0" cy="0"/>
          <a:chOff x="0" y="0"/>
          <a:chExt cx="0" cy="0"/>
        </a:xfrm>
      </p:grpSpPr>
      <p:sp>
        <p:nvSpPr>
          <p:cNvPr id="121" name="标题 11">
            <a:extLst>
              <a:ext uri="{FF2B5EF4-FFF2-40B4-BE49-F238E27FC236}">
                <a16:creationId xmlns:a16="http://schemas.microsoft.com/office/drawing/2014/main" id="{D82179C3-2826-71EC-FEB0-57E1F0E9E685}"/>
              </a:ext>
            </a:extLst>
          </p:cNvPr>
          <p:cNvSpPr txBox="1"/>
          <p:nvPr>
            <p:custDataLst>
              <p:tags r:id="rId2"/>
            </p:custDataLst>
          </p:nvPr>
        </p:nvSpPr>
        <p:spPr bwMode="auto">
          <a:xfrm>
            <a:off x="1219099" y="179835"/>
            <a:ext cx="10972901" cy="535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spAutoFit/>
          </a:bodyPr>
          <a:lstStyle>
            <a:lvl1pPr algn="l" rtl="0" eaLnBrk="0" fontAlgn="base" hangingPunct="0">
              <a:lnSpc>
                <a:spcPct val="90000"/>
              </a:lnSpc>
              <a:spcBef>
                <a:spcPct val="0"/>
              </a:spcBef>
              <a:spcAft>
                <a:spcPct val="0"/>
              </a:spcAft>
              <a:defRPr lang="zh-CN" altLang="en-US" sz="3600" b="1" kern="1200" baseline="0">
                <a:solidFill>
                  <a:schemeClr val="tx1"/>
                </a:solidFill>
                <a:latin typeface="微软雅黑" panose="020B0503020204020204" pitchFamily="34" charset="-122"/>
                <a:ea typeface="微软雅黑" panose="020B0503020204020204" pitchFamily="34" charset="-122"/>
                <a:cs typeface="+mn-cs"/>
              </a:defRPr>
            </a:lvl1pPr>
            <a:lvl2pPr algn="l" rtl="0" eaLnBrk="0" fontAlgn="base" hangingPunct="0">
              <a:lnSpc>
                <a:spcPct val="90000"/>
              </a:lnSpc>
              <a:spcBef>
                <a:spcPct val="0"/>
              </a:spcBef>
              <a:spcAft>
                <a:spcPct val="0"/>
              </a:spcAft>
              <a:defRPr sz="440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2pPr>
            <a:lvl3pPr algn="l" rtl="0" eaLnBrk="0" fontAlgn="base" hangingPunct="0">
              <a:lnSpc>
                <a:spcPct val="90000"/>
              </a:lnSpc>
              <a:spcBef>
                <a:spcPct val="0"/>
              </a:spcBef>
              <a:spcAft>
                <a:spcPct val="0"/>
              </a:spcAft>
              <a:defRPr sz="440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3pPr>
            <a:lvl4pPr algn="l" rtl="0" eaLnBrk="0" fontAlgn="base" hangingPunct="0">
              <a:lnSpc>
                <a:spcPct val="90000"/>
              </a:lnSpc>
              <a:spcBef>
                <a:spcPct val="0"/>
              </a:spcBef>
              <a:spcAft>
                <a:spcPct val="0"/>
              </a:spcAft>
              <a:defRPr sz="440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4pPr>
            <a:lvl5pPr algn="l" rtl="0" eaLnBrk="0" fontAlgn="base" hangingPunct="0">
              <a:lnSpc>
                <a:spcPct val="90000"/>
              </a:lnSpc>
              <a:spcBef>
                <a:spcPct val="0"/>
              </a:spcBef>
              <a:spcAft>
                <a:spcPct val="0"/>
              </a:spcAft>
              <a:defRPr sz="440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5pPr>
            <a:lvl6pPr marL="457200" algn="l" rtl="0" fontAlgn="base">
              <a:lnSpc>
                <a:spcPct val="90000"/>
              </a:lnSpc>
              <a:spcBef>
                <a:spcPct val="0"/>
              </a:spcBef>
              <a:spcAft>
                <a:spcPct val="0"/>
              </a:spcAft>
              <a:defRPr sz="4400">
                <a:solidFill>
                  <a:schemeClr val="tx1"/>
                </a:solidFill>
                <a:latin typeface="Century Gothic" panose="020B0502020202020204" pitchFamily="34" charset="0"/>
                <a:ea typeface="微软雅黑" panose="020B0503020204020204" pitchFamily="34" charset="-122"/>
              </a:defRPr>
            </a:lvl6pPr>
            <a:lvl7pPr marL="914400" algn="l" rtl="0" fontAlgn="base">
              <a:lnSpc>
                <a:spcPct val="90000"/>
              </a:lnSpc>
              <a:spcBef>
                <a:spcPct val="0"/>
              </a:spcBef>
              <a:spcAft>
                <a:spcPct val="0"/>
              </a:spcAft>
              <a:defRPr sz="4400">
                <a:solidFill>
                  <a:schemeClr val="tx1"/>
                </a:solidFill>
                <a:latin typeface="Century Gothic" panose="020B0502020202020204" pitchFamily="34" charset="0"/>
                <a:ea typeface="微软雅黑" panose="020B0503020204020204" pitchFamily="34" charset="-122"/>
              </a:defRPr>
            </a:lvl7pPr>
            <a:lvl8pPr marL="1371600" algn="l" rtl="0" fontAlgn="base">
              <a:lnSpc>
                <a:spcPct val="90000"/>
              </a:lnSpc>
              <a:spcBef>
                <a:spcPct val="0"/>
              </a:spcBef>
              <a:spcAft>
                <a:spcPct val="0"/>
              </a:spcAft>
              <a:defRPr sz="4400">
                <a:solidFill>
                  <a:schemeClr val="tx1"/>
                </a:solidFill>
                <a:latin typeface="Century Gothic" panose="020B0502020202020204" pitchFamily="34" charset="0"/>
                <a:ea typeface="微软雅黑" panose="020B0503020204020204" pitchFamily="34" charset="-122"/>
              </a:defRPr>
            </a:lvl8pPr>
            <a:lvl9pPr marL="1828800" algn="l" rtl="0" fontAlgn="base">
              <a:lnSpc>
                <a:spcPct val="90000"/>
              </a:lnSpc>
              <a:spcBef>
                <a:spcPct val="0"/>
              </a:spcBef>
              <a:spcAft>
                <a:spcPct val="0"/>
              </a:spcAft>
              <a:defRPr sz="4400">
                <a:solidFill>
                  <a:schemeClr val="tx1"/>
                </a:solidFill>
                <a:latin typeface="Century Gothic" panose="020B0502020202020204" pitchFamily="34" charset="0"/>
                <a:ea typeface="微软雅黑" panose="020B0503020204020204" pitchFamily="34" charset="-122"/>
              </a:defRPr>
            </a:lvl9pPr>
          </a:lstStyle>
          <a:p>
            <a:pPr>
              <a:defRPr/>
            </a:pPr>
            <a:r>
              <a:rPr lang="zh-CN" altLang="en-US" sz="3200" kern="0" spc="-150" dirty="0">
                <a:gradFill>
                  <a:gsLst>
                    <a:gs pos="0">
                      <a:srgbClr val="7D1E2E"/>
                    </a:gs>
                    <a:gs pos="100000">
                      <a:srgbClr val="0070C0"/>
                    </a:gs>
                  </a:gsLst>
                  <a:lin ang="2700000" scaled="0"/>
                </a:gradFill>
                <a:latin typeface="Microsoft YaHei" panose="020B0503020204020204" pitchFamily="34" charset="-122"/>
                <a:ea typeface="Microsoft YaHei" panose="020B0503020204020204" pitchFamily="34" charset="-122"/>
                <a:cs typeface="Times New Roman" panose="02020603050405020304" pitchFamily="18" charset="0"/>
              </a:rPr>
              <a:t>第一次作业</a:t>
            </a:r>
            <a:r>
              <a:rPr lang="en-US" altLang="zh-CN" sz="3200" kern="0" spc="-150" dirty="0">
                <a:gradFill>
                  <a:gsLst>
                    <a:gs pos="0">
                      <a:srgbClr val="7D1E2E"/>
                    </a:gs>
                    <a:gs pos="100000">
                      <a:srgbClr val="0070C0"/>
                    </a:gs>
                  </a:gsLst>
                  <a:lin ang="2700000" scaled="0"/>
                </a:gradFill>
                <a:latin typeface="Microsoft YaHei" panose="020B0503020204020204" pitchFamily="34" charset="-122"/>
                <a:ea typeface="Microsoft YaHei" panose="020B0503020204020204" pitchFamily="34" charset="-122"/>
                <a:cs typeface="Times New Roman" panose="02020603050405020304" pitchFamily="18" charset="0"/>
              </a:rPr>
              <a:t>-</a:t>
            </a:r>
            <a:r>
              <a:rPr lang="zh-CN" altLang="en-US" sz="3200" kern="0" spc="-150" dirty="0">
                <a:gradFill>
                  <a:gsLst>
                    <a:gs pos="0">
                      <a:srgbClr val="7D1E2E"/>
                    </a:gs>
                    <a:gs pos="100000">
                      <a:srgbClr val="0070C0"/>
                    </a:gs>
                  </a:gsLst>
                  <a:lin ang="2700000" scaled="0"/>
                </a:gradFill>
                <a:latin typeface="Microsoft YaHei" panose="020B0503020204020204" pitchFamily="34" charset="-122"/>
                <a:ea typeface="Microsoft YaHei" panose="020B0503020204020204" pitchFamily="34" charset="-122"/>
                <a:cs typeface="Times New Roman" panose="02020603050405020304" pitchFamily="18" charset="0"/>
              </a:rPr>
              <a:t>论文清单</a:t>
            </a:r>
            <a:r>
              <a:rPr lang="en-US" altLang="zh-CN" sz="3200" kern="0" spc="-150" dirty="0">
                <a:gradFill>
                  <a:gsLst>
                    <a:gs pos="0">
                      <a:srgbClr val="7D1E2E"/>
                    </a:gs>
                    <a:gs pos="100000">
                      <a:srgbClr val="0070C0"/>
                    </a:gs>
                  </a:gsLst>
                  <a:lin ang="2700000" scaled="0"/>
                </a:gradFill>
                <a:latin typeface="Microsoft YaHei" panose="020B0503020204020204" pitchFamily="34" charset="-122"/>
                <a:ea typeface="Microsoft YaHei" panose="020B0503020204020204" pitchFamily="34" charset="-122"/>
                <a:cs typeface="Times New Roman" panose="02020603050405020304" pitchFamily="18" charset="0"/>
              </a:rPr>
              <a:t>1</a:t>
            </a:r>
            <a:endParaRPr lang="zh-CN" altLang="en-US" sz="3200" kern="0" spc="-150" dirty="0">
              <a:gradFill>
                <a:gsLst>
                  <a:gs pos="0">
                    <a:srgbClr val="7D1E2E"/>
                  </a:gs>
                  <a:gs pos="100000">
                    <a:srgbClr val="0070C0"/>
                  </a:gs>
                </a:gsLst>
                <a:lin ang="2700000" scaled="0"/>
              </a:gradFill>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5" name="文本框 4">
            <a:extLst>
              <a:ext uri="{FF2B5EF4-FFF2-40B4-BE49-F238E27FC236}">
                <a16:creationId xmlns:a16="http://schemas.microsoft.com/office/drawing/2014/main" id="{4C59321A-536D-7500-DDC5-2A086C51F3E6}"/>
              </a:ext>
            </a:extLst>
          </p:cNvPr>
          <p:cNvSpPr txBox="1"/>
          <p:nvPr/>
        </p:nvSpPr>
        <p:spPr>
          <a:xfrm>
            <a:off x="609748" y="1171848"/>
            <a:ext cx="11412087" cy="5080237"/>
          </a:xfrm>
          <a:prstGeom prst="rect">
            <a:avLst/>
          </a:prstGeom>
          <a:noFill/>
        </p:spPr>
        <p:txBody>
          <a:bodyPr wrap="square">
            <a:spAutoFit/>
          </a:bodyPr>
          <a:lstStyle/>
          <a:p>
            <a:pPr marL="342900" indent="-342900">
              <a:lnSpc>
                <a:spcPct val="114000"/>
              </a:lnSpc>
              <a:buFont typeface="Wingdings" pitchFamily="2" charset="2"/>
              <a:buChar char="p"/>
            </a:pPr>
            <a:r>
              <a:rPr lang="en-US" altLang="zh-CN" sz="2200" b="1" dirty="0" err="1">
                <a:solidFill>
                  <a:srgbClr val="C00000"/>
                </a:solidFill>
                <a:latin typeface="Microsoft YaHei" panose="020B0503020204020204" pitchFamily="34" charset="-122"/>
                <a:ea typeface="Microsoft YaHei" panose="020B0503020204020204" pitchFamily="34" charset="-122"/>
              </a:rPr>
              <a:t>ResNet</a:t>
            </a:r>
            <a:r>
              <a:rPr lang="zh-CN" altLang="en-US" sz="2200" b="1" dirty="0">
                <a:solidFill>
                  <a:srgbClr val="C00000"/>
                </a:solidFill>
                <a:latin typeface="Microsoft YaHei" panose="020B0503020204020204" pitchFamily="34" charset="-122"/>
                <a:ea typeface="Microsoft YaHei" panose="020B0503020204020204" pitchFamily="34" charset="-122"/>
              </a:rPr>
              <a:t>（残差网络）</a:t>
            </a:r>
          </a:p>
          <a:p>
            <a:pPr>
              <a:lnSpc>
                <a:spcPct val="114000"/>
              </a:lnSpc>
            </a:pPr>
            <a:r>
              <a:rPr lang="zh-CN" altLang="en-US" sz="2200" b="1" dirty="0">
                <a:latin typeface="Microsoft YaHei" panose="020B0503020204020204" pitchFamily="34" charset="-122"/>
                <a:ea typeface="Microsoft YaHei" panose="020B0503020204020204" pitchFamily="34" charset="-122"/>
              </a:rPr>
              <a:t>原始论文：</a:t>
            </a:r>
            <a:r>
              <a:rPr lang="en-US" altLang="zh-CN" sz="2200" b="1" dirty="0">
                <a:latin typeface="Microsoft YaHei" panose="020B0503020204020204" pitchFamily="34" charset="-122"/>
                <a:ea typeface="Microsoft YaHei" panose="020B0503020204020204" pitchFamily="34" charset="-122"/>
              </a:rPr>
              <a:t>He, K., Zhang, X., Ren, S., Sun, J. “</a:t>
            </a:r>
            <a:r>
              <a:rPr lang="en-US" altLang="zh-CN" sz="2200" b="1" u="sng" dirty="0">
                <a:solidFill>
                  <a:srgbClr val="C00000"/>
                </a:solidFill>
                <a:latin typeface="Microsoft YaHei" panose="020B0503020204020204" pitchFamily="34" charset="-122"/>
                <a:ea typeface="Microsoft YaHei" panose="020B0503020204020204" pitchFamily="34" charset="-122"/>
              </a:rPr>
              <a:t>Deep Residual Learning for Image Recognition.</a:t>
            </a:r>
            <a:r>
              <a:rPr lang="en-US" altLang="zh-CN" sz="2200" b="1" dirty="0">
                <a:latin typeface="Microsoft YaHei" panose="020B0503020204020204" pitchFamily="34" charset="-122"/>
                <a:ea typeface="Microsoft YaHei" panose="020B0503020204020204" pitchFamily="34" charset="-122"/>
              </a:rPr>
              <a:t>” </a:t>
            </a:r>
            <a:r>
              <a:rPr lang="en-US" altLang="zh-CN" sz="2200" b="1" i="1" dirty="0">
                <a:latin typeface="Microsoft YaHei" panose="020B0503020204020204" pitchFamily="34" charset="-122"/>
                <a:ea typeface="Microsoft YaHei" panose="020B0503020204020204" pitchFamily="34" charset="-122"/>
              </a:rPr>
              <a:t>CVPR 2016</a:t>
            </a:r>
            <a:r>
              <a:rPr lang="en-US" altLang="zh-CN" sz="2200" b="1" dirty="0">
                <a:latin typeface="Microsoft YaHei" panose="020B0503020204020204" pitchFamily="34" charset="-122"/>
                <a:ea typeface="Microsoft YaHei" panose="020B0503020204020204" pitchFamily="34" charset="-122"/>
              </a:rPr>
              <a:t>.  </a:t>
            </a:r>
          </a:p>
          <a:p>
            <a:pPr>
              <a:lnSpc>
                <a:spcPct val="114000"/>
              </a:lnSpc>
            </a:pPr>
            <a:endParaRPr lang="en-US" altLang="zh-CN" sz="2200" b="1" dirty="0">
              <a:latin typeface="Microsoft YaHei" panose="020B0503020204020204" pitchFamily="34" charset="-122"/>
              <a:ea typeface="Microsoft YaHei" panose="020B0503020204020204" pitchFamily="34" charset="-122"/>
            </a:endParaRPr>
          </a:p>
          <a:p>
            <a:pPr marL="342900" indent="-342900">
              <a:lnSpc>
                <a:spcPct val="114000"/>
              </a:lnSpc>
              <a:buFont typeface="Wingdings" pitchFamily="2" charset="2"/>
              <a:buChar char="p"/>
            </a:pPr>
            <a:r>
              <a:rPr lang="zh-CN" altLang="en-US" sz="2200" b="1" dirty="0">
                <a:latin typeface="Microsoft YaHei" panose="020B0503020204020204" pitchFamily="34" charset="-122"/>
                <a:ea typeface="Microsoft YaHei" panose="020B0503020204020204" pitchFamily="34" charset="-122"/>
              </a:rPr>
              <a:t>代表性引用：</a:t>
            </a:r>
          </a:p>
          <a:p>
            <a:pPr marL="342900" indent="-342900">
              <a:lnSpc>
                <a:spcPct val="114000"/>
              </a:lnSpc>
              <a:buFont typeface="Wingdings" pitchFamily="2" charset="2"/>
              <a:buChar char="n"/>
            </a:pPr>
            <a:r>
              <a:rPr lang="en-US" altLang="zh-CN" sz="2200" b="1" dirty="0">
                <a:latin typeface="Microsoft YaHei" panose="020B0503020204020204" pitchFamily="34" charset="-122"/>
                <a:ea typeface="Microsoft YaHei" panose="020B0503020204020204" pitchFamily="34" charset="-122"/>
              </a:rPr>
              <a:t>He, K. et al. “</a:t>
            </a:r>
            <a:r>
              <a:rPr lang="en-US" altLang="zh-CN" sz="2200" b="1" u="sng" dirty="0">
                <a:latin typeface="Microsoft YaHei" panose="020B0503020204020204" pitchFamily="34" charset="-122"/>
                <a:ea typeface="Microsoft YaHei" panose="020B0503020204020204" pitchFamily="34" charset="-122"/>
              </a:rPr>
              <a:t>Identity Mappings in Deep Residual Networks</a:t>
            </a:r>
            <a:r>
              <a:rPr lang="en-US" altLang="zh-CN" sz="2200" b="1" dirty="0">
                <a:latin typeface="Microsoft YaHei" panose="020B0503020204020204" pitchFamily="34" charset="-122"/>
                <a:ea typeface="Microsoft YaHei" panose="020B0503020204020204" pitchFamily="34" charset="-122"/>
              </a:rPr>
              <a:t>.” </a:t>
            </a:r>
            <a:r>
              <a:rPr lang="en-US" altLang="zh-CN" sz="2200" b="1" i="1" dirty="0">
                <a:latin typeface="Microsoft YaHei" panose="020B0503020204020204" pitchFamily="34" charset="-122"/>
                <a:ea typeface="Microsoft YaHei" panose="020B0503020204020204" pitchFamily="34" charset="-122"/>
              </a:rPr>
              <a:t>ECCV 2016</a:t>
            </a:r>
            <a:r>
              <a:rPr lang="en-US" altLang="zh-CN" sz="2200" b="1" dirty="0">
                <a:latin typeface="Microsoft YaHei" panose="020B0503020204020204" pitchFamily="34" charset="-122"/>
                <a:ea typeface="Microsoft YaHei" panose="020B0503020204020204" pitchFamily="34" charset="-122"/>
              </a:rPr>
              <a:t>.</a:t>
            </a:r>
            <a:r>
              <a:rPr lang="zh-CN" altLang="en-US" sz="2200" b="1" dirty="0">
                <a:latin typeface="Microsoft YaHei" panose="020B0503020204020204" pitchFamily="34" charset="-122"/>
                <a:ea typeface="Microsoft YaHei" panose="020B0503020204020204" pitchFamily="34" charset="-122"/>
              </a:rPr>
              <a:t>（</a:t>
            </a:r>
            <a:r>
              <a:rPr lang="en-US" altLang="zh-CN" sz="2200" b="1" dirty="0">
                <a:latin typeface="Microsoft YaHei" panose="020B0503020204020204" pitchFamily="34" charset="-122"/>
                <a:ea typeface="Microsoft YaHei" panose="020B0503020204020204" pitchFamily="34" charset="-122"/>
              </a:rPr>
              <a:t>Pre-activation/</a:t>
            </a:r>
            <a:r>
              <a:rPr lang="zh-CN" altLang="en-US" sz="2200" b="1" dirty="0">
                <a:latin typeface="Microsoft YaHei" panose="020B0503020204020204" pitchFamily="34" charset="-122"/>
                <a:ea typeface="Microsoft YaHei" panose="020B0503020204020204" pitchFamily="34" charset="-122"/>
              </a:rPr>
              <a:t>恒等跳连）  </a:t>
            </a:r>
          </a:p>
          <a:p>
            <a:pPr marL="342900" indent="-342900">
              <a:lnSpc>
                <a:spcPct val="114000"/>
              </a:lnSpc>
              <a:buFont typeface="Wingdings" pitchFamily="2" charset="2"/>
              <a:buChar char="n"/>
            </a:pPr>
            <a:r>
              <a:rPr lang="en-US" altLang="zh-CN" sz="2200" b="1" dirty="0">
                <a:latin typeface="Microsoft YaHei" panose="020B0503020204020204" pitchFamily="34" charset="-122"/>
                <a:ea typeface="Microsoft YaHei" panose="020B0503020204020204" pitchFamily="34" charset="-122"/>
              </a:rPr>
              <a:t>Xie, S. et al. “</a:t>
            </a:r>
            <a:r>
              <a:rPr lang="en-US" altLang="zh-CN" sz="2200" b="1" u="sng" dirty="0">
                <a:latin typeface="Microsoft YaHei" panose="020B0503020204020204" pitchFamily="34" charset="-122"/>
                <a:ea typeface="Microsoft YaHei" panose="020B0503020204020204" pitchFamily="34" charset="-122"/>
              </a:rPr>
              <a:t>Aggregated Residual Transformations for Deep Neural Networks (</a:t>
            </a:r>
            <a:r>
              <a:rPr lang="en-US" altLang="zh-CN" sz="2200" b="1" u="sng" dirty="0" err="1">
                <a:latin typeface="Microsoft YaHei" panose="020B0503020204020204" pitchFamily="34" charset="-122"/>
                <a:ea typeface="Microsoft YaHei" panose="020B0503020204020204" pitchFamily="34" charset="-122"/>
              </a:rPr>
              <a:t>ResNeXt</a:t>
            </a:r>
            <a:r>
              <a:rPr lang="en-US" altLang="zh-CN" sz="2200" b="1" u="sng" dirty="0">
                <a:latin typeface="Microsoft YaHei" panose="020B0503020204020204" pitchFamily="34" charset="-122"/>
                <a:ea typeface="Microsoft YaHei" panose="020B0503020204020204" pitchFamily="34" charset="-122"/>
              </a:rPr>
              <a:t>)</a:t>
            </a:r>
            <a:r>
              <a:rPr lang="en-US" altLang="zh-CN" sz="2200" b="1" dirty="0">
                <a:latin typeface="Microsoft YaHei" panose="020B0503020204020204" pitchFamily="34" charset="-122"/>
                <a:ea typeface="Microsoft YaHei" panose="020B0503020204020204" pitchFamily="34" charset="-122"/>
              </a:rPr>
              <a:t>.” </a:t>
            </a:r>
            <a:r>
              <a:rPr lang="en-US" altLang="zh-CN" sz="2200" b="1" i="1" dirty="0">
                <a:latin typeface="Microsoft YaHei" panose="020B0503020204020204" pitchFamily="34" charset="-122"/>
                <a:ea typeface="Microsoft YaHei" panose="020B0503020204020204" pitchFamily="34" charset="-122"/>
              </a:rPr>
              <a:t>CVPR 2017</a:t>
            </a:r>
            <a:r>
              <a:rPr lang="en-US" altLang="zh-CN" sz="2200" b="1" dirty="0">
                <a:latin typeface="Microsoft YaHei" panose="020B0503020204020204" pitchFamily="34" charset="-122"/>
                <a:ea typeface="Microsoft YaHei" panose="020B0503020204020204" pitchFamily="34" charset="-122"/>
              </a:rPr>
              <a:t>.</a:t>
            </a:r>
            <a:r>
              <a:rPr lang="zh-CN" altLang="en-US" sz="2200" b="1" dirty="0">
                <a:latin typeface="Microsoft YaHei" panose="020B0503020204020204" pitchFamily="34" charset="-122"/>
                <a:ea typeface="Microsoft YaHei" panose="020B0503020204020204" pitchFamily="34" charset="-122"/>
              </a:rPr>
              <a:t>（引入“基数”</a:t>
            </a:r>
            <a:r>
              <a:rPr lang="en-US" altLang="zh-CN" sz="2200" b="1" dirty="0">
                <a:latin typeface="Microsoft YaHei" panose="020B0503020204020204" pitchFamily="34" charset="-122"/>
                <a:ea typeface="Microsoft YaHei" panose="020B0503020204020204" pitchFamily="34" charset="-122"/>
              </a:rPr>
              <a:t>/cardinality</a:t>
            </a:r>
            <a:r>
              <a:rPr lang="zh-CN" altLang="en-US" sz="2200" b="1" dirty="0">
                <a:latin typeface="Microsoft YaHei" panose="020B0503020204020204" pitchFamily="34" charset="-122"/>
                <a:ea typeface="Microsoft YaHei" panose="020B0503020204020204" pitchFamily="34" charset="-122"/>
              </a:rPr>
              <a:t>）  </a:t>
            </a:r>
          </a:p>
          <a:p>
            <a:pPr marL="342900" indent="-342900">
              <a:lnSpc>
                <a:spcPct val="114000"/>
              </a:lnSpc>
              <a:buFont typeface="Wingdings" pitchFamily="2" charset="2"/>
              <a:buChar char="n"/>
            </a:pPr>
            <a:r>
              <a:rPr lang="en-US" altLang="zh-CN" sz="2200" b="1" dirty="0" err="1">
                <a:latin typeface="Microsoft YaHei" panose="020B0503020204020204" pitchFamily="34" charset="-122"/>
                <a:ea typeface="Microsoft YaHei" panose="020B0503020204020204" pitchFamily="34" charset="-122"/>
              </a:rPr>
              <a:t>Zagoruyko</a:t>
            </a:r>
            <a:r>
              <a:rPr lang="en-US" altLang="zh-CN" sz="2200" b="1" dirty="0">
                <a:latin typeface="Microsoft YaHei" panose="020B0503020204020204" pitchFamily="34" charset="-122"/>
                <a:ea typeface="Microsoft YaHei" panose="020B0503020204020204" pitchFamily="34" charset="-122"/>
              </a:rPr>
              <a:t>, S., </a:t>
            </a:r>
            <a:r>
              <a:rPr lang="en-US" altLang="zh-CN" sz="2200" b="1" dirty="0" err="1">
                <a:latin typeface="Microsoft YaHei" panose="020B0503020204020204" pitchFamily="34" charset="-122"/>
                <a:ea typeface="Microsoft YaHei" panose="020B0503020204020204" pitchFamily="34" charset="-122"/>
              </a:rPr>
              <a:t>Komodakis</a:t>
            </a:r>
            <a:r>
              <a:rPr lang="en-US" altLang="zh-CN" sz="2200" b="1" dirty="0">
                <a:latin typeface="Microsoft YaHei" panose="020B0503020204020204" pitchFamily="34" charset="-122"/>
                <a:ea typeface="Microsoft YaHei" panose="020B0503020204020204" pitchFamily="34" charset="-122"/>
              </a:rPr>
              <a:t>, N. “</a:t>
            </a:r>
            <a:r>
              <a:rPr lang="en-US" altLang="zh-CN" sz="2200" b="1" u="sng" dirty="0">
                <a:latin typeface="Microsoft YaHei" panose="020B0503020204020204" pitchFamily="34" charset="-122"/>
                <a:ea typeface="Microsoft YaHei" panose="020B0503020204020204" pitchFamily="34" charset="-122"/>
              </a:rPr>
              <a:t>Wide Residual Networks</a:t>
            </a:r>
            <a:r>
              <a:rPr lang="en-US" altLang="zh-CN" sz="2200" b="1" dirty="0">
                <a:latin typeface="Microsoft YaHei" panose="020B0503020204020204" pitchFamily="34" charset="-122"/>
                <a:ea typeface="Microsoft YaHei" panose="020B0503020204020204" pitchFamily="34" charset="-122"/>
              </a:rPr>
              <a:t>.” </a:t>
            </a:r>
            <a:r>
              <a:rPr lang="en-US" altLang="zh-CN" sz="2200" b="1" i="1" dirty="0">
                <a:latin typeface="Microsoft YaHei" panose="020B0503020204020204" pitchFamily="34" charset="-122"/>
                <a:ea typeface="Microsoft YaHei" panose="020B0503020204020204" pitchFamily="34" charset="-122"/>
              </a:rPr>
              <a:t>BMVC 2016</a:t>
            </a:r>
            <a:r>
              <a:rPr lang="en-US" altLang="zh-CN" sz="2200" b="1" dirty="0">
                <a:latin typeface="Microsoft YaHei" panose="020B0503020204020204" pitchFamily="34" charset="-122"/>
                <a:ea typeface="Microsoft YaHei" panose="020B0503020204020204" pitchFamily="34" charset="-122"/>
              </a:rPr>
              <a:t>.</a:t>
            </a:r>
            <a:r>
              <a:rPr lang="zh-CN" altLang="en-US" sz="2200" b="1" dirty="0">
                <a:latin typeface="Microsoft YaHei" panose="020B0503020204020204" pitchFamily="34" charset="-122"/>
                <a:ea typeface="Microsoft YaHei" panose="020B0503020204020204" pitchFamily="34" charset="-122"/>
              </a:rPr>
              <a:t>（增宽替代极深）  </a:t>
            </a:r>
          </a:p>
          <a:p>
            <a:pPr marL="342900" indent="-342900">
              <a:lnSpc>
                <a:spcPct val="114000"/>
              </a:lnSpc>
              <a:buFont typeface="Wingdings" pitchFamily="2" charset="2"/>
              <a:buChar char="n"/>
            </a:pPr>
            <a:r>
              <a:rPr lang="en-US" altLang="zh-CN" sz="2200" b="1" dirty="0">
                <a:latin typeface="Microsoft YaHei" panose="020B0503020204020204" pitchFamily="34" charset="-122"/>
                <a:ea typeface="Microsoft YaHei" panose="020B0503020204020204" pitchFamily="34" charset="-122"/>
              </a:rPr>
              <a:t>Hu, J. et al. “</a:t>
            </a:r>
            <a:r>
              <a:rPr lang="en-US" altLang="zh-CN" sz="2200" b="1" u="sng" dirty="0">
                <a:latin typeface="Microsoft YaHei" panose="020B0503020204020204" pitchFamily="34" charset="-122"/>
                <a:ea typeface="Microsoft YaHei" panose="020B0503020204020204" pitchFamily="34" charset="-122"/>
              </a:rPr>
              <a:t>Squeeze-and-Excitation Networks.” </a:t>
            </a:r>
            <a:r>
              <a:rPr lang="en-US" altLang="zh-CN" sz="2200" b="1" i="1" dirty="0">
                <a:latin typeface="Microsoft YaHei" panose="020B0503020204020204" pitchFamily="34" charset="-122"/>
                <a:ea typeface="Microsoft YaHei" panose="020B0503020204020204" pitchFamily="34" charset="-122"/>
              </a:rPr>
              <a:t>CVPR 2018</a:t>
            </a:r>
            <a:r>
              <a:rPr lang="en-US" altLang="zh-CN" sz="2200" b="1" dirty="0">
                <a:latin typeface="Microsoft YaHei" panose="020B0503020204020204" pitchFamily="34" charset="-122"/>
                <a:ea typeface="Microsoft YaHei" panose="020B0503020204020204" pitchFamily="34" charset="-122"/>
              </a:rPr>
              <a:t>.</a:t>
            </a:r>
            <a:r>
              <a:rPr lang="zh-CN" altLang="en-US" sz="2200" b="1" dirty="0">
                <a:latin typeface="Microsoft YaHei" panose="020B0503020204020204" pitchFamily="34" charset="-122"/>
                <a:ea typeface="Microsoft YaHei" panose="020B0503020204020204" pitchFamily="34" charset="-122"/>
              </a:rPr>
              <a:t>（与</a:t>
            </a:r>
            <a:r>
              <a:rPr lang="en-US" altLang="zh-CN" sz="2200" b="1" dirty="0" err="1">
                <a:latin typeface="Microsoft YaHei" panose="020B0503020204020204" pitchFamily="34" charset="-122"/>
                <a:ea typeface="Microsoft YaHei" panose="020B0503020204020204" pitchFamily="34" charset="-122"/>
              </a:rPr>
              <a:t>ResNet</a:t>
            </a:r>
            <a:r>
              <a:rPr lang="zh-CN" altLang="en-US" sz="2200" b="1" dirty="0">
                <a:latin typeface="Microsoft YaHei" panose="020B0503020204020204" pitchFamily="34" charset="-122"/>
                <a:ea typeface="Microsoft YaHei" panose="020B0503020204020204" pitchFamily="34" charset="-122"/>
              </a:rPr>
              <a:t>骨干结合显著提升）  </a:t>
            </a:r>
          </a:p>
        </p:txBody>
      </p:sp>
    </p:spTree>
    <p:custDataLst>
      <p:tags r:id="rId1"/>
    </p:custDataLst>
    <p:extLst>
      <p:ext uri="{BB962C8B-B14F-4D97-AF65-F5344CB8AC3E}">
        <p14:creationId xmlns:p14="http://schemas.microsoft.com/office/powerpoint/2010/main" val="33903499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2B9C2D-50EE-098C-2697-8C528FCCE672}"/>
            </a:ext>
          </a:extLst>
        </p:cNvPr>
        <p:cNvGrpSpPr/>
        <p:nvPr/>
      </p:nvGrpSpPr>
      <p:grpSpPr>
        <a:xfrm>
          <a:off x="0" y="0"/>
          <a:ext cx="0" cy="0"/>
          <a:chOff x="0" y="0"/>
          <a:chExt cx="0" cy="0"/>
        </a:xfrm>
      </p:grpSpPr>
      <p:sp>
        <p:nvSpPr>
          <p:cNvPr id="121" name="标题 11">
            <a:extLst>
              <a:ext uri="{FF2B5EF4-FFF2-40B4-BE49-F238E27FC236}">
                <a16:creationId xmlns:a16="http://schemas.microsoft.com/office/drawing/2014/main" id="{789BF0DE-3497-40F6-F97D-546B1E237BC9}"/>
              </a:ext>
            </a:extLst>
          </p:cNvPr>
          <p:cNvSpPr txBox="1"/>
          <p:nvPr>
            <p:custDataLst>
              <p:tags r:id="rId2"/>
            </p:custDataLst>
          </p:nvPr>
        </p:nvSpPr>
        <p:spPr bwMode="auto">
          <a:xfrm>
            <a:off x="1219099" y="179835"/>
            <a:ext cx="10972901" cy="535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spAutoFit/>
          </a:bodyPr>
          <a:lstStyle>
            <a:lvl1pPr algn="l" rtl="0" eaLnBrk="0" fontAlgn="base" hangingPunct="0">
              <a:lnSpc>
                <a:spcPct val="90000"/>
              </a:lnSpc>
              <a:spcBef>
                <a:spcPct val="0"/>
              </a:spcBef>
              <a:spcAft>
                <a:spcPct val="0"/>
              </a:spcAft>
              <a:defRPr lang="zh-CN" altLang="en-US" sz="3600" b="1" kern="1200" baseline="0">
                <a:solidFill>
                  <a:schemeClr val="tx1"/>
                </a:solidFill>
                <a:latin typeface="微软雅黑" panose="020B0503020204020204" pitchFamily="34" charset="-122"/>
                <a:ea typeface="微软雅黑" panose="020B0503020204020204" pitchFamily="34" charset="-122"/>
                <a:cs typeface="+mn-cs"/>
              </a:defRPr>
            </a:lvl1pPr>
            <a:lvl2pPr algn="l" rtl="0" eaLnBrk="0" fontAlgn="base" hangingPunct="0">
              <a:lnSpc>
                <a:spcPct val="90000"/>
              </a:lnSpc>
              <a:spcBef>
                <a:spcPct val="0"/>
              </a:spcBef>
              <a:spcAft>
                <a:spcPct val="0"/>
              </a:spcAft>
              <a:defRPr sz="440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2pPr>
            <a:lvl3pPr algn="l" rtl="0" eaLnBrk="0" fontAlgn="base" hangingPunct="0">
              <a:lnSpc>
                <a:spcPct val="90000"/>
              </a:lnSpc>
              <a:spcBef>
                <a:spcPct val="0"/>
              </a:spcBef>
              <a:spcAft>
                <a:spcPct val="0"/>
              </a:spcAft>
              <a:defRPr sz="440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3pPr>
            <a:lvl4pPr algn="l" rtl="0" eaLnBrk="0" fontAlgn="base" hangingPunct="0">
              <a:lnSpc>
                <a:spcPct val="90000"/>
              </a:lnSpc>
              <a:spcBef>
                <a:spcPct val="0"/>
              </a:spcBef>
              <a:spcAft>
                <a:spcPct val="0"/>
              </a:spcAft>
              <a:defRPr sz="440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4pPr>
            <a:lvl5pPr algn="l" rtl="0" eaLnBrk="0" fontAlgn="base" hangingPunct="0">
              <a:lnSpc>
                <a:spcPct val="90000"/>
              </a:lnSpc>
              <a:spcBef>
                <a:spcPct val="0"/>
              </a:spcBef>
              <a:spcAft>
                <a:spcPct val="0"/>
              </a:spcAft>
              <a:defRPr sz="440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5pPr>
            <a:lvl6pPr marL="457200" algn="l" rtl="0" fontAlgn="base">
              <a:lnSpc>
                <a:spcPct val="90000"/>
              </a:lnSpc>
              <a:spcBef>
                <a:spcPct val="0"/>
              </a:spcBef>
              <a:spcAft>
                <a:spcPct val="0"/>
              </a:spcAft>
              <a:defRPr sz="4400">
                <a:solidFill>
                  <a:schemeClr val="tx1"/>
                </a:solidFill>
                <a:latin typeface="Century Gothic" panose="020B0502020202020204" pitchFamily="34" charset="0"/>
                <a:ea typeface="微软雅黑" panose="020B0503020204020204" pitchFamily="34" charset="-122"/>
              </a:defRPr>
            </a:lvl6pPr>
            <a:lvl7pPr marL="914400" algn="l" rtl="0" fontAlgn="base">
              <a:lnSpc>
                <a:spcPct val="90000"/>
              </a:lnSpc>
              <a:spcBef>
                <a:spcPct val="0"/>
              </a:spcBef>
              <a:spcAft>
                <a:spcPct val="0"/>
              </a:spcAft>
              <a:defRPr sz="4400">
                <a:solidFill>
                  <a:schemeClr val="tx1"/>
                </a:solidFill>
                <a:latin typeface="Century Gothic" panose="020B0502020202020204" pitchFamily="34" charset="0"/>
                <a:ea typeface="微软雅黑" panose="020B0503020204020204" pitchFamily="34" charset="-122"/>
              </a:defRPr>
            </a:lvl7pPr>
            <a:lvl8pPr marL="1371600" algn="l" rtl="0" fontAlgn="base">
              <a:lnSpc>
                <a:spcPct val="90000"/>
              </a:lnSpc>
              <a:spcBef>
                <a:spcPct val="0"/>
              </a:spcBef>
              <a:spcAft>
                <a:spcPct val="0"/>
              </a:spcAft>
              <a:defRPr sz="4400">
                <a:solidFill>
                  <a:schemeClr val="tx1"/>
                </a:solidFill>
                <a:latin typeface="Century Gothic" panose="020B0502020202020204" pitchFamily="34" charset="0"/>
                <a:ea typeface="微软雅黑" panose="020B0503020204020204" pitchFamily="34" charset="-122"/>
              </a:defRPr>
            </a:lvl8pPr>
            <a:lvl9pPr marL="1828800" algn="l" rtl="0" fontAlgn="base">
              <a:lnSpc>
                <a:spcPct val="90000"/>
              </a:lnSpc>
              <a:spcBef>
                <a:spcPct val="0"/>
              </a:spcBef>
              <a:spcAft>
                <a:spcPct val="0"/>
              </a:spcAft>
              <a:defRPr sz="4400">
                <a:solidFill>
                  <a:schemeClr val="tx1"/>
                </a:solidFill>
                <a:latin typeface="Century Gothic" panose="020B0502020202020204" pitchFamily="34" charset="0"/>
                <a:ea typeface="微软雅黑" panose="020B0503020204020204" pitchFamily="34" charset="-122"/>
              </a:defRPr>
            </a:lvl9pPr>
          </a:lstStyle>
          <a:p>
            <a:pPr>
              <a:defRPr/>
            </a:pPr>
            <a:r>
              <a:rPr lang="zh-CN" altLang="en-US" sz="3200" kern="0" spc="-150" dirty="0">
                <a:gradFill>
                  <a:gsLst>
                    <a:gs pos="0">
                      <a:srgbClr val="7D1E2E"/>
                    </a:gs>
                    <a:gs pos="100000">
                      <a:srgbClr val="0070C0"/>
                    </a:gs>
                  </a:gsLst>
                  <a:lin ang="2700000" scaled="0"/>
                </a:gradFill>
                <a:latin typeface="Microsoft YaHei" panose="020B0503020204020204" pitchFamily="34" charset="-122"/>
                <a:ea typeface="Microsoft YaHei" panose="020B0503020204020204" pitchFamily="34" charset="-122"/>
                <a:cs typeface="Times New Roman" panose="02020603050405020304" pitchFamily="18" charset="0"/>
              </a:rPr>
              <a:t>第一次作业</a:t>
            </a:r>
            <a:r>
              <a:rPr lang="en-US" altLang="zh-CN" sz="3200" kern="0" spc="-150" dirty="0">
                <a:gradFill>
                  <a:gsLst>
                    <a:gs pos="0">
                      <a:srgbClr val="7D1E2E"/>
                    </a:gs>
                    <a:gs pos="100000">
                      <a:srgbClr val="0070C0"/>
                    </a:gs>
                  </a:gsLst>
                  <a:lin ang="2700000" scaled="0"/>
                </a:gradFill>
                <a:latin typeface="Microsoft YaHei" panose="020B0503020204020204" pitchFamily="34" charset="-122"/>
                <a:ea typeface="Microsoft YaHei" panose="020B0503020204020204" pitchFamily="34" charset="-122"/>
                <a:cs typeface="Times New Roman" panose="02020603050405020304" pitchFamily="18" charset="0"/>
              </a:rPr>
              <a:t>-</a:t>
            </a:r>
            <a:r>
              <a:rPr lang="zh-CN" altLang="en-US" sz="3200" kern="0" spc="-150" dirty="0">
                <a:gradFill>
                  <a:gsLst>
                    <a:gs pos="0">
                      <a:srgbClr val="7D1E2E"/>
                    </a:gs>
                    <a:gs pos="100000">
                      <a:srgbClr val="0070C0"/>
                    </a:gs>
                  </a:gsLst>
                  <a:lin ang="2700000" scaled="0"/>
                </a:gradFill>
                <a:latin typeface="Microsoft YaHei" panose="020B0503020204020204" pitchFamily="34" charset="-122"/>
                <a:ea typeface="Microsoft YaHei" panose="020B0503020204020204" pitchFamily="34" charset="-122"/>
                <a:cs typeface="Times New Roman" panose="02020603050405020304" pitchFamily="18" charset="0"/>
              </a:rPr>
              <a:t>论文清单</a:t>
            </a:r>
            <a:r>
              <a:rPr lang="en-US" altLang="zh-CN" sz="3200" kern="0" spc="-150" dirty="0">
                <a:gradFill>
                  <a:gsLst>
                    <a:gs pos="0">
                      <a:srgbClr val="7D1E2E"/>
                    </a:gs>
                    <a:gs pos="100000">
                      <a:srgbClr val="0070C0"/>
                    </a:gs>
                  </a:gsLst>
                  <a:lin ang="2700000" scaled="0"/>
                </a:gradFill>
                <a:latin typeface="Microsoft YaHei" panose="020B0503020204020204" pitchFamily="34" charset="-122"/>
                <a:ea typeface="Microsoft YaHei" panose="020B0503020204020204" pitchFamily="34" charset="-122"/>
                <a:cs typeface="Times New Roman" panose="02020603050405020304" pitchFamily="18" charset="0"/>
              </a:rPr>
              <a:t>2</a:t>
            </a:r>
            <a:endParaRPr lang="zh-CN" altLang="en-US" sz="3200" kern="0" spc="-150" dirty="0">
              <a:gradFill>
                <a:gsLst>
                  <a:gs pos="0">
                    <a:srgbClr val="7D1E2E"/>
                  </a:gs>
                  <a:gs pos="100000">
                    <a:srgbClr val="0070C0"/>
                  </a:gs>
                </a:gsLst>
                <a:lin ang="2700000" scaled="0"/>
              </a:gradFill>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5" name="文本框 4">
            <a:extLst>
              <a:ext uri="{FF2B5EF4-FFF2-40B4-BE49-F238E27FC236}">
                <a16:creationId xmlns:a16="http://schemas.microsoft.com/office/drawing/2014/main" id="{B6577EFB-BF1A-44D9-C33F-00554645B715}"/>
              </a:ext>
            </a:extLst>
          </p:cNvPr>
          <p:cNvSpPr txBox="1"/>
          <p:nvPr/>
        </p:nvSpPr>
        <p:spPr>
          <a:xfrm>
            <a:off x="609748" y="1171848"/>
            <a:ext cx="11412087" cy="4308359"/>
          </a:xfrm>
          <a:prstGeom prst="rect">
            <a:avLst/>
          </a:prstGeom>
          <a:noFill/>
        </p:spPr>
        <p:txBody>
          <a:bodyPr wrap="square">
            <a:spAutoFit/>
          </a:bodyPr>
          <a:lstStyle/>
          <a:p>
            <a:pPr marL="342900" indent="-342900">
              <a:lnSpc>
                <a:spcPct val="114000"/>
              </a:lnSpc>
              <a:buFont typeface="Wingdings" pitchFamily="2" charset="2"/>
              <a:buChar char="p"/>
            </a:pPr>
            <a:r>
              <a:rPr lang="en-US" altLang="zh-CN" sz="2200" b="1" dirty="0" err="1">
                <a:solidFill>
                  <a:srgbClr val="C00000"/>
                </a:solidFill>
                <a:latin typeface="Microsoft YaHei" panose="020B0503020204020204" pitchFamily="34" charset="-122"/>
                <a:ea typeface="Microsoft YaHei" panose="020B0503020204020204" pitchFamily="34" charset="-122"/>
              </a:rPr>
              <a:t>DenseNet</a:t>
            </a:r>
            <a:r>
              <a:rPr lang="zh-CN" altLang="en-US" sz="2200" b="1" dirty="0">
                <a:solidFill>
                  <a:srgbClr val="C00000"/>
                </a:solidFill>
                <a:latin typeface="Microsoft YaHei" panose="020B0503020204020204" pitchFamily="34" charset="-122"/>
                <a:ea typeface="Microsoft YaHei" panose="020B0503020204020204" pitchFamily="34" charset="-122"/>
              </a:rPr>
              <a:t>（密集连接网络）</a:t>
            </a:r>
          </a:p>
          <a:p>
            <a:pPr marL="342900" indent="-342900">
              <a:lnSpc>
                <a:spcPct val="114000"/>
              </a:lnSpc>
              <a:buFont typeface="Wingdings" pitchFamily="2" charset="2"/>
              <a:buChar char="n"/>
            </a:pPr>
            <a:r>
              <a:rPr lang="zh-CN" altLang="en-US" sz="2200" b="1" dirty="0">
                <a:latin typeface="Microsoft YaHei" panose="020B0503020204020204" pitchFamily="34" charset="-122"/>
                <a:ea typeface="Microsoft YaHei" panose="020B0503020204020204" pitchFamily="34" charset="-122"/>
              </a:rPr>
              <a:t>原始论文：</a:t>
            </a:r>
            <a:r>
              <a:rPr lang="en-US" altLang="zh-CN" sz="2200" b="1" dirty="0">
                <a:latin typeface="Microsoft YaHei" panose="020B0503020204020204" pitchFamily="34" charset="-122"/>
                <a:ea typeface="Microsoft YaHei" panose="020B0503020204020204" pitchFamily="34" charset="-122"/>
              </a:rPr>
              <a:t>Huang, G., Liu, Z., van der </a:t>
            </a:r>
            <a:r>
              <a:rPr lang="en-US" altLang="zh-CN" sz="2200" b="1" dirty="0" err="1">
                <a:latin typeface="Microsoft YaHei" panose="020B0503020204020204" pitchFamily="34" charset="-122"/>
                <a:ea typeface="Microsoft YaHei" panose="020B0503020204020204" pitchFamily="34" charset="-122"/>
              </a:rPr>
              <a:t>Maaten</a:t>
            </a:r>
            <a:r>
              <a:rPr lang="en-US" altLang="zh-CN" sz="2200" b="1" dirty="0">
                <a:latin typeface="Microsoft YaHei" panose="020B0503020204020204" pitchFamily="34" charset="-122"/>
                <a:ea typeface="Microsoft YaHei" panose="020B0503020204020204" pitchFamily="34" charset="-122"/>
              </a:rPr>
              <a:t>, L., Weinberger, K. “</a:t>
            </a:r>
            <a:r>
              <a:rPr lang="en-US" altLang="zh-CN" sz="2200" b="1" u="sng" dirty="0">
                <a:solidFill>
                  <a:srgbClr val="C00000"/>
                </a:solidFill>
                <a:latin typeface="Microsoft YaHei" panose="020B0503020204020204" pitchFamily="34" charset="-122"/>
                <a:ea typeface="Microsoft YaHei" panose="020B0503020204020204" pitchFamily="34" charset="-122"/>
              </a:rPr>
              <a:t>Densely Connected Convolutional Networks.</a:t>
            </a:r>
            <a:r>
              <a:rPr lang="en-US" altLang="zh-CN" sz="2200" b="1" dirty="0">
                <a:latin typeface="Microsoft YaHei" panose="020B0503020204020204" pitchFamily="34" charset="-122"/>
                <a:ea typeface="Microsoft YaHei" panose="020B0503020204020204" pitchFamily="34" charset="-122"/>
              </a:rPr>
              <a:t>” CVPR 2017.  </a:t>
            </a:r>
            <a:endParaRPr lang="en-US" altLang="zh-CN" sz="2200" b="1" dirty="0">
              <a:solidFill>
                <a:srgbClr val="C00000"/>
              </a:solidFill>
              <a:latin typeface="Microsoft YaHei" panose="020B0503020204020204" pitchFamily="34" charset="-122"/>
              <a:ea typeface="Microsoft YaHei" panose="020B0503020204020204" pitchFamily="34" charset="-122"/>
            </a:endParaRPr>
          </a:p>
          <a:p>
            <a:pPr>
              <a:lnSpc>
                <a:spcPct val="114000"/>
              </a:lnSpc>
            </a:pPr>
            <a:endParaRPr lang="en-US" altLang="zh-CN" sz="2200" b="1" dirty="0">
              <a:latin typeface="Microsoft YaHei" panose="020B0503020204020204" pitchFamily="34" charset="-122"/>
              <a:ea typeface="Microsoft YaHei" panose="020B0503020204020204" pitchFamily="34" charset="-122"/>
            </a:endParaRPr>
          </a:p>
          <a:p>
            <a:pPr marL="342900" indent="-342900">
              <a:lnSpc>
                <a:spcPct val="114000"/>
              </a:lnSpc>
              <a:buFont typeface="Wingdings" pitchFamily="2" charset="2"/>
              <a:buChar char="p"/>
            </a:pPr>
            <a:r>
              <a:rPr lang="zh-CN" altLang="en-US" sz="2200" b="1" dirty="0">
                <a:latin typeface="Microsoft YaHei" panose="020B0503020204020204" pitchFamily="34" charset="-122"/>
                <a:ea typeface="Microsoft YaHei" panose="020B0503020204020204" pitchFamily="34" charset="-122"/>
              </a:rPr>
              <a:t>代表性引用：</a:t>
            </a:r>
          </a:p>
          <a:p>
            <a:pPr marL="342900" indent="-342900">
              <a:lnSpc>
                <a:spcPct val="114000"/>
              </a:lnSpc>
              <a:buFont typeface="Wingdings" pitchFamily="2" charset="2"/>
              <a:buChar char="n"/>
            </a:pPr>
            <a:r>
              <a:rPr lang="en-US" altLang="zh-CN" sz="2200" b="1" dirty="0">
                <a:latin typeface="Microsoft YaHei" panose="020B0503020204020204" pitchFamily="34" charset="-122"/>
                <a:ea typeface="Microsoft YaHei" panose="020B0503020204020204" pitchFamily="34" charset="-122"/>
              </a:rPr>
              <a:t>Chen, Y. et al. “</a:t>
            </a:r>
            <a:r>
              <a:rPr lang="en-US" altLang="zh-CN" sz="2200" b="1" u="sng" dirty="0">
                <a:latin typeface="Microsoft YaHei" panose="020B0503020204020204" pitchFamily="34" charset="-122"/>
                <a:ea typeface="Microsoft YaHei" panose="020B0503020204020204" pitchFamily="34" charset="-122"/>
              </a:rPr>
              <a:t>Dual Path Networks (DPN).” </a:t>
            </a:r>
            <a:r>
              <a:rPr lang="en-US" altLang="zh-CN" sz="2200" b="1" dirty="0" err="1">
                <a:latin typeface="Microsoft YaHei" panose="020B0503020204020204" pitchFamily="34" charset="-122"/>
                <a:ea typeface="Microsoft YaHei" panose="020B0503020204020204" pitchFamily="34" charset="-122"/>
              </a:rPr>
              <a:t>arXiv</a:t>
            </a:r>
            <a:r>
              <a:rPr lang="en-US" altLang="zh-CN" sz="2200" b="1" dirty="0">
                <a:latin typeface="Microsoft YaHei" panose="020B0503020204020204" pitchFamily="34" charset="-122"/>
                <a:ea typeface="Microsoft YaHei" panose="020B0503020204020204" pitchFamily="34" charset="-122"/>
              </a:rPr>
              <a:t> 2017.</a:t>
            </a:r>
            <a:r>
              <a:rPr lang="zh-CN" altLang="en-US" sz="2200" b="1" dirty="0">
                <a:latin typeface="Microsoft YaHei" panose="020B0503020204020204" pitchFamily="34" charset="-122"/>
                <a:ea typeface="Microsoft YaHei" panose="020B0503020204020204" pitchFamily="34" charset="-122"/>
              </a:rPr>
              <a:t>（融合 </a:t>
            </a:r>
            <a:r>
              <a:rPr lang="en-US" altLang="zh-CN" sz="2200" b="1" dirty="0" err="1">
                <a:latin typeface="Microsoft YaHei" panose="020B0503020204020204" pitchFamily="34" charset="-122"/>
                <a:ea typeface="Microsoft YaHei" panose="020B0503020204020204" pitchFamily="34" charset="-122"/>
              </a:rPr>
              <a:t>ResNet</a:t>
            </a:r>
            <a:r>
              <a:rPr lang="en-US" altLang="zh-CN" sz="2200" b="1" dirty="0">
                <a:latin typeface="Microsoft YaHei" panose="020B0503020204020204" pitchFamily="34" charset="-122"/>
                <a:ea typeface="Microsoft YaHei" panose="020B0503020204020204" pitchFamily="34" charset="-122"/>
              </a:rPr>
              <a:t> </a:t>
            </a:r>
            <a:r>
              <a:rPr lang="zh-CN" altLang="en-US" sz="2200" b="1" dirty="0">
                <a:latin typeface="Microsoft YaHei" panose="020B0503020204020204" pitchFamily="34" charset="-122"/>
                <a:ea typeface="Microsoft YaHei" panose="020B0503020204020204" pitchFamily="34" charset="-122"/>
              </a:rPr>
              <a:t>的特征复用 与 </a:t>
            </a:r>
            <a:r>
              <a:rPr lang="en-US" altLang="zh-CN" sz="2200" b="1" dirty="0" err="1">
                <a:latin typeface="Microsoft YaHei" panose="020B0503020204020204" pitchFamily="34" charset="-122"/>
                <a:ea typeface="Microsoft YaHei" panose="020B0503020204020204" pitchFamily="34" charset="-122"/>
              </a:rPr>
              <a:t>DenseNet</a:t>
            </a:r>
            <a:r>
              <a:rPr lang="en-US" altLang="zh-CN" sz="2200" b="1" dirty="0">
                <a:latin typeface="Microsoft YaHei" panose="020B0503020204020204" pitchFamily="34" charset="-122"/>
                <a:ea typeface="Microsoft YaHei" panose="020B0503020204020204" pitchFamily="34" charset="-122"/>
              </a:rPr>
              <a:t> </a:t>
            </a:r>
            <a:r>
              <a:rPr lang="zh-CN" altLang="en-US" sz="2200" b="1" dirty="0">
                <a:latin typeface="Microsoft YaHei" panose="020B0503020204020204" pitchFamily="34" charset="-122"/>
                <a:ea typeface="Microsoft YaHei" panose="020B0503020204020204" pitchFamily="34" charset="-122"/>
              </a:rPr>
              <a:t>的特征探索）  </a:t>
            </a:r>
          </a:p>
          <a:p>
            <a:pPr marL="342900" indent="-342900">
              <a:lnSpc>
                <a:spcPct val="114000"/>
              </a:lnSpc>
              <a:buFont typeface="Wingdings" pitchFamily="2" charset="2"/>
              <a:buChar char="n"/>
            </a:pPr>
            <a:r>
              <a:rPr lang="en-US" altLang="zh-CN" sz="2200" b="1" dirty="0">
                <a:latin typeface="Microsoft YaHei" panose="020B0503020204020204" pitchFamily="34" charset="-122"/>
                <a:ea typeface="Microsoft YaHei" panose="020B0503020204020204" pitchFamily="34" charset="-122"/>
              </a:rPr>
              <a:t>Huang, G. et al. “</a:t>
            </a:r>
            <a:r>
              <a:rPr lang="en-US" altLang="zh-CN" sz="2200" b="1" u="sng" dirty="0" err="1">
                <a:latin typeface="Microsoft YaHei" panose="020B0503020204020204" pitchFamily="34" charset="-122"/>
                <a:ea typeface="Microsoft YaHei" panose="020B0503020204020204" pitchFamily="34" charset="-122"/>
              </a:rPr>
              <a:t>CondenseNet</a:t>
            </a:r>
            <a:r>
              <a:rPr lang="en-US" altLang="zh-CN" sz="2200" b="1" u="sng" dirty="0">
                <a:latin typeface="Microsoft YaHei" panose="020B0503020204020204" pitchFamily="34" charset="-122"/>
                <a:ea typeface="Microsoft YaHei" panose="020B0503020204020204" pitchFamily="34" charset="-122"/>
              </a:rPr>
              <a:t>: An Efficient </a:t>
            </a:r>
            <a:r>
              <a:rPr lang="en-US" altLang="zh-CN" sz="2200" b="1" u="sng" dirty="0" err="1">
                <a:latin typeface="Microsoft YaHei" panose="020B0503020204020204" pitchFamily="34" charset="-122"/>
                <a:ea typeface="Microsoft YaHei" panose="020B0503020204020204" pitchFamily="34" charset="-122"/>
              </a:rPr>
              <a:t>DenseNet</a:t>
            </a:r>
            <a:r>
              <a:rPr lang="en-US" altLang="zh-CN" sz="2200" b="1" u="sng" dirty="0">
                <a:latin typeface="Microsoft YaHei" panose="020B0503020204020204" pitchFamily="34" charset="-122"/>
                <a:ea typeface="Microsoft YaHei" panose="020B0503020204020204" pitchFamily="34" charset="-122"/>
              </a:rPr>
              <a:t> using Learned Group Convolutions</a:t>
            </a:r>
            <a:r>
              <a:rPr lang="en-US" altLang="zh-CN" sz="2200" b="1" dirty="0">
                <a:latin typeface="Microsoft YaHei" panose="020B0503020204020204" pitchFamily="34" charset="-122"/>
                <a:ea typeface="Microsoft YaHei" panose="020B0503020204020204" pitchFamily="34" charset="-122"/>
              </a:rPr>
              <a:t>.” CVPR 2018.</a:t>
            </a:r>
            <a:r>
              <a:rPr lang="zh-CN" altLang="en-US" sz="2200" b="1" dirty="0">
                <a:latin typeface="Microsoft YaHei" panose="020B0503020204020204" pitchFamily="34" charset="-122"/>
                <a:ea typeface="Microsoft YaHei" panose="020B0503020204020204" pitchFamily="34" charset="-122"/>
              </a:rPr>
              <a:t>（高效稀疏</a:t>
            </a:r>
            <a:r>
              <a:rPr lang="en-US" altLang="zh-CN" sz="2200" b="1" dirty="0">
                <a:latin typeface="Microsoft YaHei" panose="020B0503020204020204" pitchFamily="34" charset="-122"/>
                <a:ea typeface="Microsoft YaHei" panose="020B0503020204020204" pitchFamily="34" charset="-122"/>
              </a:rPr>
              <a:t>/</a:t>
            </a:r>
            <a:r>
              <a:rPr lang="zh-CN" altLang="en-US" sz="2200" b="1" dirty="0">
                <a:latin typeface="Microsoft YaHei" panose="020B0503020204020204" pitchFamily="34" charset="-122"/>
                <a:ea typeface="Microsoft YaHei" panose="020B0503020204020204" pitchFamily="34" charset="-122"/>
              </a:rPr>
              <a:t>分组卷积）  </a:t>
            </a:r>
            <a:endParaRPr lang="en-US" altLang="zh-CN" sz="2200" b="1" dirty="0">
              <a:latin typeface="Microsoft YaHei" panose="020B0503020204020204" pitchFamily="34" charset="-122"/>
              <a:ea typeface="Microsoft YaHei" panose="020B0503020204020204" pitchFamily="34" charset="-122"/>
            </a:endParaRPr>
          </a:p>
          <a:p>
            <a:pPr marL="342900" indent="-342900">
              <a:lnSpc>
                <a:spcPct val="114000"/>
              </a:lnSpc>
              <a:buFont typeface="Wingdings" pitchFamily="2" charset="2"/>
              <a:buChar char="n"/>
            </a:pPr>
            <a:r>
              <a:rPr lang="en-US" altLang="zh-CN" sz="2200" b="1" u="sng" dirty="0" err="1">
                <a:latin typeface="Microsoft YaHei" panose="020B0503020204020204" pitchFamily="34" charset="-122"/>
                <a:ea typeface="Microsoft YaHei" panose="020B0503020204020204" pitchFamily="34" charset="-122"/>
              </a:rPr>
              <a:t>DenseNet</a:t>
            </a:r>
            <a:r>
              <a:rPr lang="zh-CN" altLang="en-US" sz="2200" b="1" u="sng" dirty="0">
                <a:latin typeface="Microsoft YaHei" panose="020B0503020204020204" pitchFamily="34" charset="-122"/>
                <a:ea typeface="Microsoft YaHei" panose="020B0503020204020204" pitchFamily="34" charset="-122"/>
              </a:rPr>
              <a:t>相关综述论文</a:t>
            </a:r>
            <a:r>
              <a:rPr lang="en-US" altLang="zh-CN" sz="2200" b="1" dirty="0">
                <a:latin typeface="Microsoft YaHei" panose="020B0503020204020204" pitchFamily="34" charset="-122"/>
                <a:ea typeface="Microsoft YaHei" panose="020B0503020204020204" pitchFamily="34" charset="-122"/>
              </a:rPr>
              <a:t>/</a:t>
            </a:r>
            <a:r>
              <a:rPr lang="zh-CN" altLang="en-US" sz="2200" b="1" dirty="0">
                <a:latin typeface="Microsoft YaHei" panose="020B0503020204020204" pitchFamily="34" charset="-122"/>
                <a:ea typeface="Microsoft YaHei" panose="020B0503020204020204" pitchFamily="34" charset="-122"/>
              </a:rPr>
              <a:t>引用场景示例，展示</a:t>
            </a:r>
            <a:r>
              <a:rPr lang="en-US" altLang="zh-CN" sz="2200" b="1" dirty="0" err="1">
                <a:latin typeface="Microsoft YaHei" panose="020B0503020204020204" pitchFamily="34" charset="-122"/>
                <a:ea typeface="Microsoft YaHei" panose="020B0503020204020204" pitchFamily="34" charset="-122"/>
              </a:rPr>
              <a:t>DenseNet</a:t>
            </a:r>
            <a:r>
              <a:rPr lang="zh-CN" altLang="en-US" sz="2200" b="1" dirty="0">
                <a:latin typeface="Microsoft YaHei" panose="020B0503020204020204" pitchFamily="34" charset="-122"/>
                <a:ea typeface="Microsoft YaHei" panose="020B0503020204020204" pitchFamily="34" charset="-122"/>
              </a:rPr>
              <a:t>在编码器与移动端高效方向的延展）</a:t>
            </a:r>
          </a:p>
        </p:txBody>
      </p:sp>
    </p:spTree>
    <p:custDataLst>
      <p:tags r:id="rId1"/>
    </p:custDataLst>
    <p:extLst>
      <p:ext uri="{BB962C8B-B14F-4D97-AF65-F5344CB8AC3E}">
        <p14:creationId xmlns:p14="http://schemas.microsoft.com/office/powerpoint/2010/main" val="5318001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EB9C99-B2B6-441D-CD6F-2526D4BD026C}"/>
            </a:ext>
          </a:extLst>
        </p:cNvPr>
        <p:cNvGrpSpPr/>
        <p:nvPr/>
      </p:nvGrpSpPr>
      <p:grpSpPr>
        <a:xfrm>
          <a:off x="0" y="0"/>
          <a:ext cx="0" cy="0"/>
          <a:chOff x="0" y="0"/>
          <a:chExt cx="0" cy="0"/>
        </a:xfrm>
      </p:grpSpPr>
      <p:sp>
        <p:nvSpPr>
          <p:cNvPr id="121" name="标题 11">
            <a:extLst>
              <a:ext uri="{FF2B5EF4-FFF2-40B4-BE49-F238E27FC236}">
                <a16:creationId xmlns:a16="http://schemas.microsoft.com/office/drawing/2014/main" id="{20AC1F13-FA16-4AF3-6DA2-6E09F436DB2A}"/>
              </a:ext>
            </a:extLst>
          </p:cNvPr>
          <p:cNvSpPr txBox="1"/>
          <p:nvPr>
            <p:custDataLst>
              <p:tags r:id="rId2"/>
            </p:custDataLst>
          </p:nvPr>
        </p:nvSpPr>
        <p:spPr bwMode="auto">
          <a:xfrm>
            <a:off x="1219099" y="179835"/>
            <a:ext cx="10972901" cy="535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spAutoFit/>
          </a:bodyPr>
          <a:lstStyle>
            <a:lvl1pPr algn="l" rtl="0" eaLnBrk="0" fontAlgn="base" hangingPunct="0">
              <a:lnSpc>
                <a:spcPct val="90000"/>
              </a:lnSpc>
              <a:spcBef>
                <a:spcPct val="0"/>
              </a:spcBef>
              <a:spcAft>
                <a:spcPct val="0"/>
              </a:spcAft>
              <a:defRPr lang="zh-CN" altLang="en-US" sz="3600" b="1" kern="1200" baseline="0">
                <a:solidFill>
                  <a:schemeClr val="tx1"/>
                </a:solidFill>
                <a:latin typeface="微软雅黑" panose="020B0503020204020204" pitchFamily="34" charset="-122"/>
                <a:ea typeface="微软雅黑" panose="020B0503020204020204" pitchFamily="34" charset="-122"/>
                <a:cs typeface="+mn-cs"/>
              </a:defRPr>
            </a:lvl1pPr>
            <a:lvl2pPr algn="l" rtl="0" eaLnBrk="0" fontAlgn="base" hangingPunct="0">
              <a:lnSpc>
                <a:spcPct val="90000"/>
              </a:lnSpc>
              <a:spcBef>
                <a:spcPct val="0"/>
              </a:spcBef>
              <a:spcAft>
                <a:spcPct val="0"/>
              </a:spcAft>
              <a:defRPr sz="440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2pPr>
            <a:lvl3pPr algn="l" rtl="0" eaLnBrk="0" fontAlgn="base" hangingPunct="0">
              <a:lnSpc>
                <a:spcPct val="90000"/>
              </a:lnSpc>
              <a:spcBef>
                <a:spcPct val="0"/>
              </a:spcBef>
              <a:spcAft>
                <a:spcPct val="0"/>
              </a:spcAft>
              <a:defRPr sz="440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3pPr>
            <a:lvl4pPr algn="l" rtl="0" eaLnBrk="0" fontAlgn="base" hangingPunct="0">
              <a:lnSpc>
                <a:spcPct val="90000"/>
              </a:lnSpc>
              <a:spcBef>
                <a:spcPct val="0"/>
              </a:spcBef>
              <a:spcAft>
                <a:spcPct val="0"/>
              </a:spcAft>
              <a:defRPr sz="440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4pPr>
            <a:lvl5pPr algn="l" rtl="0" eaLnBrk="0" fontAlgn="base" hangingPunct="0">
              <a:lnSpc>
                <a:spcPct val="90000"/>
              </a:lnSpc>
              <a:spcBef>
                <a:spcPct val="0"/>
              </a:spcBef>
              <a:spcAft>
                <a:spcPct val="0"/>
              </a:spcAft>
              <a:defRPr sz="440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5pPr>
            <a:lvl6pPr marL="457200" algn="l" rtl="0" fontAlgn="base">
              <a:lnSpc>
                <a:spcPct val="90000"/>
              </a:lnSpc>
              <a:spcBef>
                <a:spcPct val="0"/>
              </a:spcBef>
              <a:spcAft>
                <a:spcPct val="0"/>
              </a:spcAft>
              <a:defRPr sz="4400">
                <a:solidFill>
                  <a:schemeClr val="tx1"/>
                </a:solidFill>
                <a:latin typeface="Century Gothic" panose="020B0502020202020204" pitchFamily="34" charset="0"/>
                <a:ea typeface="微软雅黑" panose="020B0503020204020204" pitchFamily="34" charset="-122"/>
              </a:defRPr>
            </a:lvl6pPr>
            <a:lvl7pPr marL="914400" algn="l" rtl="0" fontAlgn="base">
              <a:lnSpc>
                <a:spcPct val="90000"/>
              </a:lnSpc>
              <a:spcBef>
                <a:spcPct val="0"/>
              </a:spcBef>
              <a:spcAft>
                <a:spcPct val="0"/>
              </a:spcAft>
              <a:defRPr sz="4400">
                <a:solidFill>
                  <a:schemeClr val="tx1"/>
                </a:solidFill>
                <a:latin typeface="Century Gothic" panose="020B0502020202020204" pitchFamily="34" charset="0"/>
                <a:ea typeface="微软雅黑" panose="020B0503020204020204" pitchFamily="34" charset="-122"/>
              </a:defRPr>
            </a:lvl7pPr>
            <a:lvl8pPr marL="1371600" algn="l" rtl="0" fontAlgn="base">
              <a:lnSpc>
                <a:spcPct val="90000"/>
              </a:lnSpc>
              <a:spcBef>
                <a:spcPct val="0"/>
              </a:spcBef>
              <a:spcAft>
                <a:spcPct val="0"/>
              </a:spcAft>
              <a:defRPr sz="4400">
                <a:solidFill>
                  <a:schemeClr val="tx1"/>
                </a:solidFill>
                <a:latin typeface="Century Gothic" panose="020B0502020202020204" pitchFamily="34" charset="0"/>
                <a:ea typeface="微软雅黑" panose="020B0503020204020204" pitchFamily="34" charset="-122"/>
              </a:defRPr>
            </a:lvl8pPr>
            <a:lvl9pPr marL="1828800" algn="l" rtl="0" fontAlgn="base">
              <a:lnSpc>
                <a:spcPct val="90000"/>
              </a:lnSpc>
              <a:spcBef>
                <a:spcPct val="0"/>
              </a:spcBef>
              <a:spcAft>
                <a:spcPct val="0"/>
              </a:spcAft>
              <a:defRPr sz="4400">
                <a:solidFill>
                  <a:schemeClr val="tx1"/>
                </a:solidFill>
                <a:latin typeface="Century Gothic" panose="020B0502020202020204" pitchFamily="34" charset="0"/>
                <a:ea typeface="微软雅黑" panose="020B0503020204020204" pitchFamily="34" charset="-122"/>
              </a:defRPr>
            </a:lvl9pPr>
          </a:lstStyle>
          <a:p>
            <a:pPr>
              <a:defRPr/>
            </a:pPr>
            <a:r>
              <a:rPr lang="zh-CN" altLang="en-US" sz="3200" kern="0" spc="-150" dirty="0">
                <a:gradFill>
                  <a:gsLst>
                    <a:gs pos="0">
                      <a:srgbClr val="7D1E2E"/>
                    </a:gs>
                    <a:gs pos="100000">
                      <a:srgbClr val="0070C0"/>
                    </a:gs>
                  </a:gsLst>
                  <a:lin ang="2700000" scaled="0"/>
                </a:gradFill>
                <a:latin typeface="Microsoft YaHei" panose="020B0503020204020204" pitchFamily="34" charset="-122"/>
                <a:ea typeface="Microsoft YaHei" panose="020B0503020204020204" pitchFamily="34" charset="-122"/>
                <a:cs typeface="Times New Roman" panose="02020603050405020304" pitchFamily="18" charset="0"/>
              </a:rPr>
              <a:t>第一次作业</a:t>
            </a:r>
            <a:r>
              <a:rPr lang="en-US" altLang="zh-CN" sz="3200" kern="0" spc="-150" dirty="0">
                <a:gradFill>
                  <a:gsLst>
                    <a:gs pos="0">
                      <a:srgbClr val="7D1E2E"/>
                    </a:gs>
                    <a:gs pos="100000">
                      <a:srgbClr val="0070C0"/>
                    </a:gs>
                  </a:gsLst>
                  <a:lin ang="2700000" scaled="0"/>
                </a:gradFill>
                <a:latin typeface="Microsoft YaHei" panose="020B0503020204020204" pitchFamily="34" charset="-122"/>
                <a:ea typeface="Microsoft YaHei" panose="020B0503020204020204" pitchFamily="34" charset="-122"/>
                <a:cs typeface="Times New Roman" panose="02020603050405020304" pitchFamily="18" charset="0"/>
              </a:rPr>
              <a:t>-</a:t>
            </a:r>
            <a:r>
              <a:rPr lang="zh-CN" altLang="en-US" sz="3200" kern="0" spc="-150" dirty="0">
                <a:gradFill>
                  <a:gsLst>
                    <a:gs pos="0">
                      <a:srgbClr val="7D1E2E"/>
                    </a:gs>
                    <a:gs pos="100000">
                      <a:srgbClr val="0070C0"/>
                    </a:gs>
                  </a:gsLst>
                  <a:lin ang="2700000" scaled="0"/>
                </a:gradFill>
                <a:latin typeface="Microsoft YaHei" panose="020B0503020204020204" pitchFamily="34" charset="-122"/>
                <a:ea typeface="Microsoft YaHei" panose="020B0503020204020204" pitchFamily="34" charset="-122"/>
                <a:cs typeface="Times New Roman" panose="02020603050405020304" pitchFamily="18" charset="0"/>
              </a:rPr>
              <a:t>论文清单</a:t>
            </a:r>
            <a:r>
              <a:rPr lang="en-US" altLang="zh-CN" sz="3200" kern="0" spc="-150" dirty="0">
                <a:gradFill>
                  <a:gsLst>
                    <a:gs pos="0">
                      <a:srgbClr val="7D1E2E"/>
                    </a:gs>
                    <a:gs pos="100000">
                      <a:srgbClr val="0070C0"/>
                    </a:gs>
                  </a:gsLst>
                  <a:lin ang="2700000" scaled="0"/>
                </a:gradFill>
                <a:latin typeface="Microsoft YaHei" panose="020B0503020204020204" pitchFamily="34" charset="-122"/>
                <a:ea typeface="Microsoft YaHei" panose="020B0503020204020204" pitchFamily="34" charset="-122"/>
                <a:cs typeface="Times New Roman" panose="02020603050405020304" pitchFamily="18" charset="0"/>
              </a:rPr>
              <a:t>3</a:t>
            </a:r>
            <a:endParaRPr lang="zh-CN" altLang="en-US" sz="3200" kern="0" spc="-150" dirty="0">
              <a:gradFill>
                <a:gsLst>
                  <a:gs pos="0">
                    <a:srgbClr val="7D1E2E"/>
                  </a:gs>
                  <a:gs pos="100000">
                    <a:srgbClr val="0070C0"/>
                  </a:gs>
                </a:gsLst>
                <a:lin ang="2700000" scaled="0"/>
              </a:gradFill>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5" name="文本框 4">
            <a:extLst>
              <a:ext uri="{FF2B5EF4-FFF2-40B4-BE49-F238E27FC236}">
                <a16:creationId xmlns:a16="http://schemas.microsoft.com/office/drawing/2014/main" id="{FE97A619-3A9D-0441-6E35-88EDC4EF19AE}"/>
              </a:ext>
            </a:extLst>
          </p:cNvPr>
          <p:cNvSpPr txBox="1"/>
          <p:nvPr/>
        </p:nvSpPr>
        <p:spPr>
          <a:xfrm>
            <a:off x="609748" y="1171848"/>
            <a:ext cx="11412087" cy="3150542"/>
          </a:xfrm>
          <a:prstGeom prst="rect">
            <a:avLst/>
          </a:prstGeom>
          <a:noFill/>
        </p:spPr>
        <p:txBody>
          <a:bodyPr wrap="square">
            <a:spAutoFit/>
          </a:bodyPr>
          <a:lstStyle/>
          <a:p>
            <a:pPr marL="342900" indent="-342900">
              <a:lnSpc>
                <a:spcPct val="114000"/>
              </a:lnSpc>
              <a:buFont typeface="Wingdings" pitchFamily="2" charset="2"/>
              <a:buChar char="p"/>
            </a:pPr>
            <a:r>
              <a:rPr lang="en-US" altLang="zh-CN" sz="2200" b="1" dirty="0" err="1">
                <a:solidFill>
                  <a:srgbClr val="C00000"/>
                </a:solidFill>
                <a:latin typeface="Microsoft YaHei" panose="020B0503020204020204" pitchFamily="34" charset="-122"/>
                <a:ea typeface="Microsoft YaHei" panose="020B0503020204020204" pitchFamily="34" charset="-122"/>
              </a:rPr>
              <a:t>EfficientNet</a:t>
            </a:r>
            <a:endParaRPr lang="en-US" altLang="zh-CN" sz="2200" b="1" dirty="0">
              <a:solidFill>
                <a:srgbClr val="C00000"/>
              </a:solidFill>
              <a:latin typeface="Microsoft YaHei" panose="020B0503020204020204" pitchFamily="34" charset="-122"/>
              <a:ea typeface="Microsoft YaHei" panose="020B0503020204020204" pitchFamily="34" charset="-122"/>
            </a:endParaRPr>
          </a:p>
          <a:p>
            <a:pPr marL="342900" indent="-342900">
              <a:lnSpc>
                <a:spcPct val="114000"/>
              </a:lnSpc>
              <a:buFont typeface="Wingdings" pitchFamily="2" charset="2"/>
              <a:buChar char="n"/>
            </a:pPr>
            <a:r>
              <a:rPr lang="zh-CN" altLang="en-US" sz="2200" b="1" dirty="0">
                <a:latin typeface="Microsoft YaHei" panose="020B0503020204020204" pitchFamily="34" charset="-122"/>
                <a:ea typeface="Microsoft YaHei" panose="020B0503020204020204" pitchFamily="34" charset="-122"/>
              </a:rPr>
              <a:t>原始论文：</a:t>
            </a:r>
            <a:r>
              <a:rPr lang="en-US" altLang="zh-CN" sz="2200" b="1" dirty="0">
                <a:latin typeface="Microsoft YaHei" panose="020B0503020204020204" pitchFamily="34" charset="-122"/>
                <a:ea typeface="Microsoft YaHei" panose="020B0503020204020204" pitchFamily="34" charset="-122"/>
              </a:rPr>
              <a:t>Tan, M., Le, Q. “</a:t>
            </a:r>
            <a:r>
              <a:rPr lang="en-US" altLang="zh-CN" sz="2200" b="1" u="sng" dirty="0" err="1">
                <a:solidFill>
                  <a:srgbClr val="C00000"/>
                </a:solidFill>
                <a:latin typeface="Microsoft YaHei" panose="020B0503020204020204" pitchFamily="34" charset="-122"/>
                <a:ea typeface="Microsoft YaHei" panose="020B0503020204020204" pitchFamily="34" charset="-122"/>
              </a:rPr>
              <a:t>EfficientNet</a:t>
            </a:r>
            <a:r>
              <a:rPr lang="en-US" altLang="zh-CN" sz="2200" b="1" u="sng" dirty="0">
                <a:solidFill>
                  <a:srgbClr val="C00000"/>
                </a:solidFill>
                <a:latin typeface="Microsoft YaHei" panose="020B0503020204020204" pitchFamily="34" charset="-122"/>
                <a:ea typeface="Microsoft YaHei" panose="020B0503020204020204" pitchFamily="34" charset="-122"/>
              </a:rPr>
              <a:t>: Rethinking Model Scaling for Convolutional Neural Networks</a:t>
            </a:r>
            <a:r>
              <a:rPr lang="en-US" altLang="zh-CN" sz="2200" b="1" dirty="0">
                <a:latin typeface="Microsoft YaHei" panose="020B0503020204020204" pitchFamily="34" charset="-122"/>
                <a:ea typeface="Microsoft YaHei" panose="020B0503020204020204" pitchFamily="34" charset="-122"/>
              </a:rPr>
              <a:t>.” ICML 2019.</a:t>
            </a:r>
            <a:r>
              <a:rPr lang="zh-CN" altLang="en-US" sz="2200" b="1" dirty="0">
                <a:latin typeface="Microsoft YaHei" panose="020B0503020204020204" pitchFamily="34" charset="-122"/>
                <a:ea typeface="Microsoft YaHei" panose="020B0503020204020204" pitchFamily="34" charset="-122"/>
              </a:rPr>
              <a:t>（复合缩放：同时按系数统一扩展深度</a:t>
            </a:r>
            <a:r>
              <a:rPr lang="en-US" altLang="zh-CN" sz="2200" b="1" dirty="0">
                <a:latin typeface="Microsoft YaHei" panose="020B0503020204020204" pitchFamily="34" charset="-122"/>
                <a:ea typeface="Microsoft YaHei" panose="020B0503020204020204" pitchFamily="34" charset="-122"/>
              </a:rPr>
              <a:t>/</a:t>
            </a:r>
            <a:r>
              <a:rPr lang="zh-CN" altLang="en-US" sz="2200" b="1" dirty="0">
                <a:latin typeface="Microsoft YaHei" panose="020B0503020204020204" pitchFamily="34" charset="-122"/>
                <a:ea typeface="Microsoft YaHei" panose="020B0503020204020204" pitchFamily="34" charset="-122"/>
              </a:rPr>
              <a:t>宽度</a:t>
            </a:r>
            <a:r>
              <a:rPr lang="en-US" altLang="zh-CN" sz="2200" b="1" dirty="0">
                <a:latin typeface="Microsoft YaHei" panose="020B0503020204020204" pitchFamily="34" charset="-122"/>
                <a:ea typeface="Microsoft YaHei" panose="020B0503020204020204" pitchFamily="34" charset="-122"/>
              </a:rPr>
              <a:t>/</a:t>
            </a:r>
            <a:r>
              <a:rPr lang="zh-CN" altLang="en-US" sz="2200" b="1" dirty="0">
                <a:latin typeface="Microsoft YaHei" panose="020B0503020204020204" pitchFamily="34" charset="-122"/>
                <a:ea typeface="Microsoft YaHei" panose="020B0503020204020204" pitchFamily="34" charset="-122"/>
              </a:rPr>
              <a:t>分辨率） </a:t>
            </a:r>
            <a:endParaRPr lang="en-US" altLang="zh-CN" sz="2200" b="1" dirty="0">
              <a:solidFill>
                <a:srgbClr val="C00000"/>
              </a:solidFill>
              <a:latin typeface="Microsoft YaHei" panose="020B0503020204020204" pitchFamily="34" charset="-122"/>
              <a:ea typeface="Microsoft YaHei" panose="020B0503020204020204" pitchFamily="34" charset="-122"/>
            </a:endParaRPr>
          </a:p>
          <a:p>
            <a:pPr>
              <a:lnSpc>
                <a:spcPct val="114000"/>
              </a:lnSpc>
            </a:pPr>
            <a:r>
              <a:rPr lang="zh-CN" altLang="en-US" sz="2200" b="1" dirty="0">
                <a:latin typeface="Microsoft YaHei" panose="020B0503020204020204" pitchFamily="34" charset="-122"/>
                <a:ea typeface="Microsoft YaHei" panose="020B0503020204020204" pitchFamily="34" charset="-122"/>
              </a:rPr>
              <a:t> </a:t>
            </a:r>
          </a:p>
          <a:p>
            <a:pPr marL="342900" indent="-342900">
              <a:lnSpc>
                <a:spcPct val="114000"/>
              </a:lnSpc>
              <a:buFont typeface="Wingdings" pitchFamily="2" charset="2"/>
              <a:buChar char="n"/>
            </a:pPr>
            <a:r>
              <a:rPr lang="zh-CN" altLang="en-US" sz="2200" b="1" dirty="0">
                <a:latin typeface="Microsoft YaHei" panose="020B0503020204020204" pitchFamily="34" charset="-122"/>
                <a:ea typeface="Microsoft YaHei" panose="020B0503020204020204" pitchFamily="34" charset="-122"/>
              </a:rPr>
              <a:t>代表性引用</a:t>
            </a:r>
            <a:r>
              <a:rPr lang="en-US" altLang="zh-CN" sz="2200" b="1" dirty="0">
                <a:latin typeface="Microsoft YaHei" panose="020B0503020204020204" pitchFamily="34" charset="-122"/>
                <a:ea typeface="Microsoft YaHei" panose="020B0503020204020204" pitchFamily="34" charset="-122"/>
              </a:rPr>
              <a:t>/</a:t>
            </a:r>
            <a:r>
              <a:rPr lang="zh-CN" altLang="en-US" sz="2200" b="1" dirty="0">
                <a:latin typeface="Microsoft YaHei" panose="020B0503020204020204" pitchFamily="34" charset="-122"/>
                <a:ea typeface="Microsoft YaHei" panose="020B0503020204020204" pitchFamily="34" charset="-122"/>
              </a:rPr>
              <a:t>后续家族：</a:t>
            </a:r>
          </a:p>
          <a:p>
            <a:pPr marL="342900" indent="-342900">
              <a:lnSpc>
                <a:spcPct val="114000"/>
              </a:lnSpc>
              <a:buFont typeface="Wingdings" pitchFamily="2" charset="2"/>
            </a:pPr>
            <a:r>
              <a:rPr lang="en-US" altLang="zh-CN" sz="2200" b="1" dirty="0">
                <a:latin typeface="Microsoft YaHei" panose="020B0503020204020204" pitchFamily="34" charset="-122"/>
                <a:ea typeface="Microsoft YaHei" panose="020B0503020204020204" pitchFamily="34" charset="-122"/>
              </a:rPr>
              <a:t>Tan, M., Le, Q. “</a:t>
            </a:r>
            <a:r>
              <a:rPr lang="en-US" altLang="zh-CN" sz="2200" b="1" u="sng" dirty="0">
                <a:latin typeface="Microsoft YaHei" panose="020B0503020204020204" pitchFamily="34" charset="-122"/>
                <a:ea typeface="Microsoft YaHei" panose="020B0503020204020204" pitchFamily="34" charset="-122"/>
              </a:rPr>
              <a:t>EfficientNetV2: Smaller Models and Faster Training</a:t>
            </a:r>
            <a:r>
              <a:rPr lang="en-US" altLang="zh-CN" sz="2200" b="1" dirty="0">
                <a:latin typeface="Microsoft YaHei" panose="020B0503020204020204" pitchFamily="34" charset="-122"/>
                <a:ea typeface="Microsoft YaHei" panose="020B0503020204020204" pitchFamily="34" charset="-122"/>
              </a:rPr>
              <a:t>.” </a:t>
            </a:r>
            <a:r>
              <a:rPr lang="en-US" altLang="zh-CN" sz="2200" b="1" dirty="0" err="1">
                <a:latin typeface="Microsoft YaHei" panose="020B0503020204020204" pitchFamily="34" charset="-122"/>
                <a:ea typeface="Microsoft YaHei" panose="020B0503020204020204" pitchFamily="34" charset="-122"/>
              </a:rPr>
              <a:t>arXiv</a:t>
            </a:r>
            <a:r>
              <a:rPr lang="en-US" altLang="zh-CN" sz="2200" b="1" dirty="0">
                <a:latin typeface="Microsoft YaHei" panose="020B0503020204020204" pitchFamily="34" charset="-122"/>
                <a:ea typeface="Microsoft YaHei" panose="020B0503020204020204" pitchFamily="34" charset="-122"/>
              </a:rPr>
              <a:t> 2021/ICML 2021.</a:t>
            </a:r>
            <a:r>
              <a:rPr lang="zh-CN" altLang="en-US" sz="2200" b="1" dirty="0">
                <a:latin typeface="Microsoft YaHei" panose="020B0503020204020204" pitchFamily="34" charset="-122"/>
                <a:ea typeface="Microsoft YaHei" panose="020B0503020204020204" pitchFamily="34" charset="-122"/>
              </a:rPr>
              <a:t>（训练感知</a:t>
            </a:r>
            <a:r>
              <a:rPr lang="en-US" altLang="zh-CN" sz="2200" b="1" dirty="0">
                <a:latin typeface="Microsoft YaHei" panose="020B0503020204020204" pitchFamily="34" charset="-122"/>
                <a:ea typeface="Microsoft YaHei" panose="020B0503020204020204" pitchFamily="34" charset="-122"/>
              </a:rPr>
              <a:t>NAS + Fused-</a:t>
            </a:r>
            <a:r>
              <a:rPr lang="en-US" altLang="zh-CN" sz="2200" b="1" dirty="0" err="1">
                <a:latin typeface="Microsoft YaHei" panose="020B0503020204020204" pitchFamily="34" charset="-122"/>
                <a:ea typeface="Microsoft YaHei" panose="020B0503020204020204" pitchFamily="34" charset="-122"/>
              </a:rPr>
              <a:t>MBConv</a:t>
            </a:r>
            <a:r>
              <a:rPr lang="en-US" altLang="zh-CN" sz="2200" b="1" dirty="0">
                <a:latin typeface="Microsoft YaHei" panose="020B0503020204020204" pitchFamily="34" charset="-122"/>
                <a:ea typeface="Microsoft YaHei" panose="020B0503020204020204" pitchFamily="34" charset="-122"/>
              </a:rPr>
              <a:t> + </a:t>
            </a:r>
            <a:r>
              <a:rPr lang="zh-CN" altLang="en-US" sz="2200" b="1" dirty="0">
                <a:latin typeface="Microsoft YaHei" panose="020B0503020204020204" pitchFamily="34" charset="-122"/>
                <a:ea typeface="Microsoft YaHei" panose="020B0503020204020204" pitchFamily="34" charset="-122"/>
              </a:rPr>
              <a:t>渐进式学习）  </a:t>
            </a:r>
          </a:p>
        </p:txBody>
      </p:sp>
    </p:spTree>
    <p:custDataLst>
      <p:tags r:id="rId1"/>
    </p:custDataLst>
    <p:extLst>
      <p:ext uri="{BB962C8B-B14F-4D97-AF65-F5344CB8AC3E}">
        <p14:creationId xmlns:p14="http://schemas.microsoft.com/office/powerpoint/2010/main" val="135641097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EDA9E85-F07D-8BC7-4053-BD1E5F2C48F3}"/>
            </a:ext>
          </a:extLst>
        </p:cNvPr>
        <p:cNvGrpSpPr/>
        <p:nvPr/>
      </p:nvGrpSpPr>
      <p:grpSpPr>
        <a:xfrm>
          <a:off x="0" y="0"/>
          <a:ext cx="0" cy="0"/>
          <a:chOff x="0" y="0"/>
          <a:chExt cx="0" cy="0"/>
        </a:xfrm>
      </p:grpSpPr>
      <p:sp>
        <p:nvSpPr>
          <p:cNvPr id="121" name="标题 11">
            <a:extLst>
              <a:ext uri="{FF2B5EF4-FFF2-40B4-BE49-F238E27FC236}">
                <a16:creationId xmlns:a16="http://schemas.microsoft.com/office/drawing/2014/main" id="{FAE698AD-BE3A-81E5-853E-B4AFDFCA25E5}"/>
              </a:ext>
            </a:extLst>
          </p:cNvPr>
          <p:cNvSpPr txBox="1"/>
          <p:nvPr>
            <p:custDataLst>
              <p:tags r:id="rId3"/>
            </p:custDataLst>
          </p:nvPr>
        </p:nvSpPr>
        <p:spPr bwMode="auto">
          <a:xfrm>
            <a:off x="1219099" y="179835"/>
            <a:ext cx="10972901" cy="535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spAutoFit/>
          </a:bodyPr>
          <a:lstStyle>
            <a:lvl1pPr algn="l" rtl="0" eaLnBrk="0" fontAlgn="base" hangingPunct="0">
              <a:lnSpc>
                <a:spcPct val="90000"/>
              </a:lnSpc>
              <a:spcBef>
                <a:spcPct val="0"/>
              </a:spcBef>
              <a:spcAft>
                <a:spcPct val="0"/>
              </a:spcAft>
              <a:defRPr lang="zh-CN" altLang="en-US" sz="3600" b="1" kern="1200" baseline="0">
                <a:solidFill>
                  <a:schemeClr val="tx1"/>
                </a:solidFill>
                <a:latin typeface="微软雅黑" panose="020B0503020204020204" pitchFamily="34" charset="-122"/>
                <a:ea typeface="微软雅黑" panose="020B0503020204020204" pitchFamily="34" charset="-122"/>
                <a:cs typeface="+mn-cs"/>
              </a:defRPr>
            </a:lvl1pPr>
            <a:lvl2pPr algn="l" rtl="0" eaLnBrk="0" fontAlgn="base" hangingPunct="0">
              <a:lnSpc>
                <a:spcPct val="90000"/>
              </a:lnSpc>
              <a:spcBef>
                <a:spcPct val="0"/>
              </a:spcBef>
              <a:spcAft>
                <a:spcPct val="0"/>
              </a:spcAft>
              <a:defRPr sz="440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2pPr>
            <a:lvl3pPr algn="l" rtl="0" eaLnBrk="0" fontAlgn="base" hangingPunct="0">
              <a:lnSpc>
                <a:spcPct val="90000"/>
              </a:lnSpc>
              <a:spcBef>
                <a:spcPct val="0"/>
              </a:spcBef>
              <a:spcAft>
                <a:spcPct val="0"/>
              </a:spcAft>
              <a:defRPr sz="440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3pPr>
            <a:lvl4pPr algn="l" rtl="0" eaLnBrk="0" fontAlgn="base" hangingPunct="0">
              <a:lnSpc>
                <a:spcPct val="90000"/>
              </a:lnSpc>
              <a:spcBef>
                <a:spcPct val="0"/>
              </a:spcBef>
              <a:spcAft>
                <a:spcPct val="0"/>
              </a:spcAft>
              <a:defRPr sz="440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4pPr>
            <a:lvl5pPr algn="l" rtl="0" eaLnBrk="0" fontAlgn="base" hangingPunct="0">
              <a:lnSpc>
                <a:spcPct val="90000"/>
              </a:lnSpc>
              <a:spcBef>
                <a:spcPct val="0"/>
              </a:spcBef>
              <a:spcAft>
                <a:spcPct val="0"/>
              </a:spcAft>
              <a:defRPr sz="440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5pPr>
            <a:lvl6pPr marL="457200" algn="l" rtl="0" fontAlgn="base">
              <a:lnSpc>
                <a:spcPct val="90000"/>
              </a:lnSpc>
              <a:spcBef>
                <a:spcPct val="0"/>
              </a:spcBef>
              <a:spcAft>
                <a:spcPct val="0"/>
              </a:spcAft>
              <a:defRPr sz="4400">
                <a:solidFill>
                  <a:schemeClr val="tx1"/>
                </a:solidFill>
                <a:latin typeface="Century Gothic" panose="020B0502020202020204" pitchFamily="34" charset="0"/>
                <a:ea typeface="微软雅黑" panose="020B0503020204020204" pitchFamily="34" charset="-122"/>
              </a:defRPr>
            </a:lvl6pPr>
            <a:lvl7pPr marL="914400" algn="l" rtl="0" fontAlgn="base">
              <a:lnSpc>
                <a:spcPct val="90000"/>
              </a:lnSpc>
              <a:spcBef>
                <a:spcPct val="0"/>
              </a:spcBef>
              <a:spcAft>
                <a:spcPct val="0"/>
              </a:spcAft>
              <a:defRPr sz="4400">
                <a:solidFill>
                  <a:schemeClr val="tx1"/>
                </a:solidFill>
                <a:latin typeface="Century Gothic" panose="020B0502020202020204" pitchFamily="34" charset="0"/>
                <a:ea typeface="微软雅黑" panose="020B0503020204020204" pitchFamily="34" charset="-122"/>
              </a:defRPr>
            </a:lvl7pPr>
            <a:lvl8pPr marL="1371600" algn="l" rtl="0" fontAlgn="base">
              <a:lnSpc>
                <a:spcPct val="90000"/>
              </a:lnSpc>
              <a:spcBef>
                <a:spcPct val="0"/>
              </a:spcBef>
              <a:spcAft>
                <a:spcPct val="0"/>
              </a:spcAft>
              <a:defRPr sz="4400">
                <a:solidFill>
                  <a:schemeClr val="tx1"/>
                </a:solidFill>
                <a:latin typeface="Century Gothic" panose="020B0502020202020204" pitchFamily="34" charset="0"/>
                <a:ea typeface="微软雅黑" panose="020B0503020204020204" pitchFamily="34" charset="-122"/>
              </a:defRPr>
            </a:lvl8pPr>
            <a:lvl9pPr marL="1828800" algn="l" rtl="0" fontAlgn="base">
              <a:lnSpc>
                <a:spcPct val="90000"/>
              </a:lnSpc>
              <a:spcBef>
                <a:spcPct val="0"/>
              </a:spcBef>
              <a:spcAft>
                <a:spcPct val="0"/>
              </a:spcAft>
              <a:defRPr sz="4400">
                <a:solidFill>
                  <a:schemeClr val="tx1"/>
                </a:solidFill>
                <a:latin typeface="Century Gothic" panose="020B0502020202020204" pitchFamily="34" charset="0"/>
                <a:ea typeface="微软雅黑" panose="020B0503020204020204" pitchFamily="34" charset="-122"/>
              </a:defRPr>
            </a:lvl9pPr>
          </a:lstStyle>
          <a:p>
            <a:pPr>
              <a:defRPr/>
            </a:pPr>
            <a:r>
              <a:rPr lang="zh-CN" altLang="en-US" sz="3200" kern="0" spc="-150" dirty="0">
                <a:gradFill>
                  <a:gsLst>
                    <a:gs pos="0">
                      <a:srgbClr val="7D1E2E"/>
                    </a:gs>
                    <a:gs pos="100000">
                      <a:srgbClr val="0070C0"/>
                    </a:gs>
                  </a:gsLst>
                  <a:lin ang="2700000" scaled="0"/>
                </a:gradFill>
                <a:latin typeface="Microsoft YaHei" panose="020B0503020204020204" pitchFamily="34" charset="-122"/>
                <a:ea typeface="Microsoft YaHei" panose="020B0503020204020204" pitchFamily="34" charset="-122"/>
                <a:cs typeface="Times New Roman" panose="02020603050405020304" pitchFamily="18" charset="0"/>
              </a:rPr>
              <a:t>第一次作业</a:t>
            </a:r>
            <a:r>
              <a:rPr lang="en-US" altLang="zh-CN" sz="3200" kern="0" spc="-150" dirty="0">
                <a:gradFill>
                  <a:gsLst>
                    <a:gs pos="0">
                      <a:srgbClr val="7D1E2E"/>
                    </a:gs>
                    <a:gs pos="100000">
                      <a:srgbClr val="0070C0"/>
                    </a:gs>
                  </a:gsLst>
                  <a:lin ang="2700000" scaled="0"/>
                </a:gradFill>
                <a:latin typeface="Microsoft YaHei" panose="020B0503020204020204" pitchFamily="34" charset="-122"/>
                <a:ea typeface="Microsoft YaHei" panose="020B0503020204020204" pitchFamily="34" charset="-122"/>
                <a:cs typeface="Times New Roman" panose="02020603050405020304" pitchFamily="18" charset="0"/>
              </a:rPr>
              <a:t>-</a:t>
            </a:r>
            <a:r>
              <a:rPr lang="zh-CN" altLang="en-US" sz="3200" kern="0" spc="-150" dirty="0">
                <a:gradFill>
                  <a:gsLst>
                    <a:gs pos="0">
                      <a:srgbClr val="7D1E2E"/>
                    </a:gs>
                    <a:gs pos="100000">
                      <a:srgbClr val="0070C0"/>
                    </a:gs>
                  </a:gsLst>
                  <a:lin ang="2700000" scaled="0"/>
                </a:gradFill>
                <a:latin typeface="Microsoft YaHei" panose="020B0503020204020204" pitchFamily="34" charset="-122"/>
                <a:ea typeface="Microsoft YaHei" panose="020B0503020204020204" pitchFamily="34" charset="-122"/>
                <a:cs typeface="Times New Roman" panose="02020603050405020304" pitchFamily="18" charset="0"/>
              </a:rPr>
              <a:t>论文清单</a:t>
            </a:r>
            <a:r>
              <a:rPr lang="en-US" altLang="zh-CN" sz="3200" kern="0" spc="-150" dirty="0">
                <a:gradFill>
                  <a:gsLst>
                    <a:gs pos="0">
                      <a:srgbClr val="7D1E2E"/>
                    </a:gs>
                    <a:gs pos="100000">
                      <a:srgbClr val="0070C0"/>
                    </a:gs>
                  </a:gsLst>
                  <a:lin ang="2700000" scaled="0"/>
                </a:gradFill>
                <a:latin typeface="Microsoft YaHei" panose="020B0503020204020204" pitchFamily="34" charset="-122"/>
                <a:ea typeface="Microsoft YaHei" panose="020B0503020204020204" pitchFamily="34" charset="-122"/>
                <a:cs typeface="Times New Roman" panose="02020603050405020304" pitchFamily="18" charset="0"/>
              </a:rPr>
              <a:t>4</a:t>
            </a:r>
            <a:endParaRPr lang="zh-CN" altLang="en-US" sz="3200" kern="0" spc="-150" dirty="0">
              <a:gradFill>
                <a:gsLst>
                  <a:gs pos="0">
                    <a:srgbClr val="7D1E2E"/>
                  </a:gs>
                  <a:gs pos="100000">
                    <a:srgbClr val="0070C0"/>
                  </a:gs>
                </a:gsLst>
                <a:lin ang="2700000" scaled="0"/>
              </a:gradFill>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5" name="文本框 4">
            <a:extLst>
              <a:ext uri="{FF2B5EF4-FFF2-40B4-BE49-F238E27FC236}">
                <a16:creationId xmlns:a16="http://schemas.microsoft.com/office/drawing/2014/main" id="{2E05289A-BB5A-690F-C5A8-0D96707D6DFB}"/>
              </a:ext>
            </a:extLst>
          </p:cNvPr>
          <p:cNvSpPr txBox="1"/>
          <p:nvPr/>
        </p:nvSpPr>
        <p:spPr>
          <a:xfrm>
            <a:off x="609748" y="1171848"/>
            <a:ext cx="11412087" cy="5080237"/>
          </a:xfrm>
          <a:prstGeom prst="rect">
            <a:avLst/>
          </a:prstGeom>
          <a:noFill/>
        </p:spPr>
        <p:txBody>
          <a:bodyPr wrap="square">
            <a:spAutoFit/>
          </a:bodyPr>
          <a:lstStyle/>
          <a:p>
            <a:pPr marL="342900" indent="-342900">
              <a:lnSpc>
                <a:spcPct val="114000"/>
              </a:lnSpc>
              <a:buFont typeface="Wingdings" pitchFamily="2" charset="2"/>
              <a:buChar char="p"/>
            </a:pPr>
            <a:r>
              <a:rPr lang="en-US" altLang="zh-CN" sz="2200" b="1" dirty="0">
                <a:solidFill>
                  <a:srgbClr val="C00000"/>
                </a:solidFill>
                <a:latin typeface="Microsoft YaHei" panose="020B0503020204020204" pitchFamily="34" charset="-122"/>
                <a:ea typeface="Microsoft YaHei" panose="020B0503020204020204" pitchFamily="34" charset="-122"/>
              </a:rPr>
              <a:t>RNN</a:t>
            </a:r>
            <a:r>
              <a:rPr lang="zh-CN" altLang="en-US" sz="2200" b="1" dirty="0">
                <a:solidFill>
                  <a:srgbClr val="C00000"/>
                </a:solidFill>
                <a:latin typeface="Microsoft YaHei" panose="020B0503020204020204" pitchFamily="34" charset="-122"/>
                <a:ea typeface="Microsoft YaHei" panose="020B0503020204020204" pitchFamily="34" charset="-122"/>
              </a:rPr>
              <a:t>（循环神经网络，早期代表）</a:t>
            </a:r>
          </a:p>
          <a:p>
            <a:pPr marL="342900" indent="-342900">
              <a:lnSpc>
                <a:spcPct val="114000"/>
              </a:lnSpc>
              <a:buFont typeface="Wingdings" pitchFamily="2" charset="2"/>
              <a:buChar char="p"/>
            </a:pPr>
            <a:r>
              <a:rPr lang="zh-CN" altLang="en-US" sz="2200" b="1" dirty="0">
                <a:latin typeface="Microsoft YaHei" panose="020B0503020204020204" pitchFamily="34" charset="-122"/>
                <a:ea typeface="Microsoft YaHei" panose="020B0503020204020204" pitchFamily="34" charset="-122"/>
              </a:rPr>
              <a:t>原始</a:t>
            </a:r>
            <a:r>
              <a:rPr lang="en-US" altLang="zh-CN" sz="2200" b="1" dirty="0">
                <a:latin typeface="Microsoft YaHei" panose="020B0503020204020204" pitchFamily="34" charset="-122"/>
                <a:ea typeface="Microsoft YaHei" panose="020B0503020204020204" pitchFamily="34" charset="-122"/>
              </a:rPr>
              <a:t>/</a:t>
            </a:r>
            <a:r>
              <a:rPr lang="zh-CN" altLang="en-US" sz="2200" b="1" dirty="0">
                <a:latin typeface="Microsoft YaHei" panose="020B0503020204020204" pitchFamily="34" charset="-122"/>
                <a:ea typeface="Microsoft YaHei" panose="020B0503020204020204" pitchFamily="34" charset="-122"/>
              </a:rPr>
              <a:t>里程碑论文：</a:t>
            </a:r>
          </a:p>
          <a:p>
            <a:pPr marL="342900" indent="-342900">
              <a:lnSpc>
                <a:spcPct val="114000"/>
              </a:lnSpc>
              <a:buFont typeface="Wingdings" pitchFamily="2" charset="2"/>
              <a:buChar char="n"/>
            </a:pPr>
            <a:r>
              <a:rPr lang="en-US" altLang="zh-CN" sz="2200" b="1" dirty="0">
                <a:latin typeface="Microsoft YaHei" panose="020B0503020204020204" pitchFamily="34" charset="-122"/>
                <a:ea typeface="Microsoft YaHei" panose="020B0503020204020204" pitchFamily="34" charset="-122"/>
              </a:rPr>
              <a:t>Elman, J. “</a:t>
            </a:r>
            <a:r>
              <a:rPr lang="en-US" altLang="zh-CN" sz="2200" b="1" u="sng" dirty="0">
                <a:latin typeface="Microsoft YaHei" panose="020B0503020204020204" pitchFamily="34" charset="-122"/>
                <a:ea typeface="Microsoft YaHei" panose="020B0503020204020204" pitchFamily="34" charset="-122"/>
              </a:rPr>
              <a:t>Finding Structure in Time</a:t>
            </a:r>
            <a:r>
              <a:rPr lang="en-US" altLang="zh-CN" sz="2200" b="1" dirty="0">
                <a:latin typeface="Microsoft YaHei" panose="020B0503020204020204" pitchFamily="34" charset="-122"/>
                <a:ea typeface="Microsoft YaHei" panose="020B0503020204020204" pitchFamily="34" charset="-122"/>
              </a:rPr>
              <a:t>.” Cognitive Science, 1990.</a:t>
            </a:r>
            <a:r>
              <a:rPr lang="zh-CN" altLang="en-US" sz="2200" b="1" dirty="0">
                <a:latin typeface="Microsoft YaHei" panose="020B0503020204020204" pitchFamily="34" charset="-122"/>
                <a:ea typeface="Microsoft YaHei" panose="020B0503020204020204" pitchFamily="34" charset="-122"/>
              </a:rPr>
              <a:t>（“</a:t>
            </a:r>
            <a:r>
              <a:rPr lang="en-US" altLang="zh-CN" sz="2200" b="1" dirty="0">
                <a:latin typeface="Microsoft YaHei" panose="020B0503020204020204" pitchFamily="34" charset="-122"/>
                <a:ea typeface="Microsoft YaHei" panose="020B0503020204020204" pitchFamily="34" charset="-122"/>
              </a:rPr>
              <a:t>Elman </a:t>
            </a:r>
            <a:r>
              <a:rPr lang="zh-CN" altLang="en-US" sz="2200" b="1" dirty="0">
                <a:latin typeface="Microsoft YaHei" panose="020B0503020204020204" pitchFamily="34" charset="-122"/>
                <a:ea typeface="Microsoft YaHei" panose="020B0503020204020204" pitchFamily="34" charset="-122"/>
              </a:rPr>
              <a:t>网络”</a:t>
            </a:r>
            <a:r>
              <a:rPr lang="en-US" altLang="zh-CN" sz="2200" b="1" dirty="0">
                <a:latin typeface="Microsoft YaHei" panose="020B0503020204020204" pitchFamily="34" charset="-122"/>
                <a:ea typeface="Microsoft YaHei" panose="020B0503020204020204" pitchFamily="34" charset="-122"/>
              </a:rPr>
              <a:t>/</a:t>
            </a:r>
            <a:r>
              <a:rPr lang="zh-CN" altLang="en-US" sz="2200" b="1" dirty="0">
                <a:latin typeface="Microsoft YaHei" panose="020B0503020204020204" pitchFamily="34" charset="-122"/>
                <a:ea typeface="Microsoft YaHei" panose="020B0503020204020204" pitchFamily="34" charset="-122"/>
              </a:rPr>
              <a:t>上下文单元）  </a:t>
            </a:r>
          </a:p>
          <a:p>
            <a:pPr marL="342900" indent="-342900">
              <a:lnSpc>
                <a:spcPct val="114000"/>
              </a:lnSpc>
              <a:buFont typeface="Wingdings" pitchFamily="2" charset="2"/>
              <a:buChar char="n"/>
            </a:pPr>
            <a:r>
              <a:rPr lang="en-US" altLang="zh-CN" sz="2200" b="1" dirty="0" err="1">
                <a:latin typeface="Microsoft YaHei" panose="020B0503020204020204" pitchFamily="34" charset="-122"/>
                <a:ea typeface="Microsoft YaHei" panose="020B0503020204020204" pitchFamily="34" charset="-122"/>
              </a:rPr>
              <a:t>Werbos</a:t>
            </a:r>
            <a:r>
              <a:rPr lang="en-US" altLang="zh-CN" sz="2200" b="1" dirty="0">
                <a:latin typeface="Microsoft YaHei" panose="020B0503020204020204" pitchFamily="34" charset="-122"/>
                <a:ea typeface="Microsoft YaHei" panose="020B0503020204020204" pitchFamily="34" charset="-122"/>
              </a:rPr>
              <a:t>, P. “</a:t>
            </a:r>
            <a:r>
              <a:rPr lang="en-US" altLang="zh-CN" sz="2200" b="1" u="sng" dirty="0">
                <a:latin typeface="Microsoft YaHei" panose="020B0503020204020204" pitchFamily="34" charset="-122"/>
                <a:ea typeface="Microsoft YaHei" panose="020B0503020204020204" pitchFamily="34" charset="-122"/>
              </a:rPr>
              <a:t>Backpropagation Through Time: What It Does and How to Do It</a:t>
            </a:r>
            <a:r>
              <a:rPr lang="en-US" altLang="zh-CN" sz="2200" b="1" dirty="0">
                <a:latin typeface="Microsoft YaHei" panose="020B0503020204020204" pitchFamily="34" charset="-122"/>
                <a:ea typeface="Microsoft YaHei" panose="020B0503020204020204" pitchFamily="34" charset="-122"/>
              </a:rPr>
              <a:t>.” Proceedings of the IEEE, 1990.</a:t>
            </a:r>
            <a:r>
              <a:rPr lang="zh-CN" altLang="en-US" sz="2200" b="1" dirty="0">
                <a:latin typeface="Microsoft YaHei" panose="020B0503020204020204" pitchFamily="34" charset="-122"/>
                <a:ea typeface="Microsoft YaHei" panose="020B0503020204020204" pitchFamily="34" charset="-122"/>
              </a:rPr>
              <a:t>（</a:t>
            </a:r>
            <a:r>
              <a:rPr lang="en-US" altLang="zh-CN" sz="2200" b="1" dirty="0">
                <a:latin typeface="Microsoft YaHei" panose="020B0503020204020204" pitchFamily="34" charset="-122"/>
                <a:ea typeface="Microsoft YaHei" panose="020B0503020204020204" pitchFamily="34" charset="-122"/>
              </a:rPr>
              <a:t>BPTT </a:t>
            </a:r>
            <a:r>
              <a:rPr lang="zh-CN" altLang="en-US" sz="2200" b="1" dirty="0">
                <a:latin typeface="Microsoft YaHei" panose="020B0503020204020204" pitchFamily="34" charset="-122"/>
                <a:ea typeface="Microsoft YaHei" panose="020B0503020204020204" pitchFamily="34" charset="-122"/>
              </a:rPr>
              <a:t>训练</a:t>
            </a:r>
            <a:r>
              <a:rPr lang="en-US" altLang="zh-CN" sz="2200" b="1" dirty="0">
                <a:latin typeface="Microsoft YaHei" panose="020B0503020204020204" pitchFamily="34" charset="-122"/>
                <a:ea typeface="Microsoft YaHei" panose="020B0503020204020204" pitchFamily="34" charset="-122"/>
              </a:rPr>
              <a:t>RNN</a:t>
            </a:r>
            <a:r>
              <a:rPr lang="zh-CN" altLang="en-US" sz="2200" b="1" dirty="0">
                <a:latin typeface="Microsoft YaHei" panose="020B0503020204020204" pitchFamily="34" charset="-122"/>
                <a:ea typeface="Microsoft YaHei" panose="020B0503020204020204" pitchFamily="34" charset="-122"/>
              </a:rPr>
              <a:t>）  </a:t>
            </a:r>
          </a:p>
          <a:p>
            <a:pPr marL="342900" indent="-342900">
              <a:lnSpc>
                <a:spcPct val="114000"/>
              </a:lnSpc>
              <a:buFont typeface="Wingdings" pitchFamily="2" charset="2"/>
              <a:buChar char="n"/>
            </a:pPr>
            <a:r>
              <a:rPr lang="en-US" altLang="zh-CN" sz="2200" b="1" dirty="0">
                <a:latin typeface="Microsoft YaHei" panose="020B0503020204020204" pitchFamily="34" charset="-122"/>
                <a:ea typeface="Microsoft YaHei" panose="020B0503020204020204" pitchFamily="34" charset="-122"/>
              </a:rPr>
              <a:t>Jordan, M. “Serial Order: A Parallel Distributed Processing Approach.” Tech Report, 1986.</a:t>
            </a:r>
            <a:r>
              <a:rPr lang="zh-CN" altLang="en-US" sz="2200" b="1" dirty="0">
                <a:latin typeface="Microsoft YaHei" panose="020B0503020204020204" pitchFamily="34" charset="-122"/>
                <a:ea typeface="Microsoft YaHei" panose="020B0503020204020204" pitchFamily="34" charset="-122"/>
              </a:rPr>
              <a:t>（“</a:t>
            </a:r>
            <a:r>
              <a:rPr lang="en-US" altLang="zh-CN" sz="2200" b="1" dirty="0">
                <a:latin typeface="Microsoft YaHei" panose="020B0503020204020204" pitchFamily="34" charset="-122"/>
                <a:ea typeface="Microsoft YaHei" panose="020B0503020204020204" pitchFamily="34" charset="-122"/>
              </a:rPr>
              <a:t>Jordan </a:t>
            </a:r>
            <a:r>
              <a:rPr lang="zh-CN" altLang="en-US" sz="2200" b="1" dirty="0">
                <a:latin typeface="Microsoft YaHei" panose="020B0503020204020204" pitchFamily="34" charset="-122"/>
                <a:ea typeface="Microsoft YaHei" panose="020B0503020204020204" pitchFamily="34" charset="-122"/>
              </a:rPr>
              <a:t>网络”</a:t>
            </a:r>
            <a:r>
              <a:rPr lang="en-US" altLang="zh-CN" sz="2200" b="1" dirty="0">
                <a:latin typeface="Microsoft YaHei" panose="020B0503020204020204" pitchFamily="34" charset="-122"/>
                <a:ea typeface="Microsoft YaHei" panose="020B0503020204020204" pitchFamily="34" charset="-122"/>
              </a:rPr>
              <a:t>/</a:t>
            </a:r>
            <a:r>
              <a:rPr lang="zh-CN" altLang="en-US" sz="2200" b="1" dirty="0">
                <a:latin typeface="Microsoft YaHei" panose="020B0503020204020204" pitchFamily="34" charset="-122"/>
                <a:ea typeface="Microsoft YaHei" panose="020B0503020204020204" pitchFamily="34" charset="-122"/>
              </a:rPr>
              <a:t>从输出回馈）  </a:t>
            </a:r>
          </a:p>
          <a:p>
            <a:pPr marL="342900" indent="-342900">
              <a:lnSpc>
                <a:spcPct val="114000"/>
              </a:lnSpc>
              <a:buFont typeface="Wingdings" pitchFamily="2" charset="2"/>
              <a:buChar char="p"/>
            </a:pPr>
            <a:r>
              <a:rPr lang="zh-CN" altLang="en-US" sz="2200" b="1" dirty="0">
                <a:latin typeface="Microsoft YaHei" panose="020B0503020204020204" pitchFamily="34" charset="-122"/>
                <a:ea typeface="Microsoft YaHei" panose="020B0503020204020204" pitchFamily="34" charset="-122"/>
              </a:rPr>
              <a:t>代表性引用</a:t>
            </a:r>
            <a:r>
              <a:rPr lang="en-US" altLang="zh-CN" sz="2200" b="1" dirty="0">
                <a:latin typeface="Microsoft YaHei" panose="020B0503020204020204" pitchFamily="34" charset="-122"/>
                <a:ea typeface="Microsoft YaHei" panose="020B0503020204020204" pitchFamily="34" charset="-122"/>
              </a:rPr>
              <a:t>/</a:t>
            </a:r>
            <a:r>
              <a:rPr lang="zh-CN" altLang="en-US" sz="2200" b="1" dirty="0">
                <a:latin typeface="Microsoft YaHei" panose="020B0503020204020204" pitchFamily="34" charset="-122"/>
                <a:ea typeface="Microsoft YaHei" panose="020B0503020204020204" pitchFamily="34" charset="-122"/>
              </a:rPr>
              <a:t>扩展：</a:t>
            </a:r>
          </a:p>
          <a:p>
            <a:pPr marL="342900" indent="-342900">
              <a:lnSpc>
                <a:spcPct val="114000"/>
              </a:lnSpc>
              <a:buFont typeface="Wingdings" pitchFamily="2" charset="2"/>
              <a:buChar char="n"/>
            </a:pPr>
            <a:r>
              <a:rPr lang="en-US" altLang="zh-CN" sz="2200" b="1" dirty="0">
                <a:latin typeface="Microsoft YaHei" panose="020B0503020204020204" pitchFamily="34" charset="-122"/>
                <a:ea typeface="Microsoft YaHei" panose="020B0503020204020204" pitchFamily="34" charset="-122"/>
              </a:rPr>
              <a:t>Williams, R., Zipser, D. “</a:t>
            </a:r>
            <a:r>
              <a:rPr lang="en-US" altLang="zh-CN" sz="2200" b="1" u="sng" dirty="0">
                <a:latin typeface="Microsoft YaHei" panose="020B0503020204020204" pitchFamily="34" charset="-122"/>
                <a:ea typeface="Microsoft YaHei" panose="020B0503020204020204" pitchFamily="34" charset="-122"/>
              </a:rPr>
              <a:t>Gradient-Based Learning Algorithms for Recurrent Networks.</a:t>
            </a:r>
            <a:r>
              <a:rPr lang="en-US" altLang="zh-CN" sz="2200" b="1" dirty="0">
                <a:latin typeface="Microsoft YaHei" panose="020B0503020204020204" pitchFamily="34" charset="-122"/>
                <a:ea typeface="Microsoft YaHei" panose="020B0503020204020204" pitchFamily="34" charset="-122"/>
              </a:rPr>
              <a:t>” 1995</a:t>
            </a:r>
            <a:r>
              <a:rPr lang="zh-CN" altLang="en-US" sz="2200" b="1" dirty="0">
                <a:latin typeface="Microsoft YaHei" panose="020B0503020204020204" pitchFamily="34" charset="-122"/>
                <a:ea typeface="Microsoft YaHei" panose="020B0503020204020204" pitchFamily="34" charset="-122"/>
              </a:rPr>
              <a:t>（系统化</a:t>
            </a:r>
            <a:r>
              <a:rPr lang="en-US" altLang="zh-CN" sz="2200" b="1" dirty="0">
                <a:latin typeface="Microsoft YaHei" panose="020B0503020204020204" pitchFamily="34" charset="-122"/>
                <a:ea typeface="Microsoft YaHei" panose="020B0503020204020204" pitchFamily="34" charset="-122"/>
              </a:rPr>
              <a:t>BPTT/RTRL</a:t>
            </a:r>
            <a:r>
              <a:rPr lang="zh-CN" altLang="en-US" sz="2200" b="1" dirty="0">
                <a:latin typeface="Microsoft YaHei" panose="020B0503020204020204" pitchFamily="34" charset="-122"/>
                <a:ea typeface="Microsoft YaHei" panose="020B0503020204020204" pitchFamily="34" charset="-122"/>
              </a:rPr>
              <a:t>等）  </a:t>
            </a:r>
          </a:p>
          <a:p>
            <a:pPr marL="342900" indent="-342900">
              <a:lnSpc>
                <a:spcPct val="114000"/>
              </a:lnSpc>
              <a:buFont typeface="Wingdings" pitchFamily="2" charset="2"/>
              <a:buChar char="n"/>
            </a:pPr>
            <a:r>
              <a:rPr lang="en-US" altLang="zh-CN" sz="2200" b="1" dirty="0">
                <a:latin typeface="Microsoft YaHei" panose="020B0503020204020204" pitchFamily="34" charset="-122"/>
                <a:ea typeface="Microsoft YaHei" panose="020B0503020204020204" pitchFamily="34" charset="-122"/>
              </a:rPr>
              <a:t>Schuster, M., Paliwal, K. “</a:t>
            </a:r>
            <a:r>
              <a:rPr lang="en-US" altLang="zh-CN" sz="2200" b="1" u="sng" dirty="0">
                <a:latin typeface="Microsoft YaHei" panose="020B0503020204020204" pitchFamily="34" charset="-122"/>
                <a:ea typeface="Microsoft YaHei" panose="020B0503020204020204" pitchFamily="34" charset="-122"/>
              </a:rPr>
              <a:t>Bidirectional Recurrent Neural Networks.</a:t>
            </a:r>
            <a:r>
              <a:rPr lang="en-US" altLang="zh-CN" sz="2200" b="1" dirty="0">
                <a:latin typeface="Microsoft YaHei" panose="020B0503020204020204" pitchFamily="34" charset="-122"/>
                <a:ea typeface="Microsoft YaHei" panose="020B0503020204020204" pitchFamily="34" charset="-122"/>
              </a:rPr>
              <a:t>” IEEE TSP, 1997.</a:t>
            </a:r>
            <a:r>
              <a:rPr lang="zh-CN" altLang="en-US" sz="2200" b="1" dirty="0">
                <a:latin typeface="Microsoft YaHei" panose="020B0503020204020204" pitchFamily="34" charset="-122"/>
                <a:ea typeface="Microsoft YaHei" panose="020B0503020204020204" pitchFamily="34" charset="-122"/>
              </a:rPr>
              <a:t>（</a:t>
            </a:r>
            <a:r>
              <a:rPr lang="en-US" altLang="zh-CN" sz="2200" b="1" dirty="0">
                <a:latin typeface="Microsoft YaHei" panose="020B0503020204020204" pitchFamily="34" charset="-122"/>
                <a:ea typeface="Microsoft YaHei" panose="020B0503020204020204" pitchFamily="34" charset="-122"/>
              </a:rPr>
              <a:t>BRNN</a:t>
            </a:r>
            <a:r>
              <a:rPr lang="zh-CN" altLang="en-US" sz="2200" b="1" dirty="0">
                <a:latin typeface="Microsoft YaHei" panose="020B0503020204020204" pitchFamily="34" charset="-122"/>
                <a:ea typeface="Microsoft YaHei" panose="020B0503020204020204" pitchFamily="34" charset="-122"/>
              </a:rPr>
              <a:t>）  </a:t>
            </a:r>
          </a:p>
        </p:txBody>
      </p:sp>
    </p:spTree>
    <p:custDataLst>
      <p:tags r:id="rId2"/>
    </p:custDataLst>
    <p:extLst>
      <p:ext uri="{BB962C8B-B14F-4D97-AF65-F5344CB8AC3E}">
        <p14:creationId xmlns:p14="http://schemas.microsoft.com/office/powerpoint/2010/main" val="101789719"/>
      </p:ext>
    </p:extLst>
  </p:cSld>
  <p:clrMapOvr>
    <a:overrideClrMapping bg1="lt1" tx1="dk1" bg2="lt2" tx2="dk2" accent1="accent1" accent2="accent2" accent3="accent3" accent4="accent4" accent5="accent5" accent6="accent6" hlink="hlink" folHlink="folHlink"/>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6DC180E-98DE-1EB8-6CD3-6B5D5E38F02F}"/>
            </a:ext>
          </a:extLst>
        </p:cNvPr>
        <p:cNvGrpSpPr/>
        <p:nvPr/>
      </p:nvGrpSpPr>
      <p:grpSpPr>
        <a:xfrm>
          <a:off x="0" y="0"/>
          <a:ext cx="0" cy="0"/>
          <a:chOff x="0" y="0"/>
          <a:chExt cx="0" cy="0"/>
        </a:xfrm>
      </p:grpSpPr>
      <p:sp>
        <p:nvSpPr>
          <p:cNvPr id="121" name="标题 11">
            <a:extLst>
              <a:ext uri="{FF2B5EF4-FFF2-40B4-BE49-F238E27FC236}">
                <a16:creationId xmlns:a16="http://schemas.microsoft.com/office/drawing/2014/main" id="{33F9F980-0ADF-A0AB-A195-86FC377DF539}"/>
              </a:ext>
            </a:extLst>
          </p:cNvPr>
          <p:cNvSpPr txBox="1"/>
          <p:nvPr>
            <p:custDataLst>
              <p:tags r:id="rId3"/>
            </p:custDataLst>
          </p:nvPr>
        </p:nvSpPr>
        <p:spPr bwMode="auto">
          <a:xfrm>
            <a:off x="1219099" y="179835"/>
            <a:ext cx="10972901" cy="535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spAutoFit/>
          </a:bodyPr>
          <a:lstStyle>
            <a:lvl1pPr algn="l" rtl="0" eaLnBrk="0" fontAlgn="base" hangingPunct="0">
              <a:lnSpc>
                <a:spcPct val="90000"/>
              </a:lnSpc>
              <a:spcBef>
                <a:spcPct val="0"/>
              </a:spcBef>
              <a:spcAft>
                <a:spcPct val="0"/>
              </a:spcAft>
              <a:defRPr lang="zh-CN" altLang="en-US" sz="3600" b="1" kern="1200" baseline="0">
                <a:solidFill>
                  <a:schemeClr val="tx1"/>
                </a:solidFill>
                <a:latin typeface="微软雅黑" panose="020B0503020204020204" pitchFamily="34" charset="-122"/>
                <a:ea typeface="微软雅黑" panose="020B0503020204020204" pitchFamily="34" charset="-122"/>
                <a:cs typeface="+mn-cs"/>
              </a:defRPr>
            </a:lvl1pPr>
            <a:lvl2pPr algn="l" rtl="0" eaLnBrk="0" fontAlgn="base" hangingPunct="0">
              <a:lnSpc>
                <a:spcPct val="90000"/>
              </a:lnSpc>
              <a:spcBef>
                <a:spcPct val="0"/>
              </a:spcBef>
              <a:spcAft>
                <a:spcPct val="0"/>
              </a:spcAft>
              <a:defRPr sz="440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2pPr>
            <a:lvl3pPr algn="l" rtl="0" eaLnBrk="0" fontAlgn="base" hangingPunct="0">
              <a:lnSpc>
                <a:spcPct val="90000"/>
              </a:lnSpc>
              <a:spcBef>
                <a:spcPct val="0"/>
              </a:spcBef>
              <a:spcAft>
                <a:spcPct val="0"/>
              </a:spcAft>
              <a:defRPr sz="440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3pPr>
            <a:lvl4pPr algn="l" rtl="0" eaLnBrk="0" fontAlgn="base" hangingPunct="0">
              <a:lnSpc>
                <a:spcPct val="90000"/>
              </a:lnSpc>
              <a:spcBef>
                <a:spcPct val="0"/>
              </a:spcBef>
              <a:spcAft>
                <a:spcPct val="0"/>
              </a:spcAft>
              <a:defRPr sz="440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4pPr>
            <a:lvl5pPr algn="l" rtl="0" eaLnBrk="0" fontAlgn="base" hangingPunct="0">
              <a:lnSpc>
                <a:spcPct val="90000"/>
              </a:lnSpc>
              <a:spcBef>
                <a:spcPct val="0"/>
              </a:spcBef>
              <a:spcAft>
                <a:spcPct val="0"/>
              </a:spcAft>
              <a:defRPr sz="440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5pPr>
            <a:lvl6pPr marL="457200" algn="l" rtl="0" fontAlgn="base">
              <a:lnSpc>
                <a:spcPct val="90000"/>
              </a:lnSpc>
              <a:spcBef>
                <a:spcPct val="0"/>
              </a:spcBef>
              <a:spcAft>
                <a:spcPct val="0"/>
              </a:spcAft>
              <a:defRPr sz="4400">
                <a:solidFill>
                  <a:schemeClr val="tx1"/>
                </a:solidFill>
                <a:latin typeface="Century Gothic" panose="020B0502020202020204" pitchFamily="34" charset="0"/>
                <a:ea typeface="微软雅黑" panose="020B0503020204020204" pitchFamily="34" charset="-122"/>
              </a:defRPr>
            </a:lvl6pPr>
            <a:lvl7pPr marL="914400" algn="l" rtl="0" fontAlgn="base">
              <a:lnSpc>
                <a:spcPct val="90000"/>
              </a:lnSpc>
              <a:spcBef>
                <a:spcPct val="0"/>
              </a:spcBef>
              <a:spcAft>
                <a:spcPct val="0"/>
              </a:spcAft>
              <a:defRPr sz="4400">
                <a:solidFill>
                  <a:schemeClr val="tx1"/>
                </a:solidFill>
                <a:latin typeface="Century Gothic" panose="020B0502020202020204" pitchFamily="34" charset="0"/>
                <a:ea typeface="微软雅黑" panose="020B0503020204020204" pitchFamily="34" charset="-122"/>
              </a:defRPr>
            </a:lvl7pPr>
            <a:lvl8pPr marL="1371600" algn="l" rtl="0" fontAlgn="base">
              <a:lnSpc>
                <a:spcPct val="90000"/>
              </a:lnSpc>
              <a:spcBef>
                <a:spcPct val="0"/>
              </a:spcBef>
              <a:spcAft>
                <a:spcPct val="0"/>
              </a:spcAft>
              <a:defRPr sz="4400">
                <a:solidFill>
                  <a:schemeClr val="tx1"/>
                </a:solidFill>
                <a:latin typeface="Century Gothic" panose="020B0502020202020204" pitchFamily="34" charset="0"/>
                <a:ea typeface="微软雅黑" panose="020B0503020204020204" pitchFamily="34" charset="-122"/>
              </a:defRPr>
            </a:lvl8pPr>
            <a:lvl9pPr marL="1828800" algn="l" rtl="0" fontAlgn="base">
              <a:lnSpc>
                <a:spcPct val="90000"/>
              </a:lnSpc>
              <a:spcBef>
                <a:spcPct val="0"/>
              </a:spcBef>
              <a:spcAft>
                <a:spcPct val="0"/>
              </a:spcAft>
              <a:defRPr sz="4400">
                <a:solidFill>
                  <a:schemeClr val="tx1"/>
                </a:solidFill>
                <a:latin typeface="Century Gothic" panose="020B0502020202020204" pitchFamily="34" charset="0"/>
                <a:ea typeface="微软雅黑" panose="020B0503020204020204" pitchFamily="34" charset="-122"/>
              </a:defRPr>
            </a:lvl9pPr>
          </a:lstStyle>
          <a:p>
            <a:pPr>
              <a:defRPr/>
            </a:pPr>
            <a:r>
              <a:rPr lang="zh-CN" altLang="en-US" sz="3200" kern="0" spc="-150" dirty="0">
                <a:gradFill>
                  <a:gsLst>
                    <a:gs pos="0">
                      <a:srgbClr val="7D1E2E"/>
                    </a:gs>
                    <a:gs pos="100000">
                      <a:srgbClr val="0070C0"/>
                    </a:gs>
                  </a:gsLst>
                  <a:lin ang="2700000" scaled="0"/>
                </a:gradFill>
                <a:latin typeface="Microsoft YaHei" panose="020B0503020204020204" pitchFamily="34" charset="-122"/>
                <a:ea typeface="Microsoft YaHei" panose="020B0503020204020204" pitchFamily="34" charset="-122"/>
                <a:cs typeface="Times New Roman" panose="02020603050405020304" pitchFamily="18" charset="0"/>
              </a:rPr>
              <a:t>第一次作业</a:t>
            </a:r>
            <a:r>
              <a:rPr lang="en-US" altLang="zh-CN" sz="3200" kern="0" spc="-150" dirty="0">
                <a:gradFill>
                  <a:gsLst>
                    <a:gs pos="0">
                      <a:srgbClr val="7D1E2E"/>
                    </a:gs>
                    <a:gs pos="100000">
                      <a:srgbClr val="0070C0"/>
                    </a:gs>
                  </a:gsLst>
                  <a:lin ang="2700000" scaled="0"/>
                </a:gradFill>
                <a:latin typeface="Microsoft YaHei" panose="020B0503020204020204" pitchFamily="34" charset="-122"/>
                <a:ea typeface="Microsoft YaHei" panose="020B0503020204020204" pitchFamily="34" charset="-122"/>
                <a:cs typeface="Times New Roman" panose="02020603050405020304" pitchFamily="18" charset="0"/>
              </a:rPr>
              <a:t>-</a:t>
            </a:r>
            <a:r>
              <a:rPr lang="zh-CN" altLang="en-US" sz="3200" kern="0" spc="-150" dirty="0">
                <a:gradFill>
                  <a:gsLst>
                    <a:gs pos="0">
                      <a:srgbClr val="7D1E2E"/>
                    </a:gs>
                    <a:gs pos="100000">
                      <a:srgbClr val="0070C0"/>
                    </a:gs>
                  </a:gsLst>
                  <a:lin ang="2700000" scaled="0"/>
                </a:gradFill>
                <a:latin typeface="Microsoft YaHei" panose="020B0503020204020204" pitchFamily="34" charset="-122"/>
                <a:ea typeface="Microsoft YaHei" panose="020B0503020204020204" pitchFamily="34" charset="-122"/>
                <a:cs typeface="Times New Roman" panose="02020603050405020304" pitchFamily="18" charset="0"/>
              </a:rPr>
              <a:t>论文清单</a:t>
            </a:r>
            <a:r>
              <a:rPr lang="en-US" altLang="zh-CN" sz="3200" kern="0" spc="-150" dirty="0">
                <a:gradFill>
                  <a:gsLst>
                    <a:gs pos="0">
                      <a:srgbClr val="7D1E2E"/>
                    </a:gs>
                    <a:gs pos="100000">
                      <a:srgbClr val="0070C0"/>
                    </a:gs>
                  </a:gsLst>
                  <a:lin ang="2700000" scaled="0"/>
                </a:gradFill>
                <a:latin typeface="Microsoft YaHei" panose="020B0503020204020204" pitchFamily="34" charset="-122"/>
                <a:ea typeface="Microsoft YaHei" panose="020B0503020204020204" pitchFamily="34" charset="-122"/>
                <a:cs typeface="Times New Roman" panose="02020603050405020304" pitchFamily="18" charset="0"/>
              </a:rPr>
              <a:t>5</a:t>
            </a:r>
            <a:endParaRPr lang="zh-CN" altLang="en-US" sz="3200" kern="0" spc="-150" dirty="0">
              <a:gradFill>
                <a:gsLst>
                  <a:gs pos="0">
                    <a:srgbClr val="7D1E2E"/>
                  </a:gs>
                  <a:gs pos="100000">
                    <a:srgbClr val="0070C0"/>
                  </a:gs>
                </a:gsLst>
                <a:lin ang="2700000" scaled="0"/>
              </a:gradFill>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5" name="文本框 4">
            <a:extLst>
              <a:ext uri="{FF2B5EF4-FFF2-40B4-BE49-F238E27FC236}">
                <a16:creationId xmlns:a16="http://schemas.microsoft.com/office/drawing/2014/main" id="{A4DC5FC2-6E2E-9D68-F04E-B1FBDE7A7AF8}"/>
              </a:ext>
            </a:extLst>
          </p:cNvPr>
          <p:cNvSpPr txBox="1"/>
          <p:nvPr/>
        </p:nvSpPr>
        <p:spPr>
          <a:xfrm>
            <a:off x="609748" y="1171848"/>
            <a:ext cx="11412087" cy="3922420"/>
          </a:xfrm>
          <a:prstGeom prst="rect">
            <a:avLst/>
          </a:prstGeom>
          <a:noFill/>
        </p:spPr>
        <p:txBody>
          <a:bodyPr wrap="square">
            <a:spAutoFit/>
          </a:bodyPr>
          <a:lstStyle/>
          <a:p>
            <a:pPr marL="342900" indent="-342900">
              <a:lnSpc>
                <a:spcPct val="114000"/>
              </a:lnSpc>
              <a:buFont typeface="Wingdings" pitchFamily="2" charset="2"/>
              <a:buChar char="p"/>
            </a:pPr>
            <a:r>
              <a:rPr lang="en-US" altLang="zh-CN" sz="2200" b="1" dirty="0">
                <a:solidFill>
                  <a:srgbClr val="C00000"/>
                </a:solidFill>
                <a:latin typeface="Microsoft YaHei" panose="020B0503020204020204" pitchFamily="34" charset="-122"/>
                <a:ea typeface="Microsoft YaHei" panose="020B0503020204020204" pitchFamily="34" charset="-122"/>
              </a:rPr>
              <a:t>LSTM</a:t>
            </a:r>
            <a:r>
              <a:rPr lang="zh-CN" altLang="en-US" sz="2200" b="1" dirty="0">
                <a:solidFill>
                  <a:srgbClr val="C00000"/>
                </a:solidFill>
                <a:latin typeface="Microsoft YaHei" panose="020B0503020204020204" pitchFamily="34" charset="-122"/>
                <a:ea typeface="Microsoft YaHei" panose="020B0503020204020204" pitchFamily="34" charset="-122"/>
              </a:rPr>
              <a:t>（长短期记忆）</a:t>
            </a:r>
          </a:p>
          <a:p>
            <a:pPr marL="342900" indent="-342900">
              <a:lnSpc>
                <a:spcPct val="114000"/>
              </a:lnSpc>
              <a:buFont typeface="Wingdings" pitchFamily="2" charset="2"/>
              <a:buChar char="n"/>
            </a:pPr>
            <a:r>
              <a:rPr lang="zh-CN" altLang="en-US" sz="2200" b="1" dirty="0">
                <a:latin typeface="Microsoft YaHei" panose="020B0503020204020204" pitchFamily="34" charset="-122"/>
                <a:ea typeface="Microsoft YaHei" panose="020B0503020204020204" pitchFamily="34" charset="-122"/>
              </a:rPr>
              <a:t>原始论文：</a:t>
            </a:r>
            <a:r>
              <a:rPr lang="en-US" altLang="zh-CN" sz="2200" b="1" dirty="0">
                <a:latin typeface="Microsoft YaHei" panose="020B0503020204020204" pitchFamily="34" charset="-122"/>
                <a:ea typeface="Microsoft YaHei" panose="020B0503020204020204" pitchFamily="34" charset="-122"/>
              </a:rPr>
              <a:t>Hochreiter, S., </a:t>
            </a:r>
            <a:r>
              <a:rPr lang="en-US" altLang="zh-CN" sz="2200" b="1" dirty="0" err="1">
                <a:latin typeface="Microsoft YaHei" panose="020B0503020204020204" pitchFamily="34" charset="-122"/>
                <a:ea typeface="Microsoft YaHei" panose="020B0503020204020204" pitchFamily="34" charset="-122"/>
              </a:rPr>
              <a:t>Schmidhuber</a:t>
            </a:r>
            <a:r>
              <a:rPr lang="en-US" altLang="zh-CN" sz="2200" b="1" dirty="0">
                <a:latin typeface="Microsoft YaHei" panose="020B0503020204020204" pitchFamily="34" charset="-122"/>
                <a:ea typeface="Microsoft YaHei" panose="020B0503020204020204" pitchFamily="34" charset="-122"/>
              </a:rPr>
              <a:t>, J. “</a:t>
            </a:r>
            <a:r>
              <a:rPr lang="en-US" altLang="zh-CN" sz="2200" b="1" u="sng" dirty="0">
                <a:solidFill>
                  <a:srgbClr val="C00000"/>
                </a:solidFill>
                <a:latin typeface="Microsoft YaHei" panose="020B0503020204020204" pitchFamily="34" charset="-122"/>
                <a:ea typeface="Microsoft YaHei" panose="020B0503020204020204" pitchFamily="34" charset="-122"/>
              </a:rPr>
              <a:t>Long Short-Term Memory</a:t>
            </a:r>
            <a:r>
              <a:rPr lang="en-US" altLang="zh-CN" sz="2200" b="1" dirty="0">
                <a:latin typeface="Microsoft YaHei" panose="020B0503020204020204" pitchFamily="34" charset="-122"/>
                <a:ea typeface="Microsoft YaHei" panose="020B0503020204020204" pitchFamily="34" charset="-122"/>
              </a:rPr>
              <a:t>.” Neural Computation, 1997.  </a:t>
            </a:r>
            <a:endParaRPr lang="en-US" altLang="zh-CN" sz="2200" b="1" dirty="0">
              <a:solidFill>
                <a:srgbClr val="C00000"/>
              </a:solidFill>
              <a:latin typeface="Microsoft YaHei" panose="020B0503020204020204" pitchFamily="34" charset="-122"/>
              <a:ea typeface="Microsoft YaHei" panose="020B0503020204020204" pitchFamily="34" charset="-122"/>
            </a:endParaRPr>
          </a:p>
          <a:p>
            <a:pPr>
              <a:lnSpc>
                <a:spcPct val="114000"/>
              </a:lnSpc>
            </a:pPr>
            <a:endParaRPr lang="en-US" altLang="zh-CN" sz="2200" b="1" dirty="0">
              <a:latin typeface="Microsoft YaHei" panose="020B0503020204020204" pitchFamily="34" charset="-122"/>
              <a:ea typeface="Microsoft YaHei" panose="020B0503020204020204" pitchFamily="34" charset="-122"/>
            </a:endParaRPr>
          </a:p>
          <a:p>
            <a:pPr marL="342900" indent="-342900">
              <a:lnSpc>
                <a:spcPct val="114000"/>
              </a:lnSpc>
              <a:buFont typeface="Wingdings" pitchFamily="2" charset="2"/>
              <a:buChar char="p"/>
            </a:pPr>
            <a:r>
              <a:rPr lang="zh-CN" altLang="en-US" sz="2200" b="1" dirty="0">
                <a:latin typeface="Microsoft YaHei" panose="020B0503020204020204" pitchFamily="34" charset="-122"/>
                <a:ea typeface="Microsoft YaHei" panose="020B0503020204020204" pitchFamily="34" charset="-122"/>
              </a:rPr>
              <a:t>代表性引用</a:t>
            </a:r>
            <a:r>
              <a:rPr lang="en-US" altLang="zh-CN" sz="2200" b="1" dirty="0">
                <a:latin typeface="Microsoft YaHei" panose="020B0503020204020204" pitchFamily="34" charset="-122"/>
                <a:ea typeface="Microsoft YaHei" panose="020B0503020204020204" pitchFamily="34" charset="-122"/>
              </a:rPr>
              <a:t>/</a:t>
            </a:r>
            <a:r>
              <a:rPr lang="zh-CN" altLang="en-US" sz="2200" b="1" dirty="0">
                <a:latin typeface="Microsoft YaHei" panose="020B0503020204020204" pitchFamily="34" charset="-122"/>
                <a:ea typeface="Microsoft YaHei" panose="020B0503020204020204" pitchFamily="34" charset="-122"/>
              </a:rPr>
              <a:t>变体：</a:t>
            </a:r>
          </a:p>
          <a:p>
            <a:pPr marL="342900" indent="-342900">
              <a:lnSpc>
                <a:spcPct val="114000"/>
              </a:lnSpc>
              <a:buFont typeface="Wingdings" pitchFamily="2" charset="2"/>
              <a:buChar char="n"/>
            </a:pPr>
            <a:r>
              <a:rPr lang="en-US" altLang="zh-CN" sz="2200" b="1" dirty="0">
                <a:latin typeface="Microsoft YaHei" panose="020B0503020204020204" pitchFamily="34" charset="-122"/>
                <a:ea typeface="Microsoft YaHei" panose="020B0503020204020204" pitchFamily="34" charset="-122"/>
              </a:rPr>
              <a:t>Gers, F. A., </a:t>
            </a:r>
            <a:r>
              <a:rPr lang="en-US" altLang="zh-CN" sz="2200" b="1" dirty="0" err="1">
                <a:latin typeface="Microsoft YaHei" panose="020B0503020204020204" pitchFamily="34" charset="-122"/>
                <a:ea typeface="Microsoft YaHei" panose="020B0503020204020204" pitchFamily="34" charset="-122"/>
              </a:rPr>
              <a:t>Schmidhuber</a:t>
            </a:r>
            <a:r>
              <a:rPr lang="en-US" altLang="zh-CN" sz="2200" b="1" dirty="0">
                <a:latin typeface="Microsoft YaHei" panose="020B0503020204020204" pitchFamily="34" charset="-122"/>
                <a:ea typeface="Microsoft YaHei" panose="020B0503020204020204" pitchFamily="34" charset="-122"/>
              </a:rPr>
              <a:t>, J., Cummins, F. “</a:t>
            </a:r>
            <a:r>
              <a:rPr lang="en-US" altLang="zh-CN" sz="2200" b="1" u="sng" dirty="0">
                <a:latin typeface="Microsoft YaHei" panose="020B0503020204020204" pitchFamily="34" charset="-122"/>
                <a:ea typeface="Microsoft YaHei" panose="020B0503020204020204" pitchFamily="34" charset="-122"/>
              </a:rPr>
              <a:t>Learning to Forget: Continual Prediction with LSTM</a:t>
            </a:r>
            <a:r>
              <a:rPr lang="en-US" altLang="zh-CN" sz="2200" b="1" dirty="0">
                <a:latin typeface="Microsoft YaHei" panose="020B0503020204020204" pitchFamily="34" charset="-122"/>
                <a:ea typeface="Microsoft YaHei" panose="020B0503020204020204" pitchFamily="34" charset="-122"/>
              </a:rPr>
              <a:t>.” 2000.</a:t>
            </a:r>
            <a:r>
              <a:rPr lang="zh-CN" altLang="en-US" sz="2200" b="1" dirty="0">
                <a:latin typeface="Microsoft YaHei" panose="020B0503020204020204" pitchFamily="34" charset="-122"/>
                <a:ea typeface="Microsoft YaHei" panose="020B0503020204020204" pitchFamily="34" charset="-122"/>
              </a:rPr>
              <a:t>（提出“遗忘门”思想的实证）  </a:t>
            </a:r>
          </a:p>
          <a:p>
            <a:pPr marL="342900" indent="-342900">
              <a:lnSpc>
                <a:spcPct val="114000"/>
              </a:lnSpc>
              <a:buFont typeface="Wingdings" pitchFamily="2" charset="2"/>
              <a:buChar char="n"/>
            </a:pPr>
            <a:r>
              <a:rPr lang="en-US" altLang="zh-CN" sz="2200" b="1" dirty="0">
                <a:latin typeface="Microsoft YaHei" panose="020B0503020204020204" pitchFamily="34" charset="-122"/>
                <a:ea typeface="Microsoft YaHei" panose="020B0503020204020204" pitchFamily="34" charset="-122"/>
              </a:rPr>
              <a:t>Gers, F. A., et al. “</a:t>
            </a:r>
            <a:r>
              <a:rPr lang="en-US" altLang="zh-CN" sz="2200" b="1" u="sng" dirty="0">
                <a:latin typeface="Microsoft YaHei" panose="020B0503020204020204" pitchFamily="34" charset="-122"/>
                <a:ea typeface="Microsoft YaHei" panose="020B0503020204020204" pitchFamily="34" charset="-122"/>
              </a:rPr>
              <a:t>Learning Precise Timing with LSTM Recurrent Networks</a:t>
            </a:r>
            <a:r>
              <a:rPr lang="en-US" altLang="zh-CN" sz="2200" b="1" dirty="0">
                <a:latin typeface="Microsoft YaHei" panose="020B0503020204020204" pitchFamily="34" charset="-122"/>
                <a:ea typeface="Microsoft YaHei" panose="020B0503020204020204" pitchFamily="34" charset="-122"/>
              </a:rPr>
              <a:t>.” JMLR, 2002/2003.</a:t>
            </a:r>
            <a:r>
              <a:rPr lang="zh-CN" altLang="en-US" sz="2200" b="1" dirty="0">
                <a:latin typeface="Microsoft YaHei" panose="020B0503020204020204" pitchFamily="34" charset="-122"/>
                <a:ea typeface="Microsoft YaHei" panose="020B0503020204020204" pitchFamily="34" charset="-122"/>
              </a:rPr>
              <a:t>（</a:t>
            </a:r>
            <a:r>
              <a:rPr lang="en-US" altLang="zh-CN" sz="2200" b="1" dirty="0">
                <a:latin typeface="Microsoft YaHei" panose="020B0503020204020204" pitchFamily="34" charset="-122"/>
                <a:ea typeface="Microsoft YaHei" panose="020B0503020204020204" pitchFamily="34" charset="-122"/>
              </a:rPr>
              <a:t>peephole</a:t>
            </a:r>
            <a:r>
              <a:rPr lang="zh-CN" altLang="en-US" sz="2200" b="1" dirty="0">
                <a:latin typeface="Microsoft YaHei" panose="020B0503020204020204" pitchFamily="34" charset="-122"/>
                <a:ea typeface="Microsoft YaHei" panose="020B0503020204020204" pitchFamily="34" charset="-122"/>
              </a:rPr>
              <a:t>窥视连接）  </a:t>
            </a:r>
          </a:p>
          <a:p>
            <a:pPr marL="342900" indent="-342900">
              <a:lnSpc>
                <a:spcPct val="114000"/>
              </a:lnSpc>
              <a:buFont typeface="Wingdings" pitchFamily="2" charset="2"/>
              <a:buChar char="n"/>
            </a:pPr>
            <a:r>
              <a:rPr lang="en-US" altLang="zh-CN" sz="2200" b="1" dirty="0">
                <a:latin typeface="Microsoft YaHei" panose="020B0503020204020204" pitchFamily="34" charset="-122"/>
                <a:ea typeface="Microsoft YaHei" panose="020B0503020204020204" pitchFamily="34" charset="-122"/>
              </a:rPr>
              <a:t>Schuster, M., Paliwal, K. 1997</a:t>
            </a:r>
            <a:r>
              <a:rPr lang="zh-CN" altLang="en-US" sz="2200" b="1" dirty="0">
                <a:latin typeface="Microsoft YaHei" panose="020B0503020204020204" pitchFamily="34" charset="-122"/>
                <a:ea typeface="Microsoft YaHei" panose="020B0503020204020204" pitchFamily="34" charset="-122"/>
              </a:rPr>
              <a:t>（与</a:t>
            </a:r>
            <a:r>
              <a:rPr lang="en-US" altLang="zh-CN" sz="2200" b="1" dirty="0">
                <a:latin typeface="Microsoft YaHei" panose="020B0503020204020204" pitchFamily="34" charset="-122"/>
                <a:ea typeface="Microsoft YaHei" panose="020B0503020204020204" pitchFamily="34" charset="-122"/>
              </a:rPr>
              <a:t>LSTM</a:t>
            </a:r>
            <a:r>
              <a:rPr lang="zh-CN" altLang="en-US" sz="2200" b="1" dirty="0">
                <a:latin typeface="Microsoft YaHei" panose="020B0503020204020204" pitchFamily="34" charset="-122"/>
                <a:ea typeface="Microsoft YaHei" panose="020B0503020204020204" pitchFamily="34" charset="-122"/>
              </a:rPr>
              <a:t>常组合的双向结构，</a:t>
            </a:r>
            <a:r>
              <a:rPr lang="en-US" altLang="zh-CN" sz="2200" b="1" u="sng" dirty="0">
                <a:latin typeface="Microsoft YaHei" panose="020B0503020204020204" pitchFamily="34" charset="-122"/>
                <a:ea typeface="Microsoft YaHei" panose="020B0503020204020204" pitchFamily="34" charset="-122"/>
              </a:rPr>
              <a:t>BLSTM</a:t>
            </a:r>
            <a:r>
              <a:rPr lang="zh-CN" altLang="en-US" sz="2200" b="1" dirty="0">
                <a:latin typeface="Microsoft YaHei" panose="020B0503020204020204" pitchFamily="34" charset="-122"/>
                <a:ea typeface="Microsoft YaHei" panose="020B0503020204020204" pitchFamily="34" charset="-122"/>
              </a:rPr>
              <a:t>）</a:t>
            </a:r>
          </a:p>
        </p:txBody>
      </p:sp>
    </p:spTree>
    <p:custDataLst>
      <p:tags r:id="rId2"/>
    </p:custDataLst>
    <p:extLst>
      <p:ext uri="{BB962C8B-B14F-4D97-AF65-F5344CB8AC3E}">
        <p14:creationId xmlns:p14="http://schemas.microsoft.com/office/powerpoint/2010/main" val="2764969308"/>
      </p:ext>
    </p:extLst>
  </p:cSld>
  <p:clrMapOvr>
    <a:overrideClrMapping bg1="lt1" tx1="dk1" bg2="lt2" tx2="dk2" accent1="accent1" accent2="accent2" accent3="accent3" accent4="accent4" accent5="accent5" accent6="accent6" hlink="hlink" folHlink="folHlink"/>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4"/>
          <p:cNvSpPr>
            <a:spLocks noChangeArrowheads="1"/>
          </p:cNvSpPr>
          <p:nvPr/>
        </p:nvSpPr>
        <p:spPr bwMode="auto">
          <a:xfrm>
            <a:off x="-635" y="1439545"/>
            <a:ext cx="12192635" cy="2599055"/>
          </a:xfrm>
          <a:prstGeom prst="rect">
            <a:avLst/>
          </a:prstGeom>
          <a:solidFill>
            <a:srgbClr val="992D23"/>
          </a:solidFill>
          <a:ln w="9525">
            <a:noFill/>
            <a:miter lim="800000"/>
          </a:ln>
        </p:spPr>
        <p:txBody>
          <a:bodyPr lIns="68578" tIns="34289" rIns="68578" bIns="34289" anchor="ct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defRPr/>
            </a:pPr>
            <a:endParaRPr kumimoji="0" lang="zh-CN" altLang="zh-CN" sz="1200" b="0" i="0" u="none" strike="noStrike" kern="1200" cap="none" spc="0" normalizeH="0" baseline="0" noProof="0" dirty="0">
              <a:ln>
                <a:noFill/>
              </a:ln>
              <a:solidFill>
                <a:srgbClr val="00623C"/>
              </a:solidFill>
              <a:effectLst/>
              <a:uLnTx/>
              <a:uFillTx/>
              <a:latin typeface="宋体" panose="02010600030101010101" pitchFamily="2" charset="-122"/>
              <a:ea typeface="微软雅黑" panose="020B0503020204020204" pitchFamily="34" charset="-122"/>
              <a:cs typeface="+mn-cs"/>
              <a:sym typeface="宋体" panose="02010600030101010101" pitchFamily="2" charset="-122"/>
            </a:endParaRPr>
          </a:p>
        </p:txBody>
      </p:sp>
      <p:sp>
        <p:nvSpPr>
          <p:cNvPr id="5123" name="TextBox 8"/>
          <p:cNvSpPr>
            <a:spLocks noChangeArrowheads="1"/>
          </p:cNvSpPr>
          <p:nvPr>
            <p:custDataLst>
              <p:tags r:id="rId1"/>
            </p:custDataLst>
          </p:nvPr>
        </p:nvSpPr>
        <p:spPr bwMode="auto">
          <a:xfrm>
            <a:off x="66675" y="1793450"/>
            <a:ext cx="12320905" cy="1830179"/>
          </a:xfrm>
          <a:prstGeom prst="rect">
            <a:avLst/>
          </a:prstGeom>
          <a:noFill/>
          <a:ln>
            <a:noFill/>
          </a:ln>
        </p:spPr>
        <p:txBody>
          <a:bodyPr wrap="square" lIns="91438" tIns="45719" rIns="91438" bIns="45719">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sym typeface="Calibri" panose="020F050202020403020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sym typeface="Calibri" panose="020F050202020403020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9pPr>
          </a:lstStyle>
          <a:p>
            <a:pPr lvl="0" algn="ctr">
              <a:lnSpc>
                <a:spcPct val="150000"/>
              </a:lnSpc>
              <a:buNone/>
              <a:defRPr/>
            </a:pPr>
            <a:r>
              <a:rPr lang="zh-CN" altLang="en-US" sz="4000" b="1" kern="100" dirty="0">
                <a:solidFill>
                  <a:prstClr val="white"/>
                </a:solidFill>
                <a:latin typeface="微软雅黑" panose="020B0503020204020204" charset="-122"/>
                <a:ea typeface="微软雅黑" panose="020B0503020204020204" charset="-122"/>
                <a:cs typeface="宋体" panose="02010600030101010101" pitchFamily="2" charset="-122"/>
              </a:rPr>
              <a:t>愿承众望以为舟 不负延川共我行</a:t>
            </a:r>
            <a:endParaRPr kumimoji="0" lang="zh-CN" altLang="zh-CN" sz="4000" b="1" i="0" u="none" strike="noStrike" kern="1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a:p>
            <a:pPr lvl="0" algn="ctr">
              <a:lnSpc>
                <a:spcPct val="150000"/>
              </a:lnSpc>
              <a:spcBef>
                <a:spcPct val="0"/>
              </a:spcBef>
              <a:buNone/>
              <a:defRPr/>
            </a:pPr>
            <a:r>
              <a:rPr lang="zh-CN" altLang="en-US" sz="4000" b="1" dirty="0">
                <a:solidFill>
                  <a:prstClr val="white"/>
                </a:solidFill>
                <a:uFillTx/>
                <a:latin typeface="微软雅黑" panose="020B0503020204020204" pitchFamily="34" charset="-122"/>
                <a:ea typeface="微软雅黑" panose="020B0503020204020204" pitchFamily="34" charset="-122"/>
                <a:sym typeface="Segoe UI Semilight" panose="020B0402040204020203" pitchFamily="34" charset="0"/>
              </a:rPr>
              <a:t>谢谢大家</a:t>
            </a:r>
          </a:p>
        </p:txBody>
      </p:sp>
      <p:pic>
        <p:nvPicPr>
          <p:cNvPr id="25" name="图片 24"/>
          <p:cNvPicPr>
            <a:picLocks noChangeAspect="1"/>
          </p:cNvPicPr>
          <p:nvPr>
            <p:custDataLst>
              <p:tags r:id="rId2"/>
            </p:custDataLst>
          </p:nvPr>
        </p:nvPicPr>
        <p:blipFill>
          <a:blip r:embed="rId5">
            <a:extLst>
              <a:ext uri="{28A0092B-C50C-407E-A947-70E740481C1C}">
                <a14:useLocalDpi xmlns:a14="http://schemas.microsoft.com/office/drawing/2010/main" val="0"/>
              </a:ext>
            </a:extLst>
          </a:blip>
          <a:stretch>
            <a:fillRect/>
          </a:stretch>
        </p:blipFill>
        <p:spPr>
          <a:xfrm>
            <a:off x="5411365" y="-204"/>
            <a:ext cx="1368000" cy="1360205"/>
          </a:xfrm>
          <a:prstGeom prst="rect">
            <a:avLst/>
          </a:prstGeom>
        </p:spPr>
      </p:pic>
      <p:pic>
        <p:nvPicPr>
          <p:cNvPr id="2" name="图片 1"/>
          <p:cNvPicPr/>
          <p:nvPr/>
        </p:nvPicPr>
        <p:blipFill>
          <a:blip r:embed="rId6">
            <a:lum bright="6000" contrast="6000"/>
          </a:blip>
          <a:srcRect l="8183" t="3622" r="2704" b="54168"/>
          <a:stretch>
            <a:fillRect/>
          </a:stretch>
        </p:blipFill>
        <p:spPr>
          <a:xfrm>
            <a:off x="2975610" y="4309110"/>
            <a:ext cx="3393560" cy="2376000"/>
          </a:xfrm>
          <a:prstGeom prst="rect">
            <a:avLst/>
          </a:prstGeom>
        </p:spPr>
      </p:pic>
      <p:pic>
        <p:nvPicPr>
          <p:cNvPr id="3" name="图片 2" descr="微信图片_20230417150005"/>
          <p:cNvPicPr/>
          <p:nvPr/>
        </p:nvPicPr>
        <p:blipFill>
          <a:blip r:embed="rId7"/>
          <a:srcRect l="4753" r="14284"/>
          <a:stretch>
            <a:fillRect/>
          </a:stretch>
        </p:blipFill>
        <p:spPr>
          <a:xfrm>
            <a:off x="9156065" y="4309110"/>
            <a:ext cx="3164283" cy="2376000"/>
          </a:xfrm>
          <a:prstGeom prst="rect">
            <a:avLst/>
          </a:prstGeom>
        </p:spPr>
      </p:pic>
      <p:pic>
        <p:nvPicPr>
          <p:cNvPr id="4" name="图片 3" descr="D:/OneDrive/桌面/月牙湖.png月牙湖"/>
          <p:cNvPicPr/>
          <p:nvPr/>
        </p:nvPicPr>
        <p:blipFill>
          <a:blip r:embed="rId8">
            <a:lum bright="6000" contrast="6000"/>
          </a:blip>
          <a:srcRect l="6852" r="6852"/>
          <a:stretch>
            <a:fillRect/>
          </a:stretch>
        </p:blipFill>
        <p:spPr>
          <a:xfrm>
            <a:off x="-635" y="4309110"/>
            <a:ext cx="3129925" cy="2376000"/>
          </a:xfrm>
          <a:prstGeom prst="rect">
            <a:avLst/>
          </a:prstGeom>
        </p:spPr>
      </p:pic>
      <p:pic>
        <p:nvPicPr>
          <p:cNvPr id="5" name="图片 4"/>
          <p:cNvPicPr/>
          <p:nvPr/>
        </p:nvPicPr>
        <p:blipFill>
          <a:blip r:embed="rId9">
            <a:lum bright="6000" contrast="6000"/>
          </a:blip>
          <a:stretch>
            <a:fillRect/>
          </a:stretch>
        </p:blipFill>
        <p:spPr>
          <a:xfrm>
            <a:off x="6163945" y="4309110"/>
            <a:ext cx="3113406" cy="23760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mc:Choice>
    <mc:Fallback xmlns="">
      <p:transition spd="slow"/>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KSO_WPP_MARK_KEY" val="e97bbb85-d715-46be-a7d1-50f7a7a783d4"/>
  <p:tag name="COMMONDATA" val="eyJoZGlkIjoiZGYyNmRjNmE2MzUyNGUxZmI1MzQyMjBkOTQxMjEyYzMifQ=="/>
  <p:tag name="RESOURCE_RECORD_KEY" val="{&quot;13&quot;:[4364974],&quot;29&quot;:[20426324,20750925],&quot;65&quot;:[20187308],&quot;70&quot;:[3326229]}"/>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187308"/>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187308"/>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7.xml><?xml version="1.0" encoding="utf-8"?>
<p:tagLst xmlns:a="http://schemas.openxmlformats.org/drawingml/2006/main" xmlns:r="http://schemas.openxmlformats.org/officeDocument/2006/relationships" xmlns:p="http://schemas.openxmlformats.org/presentationml/2006/main">
  <p:tag name="KSO_WM_TEMPLATE_THUMBS_INDEX" val="1"/>
  <p:tag name="KSO_WM_TEMPLATE_SUBCATEGORY" val="0"/>
  <p:tag name="KSO_WM_TAG_VERSION" val="1.0"/>
  <p:tag name="KSO_WM_BEAUTIFY_FLAG" val="#wm#"/>
  <p:tag name="KSO_WM_TEMPLATE_CATEGORY" val="custom"/>
  <p:tag name="KSO_WM_TEMPLATE_INDEX" val="20187308"/>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1.xml><?xml version="1.0" encoding="utf-8"?>
<p:tagLst xmlns:a="http://schemas.openxmlformats.org/drawingml/2006/main" xmlns:r="http://schemas.openxmlformats.org/officeDocument/2006/relationships"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5.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2506.544881889764,&quot;width&quot;:2520.908661417323}"/>
</p:tagLst>
</file>

<file path=ppt/tags/tag76.xml><?xml version="1.0" encoding="utf-8"?>
<p:tagLst xmlns:a="http://schemas.openxmlformats.org/drawingml/2006/main" xmlns:r="http://schemas.openxmlformats.org/officeDocument/2006/relationships" xmlns:p="http://schemas.openxmlformats.org/presentationml/2006/main">
  <p:tag name="KSO_WM_TEMPLATE_TOPIC_ID" val="2869567"/>
  <p:tag name="KSO_WM_TEMPLATE_OUTLINE_ID" val="15"/>
  <p:tag name="KSO_WM_TEMPLATE_SCENE_ID" val="1"/>
  <p:tag name="KSO_WM_TEMPLATE_JOB_ID" val="2"/>
  <p:tag name="KSO_WM_TEMPLATE_TOPIC_DEFAULT" val="1"/>
</p:tagLst>
</file>

<file path=ppt/tags/tag7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 name="RESOURCE_RECORD_KEY" val="{&quot;13&quot;:[20419712,20419730],&quot;65&quot;:[20205176],&quot;70&quot;:[3319348]}"/>
</p:tagLst>
</file>

<file path=ppt/tags/tag7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 name="RESOURCE_RECORD_KEY" val="{&quot;13&quot;:[20419712,20419730],&quot;65&quot;:[20205176],&quot;70&quot;:[3319348]}"/>
</p:tagLst>
</file>

<file path=ppt/tags/tag8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 name="RESOURCE_RECORD_KEY" val="{&quot;13&quot;:[20419712,20419730],&quot;65&quot;:[20205176],&quot;70&quot;:[3319348]}"/>
</p:tagLst>
</file>

<file path=ppt/tags/tag8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 name="RESOURCE_RECORD_KEY" val="{&quot;13&quot;:[20419712,20419730],&quot;65&quot;:[20205176],&quot;70&quot;:[3319348]}"/>
</p:tagLst>
</file>

<file path=ppt/tags/tag8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 name="RESOURCE_RECORD_KEY" val="{&quot;13&quot;:[20419712,20419730],&quot;65&quot;:[20205176],&quot;70&quot;:[3319348]}"/>
</p:tagLst>
</file>

<file path=ppt/tags/tag8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 name="RESOURCE_RECORD_KEY" val="{&quot;13&quot;:[20419712,20419730],&quot;65&quot;:[20205176],&quot;70&quot;:[3319348]}"/>
</p:tagLst>
</file>

<file path=ppt/tags/tag8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 name="RESOURCE_RECORD_KEY" val="{&quot;13&quot;:[20419712,20419730],&quot;65&quot;:[20205176],&quot;70&quot;:[3319348]}"/>
</p:tagLst>
</file>

<file path=ppt/tags/tag9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 name="RESOURCE_RECORD_KEY" val="{&quot;13&quot;:[20419712,20419730],&quot;65&quot;:[20205176],&quot;70&quot;:[3319348]}"/>
</p:tagLst>
</file>

<file path=ppt/tags/tag9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 name="RESOURCE_RECORD_KEY" val="{&quot;13&quot;:[20419712,20419730],&quot;65&quot;:[20205176],&quot;70&quot;:[3319348]}"/>
</p:tagLst>
</file>

<file path=ppt/tags/tag9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 name="RESOURCE_RECORD_KEY" val="{&quot;13&quot;:[20419712,20419730],&quot;65&quot;:[20205176],&quot;70&quot;:[3319348]}"/>
</p:tagLst>
</file>

<file path=ppt/tags/tag9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 name="RESOURCE_RECORD_KEY" val="{&quot;13&quot;:[20419712,20419730],&quot;65&quot;:[20205176],&quot;70&quot;:[3319348]}"/>
</p:tagLst>
</file>

<file path=ppt/tags/tag9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 name="RESOURCE_RECORD_KEY" val="{&quot;13&quot;:[20419712,20419730],&quot;65&quot;:[20205176],&quot;70&quot;:[3319348]}"/>
</p:tagLst>
</file>

<file path=ppt/tags/tag10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 name="RESOURCE_RECORD_KEY" val="{&quot;13&quot;:[20419712,20419730],&quot;65&quot;:[20205176],&quot;70&quot;:[3319348]}"/>
</p:tagLst>
</file>

<file path=ppt/tags/tag10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 name="RESOURCE_RECORD_KEY" val="{&quot;13&quot;:[20419712,20419730],&quot;65&quot;:[20205176],&quot;70&quot;:[3319348]}"/>
</p:tagLst>
</file>

<file path=ppt/tags/tag10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 name="RESOURCE_RECORD_KEY" val="{&quot;13&quot;:[20419712,20419730],&quot;65&quot;:[20205176],&quot;70&quot;:[3319348]}"/>
</p:tagLst>
</file>

<file path=ppt/tags/tag10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 name="RESOURCE_RECORD_KEY" val="{&quot;13&quot;:[20419712,20419730],&quot;65&quot;:[20205176],&quot;70&quot;:[3319348]}"/>
</p:tagLst>
</file>

<file path=ppt/tags/tag10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 name="RESOURCE_RECORD_KEY" val="{&quot;13&quot;:[20419712,20419730],&quot;65&quot;:[20205176],&quot;70&quot;:[3319348]}"/>
</p:tagLst>
</file>

<file path=ppt/tags/tag1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 name="RESOURCE_RECORD_KEY" val="{&quot;13&quot;:[20419712,20419730],&quot;65&quot;:[20205176],&quot;70&quot;:[3319348]}"/>
</p:tagLst>
</file>

<file path=ppt/tags/tag1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 name="RESOURCE_RECORD_KEY" val="{&quot;13&quot;:[20419712,20419730],&quot;65&quot;:[20205176],&quot;70&quot;:[3319348]}"/>
</p:tagLst>
</file>

<file path=ppt/tags/tag1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 name="RESOURCE_RECORD_KEY" val="{&quot;13&quot;:[20419712,20419730],&quot;65&quot;:[20205176],&quot;70&quot;:[3319348]}"/>
</p:tagLst>
</file>

<file path=ppt/tags/tag1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 name="RESOURCE_RECORD_KEY" val="{&quot;13&quot;:[20419712,20419730],&quot;65&quot;:[20205176],&quot;70&quot;:[3319348]}"/>
</p:tagLst>
</file>

<file path=ppt/tags/tag1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1.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2506.544881889764,&quot;width&quot;:2520.908661417323}"/>
</p:tagLst>
</file>

<file path=ppt/theme/theme1.xml><?xml version="1.0" encoding="utf-8"?>
<a:theme xmlns:a="http://schemas.openxmlformats.org/drawingml/2006/main" name="4_默认设计模板">
  <a:themeElements>
    <a:clrScheme name="3_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3_默认设计模板">
      <a:majorFont>
        <a:latin typeface="Arial"/>
        <a:ea typeface="黑体"/>
        <a:cs typeface=""/>
      </a:majorFont>
      <a:minorFont>
        <a:latin typeface="Arial"/>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3175" cap="flat" cmpd="sng" algn="ctr">
          <a:solidFill>
            <a:schemeClr val="tx1"/>
          </a:solidFill>
          <a:prstDash val="solid"/>
          <a:round/>
          <a:headEnd type="none" w="med" len="med"/>
          <a:tailEnd type="none" w="med" len="med"/>
        </a:ln>
      </a:spPr>
      <a:bodyPr vert="horz" wrap="none" lIns="90000" tIns="46800" rIns="90000" bIns="46800" numCol="1" anchor="t" anchorCtr="1" compatLnSpc="1">
        <a:spAutoFit/>
      </a:bodyPr>
      <a:lstStyle>
        <a:defPPr marL="0" marR="0" indent="0" algn="ctr" defTabSz="914400" rtl="0" eaLnBrk="1" fontAlgn="base" latinLnBrk="0" hangingPunct="1">
          <a:lnSpc>
            <a:spcPct val="100000"/>
          </a:lnSpc>
          <a:spcBef>
            <a:spcPct val="0"/>
          </a:spcBef>
          <a:spcAft>
            <a:spcPct val="0"/>
          </a:spcAft>
          <a:buClrTx/>
          <a:buSzTx/>
          <a:buFontTx/>
          <a:buNone/>
          <a:defRPr kumimoji="0" lang="zh-CN" sz="2800" b="0" i="0" u="none" strike="noStrike" cap="none" normalizeH="0" baseline="0" smtClean="0">
            <a:ln>
              <a:noFill/>
            </a:ln>
            <a:solidFill>
              <a:schemeClr val="tx1"/>
            </a:solidFill>
            <a:effectLst/>
            <a:latin typeface="Arial" panose="020B0604020202020204" pitchFamily="34" charset="0"/>
            <a:ea typeface="黑体" panose="02010609060101010101" pitchFamily="2" charset="-122"/>
          </a:defRPr>
        </a:defPPr>
      </a:lstStyle>
    </a:spDef>
    <a:lnDef>
      <a:spPr bwMode="auto">
        <a:xfrm>
          <a:off x="0" y="0"/>
          <a:ext cx="1" cy="1"/>
        </a:xfrm>
        <a:custGeom>
          <a:avLst/>
          <a:gdLst/>
          <a:ahLst/>
          <a:cxnLst/>
          <a:rect l="0" t="0" r="0" b="0"/>
          <a:pathLst/>
        </a:custGeom>
        <a:noFill/>
        <a:ln w="3175" cap="flat" cmpd="sng" algn="ctr">
          <a:solidFill>
            <a:schemeClr val="tx1"/>
          </a:solidFill>
          <a:prstDash val="solid"/>
          <a:round/>
          <a:headEnd type="none" w="med" len="med"/>
          <a:tailEnd type="none" w="med" len="med"/>
        </a:ln>
      </a:spPr>
      <a:bodyPr vert="horz" wrap="none" lIns="90000" tIns="46800" rIns="90000" bIns="46800" numCol="1" anchor="t" anchorCtr="1" compatLnSpc="1">
        <a:spAutoFit/>
      </a:bodyPr>
      <a:lstStyle>
        <a:defPPr marL="0" marR="0" indent="0" algn="ctr" defTabSz="914400" rtl="0" eaLnBrk="1" fontAlgn="base" latinLnBrk="0" hangingPunct="1">
          <a:lnSpc>
            <a:spcPct val="100000"/>
          </a:lnSpc>
          <a:spcBef>
            <a:spcPct val="0"/>
          </a:spcBef>
          <a:spcAft>
            <a:spcPct val="0"/>
          </a:spcAft>
          <a:buClrTx/>
          <a:buSzTx/>
          <a:buFontTx/>
          <a:buNone/>
          <a:defRPr kumimoji="0" lang="zh-CN" sz="2800" b="0" i="0" u="none" strike="noStrike" cap="none" normalizeH="0" baseline="0" smtClean="0">
            <a:ln>
              <a:noFill/>
            </a:ln>
            <a:solidFill>
              <a:schemeClr val="tx1"/>
            </a:solidFill>
            <a:effectLst/>
            <a:latin typeface="Arial" panose="020B0604020202020204" pitchFamily="34" charset="0"/>
            <a:ea typeface="黑体" panose="02010609060101010101" pitchFamily="2" charset="-122"/>
          </a:defRPr>
        </a:defPPr>
      </a:lstStyle>
    </a:lnDef>
  </a:objectDefaults>
  <a:extraClrSchemeLst>
    <a:extraClrScheme>
      <a:clrScheme name="3_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3_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3_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3_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3_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3_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3_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3_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3_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3_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3_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3_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默认设计模板">
  <a:themeElements>
    <a:clrScheme name="3_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3_默认设计模板">
      <a:majorFont>
        <a:latin typeface="Arial"/>
        <a:ea typeface="黑体"/>
        <a:cs typeface=""/>
      </a:majorFont>
      <a:minorFont>
        <a:latin typeface="Arial"/>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3175" cap="flat" cmpd="sng" algn="ctr">
          <a:solidFill>
            <a:schemeClr val="tx1"/>
          </a:solidFill>
          <a:prstDash val="solid"/>
          <a:round/>
          <a:headEnd type="none" w="med" len="med"/>
          <a:tailEnd type="none" w="med" len="med"/>
        </a:ln>
      </a:spPr>
      <a:bodyPr vert="horz" wrap="none" lIns="90000" tIns="46800" rIns="90000" bIns="46800" numCol="1" anchor="t" anchorCtr="1" compatLnSpc="1">
        <a:spAutoFit/>
      </a:bodyPr>
      <a:lstStyle>
        <a:defPPr marL="0" marR="0" indent="0" algn="ctr" defTabSz="914400" rtl="0" eaLnBrk="1" fontAlgn="base" latinLnBrk="0" hangingPunct="1">
          <a:lnSpc>
            <a:spcPct val="100000"/>
          </a:lnSpc>
          <a:spcBef>
            <a:spcPct val="0"/>
          </a:spcBef>
          <a:spcAft>
            <a:spcPct val="0"/>
          </a:spcAft>
          <a:buClrTx/>
          <a:buSzTx/>
          <a:buFontTx/>
          <a:buNone/>
          <a:defRPr kumimoji="0" lang="zh-CN" sz="2800" b="0" i="0" u="none" strike="noStrike" cap="none" normalizeH="0" baseline="0" smtClean="0">
            <a:ln>
              <a:noFill/>
            </a:ln>
            <a:solidFill>
              <a:schemeClr val="tx1"/>
            </a:solidFill>
            <a:effectLst/>
            <a:latin typeface="Arial" panose="020B0604020202020204" pitchFamily="34" charset="0"/>
            <a:ea typeface="黑体" panose="02010609060101010101" pitchFamily="2" charset="-122"/>
          </a:defRPr>
        </a:defPPr>
      </a:lstStyle>
    </a:spDef>
    <a:lnDef>
      <a:spPr bwMode="auto">
        <a:xfrm>
          <a:off x="0" y="0"/>
          <a:ext cx="1" cy="1"/>
        </a:xfrm>
        <a:custGeom>
          <a:avLst/>
          <a:gdLst/>
          <a:ahLst/>
          <a:cxnLst/>
          <a:rect l="0" t="0" r="0" b="0"/>
          <a:pathLst/>
        </a:custGeom>
        <a:noFill/>
        <a:ln w="3175" cap="flat" cmpd="sng" algn="ctr">
          <a:solidFill>
            <a:schemeClr val="tx1"/>
          </a:solidFill>
          <a:prstDash val="solid"/>
          <a:round/>
          <a:headEnd type="none" w="med" len="med"/>
          <a:tailEnd type="none" w="med" len="med"/>
        </a:ln>
      </a:spPr>
      <a:bodyPr vert="horz" wrap="none" lIns="90000" tIns="46800" rIns="90000" bIns="46800" numCol="1" anchor="t" anchorCtr="1" compatLnSpc="1">
        <a:spAutoFit/>
      </a:bodyPr>
      <a:lstStyle>
        <a:defPPr marL="0" marR="0" indent="0" algn="ctr" defTabSz="914400" rtl="0" eaLnBrk="1" fontAlgn="base" latinLnBrk="0" hangingPunct="1">
          <a:lnSpc>
            <a:spcPct val="100000"/>
          </a:lnSpc>
          <a:spcBef>
            <a:spcPct val="0"/>
          </a:spcBef>
          <a:spcAft>
            <a:spcPct val="0"/>
          </a:spcAft>
          <a:buClrTx/>
          <a:buSzTx/>
          <a:buFontTx/>
          <a:buNone/>
          <a:defRPr kumimoji="0" lang="zh-CN" sz="2800" b="0" i="0" u="none" strike="noStrike" cap="none" normalizeH="0" baseline="0" smtClean="0">
            <a:ln>
              <a:noFill/>
            </a:ln>
            <a:solidFill>
              <a:schemeClr val="tx1"/>
            </a:solidFill>
            <a:effectLst/>
            <a:latin typeface="Arial" panose="020B0604020202020204" pitchFamily="34" charset="0"/>
            <a:ea typeface="黑体" panose="02010609060101010101" pitchFamily="2" charset="-122"/>
          </a:defRPr>
        </a:defPPr>
      </a:lstStyle>
    </a:lnDef>
  </a:objectDefaults>
  <a:extraClrSchemeLst>
    <a:extraClrScheme>
      <a:clrScheme name="3_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3_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3_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3_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3_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3_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3_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3_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3_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3_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3_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3_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m4nx0ysa">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5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自定义设计方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4_Office 主题​​">
  <a:themeElements>
    <a:clrScheme name="新版空白演示配色">
      <a:dk1>
        <a:sysClr val="windowText" lastClr="000000"/>
      </a:dk1>
      <a:lt1>
        <a:sysClr val="window" lastClr="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1_自定义设计方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2_自定义设计方案">
  <a:themeElements>
    <a:clrScheme name="自定义 159">
      <a:dk1>
        <a:sysClr val="windowText" lastClr="000000"/>
      </a:dk1>
      <a:lt1>
        <a:sysClr val="window" lastClr="FFFFFF"/>
      </a:lt1>
      <a:dk2>
        <a:srgbClr val="44546A"/>
      </a:dk2>
      <a:lt2>
        <a:srgbClr val="E7E6E6"/>
      </a:lt2>
      <a:accent1>
        <a:srgbClr val="00409E"/>
      </a:accent1>
      <a:accent2>
        <a:srgbClr val="ED7D31"/>
      </a:accent2>
      <a:accent3>
        <a:srgbClr val="002060"/>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otalTime>5617</TotalTime>
  <Words>3965</Words>
  <Application>Microsoft Macintosh PowerPoint</Application>
  <PresentationFormat>宽屏</PresentationFormat>
  <Paragraphs>254</Paragraphs>
  <Slides>24</Slides>
  <Notes>24</Notes>
  <HiddenSlides>0</HiddenSlides>
  <MMClips>0</MMClips>
  <ScaleCrop>false</ScaleCrop>
  <HeadingPairs>
    <vt:vector size="6" baseType="variant">
      <vt:variant>
        <vt:lpstr>已用的字体</vt:lpstr>
      </vt:variant>
      <vt:variant>
        <vt:i4>16</vt:i4>
      </vt:variant>
      <vt:variant>
        <vt:lpstr>主题</vt:lpstr>
      </vt:variant>
      <vt:variant>
        <vt:i4>8</vt:i4>
      </vt:variant>
      <vt:variant>
        <vt:lpstr>幻灯片标题</vt:lpstr>
      </vt:variant>
      <vt:variant>
        <vt:i4>24</vt:i4>
      </vt:variant>
    </vt:vector>
  </HeadingPairs>
  <TitlesOfParts>
    <vt:vector size="48" baseType="lpstr">
      <vt:lpstr>-apple-system</vt:lpstr>
      <vt:lpstr>等线</vt:lpstr>
      <vt:lpstr>等线 Light</vt:lpstr>
      <vt:lpstr>黑体</vt:lpstr>
      <vt:lpstr>思源黑体</vt:lpstr>
      <vt:lpstr>宋体</vt:lpstr>
      <vt:lpstr>Microsoft YaHei</vt:lpstr>
      <vt:lpstr>Microsoft YaHei</vt:lpstr>
      <vt:lpstr>inherit</vt:lpstr>
      <vt:lpstr>PingFang SC</vt:lpstr>
      <vt:lpstr>var(--hy-font-family)</vt:lpstr>
      <vt:lpstr>Arial</vt:lpstr>
      <vt:lpstr>Segoe UI</vt:lpstr>
      <vt:lpstr>Times New Roman</vt:lpstr>
      <vt:lpstr>Trebuchet MS</vt:lpstr>
      <vt:lpstr>Wingdings</vt:lpstr>
      <vt:lpstr>4_默认设计模板</vt:lpstr>
      <vt:lpstr>1_默认设计模板</vt:lpstr>
      <vt:lpstr>1_Office 主题​​</vt:lpstr>
      <vt:lpstr>5_Office 主题​​</vt:lpstr>
      <vt:lpstr>自定义设计方案</vt:lpstr>
      <vt:lpstr>4_Office 主题​​</vt:lpstr>
      <vt:lpstr>1_自定义设计方案</vt:lpstr>
      <vt:lpstr>2_自定义设计方案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
  <cp:lastModifiedBy>饼子 C</cp:lastModifiedBy>
  <cp:revision>2727</cp:revision>
  <cp:lastPrinted>2024-01-14T00:23:00Z</cp:lastPrinted>
  <dcterms:created xsi:type="dcterms:W3CDTF">2023-12-06T13:54:00Z</dcterms:created>
  <dcterms:modified xsi:type="dcterms:W3CDTF">2025-10-28T10:02:59Z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2052-12.1.0.19302</vt:lpwstr>
  </property>
  <property fmtid="{D5CDD505-2E9C-101B-9397-08002B2CF9AE}" pid="3" name="ICV">
    <vt:lpwstr>8DF63E7A0BD34E88B51E2BCB1393E016_13</vt:lpwstr>
  </property>
</Properties>
</file>